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9" userDrawn="1">
          <p15:clr>
            <a:srgbClr val="A4A3A4"/>
          </p15:clr>
        </p15:guide>
        <p15:guide id="2" pos="38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29"/>
        <p:guide pos="381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4300" y="1731645"/>
            <a:ext cx="7955915" cy="1799590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4152265" y="2388870"/>
            <a:ext cx="2260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4152265" y="2020570"/>
            <a:ext cx="610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0..*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6090920" y="2020570"/>
            <a:ext cx="321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0875" y="1295400"/>
            <a:ext cx="5810250" cy="4267200"/>
          </a:xfrm>
          <a:prstGeom prst="rect">
            <a:avLst/>
          </a:prstGeom>
        </p:spPr>
      </p:pic>
      <p:sp>
        <p:nvSpPr>
          <p:cNvPr id="7" name="等腰三角形 6"/>
          <p:cNvSpPr/>
          <p:nvPr/>
        </p:nvSpPr>
        <p:spPr>
          <a:xfrm>
            <a:off x="5996305" y="2828925"/>
            <a:ext cx="160655" cy="241935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6076950" y="3106420"/>
            <a:ext cx="0" cy="93599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120" y="2562225"/>
            <a:ext cx="7477125" cy="1733550"/>
          </a:xfrm>
          <a:prstGeom prst="rect">
            <a:avLst/>
          </a:prstGeom>
        </p:spPr>
      </p:pic>
      <p:cxnSp>
        <p:nvCxnSpPr>
          <p:cNvPr id="5" name="直接箭头连接符 4"/>
          <p:cNvCxnSpPr/>
          <p:nvPr/>
        </p:nvCxnSpPr>
        <p:spPr>
          <a:xfrm>
            <a:off x="4914265" y="3282315"/>
            <a:ext cx="2274570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401320" y="395605"/>
            <a:ext cx="1449070" cy="46799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User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01320" y="863600"/>
            <a:ext cx="1449070" cy="74612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chemeClr val="tx1"/>
                </a:solidFill>
              </a:rPr>
              <a:t>id</a:t>
            </a:r>
            <a:endParaRPr lang="en-US" altLang="zh-CN" sz="1400">
              <a:solidFill>
                <a:schemeClr val="tx1"/>
              </a:solidFill>
            </a:endParaRPr>
          </a:p>
          <a:p>
            <a:pPr algn="l"/>
            <a:r>
              <a:rPr lang="en-US" altLang="zh-CN" sz="1400">
                <a:solidFill>
                  <a:schemeClr val="tx1"/>
                </a:solidFill>
              </a:rPr>
              <a:t>name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401320" y="1609725"/>
            <a:ext cx="1449070" cy="46799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439795" y="395605"/>
            <a:ext cx="2106930" cy="30670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Order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3439795" y="702945"/>
            <a:ext cx="2106930" cy="109537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chemeClr val="tx1"/>
                </a:solidFill>
              </a:rPr>
              <a:t>paymentInfo</a:t>
            </a:r>
            <a:endParaRPr lang="en-US" altLang="zh-CN" sz="1400">
              <a:solidFill>
                <a:schemeClr val="tx1"/>
              </a:solidFill>
            </a:endParaRPr>
          </a:p>
          <a:p>
            <a:pPr algn="l"/>
            <a:r>
              <a:rPr lang="en-US" altLang="zh-CN" sz="1400">
                <a:solidFill>
                  <a:schemeClr val="tx1"/>
                </a:solidFill>
              </a:rPr>
              <a:t>trackingNumber</a:t>
            </a:r>
            <a:endParaRPr lang="en-US" altLang="zh-CN" sz="1400">
              <a:solidFill>
                <a:schemeClr val="tx1"/>
              </a:solidFill>
            </a:endParaRPr>
          </a:p>
          <a:p>
            <a:pPr algn="l"/>
            <a:r>
              <a:rPr lang="en-US" altLang="zh-CN" sz="1400">
                <a:solidFill>
                  <a:schemeClr val="tx1"/>
                </a:solidFill>
              </a:rPr>
              <a:t>orderStatus </a:t>
            </a:r>
            <a:endParaRPr lang="en-US" altLang="zh-CN" sz="1400">
              <a:solidFill>
                <a:schemeClr val="tx1"/>
              </a:solidFill>
            </a:endParaRPr>
          </a:p>
          <a:p>
            <a:pPr algn="l"/>
            <a:r>
              <a:rPr lang="en-US" altLang="zh-CN" sz="1400">
                <a:solidFill>
                  <a:schemeClr val="tx1"/>
                </a:solidFill>
              </a:rPr>
              <a:t>estimatedDeliveryDate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3439795" y="1798955"/>
            <a:ext cx="2106930" cy="2787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286625" y="395605"/>
            <a:ext cx="1324610" cy="46799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LineItem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286625" y="863600"/>
            <a:ext cx="1324610" cy="74612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chemeClr val="tx1"/>
                </a:solidFill>
              </a:rPr>
              <a:t>quantity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286625" y="1609725"/>
            <a:ext cx="1324610" cy="46799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0351135" y="395605"/>
            <a:ext cx="1200785" cy="46799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Item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351135" y="863600"/>
            <a:ext cx="1200785" cy="74612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chemeClr val="tx1"/>
                </a:solidFill>
              </a:rPr>
              <a:t>id</a:t>
            </a:r>
            <a:endParaRPr lang="en-US" altLang="zh-CN" sz="1400">
              <a:solidFill>
                <a:schemeClr val="tx1"/>
              </a:solidFill>
            </a:endParaRPr>
          </a:p>
          <a:p>
            <a:pPr algn="l"/>
            <a:r>
              <a:rPr lang="en-US" altLang="zh-CN" sz="1400">
                <a:solidFill>
                  <a:schemeClr val="tx1"/>
                </a:solidFill>
              </a:rPr>
              <a:t>name</a:t>
            </a:r>
            <a:endParaRPr lang="en-US" altLang="zh-CN" sz="1400">
              <a:solidFill>
                <a:schemeClr val="tx1"/>
              </a:solidFill>
            </a:endParaRPr>
          </a:p>
          <a:p>
            <a:pPr algn="l"/>
            <a:r>
              <a:rPr lang="en-US" altLang="zh-CN" sz="1400">
                <a:solidFill>
                  <a:schemeClr val="tx1"/>
                </a:solidFill>
              </a:rPr>
              <a:t>price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351135" y="1609725"/>
            <a:ext cx="1200785" cy="46799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1850390" y="1332230"/>
            <a:ext cx="1594485" cy="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5546725" y="1332230"/>
            <a:ext cx="1744345" cy="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8611235" y="1332230"/>
            <a:ext cx="1722755" cy="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2922905" y="995045"/>
            <a:ext cx="5168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0..*</a:t>
            </a:r>
            <a:endParaRPr lang="en-US" altLang="zh-CN" sz="1600"/>
          </a:p>
        </p:txBody>
      </p:sp>
      <p:sp>
        <p:nvSpPr>
          <p:cNvPr id="21" name="文本框 20"/>
          <p:cNvSpPr txBox="1"/>
          <p:nvPr/>
        </p:nvSpPr>
        <p:spPr>
          <a:xfrm>
            <a:off x="1850390" y="995045"/>
            <a:ext cx="5168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1</a:t>
            </a:r>
            <a:endParaRPr lang="en-US" altLang="zh-CN" sz="1600"/>
          </a:p>
        </p:txBody>
      </p:sp>
      <p:sp>
        <p:nvSpPr>
          <p:cNvPr id="22" name="文本框 21"/>
          <p:cNvSpPr txBox="1"/>
          <p:nvPr/>
        </p:nvSpPr>
        <p:spPr>
          <a:xfrm>
            <a:off x="6769735" y="995045"/>
            <a:ext cx="5168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1..*</a:t>
            </a:r>
            <a:endParaRPr lang="en-US" altLang="zh-CN" sz="1600"/>
          </a:p>
        </p:txBody>
      </p:sp>
      <p:sp>
        <p:nvSpPr>
          <p:cNvPr id="23" name="文本框 22"/>
          <p:cNvSpPr txBox="1"/>
          <p:nvPr/>
        </p:nvSpPr>
        <p:spPr>
          <a:xfrm>
            <a:off x="5546725" y="995045"/>
            <a:ext cx="5168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1</a:t>
            </a:r>
            <a:endParaRPr lang="en-US" altLang="zh-CN" sz="1600"/>
          </a:p>
        </p:txBody>
      </p:sp>
      <p:sp>
        <p:nvSpPr>
          <p:cNvPr id="24" name="菱形 23"/>
          <p:cNvSpPr/>
          <p:nvPr/>
        </p:nvSpPr>
        <p:spPr>
          <a:xfrm>
            <a:off x="7059930" y="1240155"/>
            <a:ext cx="233680" cy="184150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8611235" y="995045"/>
            <a:ext cx="5168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0..*</a:t>
            </a:r>
            <a:endParaRPr lang="en-US" altLang="zh-CN" sz="1600"/>
          </a:p>
        </p:txBody>
      </p:sp>
      <p:sp>
        <p:nvSpPr>
          <p:cNvPr id="26" name="文本框 25"/>
          <p:cNvSpPr txBox="1"/>
          <p:nvPr/>
        </p:nvSpPr>
        <p:spPr>
          <a:xfrm>
            <a:off x="10029190" y="995045"/>
            <a:ext cx="3048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1</a:t>
            </a:r>
            <a:endParaRPr lang="en-US" altLang="zh-CN" sz="1600"/>
          </a:p>
        </p:txBody>
      </p:sp>
      <p:sp>
        <p:nvSpPr>
          <p:cNvPr id="27" name="矩形 26"/>
          <p:cNvSpPr/>
          <p:nvPr/>
        </p:nvSpPr>
        <p:spPr>
          <a:xfrm>
            <a:off x="3345180" y="3072130"/>
            <a:ext cx="2106930" cy="30670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ShippingInfo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345180" y="3379470"/>
            <a:ext cx="2106930" cy="109537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chemeClr val="tx1"/>
                </a:solidFill>
              </a:rPr>
              <a:t>address</a:t>
            </a:r>
            <a:endParaRPr lang="en-US" altLang="zh-CN" sz="1400">
              <a:solidFill>
                <a:schemeClr val="tx1"/>
              </a:solidFill>
            </a:endParaRPr>
          </a:p>
          <a:p>
            <a:pPr algn="l"/>
            <a:r>
              <a:rPr lang="en-US" altLang="zh-CN" sz="1400">
                <a:solidFill>
                  <a:schemeClr val="tx1"/>
                </a:solidFill>
              </a:rPr>
              <a:t>phoneNumber</a:t>
            </a:r>
            <a:endParaRPr lang="en-US" altLang="zh-CN" sz="1400">
              <a:solidFill>
                <a:schemeClr val="tx1"/>
              </a:solidFill>
            </a:endParaRPr>
          </a:p>
          <a:p>
            <a:pPr algn="l"/>
            <a:r>
              <a:rPr lang="en-US" altLang="zh-CN" sz="1400">
                <a:solidFill>
                  <a:schemeClr val="tx1"/>
                </a:solidFill>
              </a:rPr>
              <a:t>recipient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345180" y="4475480"/>
            <a:ext cx="2106930" cy="2787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345180" y="5118735"/>
            <a:ext cx="2106930" cy="30670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BillingInfo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345180" y="5419090"/>
            <a:ext cx="2106930" cy="109537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chemeClr val="tx1"/>
                </a:solidFill>
              </a:rPr>
              <a:t>id</a:t>
            </a:r>
            <a:endParaRPr lang="en-US" altLang="zh-CN" sz="1400">
              <a:solidFill>
                <a:schemeClr val="tx1"/>
              </a:solidFill>
            </a:endParaRPr>
          </a:p>
          <a:p>
            <a:pPr algn="l"/>
            <a:r>
              <a:rPr lang="en-US" altLang="zh-CN" sz="1400">
                <a:solidFill>
                  <a:schemeClr val="tx1"/>
                </a:solidFill>
              </a:rPr>
              <a:t>time</a:t>
            </a:r>
            <a:endParaRPr lang="en-US" altLang="zh-CN" sz="1400">
              <a:solidFill>
                <a:schemeClr val="tx1"/>
              </a:solidFill>
            </a:endParaRPr>
          </a:p>
          <a:p>
            <a:pPr algn="l"/>
            <a:r>
              <a:rPr lang="en-US" altLang="zh-CN" sz="1400">
                <a:solidFill>
                  <a:schemeClr val="tx1"/>
                </a:solidFill>
              </a:rPr>
              <a:t>price</a:t>
            </a:r>
            <a:endParaRPr lang="en-US" altLang="zh-CN" sz="1400">
              <a:solidFill>
                <a:schemeClr val="tx1"/>
              </a:solidFill>
            </a:endParaRPr>
          </a:p>
          <a:p>
            <a:pPr algn="l"/>
            <a:r>
              <a:rPr lang="en-US" altLang="zh-CN" sz="1400">
                <a:solidFill>
                  <a:schemeClr val="tx1"/>
                </a:solidFill>
              </a:rPr>
              <a:t>items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345180" y="6515100"/>
            <a:ext cx="2106930" cy="2787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21005" y="3260725"/>
            <a:ext cx="1449070" cy="46799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Account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421005" y="3728720"/>
            <a:ext cx="1449070" cy="74612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21005" y="4474845"/>
            <a:ext cx="1449070" cy="46799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37" name="直接连接符 36"/>
          <p:cNvCxnSpPr/>
          <p:nvPr/>
        </p:nvCxnSpPr>
        <p:spPr>
          <a:xfrm flipV="1">
            <a:off x="1052195" y="2077720"/>
            <a:ext cx="0" cy="118237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1052195" y="2077720"/>
            <a:ext cx="5168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1</a:t>
            </a:r>
            <a:endParaRPr lang="en-US" altLang="zh-CN" sz="1600"/>
          </a:p>
        </p:txBody>
      </p:sp>
      <p:sp>
        <p:nvSpPr>
          <p:cNvPr id="39" name="文本框 38"/>
          <p:cNvSpPr txBox="1"/>
          <p:nvPr/>
        </p:nvSpPr>
        <p:spPr>
          <a:xfrm>
            <a:off x="1052195" y="2923540"/>
            <a:ext cx="5168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0..1</a:t>
            </a:r>
            <a:endParaRPr lang="en-US" altLang="zh-CN" sz="1600"/>
          </a:p>
        </p:txBody>
      </p:sp>
      <p:cxnSp>
        <p:nvCxnSpPr>
          <p:cNvPr id="40" name="肘形连接符 39"/>
          <p:cNvCxnSpPr>
            <a:stCxn id="36" idx="2"/>
            <a:endCxn id="31" idx="1"/>
          </p:cNvCxnSpPr>
          <p:nvPr/>
        </p:nvCxnSpPr>
        <p:spPr>
          <a:xfrm rot="5400000" flipV="1">
            <a:off x="1733550" y="4354830"/>
            <a:ext cx="1024255" cy="2199640"/>
          </a:xfrm>
          <a:prstGeom prst="bentConnector2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1146175" y="4942840"/>
            <a:ext cx="5168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1</a:t>
            </a:r>
            <a:endParaRPr lang="en-US" altLang="zh-CN" sz="1600"/>
          </a:p>
        </p:txBody>
      </p:sp>
      <p:sp>
        <p:nvSpPr>
          <p:cNvPr id="42" name="文本框 41"/>
          <p:cNvSpPr txBox="1"/>
          <p:nvPr/>
        </p:nvSpPr>
        <p:spPr>
          <a:xfrm>
            <a:off x="2828290" y="5629910"/>
            <a:ext cx="5168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0..*</a:t>
            </a:r>
            <a:endParaRPr lang="en-US" altLang="zh-CN" sz="1600"/>
          </a:p>
        </p:txBody>
      </p:sp>
      <p:cxnSp>
        <p:nvCxnSpPr>
          <p:cNvPr id="43" name="直接连接符 42"/>
          <p:cNvCxnSpPr/>
          <p:nvPr/>
        </p:nvCxnSpPr>
        <p:spPr>
          <a:xfrm flipV="1">
            <a:off x="1870075" y="3983990"/>
            <a:ext cx="1464310" cy="3175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菱形 43"/>
          <p:cNvSpPr/>
          <p:nvPr/>
        </p:nvSpPr>
        <p:spPr>
          <a:xfrm>
            <a:off x="3112135" y="3883025"/>
            <a:ext cx="233680" cy="184150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1870075" y="3649980"/>
            <a:ext cx="5168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1</a:t>
            </a:r>
            <a:endParaRPr lang="en-US" altLang="zh-CN" sz="1600"/>
          </a:p>
        </p:txBody>
      </p:sp>
      <p:sp>
        <p:nvSpPr>
          <p:cNvPr id="46" name="文本框 45"/>
          <p:cNvSpPr txBox="1"/>
          <p:nvPr/>
        </p:nvSpPr>
        <p:spPr>
          <a:xfrm>
            <a:off x="2817495" y="3646805"/>
            <a:ext cx="5168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0..*</a:t>
            </a:r>
            <a:endParaRPr lang="en-US" altLang="zh-CN" sz="1600"/>
          </a:p>
        </p:txBody>
      </p:sp>
      <p:cxnSp>
        <p:nvCxnSpPr>
          <p:cNvPr id="47" name="直接连接符 46"/>
          <p:cNvCxnSpPr/>
          <p:nvPr/>
        </p:nvCxnSpPr>
        <p:spPr>
          <a:xfrm flipV="1">
            <a:off x="4446270" y="2077720"/>
            <a:ext cx="2540" cy="992505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4453255" y="2077720"/>
            <a:ext cx="5168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0..*</a:t>
            </a:r>
            <a:endParaRPr lang="en-US" altLang="zh-CN" sz="1600"/>
          </a:p>
        </p:txBody>
      </p:sp>
      <p:sp>
        <p:nvSpPr>
          <p:cNvPr id="49" name="文本框 48"/>
          <p:cNvSpPr txBox="1"/>
          <p:nvPr/>
        </p:nvSpPr>
        <p:spPr>
          <a:xfrm>
            <a:off x="4453255" y="2734945"/>
            <a:ext cx="5168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1</a:t>
            </a:r>
            <a:endParaRPr lang="en-US" altLang="zh-CN" sz="1600"/>
          </a:p>
        </p:txBody>
      </p:sp>
      <p:sp>
        <p:nvSpPr>
          <p:cNvPr id="50" name="菱形 49"/>
          <p:cNvSpPr/>
          <p:nvPr/>
        </p:nvSpPr>
        <p:spPr>
          <a:xfrm>
            <a:off x="3100705" y="5874385"/>
            <a:ext cx="233680" cy="184150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/>
          <p:nvPr/>
        </p:nvSpPr>
        <p:spPr>
          <a:xfrm>
            <a:off x="1728470" y="1405890"/>
            <a:ext cx="271145" cy="27114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2573655" y="1267460"/>
            <a:ext cx="1111885" cy="54864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</a:rPr>
              <a:t>Off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428615" y="1267460"/>
            <a:ext cx="1111885" cy="54864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</a:rPr>
              <a:t>Self Test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283575" y="1267460"/>
            <a:ext cx="1550670" cy="54864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</a:rPr>
              <a:t>Out of Service</a:t>
            </a:r>
            <a:endParaRPr lang="en-US" altLang="zh-CN" sz="1600">
              <a:solidFill>
                <a:schemeClr val="tx1"/>
              </a:solidFill>
            </a:endParaRPr>
          </a:p>
        </p:txBody>
      </p:sp>
      <p:cxnSp>
        <p:nvCxnSpPr>
          <p:cNvPr id="8" name="直接箭头连接符 7"/>
          <p:cNvCxnSpPr>
            <a:endCxn id="5" idx="1"/>
          </p:cNvCxnSpPr>
          <p:nvPr/>
        </p:nvCxnSpPr>
        <p:spPr>
          <a:xfrm>
            <a:off x="1999615" y="1541780"/>
            <a:ext cx="57404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endCxn id="6" idx="1"/>
          </p:cNvCxnSpPr>
          <p:nvPr/>
        </p:nvCxnSpPr>
        <p:spPr>
          <a:xfrm>
            <a:off x="3685540" y="1541780"/>
            <a:ext cx="174307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endCxn id="7" idx="1"/>
          </p:cNvCxnSpPr>
          <p:nvPr/>
        </p:nvCxnSpPr>
        <p:spPr>
          <a:xfrm>
            <a:off x="6540500" y="1541780"/>
            <a:ext cx="174307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811905" y="958215"/>
            <a:ext cx="1358265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power on / startup action</a:t>
            </a:r>
            <a:endParaRPr lang="en-US" altLang="zh-CN" sz="1600"/>
          </a:p>
        </p:txBody>
      </p:sp>
      <p:sp>
        <p:nvSpPr>
          <p:cNvPr id="12" name="文本框 11"/>
          <p:cNvSpPr txBox="1"/>
          <p:nvPr/>
        </p:nvSpPr>
        <p:spPr>
          <a:xfrm>
            <a:off x="6894195" y="1204595"/>
            <a:ext cx="103568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[test fails]</a:t>
            </a:r>
            <a:endParaRPr lang="en-US" altLang="zh-CN" sz="1600"/>
          </a:p>
        </p:txBody>
      </p:sp>
      <p:sp>
        <p:nvSpPr>
          <p:cNvPr id="13" name="文本框 12"/>
          <p:cNvSpPr txBox="1"/>
          <p:nvPr/>
        </p:nvSpPr>
        <p:spPr>
          <a:xfrm>
            <a:off x="5984875" y="2204720"/>
            <a:ext cx="123317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[test passes]</a:t>
            </a:r>
            <a:endParaRPr lang="en-US" altLang="zh-CN" sz="1600"/>
          </a:p>
        </p:txBody>
      </p:sp>
      <p:sp>
        <p:nvSpPr>
          <p:cNvPr id="14" name="圆角矩形 13"/>
          <p:cNvSpPr/>
          <p:nvPr/>
        </p:nvSpPr>
        <p:spPr>
          <a:xfrm>
            <a:off x="5093335" y="2930525"/>
            <a:ext cx="1800860" cy="103822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</a:rPr>
              <a:t>Idle</a:t>
            </a:r>
            <a:endParaRPr lang="en-US" altLang="zh-CN" sz="1600">
              <a:solidFill>
                <a:schemeClr val="tx1"/>
              </a:solidFill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</a:rPr>
              <a:t>do: waits for customer interaction</a:t>
            </a:r>
            <a:endParaRPr lang="en-US" altLang="zh-CN" sz="1600">
              <a:solidFill>
                <a:schemeClr val="tx1"/>
              </a:solidFill>
            </a:endParaRPr>
          </a:p>
        </p:txBody>
      </p:sp>
      <p:cxnSp>
        <p:nvCxnSpPr>
          <p:cNvPr id="15" name="直接箭头连接符 14"/>
          <p:cNvCxnSpPr>
            <a:stCxn id="6" idx="2"/>
            <a:endCxn id="14" idx="0"/>
          </p:cNvCxnSpPr>
          <p:nvPr/>
        </p:nvCxnSpPr>
        <p:spPr>
          <a:xfrm>
            <a:off x="5984875" y="1816100"/>
            <a:ext cx="8890" cy="111442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089525" y="3216275"/>
            <a:ext cx="17849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圆角矩形 17"/>
          <p:cNvSpPr/>
          <p:nvPr/>
        </p:nvSpPr>
        <p:spPr>
          <a:xfrm>
            <a:off x="8759825" y="2930525"/>
            <a:ext cx="1800860" cy="103822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</a:rPr>
              <a:t>Serving Customer</a:t>
            </a:r>
            <a:endParaRPr lang="en-US" altLang="zh-CN" sz="1600">
              <a:solidFill>
                <a:schemeClr val="tx1"/>
              </a:solidFill>
            </a:endParaRPr>
          </a:p>
          <a:p>
            <a:pPr algn="ctr"/>
            <a:endParaRPr lang="en-US" altLang="zh-CN" sz="1600">
              <a:solidFill>
                <a:schemeClr val="tx1"/>
              </a:solidFill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</a:rPr>
              <a:t>entry / readCard</a:t>
            </a:r>
            <a:endParaRPr lang="en-US" altLang="zh-CN" sz="1600">
              <a:solidFill>
                <a:schemeClr val="tx1"/>
              </a:solidFill>
            </a:endParaRPr>
          </a:p>
          <a:p>
            <a:pPr algn="ctr"/>
            <a:endParaRPr lang="en-US" altLang="zh-CN" sz="1600">
              <a:solidFill>
                <a:schemeClr val="tx1"/>
              </a:solidFill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8756015" y="3216275"/>
            <a:ext cx="17849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6894195" y="3270250"/>
            <a:ext cx="1880870" cy="1079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>
            <a:off x="6896100" y="3650615"/>
            <a:ext cx="187261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7164070" y="3649980"/>
            <a:ext cx="1394460" cy="30670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400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cancel event</a:t>
            </a:r>
            <a:endParaRPr lang="en-US" altLang="zh-CN" sz="1400">
              <a:solidFill>
                <a:srgbClr val="000000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164070" y="2927350"/>
            <a:ext cx="130619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card inserted</a:t>
            </a:r>
            <a:endParaRPr lang="en-US" altLang="zh-CN" sz="1600"/>
          </a:p>
        </p:txBody>
      </p:sp>
      <p:cxnSp>
        <p:nvCxnSpPr>
          <p:cNvPr id="24" name="直接箭头连接符 23"/>
          <p:cNvCxnSpPr/>
          <p:nvPr/>
        </p:nvCxnSpPr>
        <p:spPr>
          <a:xfrm>
            <a:off x="9834245" y="1541780"/>
            <a:ext cx="66230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10547985" y="1440815"/>
            <a:ext cx="201930" cy="20193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10481310" y="1373505"/>
            <a:ext cx="335915" cy="3359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388</Words>
  <Application>WPS 演示</Application>
  <PresentationFormat>宽屏</PresentationFormat>
  <Paragraphs>93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Calibri</vt:lpstr>
      <vt:lpstr>微软雅黑</vt:lpstr>
      <vt:lpstr>Arial Unicode MS</vt:lpstr>
      <vt:lpstr>Arial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maoxingbo</dc:creator>
  <cp:lastModifiedBy>JL</cp:lastModifiedBy>
  <cp:revision>6</cp:revision>
  <dcterms:created xsi:type="dcterms:W3CDTF">2023-08-09T12:44:00Z</dcterms:created>
  <dcterms:modified xsi:type="dcterms:W3CDTF">2025-10-29T06:52:48Z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3A46D485A46E42D4BBBEFC2B5A8CECE1_12</vt:lpwstr>
  </property>
</Properties>
</file>
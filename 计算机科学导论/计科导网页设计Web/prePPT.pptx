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3" r:id="rId2"/>
    <p:sldId id="286" r:id="rId3"/>
    <p:sldId id="265" r:id="rId4"/>
    <p:sldId id="306" r:id="rId5"/>
    <p:sldId id="305" r:id="rId6"/>
    <p:sldId id="294" r:id="rId7"/>
    <p:sldId id="293" r:id="rId8"/>
    <p:sldId id="270" r:id="rId9"/>
    <p:sldId id="271" r:id="rId10"/>
    <p:sldId id="304" r:id="rId11"/>
    <p:sldId id="299" r:id="rId12"/>
    <p:sldId id="298" r:id="rId13"/>
    <p:sldId id="297" r:id="rId14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2F2F"/>
    <a:srgbClr val="FFFFFF"/>
    <a:srgbClr val="020505"/>
    <a:srgbClr val="010525"/>
    <a:srgbClr val="080422"/>
    <a:srgbClr val="000000"/>
    <a:srgbClr val="F682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8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6946D3-F5F7-463F-9131-DE0F6FCB7902}" type="doc">
      <dgm:prSet loTypeId="urn:microsoft.com/office/officeart/2005/8/layout/hList2#1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510B4FBB-8251-4C5E-BA52-8CA0635E911B}">
      <dgm:prSet phldrT="[文本]" phldr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endParaRPr lang="zh-CN" altLang="en-US" dirty="0"/>
        </a:p>
      </dgm:t>
    </dgm:pt>
    <dgm:pt modelId="{F4C611C1-D8FA-4526-A19F-02455EFDD0AA}" type="parTrans" cxnId="{F9376EEB-D499-4829-BCCD-DF29E56709D3}">
      <dgm:prSet/>
      <dgm:spPr/>
      <dgm:t>
        <a:bodyPr/>
        <a:lstStyle/>
        <a:p>
          <a:endParaRPr lang="zh-CN" altLang="en-US"/>
        </a:p>
      </dgm:t>
    </dgm:pt>
    <dgm:pt modelId="{6CD14335-61FA-4DC2-94DF-39C49121162E}" type="sibTrans" cxnId="{F9376EEB-D499-4829-BCCD-DF29E56709D3}">
      <dgm:prSet/>
      <dgm:spPr/>
      <dgm:t>
        <a:bodyPr/>
        <a:lstStyle/>
        <a:p>
          <a:endParaRPr lang="zh-CN" altLang="en-US"/>
        </a:p>
      </dgm:t>
    </dgm:pt>
    <dgm:pt modelId="{FA235AF5-A286-4FA5-8A9B-AC4460737330}">
      <dgm:prSet phldrT="[文本]" phldr="1"/>
      <dgm:spPr/>
      <dgm:t>
        <a:bodyPr/>
        <a:lstStyle/>
        <a:p>
          <a:endParaRPr lang="zh-CN" altLang="en-US" dirty="0"/>
        </a:p>
      </dgm:t>
    </dgm:pt>
    <dgm:pt modelId="{ADA120A1-99D2-465F-9180-7063BF8B76FB}" type="parTrans" cxnId="{272355F6-BD27-48A2-AC1A-F339B6679E2D}">
      <dgm:prSet/>
      <dgm:spPr/>
      <dgm:t>
        <a:bodyPr/>
        <a:lstStyle/>
        <a:p>
          <a:endParaRPr lang="zh-CN" altLang="en-US"/>
        </a:p>
      </dgm:t>
    </dgm:pt>
    <dgm:pt modelId="{BA88AC19-CB91-4169-A16E-732C250C25ED}" type="sibTrans" cxnId="{272355F6-BD27-48A2-AC1A-F339B6679E2D}">
      <dgm:prSet/>
      <dgm:spPr/>
      <dgm:t>
        <a:bodyPr/>
        <a:lstStyle/>
        <a:p>
          <a:endParaRPr lang="zh-CN" altLang="en-US"/>
        </a:p>
      </dgm:t>
    </dgm:pt>
    <dgm:pt modelId="{07C71E9C-5791-4330-8A21-BBD19B4372B2}">
      <dgm:prSet phldrT="[文本]" phldr="1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endParaRPr lang="zh-CN" altLang="en-US"/>
        </a:p>
      </dgm:t>
    </dgm:pt>
    <dgm:pt modelId="{18B513A4-472F-4D2E-9EB4-7BC7DECA48F7}" type="parTrans" cxnId="{AFD3BE7A-83E0-4220-8D76-6F0AA6565396}">
      <dgm:prSet/>
      <dgm:spPr/>
      <dgm:t>
        <a:bodyPr/>
        <a:lstStyle/>
        <a:p>
          <a:endParaRPr lang="zh-CN" altLang="en-US"/>
        </a:p>
      </dgm:t>
    </dgm:pt>
    <dgm:pt modelId="{26ADFEAC-F021-4AFA-9CC4-C8E5DCD4F478}" type="sibTrans" cxnId="{AFD3BE7A-83E0-4220-8D76-6F0AA6565396}">
      <dgm:prSet/>
      <dgm:spPr/>
      <dgm:t>
        <a:bodyPr/>
        <a:lstStyle/>
        <a:p>
          <a:endParaRPr lang="zh-CN" altLang="en-US"/>
        </a:p>
      </dgm:t>
    </dgm:pt>
    <dgm:pt modelId="{06769E83-7ECC-4BA5-B80B-8371697E2A40}">
      <dgm:prSet phldrT="[文本]" phldr="1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endParaRPr lang="zh-CN" altLang="en-US"/>
        </a:p>
      </dgm:t>
    </dgm:pt>
    <dgm:pt modelId="{FE0200D0-3DAD-409F-814E-42EAECE89B37}" type="parTrans" cxnId="{E4F839C3-9A8C-4FF7-A163-E40E672C1AB7}">
      <dgm:prSet/>
      <dgm:spPr/>
      <dgm:t>
        <a:bodyPr/>
        <a:lstStyle/>
        <a:p>
          <a:endParaRPr lang="zh-CN" altLang="en-US"/>
        </a:p>
      </dgm:t>
    </dgm:pt>
    <dgm:pt modelId="{B7DCBD35-AB1A-4CD0-BABB-C10FBB0FA71A}" type="sibTrans" cxnId="{E4F839C3-9A8C-4FF7-A163-E40E672C1AB7}">
      <dgm:prSet/>
      <dgm:spPr/>
      <dgm:t>
        <a:bodyPr/>
        <a:lstStyle/>
        <a:p>
          <a:endParaRPr lang="zh-CN" altLang="en-US"/>
        </a:p>
      </dgm:t>
    </dgm:pt>
    <dgm:pt modelId="{FCFE049F-993F-47B6-8FA4-6ED97772D82D}">
      <dgm:prSet phldrT="[文本]" phldr="1"/>
      <dgm:spPr/>
      <dgm:t>
        <a:bodyPr/>
        <a:lstStyle/>
        <a:p>
          <a:endParaRPr lang="zh-CN" altLang="en-US"/>
        </a:p>
      </dgm:t>
    </dgm:pt>
    <dgm:pt modelId="{794F14DA-DFD5-4AA0-B28C-F536CA946E15}" type="parTrans" cxnId="{075BEC6A-BC55-42F7-B6B7-A3F4DCE5AEA5}">
      <dgm:prSet/>
      <dgm:spPr/>
      <dgm:t>
        <a:bodyPr/>
        <a:lstStyle/>
        <a:p>
          <a:endParaRPr lang="zh-CN" altLang="en-US"/>
        </a:p>
      </dgm:t>
    </dgm:pt>
    <dgm:pt modelId="{46CA89EA-2B2A-4632-A90E-3FB8E541ADF9}" type="sibTrans" cxnId="{075BEC6A-BC55-42F7-B6B7-A3F4DCE5AEA5}">
      <dgm:prSet/>
      <dgm:spPr/>
      <dgm:t>
        <a:bodyPr/>
        <a:lstStyle/>
        <a:p>
          <a:endParaRPr lang="zh-CN" altLang="en-US"/>
        </a:p>
      </dgm:t>
    </dgm:pt>
    <dgm:pt modelId="{4AB39D16-7B6E-4A0A-87D6-527ACE2FE894}">
      <dgm:prSet phldrT="[文本]" phldr="1"/>
      <dgm:spPr>
        <a:solidFill>
          <a:schemeClr val="bg2">
            <a:lumMod val="60000"/>
            <a:lumOff val="40000"/>
          </a:schemeClr>
        </a:solidFill>
      </dgm:spPr>
      <dgm:t>
        <a:bodyPr/>
        <a:lstStyle/>
        <a:p>
          <a:endParaRPr lang="zh-CN" altLang="en-US"/>
        </a:p>
      </dgm:t>
    </dgm:pt>
    <dgm:pt modelId="{E7AEDCE7-7219-44E5-90AF-71C1D8C9DEBB}" type="parTrans" cxnId="{CAEEEAB1-65D4-4416-8422-677A730A4B35}">
      <dgm:prSet/>
      <dgm:spPr/>
      <dgm:t>
        <a:bodyPr/>
        <a:lstStyle/>
        <a:p>
          <a:endParaRPr lang="zh-CN" altLang="en-US"/>
        </a:p>
      </dgm:t>
    </dgm:pt>
    <dgm:pt modelId="{782253EF-C3F0-45DB-BA1D-1F139FDC11EF}" type="sibTrans" cxnId="{CAEEEAB1-65D4-4416-8422-677A730A4B35}">
      <dgm:prSet/>
      <dgm:spPr/>
      <dgm:t>
        <a:bodyPr/>
        <a:lstStyle/>
        <a:p>
          <a:endParaRPr lang="zh-CN" altLang="en-US"/>
        </a:p>
      </dgm:t>
    </dgm:pt>
    <dgm:pt modelId="{B8884679-A579-4215-83DC-684E20FD7602}">
      <dgm:prSet phldrT="[文本]" phldr="1"/>
      <dgm:spPr>
        <a:solidFill>
          <a:schemeClr val="bg2">
            <a:lumMod val="60000"/>
            <a:lumOff val="40000"/>
          </a:schemeClr>
        </a:solidFill>
      </dgm:spPr>
      <dgm:t>
        <a:bodyPr/>
        <a:lstStyle/>
        <a:p>
          <a:endParaRPr lang="zh-CN" altLang="en-US" dirty="0"/>
        </a:p>
      </dgm:t>
    </dgm:pt>
    <dgm:pt modelId="{1BB1E8D5-4AEC-4C97-914C-66D6BF62AADA}" type="parTrans" cxnId="{FB7411AE-F9A4-4C57-8C36-9AF5D0773D34}">
      <dgm:prSet/>
      <dgm:spPr/>
      <dgm:t>
        <a:bodyPr/>
        <a:lstStyle/>
        <a:p>
          <a:endParaRPr lang="zh-CN" altLang="en-US"/>
        </a:p>
      </dgm:t>
    </dgm:pt>
    <dgm:pt modelId="{79C2BC57-7BF6-46AF-9994-337CCE4F4F36}" type="sibTrans" cxnId="{FB7411AE-F9A4-4C57-8C36-9AF5D0773D34}">
      <dgm:prSet/>
      <dgm:spPr/>
      <dgm:t>
        <a:bodyPr/>
        <a:lstStyle/>
        <a:p>
          <a:endParaRPr lang="zh-CN" altLang="en-US"/>
        </a:p>
      </dgm:t>
    </dgm:pt>
    <dgm:pt modelId="{2559ED7A-4254-4EE4-A851-DDFFEE0D5310}">
      <dgm:prSet phldrT="[文本]" phldr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endParaRPr lang="zh-CN" altLang="en-US" dirty="0"/>
        </a:p>
      </dgm:t>
    </dgm:pt>
    <dgm:pt modelId="{1649A5A1-D4EA-4DA7-8A9A-4579EB14D5CC}" type="sibTrans" cxnId="{6787DE69-288B-47BA-8EA4-2273F2490CA1}">
      <dgm:prSet/>
      <dgm:spPr/>
      <dgm:t>
        <a:bodyPr/>
        <a:lstStyle/>
        <a:p>
          <a:endParaRPr lang="zh-CN" altLang="en-US"/>
        </a:p>
      </dgm:t>
    </dgm:pt>
    <dgm:pt modelId="{08B1B2B8-038A-4E29-894F-D65A03B62B13}" type="parTrans" cxnId="{6787DE69-288B-47BA-8EA4-2273F2490CA1}">
      <dgm:prSet/>
      <dgm:spPr/>
      <dgm:t>
        <a:bodyPr/>
        <a:lstStyle/>
        <a:p>
          <a:endParaRPr lang="zh-CN" altLang="en-US"/>
        </a:p>
      </dgm:t>
    </dgm:pt>
    <dgm:pt modelId="{C26BE111-6D8B-4911-8C9A-DDC1A7205A46}">
      <dgm:prSet phldrT="[文本]" phldr="1"/>
      <dgm:spPr/>
      <dgm:t>
        <a:bodyPr/>
        <a:lstStyle/>
        <a:p>
          <a:endParaRPr lang="zh-CN" altLang="en-US" dirty="0"/>
        </a:p>
      </dgm:t>
    </dgm:pt>
    <dgm:pt modelId="{D1144F79-8FB5-43D1-81CA-CC5A98A5D7A7}" type="sibTrans" cxnId="{05BECB63-3C45-4CA2-BDCE-22FE01A61725}">
      <dgm:prSet/>
      <dgm:spPr/>
      <dgm:t>
        <a:bodyPr/>
        <a:lstStyle/>
        <a:p>
          <a:endParaRPr lang="zh-CN" altLang="en-US"/>
        </a:p>
      </dgm:t>
    </dgm:pt>
    <dgm:pt modelId="{D196CEBD-DC7F-4467-9B76-32DCC2796F38}" type="parTrans" cxnId="{05BECB63-3C45-4CA2-BDCE-22FE01A61725}">
      <dgm:prSet/>
      <dgm:spPr/>
      <dgm:t>
        <a:bodyPr/>
        <a:lstStyle/>
        <a:p>
          <a:endParaRPr lang="zh-CN" altLang="en-US"/>
        </a:p>
      </dgm:t>
    </dgm:pt>
    <dgm:pt modelId="{BDECD140-DE7A-4EE6-A880-6FA101C74A51}" type="pres">
      <dgm:prSet presAssocID="{336946D3-F5F7-463F-9131-DE0F6FCB7902}" presName="linearFlow" presStyleCnt="0">
        <dgm:presLayoutVars>
          <dgm:dir/>
          <dgm:animLvl val="lvl"/>
          <dgm:resizeHandles/>
        </dgm:presLayoutVars>
      </dgm:prSet>
      <dgm:spPr/>
    </dgm:pt>
    <dgm:pt modelId="{B7D3288F-444F-482F-9BF5-43EA2435B51A}" type="pres">
      <dgm:prSet presAssocID="{C26BE111-6D8B-4911-8C9A-DDC1A7205A46}" presName="compositeNode" presStyleCnt="0">
        <dgm:presLayoutVars>
          <dgm:bulletEnabled val="1"/>
        </dgm:presLayoutVars>
      </dgm:prSet>
      <dgm:spPr/>
    </dgm:pt>
    <dgm:pt modelId="{28FC0C9F-EEE8-4015-863A-CA6620C0118E}" type="pres">
      <dgm:prSet presAssocID="{C26BE111-6D8B-4911-8C9A-DDC1A7205A46}" presName="image" presStyleLbl="fgImgPlace1" presStyleIdx="0" presStyleCnt="3"/>
      <dgm:spPr/>
    </dgm:pt>
    <dgm:pt modelId="{81ABE346-F71A-4772-BE58-F92FEAD7CE67}" type="pres">
      <dgm:prSet presAssocID="{C26BE111-6D8B-4911-8C9A-DDC1A7205A46}" presName="childNode" presStyleLbl="node1" presStyleIdx="0" presStyleCnt="3">
        <dgm:presLayoutVars>
          <dgm:bulletEnabled val="1"/>
        </dgm:presLayoutVars>
      </dgm:prSet>
      <dgm:spPr/>
    </dgm:pt>
    <dgm:pt modelId="{6741A20C-6E70-4E06-9687-AD8E49D827FD}" type="pres">
      <dgm:prSet presAssocID="{C26BE111-6D8B-4911-8C9A-DDC1A7205A46}" presName="parentNode" presStyleLbl="revTx" presStyleIdx="0" presStyleCnt="3">
        <dgm:presLayoutVars>
          <dgm:chMax val="0"/>
          <dgm:bulletEnabled val="1"/>
        </dgm:presLayoutVars>
      </dgm:prSet>
      <dgm:spPr/>
    </dgm:pt>
    <dgm:pt modelId="{CB53CED7-5AAB-4B98-A4AA-760E72B7B922}" type="pres">
      <dgm:prSet presAssocID="{D1144F79-8FB5-43D1-81CA-CC5A98A5D7A7}" presName="sibTrans" presStyleCnt="0"/>
      <dgm:spPr/>
    </dgm:pt>
    <dgm:pt modelId="{DCDDBB7A-AD40-4C3B-8F25-24BED8F3B174}" type="pres">
      <dgm:prSet presAssocID="{FA235AF5-A286-4FA5-8A9B-AC4460737330}" presName="compositeNode" presStyleCnt="0">
        <dgm:presLayoutVars>
          <dgm:bulletEnabled val="1"/>
        </dgm:presLayoutVars>
      </dgm:prSet>
      <dgm:spPr/>
    </dgm:pt>
    <dgm:pt modelId="{4501A9A8-6F10-45B2-978B-B4EC3709F98D}" type="pres">
      <dgm:prSet presAssocID="{FA235AF5-A286-4FA5-8A9B-AC4460737330}" presName="image" presStyleLbl="fgImgPlace1" presStyleIdx="1" presStyleCnt="3"/>
      <dgm:spPr/>
    </dgm:pt>
    <dgm:pt modelId="{ABC84509-7D42-47D2-BF36-49B5A62CA0D1}" type="pres">
      <dgm:prSet presAssocID="{FA235AF5-A286-4FA5-8A9B-AC4460737330}" presName="childNode" presStyleLbl="node1" presStyleIdx="1" presStyleCnt="3">
        <dgm:presLayoutVars>
          <dgm:bulletEnabled val="1"/>
        </dgm:presLayoutVars>
      </dgm:prSet>
      <dgm:spPr/>
    </dgm:pt>
    <dgm:pt modelId="{FCAA9A3A-005E-4D88-8BE3-9A9BAECDEB4E}" type="pres">
      <dgm:prSet presAssocID="{FA235AF5-A286-4FA5-8A9B-AC4460737330}" presName="parentNode" presStyleLbl="revTx" presStyleIdx="1" presStyleCnt="3">
        <dgm:presLayoutVars>
          <dgm:chMax val="0"/>
          <dgm:bulletEnabled val="1"/>
        </dgm:presLayoutVars>
      </dgm:prSet>
      <dgm:spPr/>
    </dgm:pt>
    <dgm:pt modelId="{51680827-7B8B-49CB-9907-2C47AD20A9A7}" type="pres">
      <dgm:prSet presAssocID="{BA88AC19-CB91-4169-A16E-732C250C25ED}" presName="sibTrans" presStyleCnt="0"/>
      <dgm:spPr/>
    </dgm:pt>
    <dgm:pt modelId="{B564FAB0-9A09-4317-A02E-239840A4690D}" type="pres">
      <dgm:prSet presAssocID="{FCFE049F-993F-47B6-8FA4-6ED97772D82D}" presName="compositeNode" presStyleCnt="0">
        <dgm:presLayoutVars>
          <dgm:bulletEnabled val="1"/>
        </dgm:presLayoutVars>
      </dgm:prSet>
      <dgm:spPr/>
    </dgm:pt>
    <dgm:pt modelId="{F6B27243-C656-4DF0-ABEF-C7CB6EC2C68E}" type="pres">
      <dgm:prSet presAssocID="{FCFE049F-993F-47B6-8FA4-6ED97772D82D}" presName="image" presStyleLbl="fgImgPlace1" presStyleIdx="2" presStyleCnt="3"/>
      <dgm:spPr/>
    </dgm:pt>
    <dgm:pt modelId="{46BC9BB2-12C7-451C-9A66-2F6FBA2DB795}" type="pres">
      <dgm:prSet presAssocID="{FCFE049F-993F-47B6-8FA4-6ED97772D82D}" presName="childNode" presStyleLbl="node1" presStyleIdx="2" presStyleCnt="3">
        <dgm:presLayoutVars>
          <dgm:bulletEnabled val="1"/>
        </dgm:presLayoutVars>
      </dgm:prSet>
      <dgm:spPr/>
    </dgm:pt>
    <dgm:pt modelId="{2EE54279-BCB2-4349-A77E-5DE6FACAC537}" type="pres">
      <dgm:prSet presAssocID="{FCFE049F-993F-47B6-8FA4-6ED97772D82D}" presName="parentNode" presStyleLbl="revTx" presStyleIdx="2" presStyleCnt="3">
        <dgm:presLayoutVars>
          <dgm:chMax val="0"/>
          <dgm:bulletEnabled val="1"/>
        </dgm:presLayoutVars>
      </dgm:prSet>
      <dgm:spPr/>
    </dgm:pt>
  </dgm:ptLst>
  <dgm:cxnLst>
    <dgm:cxn modelId="{D236FB04-5505-432F-8A2D-DB871DFF6511}" type="presOf" srcId="{2559ED7A-4254-4EE4-A851-DDFFEE0D5310}" destId="{81ABE346-F71A-4772-BE58-F92FEAD7CE67}" srcOrd="0" destOrd="0" presId="urn:microsoft.com/office/officeart/2005/8/layout/hList2#1"/>
    <dgm:cxn modelId="{5C9A0B22-7AC3-4F35-82C8-D3AC9662623D}" type="presOf" srcId="{FCFE049F-993F-47B6-8FA4-6ED97772D82D}" destId="{2EE54279-BCB2-4349-A77E-5DE6FACAC537}" srcOrd="0" destOrd="0" presId="urn:microsoft.com/office/officeart/2005/8/layout/hList2#1"/>
    <dgm:cxn modelId="{83EF812E-4CA1-4F62-BB4A-21097478177F}" type="presOf" srcId="{336946D3-F5F7-463F-9131-DE0F6FCB7902}" destId="{BDECD140-DE7A-4EE6-A880-6FA101C74A51}" srcOrd="0" destOrd="0" presId="urn:microsoft.com/office/officeart/2005/8/layout/hList2#1"/>
    <dgm:cxn modelId="{B614BE34-03CD-4CFB-A45C-13AEC8575B00}" type="presOf" srcId="{06769E83-7ECC-4BA5-B80B-8371697E2A40}" destId="{ABC84509-7D42-47D2-BF36-49B5A62CA0D1}" srcOrd="0" destOrd="1" presId="urn:microsoft.com/office/officeart/2005/8/layout/hList2#1"/>
    <dgm:cxn modelId="{05BECB63-3C45-4CA2-BDCE-22FE01A61725}" srcId="{336946D3-F5F7-463F-9131-DE0F6FCB7902}" destId="{C26BE111-6D8B-4911-8C9A-DDC1A7205A46}" srcOrd="0" destOrd="0" parTransId="{D196CEBD-DC7F-4467-9B76-32DCC2796F38}" sibTransId="{D1144F79-8FB5-43D1-81CA-CC5A98A5D7A7}"/>
    <dgm:cxn modelId="{6787DE69-288B-47BA-8EA4-2273F2490CA1}" srcId="{C26BE111-6D8B-4911-8C9A-DDC1A7205A46}" destId="{2559ED7A-4254-4EE4-A851-DDFFEE0D5310}" srcOrd="0" destOrd="0" parTransId="{08B1B2B8-038A-4E29-894F-D65A03B62B13}" sibTransId="{1649A5A1-D4EA-4DA7-8A9A-4579EB14D5CC}"/>
    <dgm:cxn modelId="{075BEC6A-BC55-42F7-B6B7-A3F4DCE5AEA5}" srcId="{336946D3-F5F7-463F-9131-DE0F6FCB7902}" destId="{FCFE049F-993F-47B6-8FA4-6ED97772D82D}" srcOrd="2" destOrd="0" parTransId="{794F14DA-DFD5-4AA0-B28C-F536CA946E15}" sibTransId="{46CA89EA-2B2A-4632-A90E-3FB8E541ADF9}"/>
    <dgm:cxn modelId="{8D067170-D592-4FAC-BBB3-9873D8C5A1ED}" type="presOf" srcId="{C26BE111-6D8B-4911-8C9A-DDC1A7205A46}" destId="{6741A20C-6E70-4E06-9687-AD8E49D827FD}" srcOrd="0" destOrd="0" presId="urn:microsoft.com/office/officeart/2005/8/layout/hList2#1"/>
    <dgm:cxn modelId="{AFD3BE7A-83E0-4220-8D76-6F0AA6565396}" srcId="{FA235AF5-A286-4FA5-8A9B-AC4460737330}" destId="{07C71E9C-5791-4330-8A21-BBD19B4372B2}" srcOrd="0" destOrd="0" parTransId="{18B513A4-472F-4D2E-9EB4-7BC7DECA48F7}" sibTransId="{26ADFEAC-F021-4AFA-9CC4-C8E5DCD4F478}"/>
    <dgm:cxn modelId="{7B1D128C-749D-479D-9786-4CA920ACBF61}" type="presOf" srcId="{510B4FBB-8251-4C5E-BA52-8CA0635E911B}" destId="{81ABE346-F71A-4772-BE58-F92FEAD7CE67}" srcOrd="0" destOrd="1" presId="urn:microsoft.com/office/officeart/2005/8/layout/hList2#1"/>
    <dgm:cxn modelId="{87B4BC8C-256E-4BC3-8499-7F67E19FE4D3}" type="presOf" srcId="{FA235AF5-A286-4FA5-8A9B-AC4460737330}" destId="{FCAA9A3A-005E-4D88-8BE3-9A9BAECDEB4E}" srcOrd="0" destOrd="0" presId="urn:microsoft.com/office/officeart/2005/8/layout/hList2#1"/>
    <dgm:cxn modelId="{FB7411AE-F9A4-4C57-8C36-9AF5D0773D34}" srcId="{FCFE049F-993F-47B6-8FA4-6ED97772D82D}" destId="{B8884679-A579-4215-83DC-684E20FD7602}" srcOrd="1" destOrd="0" parTransId="{1BB1E8D5-4AEC-4C97-914C-66D6BF62AADA}" sibTransId="{79C2BC57-7BF6-46AF-9994-337CCE4F4F36}"/>
    <dgm:cxn modelId="{CAEEEAB1-65D4-4416-8422-677A730A4B35}" srcId="{FCFE049F-993F-47B6-8FA4-6ED97772D82D}" destId="{4AB39D16-7B6E-4A0A-87D6-527ACE2FE894}" srcOrd="0" destOrd="0" parTransId="{E7AEDCE7-7219-44E5-90AF-71C1D8C9DEBB}" sibTransId="{782253EF-C3F0-45DB-BA1D-1F139FDC11EF}"/>
    <dgm:cxn modelId="{8FCF0BBA-B5E1-4F3E-83FC-43531DF15B69}" type="presOf" srcId="{07C71E9C-5791-4330-8A21-BBD19B4372B2}" destId="{ABC84509-7D42-47D2-BF36-49B5A62CA0D1}" srcOrd="0" destOrd="0" presId="urn:microsoft.com/office/officeart/2005/8/layout/hList2#1"/>
    <dgm:cxn modelId="{E4F839C3-9A8C-4FF7-A163-E40E672C1AB7}" srcId="{FA235AF5-A286-4FA5-8A9B-AC4460737330}" destId="{06769E83-7ECC-4BA5-B80B-8371697E2A40}" srcOrd="1" destOrd="0" parTransId="{FE0200D0-3DAD-409F-814E-42EAECE89B37}" sibTransId="{B7DCBD35-AB1A-4CD0-BABB-C10FBB0FA71A}"/>
    <dgm:cxn modelId="{9238C5CE-5E06-4786-BC93-881500A49FDA}" type="presOf" srcId="{4AB39D16-7B6E-4A0A-87D6-527ACE2FE894}" destId="{46BC9BB2-12C7-451C-9A66-2F6FBA2DB795}" srcOrd="0" destOrd="0" presId="urn:microsoft.com/office/officeart/2005/8/layout/hList2#1"/>
    <dgm:cxn modelId="{F9376EEB-D499-4829-BCCD-DF29E56709D3}" srcId="{C26BE111-6D8B-4911-8C9A-DDC1A7205A46}" destId="{510B4FBB-8251-4C5E-BA52-8CA0635E911B}" srcOrd="1" destOrd="0" parTransId="{F4C611C1-D8FA-4526-A19F-02455EFDD0AA}" sibTransId="{6CD14335-61FA-4DC2-94DF-39C49121162E}"/>
    <dgm:cxn modelId="{1D8070EB-98EA-4CD2-8269-2048C5CCD4CA}" type="presOf" srcId="{B8884679-A579-4215-83DC-684E20FD7602}" destId="{46BC9BB2-12C7-451C-9A66-2F6FBA2DB795}" srcOrd="0" destOrd="1" presId="urn:microsoft.com/office/officeart/2005/8/layout/hList2#1"/>
    <dgm:cxn modelId="{272355F6-BD27-48A2-AC1A-F339B6679E2D}" srcId="{336946D3-F5F7-463F-9131-DE0F6FCB7902}" destId="{FA235AF5-A286-4FA5-8A9B-AC4460737330}" srcOrd="1" destOrd="0" parTransId="{ADA120A1-99D2-465F-9180-7063BF8B76FB}" sibTransId="{BA88AC19-CB91-4169-A16E-732C250C25ED}"/>
    <dgm:cxn modelId="{383B4EC5-236B-4DF4-A853-8EB16FE96EDE}" type="presParOf" srcId="{BDECD140-DE7A-4EE6-A880-6FA101C74A51}" destId="{B7D3288F-444F-482F-9BF5-43EA2435B51A}" srcOrd="0" destOrd="0" presId="urn:microsoft.com/office/officeart/2005/8/layout/hList2#1"/>
    <dgm:cxn modelId="{DEA9759F-5D21-4533-868C-51E6111230AB}" type="presParOf" srcId="{B7D3288F-444F-482F-9BF5-43EA2435B51A}" destId="{28FC0C9F-EEE8-4015-863A-CA6620C0118E}" srcOrd="0" destOrd="0" presId="urn:microsoft.com/office/officeart/2005/8/layout/hList2#1"/>
    <dgm:cxn modelId="{F8ED9308-61BC-417F-BF55-5AD62A1DEFA8}" type="presParOf" srcId="{B7D3288F-444F-482F-9BF5-43EA2435B51A}" destId="{81ABE346-F71A-4772-BE58-F92FEAD7CE67}" srcOrd="1" destOrd="0" presId="urn:microsoft.com/office/officeart/2005/8/layout/hList2#1"/>
    <dgm:cxn modelId="{44DAB6DD-37FE-4469-BCD2-03885FEAA24D}" type="presParOf" srcId="{B7D3288F-444F-482F-9BF5-43EA2435B51A}" destId="{6741A20C-6E70-4E06-9687-AD8E49D827FD}" srcOrd="2" destOrd="0" presId="urn:microsoft.com/office/officeart/2005/8/layout/hList2#1"/>
    <dgm:cxn modelId="{1FAEB944-957D-45F4-A6EF-F5B3B708A905}" type="presParOf" srcId="{BDECD140-DE7A-4EE6-A880-6FA101C74A51}" destId="{CB53CED7-5AAB-4B98-A4AA-760E72B7B922}" srcOrd="1" destOrd="0" presId="urn:microsoft.com/office/officeart/2005/8/layout/hList2#1"/>
    <dgm:cxn modelId="{87D6AE0E-396C-412D-90BE-5C970F0C702A}" type="presParOf" srcId="{BDECD140-DE7A-4EE6-A880-6FA101C74A51}" destId="{DCDDBB7A-AD40-4C3B-8F25-24BED8F3B174}" srcOrd="2" destOrd="0" presId="urn:microsoft.com/office/officeart/2005/8/layout/hList2#1"/>
    <dgm:cxn modelId="{EC44AAC4-9FDB-45F9-8C8B-7A5FE33B755A}" type="presParOf" srcId="{DCDDBB7A-AD40-4C3B-8F25-24BED8F3B174}" destId="{4501A9A8-6F10-45B2-978B-B4EC3709F98D}" srcOrd="0" destOrd="0" presId="urn:microsoft.com/office/officeart/2005/8/layout/hList2#1"/>
    <dgm:cxn modelId="{B5ABD79B-34FC-411A-A65E-51F946927C39}" type="presParOf" srcId="{DCDDBB7A-AD40-4C3B-8F25-24BED8F3B174}" destId="{ABC84509-7D42-47D2-BF36-49B5A62CA0D1}" srcOrd="1" destOrd="0" presId="urn:microsoft.com/office/officeart/2005/8/layout/hList2#1"/>
    <dgm:cxn modelId="{99DBE027-613F-4BBA-A850-BB37D578D397}" type="presParOf" srcId="{DCDDBB7A-AD40-4C3B-8F25-24BED8F3B174}" destId="{FCAA9A3A-005E-4D88-8BE3-9A9BAECDEB4E}" srcOrd="2" destOrd="0" presId="urn:microsoft.com/office/officeart/2005/8/layout/hList2#1"/>
    <dgm:cxn modelId="{93C93A11-8060-4E54-B034-853969345DE9}" type="presParOf" srcId="{BDECD140-DE7A-4EE6-A880-6FA101C74A51}" destId="{51680827-7B8B-49CB-9907-2C47AD20A9A7}" srcOrd="3" destOrd="0" presId="urn:microsoft.com/office/officeart/2005/8/layout/hList2#1"/>
    <dgm:cxn modelId="{6505F513-64DF-4D56-BB61-17DCEBBE3543}" type="presParOf" srcId="{BDECD140-DE7A-4EE6-A880-6FA101C74A51}" destId="{B564FAB0-9A09-4317-A02E-239840A4690D}" srcOrd="4" destOrd="0" presId="urn:microsoft.com/office/officeart/2005/8/layout/hList2#1"/>
    <dgm:cxn modelId="{1B5A3DB7-1677-49F1-8FCB-B77933D52F3F}" type="presParOf" srcId="{B564FAB0-9A09-4317-A02E-239840A4690D}" destId="{F6B27243-C656-4DF0-ABEF-C7CB6EC2C68E}" srcOrd="0" destOrd="0" presId="urn:microsoft.com/office/officeart/2005/8/layout/hList2#1"/>
    <dgm:cxn modelId="{8C37B9E0-151F-4CF5-AD54-85D67335BBD7}" type="presParOf" srcId="{B564FAB0-9A09-4317-A02E-239840A4690D}" destId="{46BC9BB2-12C7-451C-9A66-2F6FBA2DB795}" srcOrd="1" destOrd="0" presId="urn:microsoft.com/office/officeart/2005/8/layout/hList2#1"/>
    <dgm:cxn modelId="{A13CB1D3-9BC3-4029-8EF0-ED5A75F7D772}" type="presParOf" srcId="{B564FAB0-9A09-4317-A02E-239840A4690D}" destId="{2EE54279-BCB2-4349-A77E-5DE6FACAC537}" srcOrd="2" destOrd="0" presId="urn:microsoft.com/office/officeart/2005/8/layout/hList2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41A20C-6E70-4E06-9687-AD8E49D827FD}">
      <dsp:nvSpPr>
        <dsp:cNvPr id="0" name=""/>
        <dsp:cNvSpPr/>
      </dsp:nvSpPr>
      <dsp:spPr>
        <a:xfrm rot="16200000">
          <a:off x="-1875171" y="2770812"/>
          <a:ext cx="4226560" cy="384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38880" bIns="0" numCol="1" spcCol="1270" anchor="t" anchorCtr="0">
          <a:noAutofit/>
        </a:bodyPr>
        <a:lstStyle/>
        <a:p>
          <a:pPr marL="0" lvl="0" indent="0" algn="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900" kern="1200" dirty="0"/>
        </a:p>
      </dsp:txBody>
      <dsp:txXfrm>
        <a:off x="-1875171" y="2770812"/>
        <a:ext cx="4226560" cy="384241"/>
      </dsp:txXfrm>
    </dsp:sp>
    <dsp:sp modelId="{81ABE346-F71A-4772-BE58-F92FEAD7CE67}">
      <dsp:nvSpPr>
        <dsp:cNvPr id="0" name=""/>
        <dsp:cNvSpPr/>
      </dsp:nvSpPr>
      <dsp:spPr>
        <a:xfrm>
          <a:off x="430229" y="849652"/>
          <a:ext cx="1913929" cy="4226560"/>
        </a:xfrm>
        <a:prstGeom prst="rect">
          <a:avLst/>
        </a:prstGeom>
        <a:solidFill>
          <a:schemeClr val="accent6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2928" tIns="338880" rIns="312928" bIns="312928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CN" altLang="en-US" sz="3400" kern="1200" dirty="0"/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CN" altLang="en-US" sz="3400" kern="1200" dirty="0"/>
        </a:p>
      </dsp:txBody>
      <dsp:txXfrm>
        <a:off x="430229" y="849652"/>
        <a:ext cx="1913929" cy="4226560"/>
      </dsp:txXfrm>
    </dsp:sp>
    <dsp:sp modelId="{28FC0C9F-EEE8-4015-863A-CA6620C0118E}">
      <dsp:nvSpPr>
        <dsp:cNvPr id="0" name=""/>
        <dsp:cNvSpPr/>
      </dsp:nvSpPr>
      <dsp:spPr>
        <a:xfrm>
          <a:off x="45987" y="342454"/>
          <a:ext cx="768482" cy="768482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AA9A3A-005E-4D88-8BE3-9A9BAECDEB4E}">
      <dsp:nvSpPr>
        <dsp:cNvPr id="0" name=""/>
        <dsp:cNvSpPr/>
      </dsp:nvSpPr>
      <dsp:spPr>
        <a:xfrm rot="16200000">
          <a:off x="906942" y="2770812"/>
          <a:ext cx="4226560" cy="384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38880" bIns="0" numCol="1" spcCol="1270" anchor="t" anchorCtr="0">
          <a:noAutofit/>
        </a:bodyPr>
        <a:lstStyle/>
        <a:p>
          <a:pPr marL="0" lvl="0" indent="0" algn="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900" kern="1200" dirty="0"/>
        </a:p>
      </dsp:txBody>
      <dsp:txXfrm>
        <a:off x="906942" y="2770812"/>
        <a:ext cx="4226560" cy="384241"/>
      </dsp:txXfrm>
    </dsp:sp>
    <dsp:sp modelId="{ABC84509-7D42-47D2-BF36-49B5A62CA0D1}">
      <dsp:nvSpPr>
        <dsp:cNvPr id="0" name=""/>
        <dsp:cNvSpPr/>
      </dsp:nvSpPr>
      <dsp:spPr>
        <a:xfrm>
          <a:off x="3212342" y="849652"/>
          <a:ext cx="1913929" cy="4226560"/>
        </a:xfrm>
        <a:prstGeom prst="rect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2928" tIns="338880" rIns="312928" bIns="312928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CN" altLang="en-US" sz="3400" kern="1200"/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CN" altLang="en-US" sz="3400" kern="1200"/>
        </a:p>
      </dsp:txBody>
      <dsp:txXfrm>
        <a:off x="3212342" y="849652"/>
        <a:ext cx="1913929" cy="4226560"/>
      </dsp:txXfrm>
    </dsp:sp>
    <dsp:sp modelId="{4501A9A8-6F10-45B2-978B-B4EC3709F98D}">
      <dsp:nvSpPr>
        <dsp:cNvPr id="0" name=""/>
        <dsp:cNvSpPr/>
      </dsp:nvSpPr>
      <dsp:spPr>
        <a:xfrm>
          <a:off x="2828101" y="342454"/>
          <a:ext cx="768482" cy="768482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E54279-BCB2-4349-A77E-5DE6FACAC537}">
      <dsp:nvSpPr>
        <dsp:cNvPr id="0" name=""/>
        <dsp:cNvSpPr/>
      </dsp:nvSpPr>
      <dsp:spPr>
        <a:xfrm rot="16200000">
          <a:off x="3689055" y="2770812"/>
          <a:ext cx="4226560" cy="384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38880" bIns="0" numCol="1" spcCol="1270" anchor="t" anchorCtr="0">
          <a:noAutofit/>
        </a:bodyPr>
        <a:lstStyle/>
        <a:p>
          <a:pPr marL="0" lvl="0" indent="0" algn="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900" kern="1200"/>
        </a:p>
      </dsp:txBody>
      <dsp:txXfrm>
        <a:off x="3689055" y="2770812"/>
        <a:ext cx="4226560" cy="384241"/>
      </dsp:txXfrm>
    </dsp:sp>
    <dsp:sp modelId="{46BC9BB2-12C7-451C-9A66-2F6FBA2DB795}">
      <dsp:nvSpPr>
        <dsp:cNvPr id="0" name=""/>
        <dsp:cNvSpPr/>
      </dsp:nvSpPr>
      <dsp:spPr>
        <a:xfrm>
          <a:off x="5994456" y="849652"/>
          <a:ext cx="1913929" cy="4226560"/>
        </a:xfrm>
        <a:prstGeom prst="rect">
          <a:avLst/>
        </a:prstGeom>
        <a:solidFill>
          <a:schemeClr val="bg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2928" tIns="338880" rIns="312928" bIns="312928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CN" altLang="en-US" sz="3400" kern="1200"/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CN" altLang="en-US" sz="3400" kern="1200" dirty="0"/>
        </a:p>
      </dsp:txBody>
      <dsp:txXfrm>
        <a:off x="5994456" y="849652"/>
        <a:ext cx="1913929" cy="4226560"/>
      </dsp:txXfrm>
    </dsp:sp>
    <dsp:sp modelId="{F6B27243-C656-4DF0-ABEF-C7CB6EC2C68E}">
      <dsp:nvSpPr>
        <dsp:cNvPr id="0" name=""/>
        <dsp:cNvSpPr/>
      </dsp:nvSpPr>
      <dsp:spPr>
        <a:xfrm>
          <a:off x="5610215" y="342454"/>
          <a:ext cx="768482" cy="768482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2#1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parTxLTRAlign" val="r"/>
                <dgm:param type="parTxRTLAlign" val="r"/>
                <dgm:param type="txAnchorVert" val="t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3A9C0ED-8A00-777E-5BB1-ED308C64B1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1" y="-2666999"/>
            <a:ext cx="6857998" cy="12192000"/>
          </a:xfrm>
          <a:prstGeom prst="rect">
            <a:avLst/>
          </a:prstGeom>
        </p:spPr>
      </p:pic>
      <p:sp>
        <p:nvSpPr>
          <p:cNvPr id="7" name="íṣľîḑê">
            <a:extLst>
              <a:ext uri="{FF2B5EF4-FFF2-40B4-BE49-F238E27FC236}">
                <a16:creationId xmlns:a16="http://schemas.microsoft.com/office/drawing/2014/main" id="{F81B1EF2-8D52-BE2C-3106-FD46B5D8247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7000">
                <a:srgbClr val="000000">
                  <a:alpha val="0"/>
                </a:srgbClr>
              </a:gs>
              <a:gs pos="40000">
                <a:srgbClr val="000000">
                  <a:alpha val="85000"/>
                </a:srgbClr>
              </a:gs>
              <a:gs pos="65000">
                <a:srgbClr val="000000">
                  <a:alpha val="78000"/>
                </a:srgbClr>
              </a:gs>
              <a:gs pos="83000">
                <a:srgbClr val="000000">
                  <a:alpha val="0"/>
                </a:srgbClr>
              </a:gs>
            </a:gsLst>
            <a:lin ang="54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44C4A721-803B-47CB-B99E-1D01E8E016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48923" y="5837829"/>
            <a:ext cx="1969977" cy="296271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buNone/>
              <a:defRPr lang="en-US" altLang="zh-CN" sz="1200" b="0" smtClean="0">
                <a:solidFill>
                  <a:schemeClr val="tx1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en-US" altLang="zh-CN" dirty="0"/>
              <a:t>Speaker name and title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CA939A61-406D-45DC-B757-059EFAA058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837829"/>
            <a:ext cx="1211825" cy="296271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altLang="zh-CN" sz="1200" b="0" smtClean="0">
                <a:solidFill>
                  <a:schemeClr val="tx1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en-US" altLang="zh-CN" dirty="0"/>
              <a:t>OfficePLUS.cn</a:t>
            </a:r>
            <a:endParaRPr lang="en-US" altLang="en-US" dirty="0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4EF3F9F2-2DBE-4016-9D2B-F5CF4BE8EB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0400" y="723900"/>
            <a:ext cx="1039091" cy="296271"/>
          </a:xfrm>
        </p:spPr>
        <p:txBody>
          <a:bodyPr vert="horz" wrap="none" lIns="91440" tIns="45720" rIns="91440" bIns="45720" rtlCol="0" anchor="ctr">
            <a:normAutofit/>
          </a:bodyPr>
          <a:lstStyle>
            <a:lvl1pPr marL="0" indent="0">
              <a:buNone/>
              <a:defRPr lang="en-US" altLang="zh-CN" sz="1200" b="0" smtClean="0">
                <a:solidFill>
                  <a:schemeClr val="tx1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en-US" altLang="zh-CN" dirty="0"/>
              <a:t>LGOO HERE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3" y="3122639"/>
            <a:ext cx="10858500" cy="701731"/>
          </a:xfrm>
        </p:spPr>
        <p:txBody>
          <a:bodyPr vert="horz" lIns="91440" tIns="45720" rIns="91440" bIns="45720" rtlCol="0" anchor="b">
            <a:spAutoFit/>
          </a:bodyPr>
          <a:lstStyle>
            <a:lvl1pPr algn="ctr">
              <a:defRPr lang="zh-CN" altLang="en-US" sz="4400" b="1" dirty="0">
                <a:solidFill>
                  <a:schemeClr val="tx1"/>
                </a:solidFill>
              </a:defRPr>
            </a:lvl1pPr>
          </a:lstStyle>
          <a:p>
            <a:pPr lvl="0" defTabSz="914354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DDB65F-C302-4F35-9CCB-12FB82E2590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5006" y="4265493"/>
            <a:ext cx="3289294" cy="558799"/>
          </a:xfrm>
          <a:prstGeom prst="roundRect">
            <a:avLst/>
          </a:prstGeom>
          <a:solidFill>
            <a:schemeClr val="tx1">
              <a:alpha val="78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lang="zh-CN" altLang="en-US" sz="1400">
                <a:solidFill>
                  <a:schemeClr val="bg1"/>
                </a:solidFill>
              </a:defRPr>
            </a:lvl1pPr>
          </a:lstStyle>
          <a:p>
            <a:pPr marL="228600" lvl="0" indent="-228600" defTabSz="914354"/>
            <a:r>
              <a:rPr lang="en-US" altLang="zh-CN" dirty="0"/>
              <a:t>Click to edit Master subtitle style</a:t>
            </a:r>
            <a:endParaRPr lang="zh-CN" altLang="en-US" dirty="0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7C84A469-2EA6-DBFA-9C8F-F3DEC2E18D49}"/>
              </a:ext>
            </a:extLst>
          </p:cNvPr>
          <p:cNvGrpSpPr/>
          <p:nvPr userDrawn="1"/>
        </p:nvGrpSpPr>
        <p:grpSpPr>
          <a:xfrm flipH="1">
            <a:off x="1923544" y="5796135"/>
            <a:ext cx="396000" cy="396000"/>
            <a:chOff x="1814760" y="5976899"/>
            <a:chExt cx="396000" cy="396000"/>
          </a:xfrm>
        </p:grpSpPr>
        <p:sp>
          <p:nvSpPr>
            <p:cNvPr id="15" name="îšļîḓè">
              <a:extLst>
                <a:ext uri="{FF2B5EF4-FFF2-40B4-BE49-F238E27FC236}">
                  <a16:creationId xmlns:a16="http://schemas.microsoft.com/office/drawing/2014/main" id="{06A1F03C-D7D7-69A8-45C3-2720A0D169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14760" y="5976899"/>
              <a:ext cx="396000" cy="39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ïSļíḋê">
              <a:extLst>
                <a:ext uri="{FF2B5EF4-FFF2-40B4-BE49-F238E27FC236}">
                  <a16:creationId xmlns:a16="http://schemas.microsoft.com/office/drawing/2014/main" id="{4D330214-1EC8-F0C6-17A6-18F920F06301}"/>
                </a:ext>
              </a:extLst>
            </p:cNvPr>
            <p:cNvSpPr/>
            <p:nvPr/>
          </p:nvSpPr>
          <p:spPr>
            <a:xfrm rot="5400000">
              <a:off x="1991940" y="6148705"/>
              <a:ext cx="60770" cy="5238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961D471-7940-28F8-5A67-A99C721F32D2}"/>
              </a:ext>
            </a:extLst>
          </p:cNvPr>
          <p:cNvGrpSpPr/>
          <p:nvPr userDrawn="1"/>
        </p:nvGrpSpPr>
        <p:grpSpPr>
          <a:xfrm>
            <a:off x="2461706" y="5796135"/>
            <a:ext cx="396000" cy="396000"/>
            <a:chOff x="1814760" y="5976899"/>
            <a:chExt cx="396000" cy="396000"/>
          </a:xfrm>
        </p:grpSpPr>
        <p:sp>
          <p:nvSpPr>
            <p:cNvPr id="18" name="iŝ1ídè">
              <a:extLst>
                <a:ext uri="{FF2B5EF4-FFF2-40B4-BE49-F238E27FC236}">
                  <a16:creationId xmlns:a16="http://schemas.microsoft.com/office/drawing/2014/main" id="{66BFCE8D-8D5A-D22C-288E-E739748C2B5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14760" y="5976899"/>
              <a:ext cx="396000" cy="396000"/>
            </a:xfrm>
            <a:prstGeom prst="ellipse">
              <a:avLst/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ïṡliḋê">
              <a:extLst>
                <a:ext uri="{FF2B5EF4-FFF2-40B4-BE49-F238E27FC236}">
                  <a16:creationId xmlns:a16="http://schemas.microsoft.com/office/drawing/2014/main" id="{BFA37243-9C3C-B07E-445E-FBC6737BEE5A}"/>
                </a:ext>
              </a:extLst>
            </p:cNvPr>
            <p:cNvSpPr/>
            <p:nvPr/>
          </p:nvSpPr>
          <p:spPr>
            <a:xfrm rot="5400000">
              <a:off x="1991940" y="6148705"/>
              <a:ext cx="60770" cy="52388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0" name="íş1ïdè">
            <a:extLst>
              <a:ext uri="{FF2B5EF4-FFF2-40B4-BE49-F238E27FC236}">
                <a16:creationId xmlns:a16="http://schemas.microsoft.com/office/drawing/2014/main" id="{76003CA0-1418-A8EA-26A5-7AA7E5A67479}"/>
              </a:ext>
            </a:extLst>
          </p:cNvPr>
          <p:cNvSpPr txBox="1"/>
          <p:nvPr userDrawn="1"/>
        </p:nvSpPr>
        <p:spPr>
          <a:xfrm>
            <a:off x="10928195" y="681617"/>
            <a:ext cx="6848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20XX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32FBF31E-937D-209A-726C-D724728AC197}"/>
              </a:ext>
            </a:extLst>
          </p:cNvPr>
          <p:cNvCxnSpPr>
            <a:cxnSpLocks/>
          </p:cNvCxnSpPr>
          <p:nvPr userDrawn="1"/>
        </p:nvCxnSpPr>
        <p:spPr>
          <a:xfrm>
            <a:off x="3145308" y="5994135"/>
            <a:ext cx="6154023" cy="0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DC6DA8-D137-41D2-A934-63CB8FFB8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FE6FF3-E480-4C96-9DE0-054940E7C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AEBE-086C-4980-A4E1-E89EE17EFFB9}" type="datetime1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5DFAA1-D4C3-4306-A3AE-0641E3581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3E0EBE-EC20-4150-A2C6-9837F3449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>
            <a:extLst>
              <a:ext uri="{FF2B5EF4-FFF2-40B4-BE49-F238E27FC236}">
                <a16:creationId xmlns:a16="http://schemas.microsoft.com/office/drawing/2014/main" id="{FDF03A82-401C-4A0E-BE21-BE588E8741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1500188"/>
            <a:ext cx="2836562" cy="594626"/>
          </a:xfrm>
        </p:spPr>
        <p:txBody>
          <a:bodyPr>
            <a:normAutofit/>
          </a:bodyPr>
          <a:lstStyle>
            <a:lvl1pPr marL="0" indent="0" algn="r">
              <a:buFont typeface="+mj-lt"/>
              <a:buNone/>
              <a:defRPr sz="2400" b="1"/>
            </a:lvl1pPr>
            <a:lvl2pPr marL="457200" indent="0">
              <a:buFont typeface="+mj-ea"/>
              <a:buNone/>
              <a:defRPr/>
            </a:lvl2pPr>
            <a:lvl3pPr marL="1257300" indent="-342900">
              <a:buFont typeface="+mj-lt"/>
              <a:buAutoNum type="alphaLcParenR"/>
              <a:defRPr/>
            </a:lvl3pPr>
          </a:lstStyle>
          <a:p>
            <a:pPr lvl="0"/>
            <a:r>
              <a:rPr lang="en-US" altLang="zh-CN" dirty="0"/>
              <a:t>CONTENTS</a:t>
            </a:r>
            <a:endParaRPr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BEF0FD1-3ACE-43A8-AF57-CC0D436DC7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47836" y="1500187"/>
            <a:ext cx="7871045" cy="4633913"/>
          </a:xfrm>
        </p:spPr>
        <p:txBody>
          <a:bodyPr/>
          <a:lstStyle>
            <a:lvl1pPr marL="342900" indent="-342900">
              <a:buFont typeface="+mj-lt"/>
              <a:buAutoNum type="arabicPeriod"/>
              <a:defRPr/>
            </a:lvl1pPr>
            <a:lvl2pPr marL="800100" indent="-342900">
              <a:buFont typeface="+mj-ea"/>
              <a:buAutoNum type="circleNumDbPlain"/>
              <a:defRPr/>
            </a:lvl2pPr>
            <a:lvl3pPr marL="1257300" indent="-342900">
              <a:buFont typeface="+mj-lt"/>
              <a:buAutoNum type="alphaLcParenR"/>
              <a:defRPr/>
            </a:lvl3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AEA95BB-0FD6-4D94-81DB-8D38069818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C2568E-3CA5-4FDE-A375-CB503A7EDE3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C4CC43B-9EB6-4465-8B1A-3F7180DAD0DF}" type="datetime1">
              <a:rPr lang="zh-CN" altLang="en-US" smtClean="0"/>
              <a:t>2024/12/9</a:t>
            </a:fld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3EAC383-637D-4997-B597-28ADC11AA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9775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F5D3F4C6-5266-D022-CF0A-98FEB2B557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00C7662-4F6D-4B06-BB36-235FC06BF8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3955325"/>
            <a:ext cx="5731164" cy="424732"/>
          </a:xfrm>
        </p:spPr>
        <p:txBody>
          <a:bodyPr vert="horz" lIns="91440" tIns="45720" rIns="91440" bIns="45720" rtlCol="0" anchor="b">
            <a:spAutoFit/>
          </a:bodyPr>
          <a:lstStyle>
            <a:lvl1pPr>
              <a:defRPr lang="zh-CN" altLang="en-US" sz="2400">
                <a:solidFill>
                  <a:schemeClr val="tx1"/>
                </a:solidFill>
              </a:defRPr>
            </a:lvl1pPr>
          </a:lstStyle>
          <a:p>
            <a:pPr lvl="0" defTabSz="914354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F9930E-40DF-417D-8161-BD38EB172DC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0400" y="4380057"/>
            <a:ext cx="5731164" cy="258532"/>
          </a:xfrm>
        </p:spPr>
        <p:txBody>
          <a:bodyPr>
            <a:spAutoFit/>
          </a:bodyPr>
          <a:lstStyle>
            <a:lvl1pPr marL="0" indent="0">
              <a:buNone/>
              <a:defRPr lang="en-US" alt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dirty="0"/>
              <a:t>Click to edit Master text styles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279D9A-DC49-4C12-80D3-3D89C2783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834F10D-3A58-4285-A9DB-D9098A7BEDDD}" type="datetime1">
              <a:rPr lang="en-US" altLang="zh-CN" smtClean="0"/>
              <a:pPr/>
              <a:t>12/9/2024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EF8C95-8814-4768-850F-851B6434A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94C1D7-7C5A-49B3-9D05-119C615E1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65B630-C7FF-41C0-9923-C5E5E29EED81}" type="slidenum">
              <a:rPr lang="en-US" altLang="zh-CN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2EDE83-63CC-4B33-B715-3953EADE2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514619F-25D0-4307-81CD-C24C74EF1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5987-9647-4253-899C-3B9819D6D8A0}" type="datetime1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802B25F-898B-4C1A-94A9-699B8B55D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A842F0A-76EB-4E77-8AF6-5F91F2288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C9D6027-F7C7-4EF3-85DD-09E27ACEE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ECBEB-8597-4EA4-9D29-E1D7025CFAA0}" type="datetime1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6262BA1-A5A7-45F4-B365-E880E1C32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0CF1E8-0939-4B4D-A4D3-E47E208F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1624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F37B972-34A6-70AB-E704-66650D4C1A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1" y="-2645230"/>
            <a:ext cx="6857998" cy="12192000"/>
          </a:xfrm>
          <a:prstGeom prst="rect">
            <a:avLst/>
          </a:prstGeom>
        </p:spPr>
      </p:pic>
      <p:sp>
        <p:nvSpPr>
          <p:cNvPr id="3" name="iṥļiḓè">
            <a:extLst>
              <a:ext uri="{FF2B5EF4-FFF2-40B4-BE49-F238E27FC236}">
                <a16:creationId xmlns:a16="http://schemas.microsoft.com/office/drawing/2014/main" id="{E0D861F8-1732-2957-0963-E755CB5E00E8}"/>
              </a:ext>
            </a:extLst>
          </p:cNvPr>
          <p:cNvSpPr/>
          <p:nvPr userDrawn="1"/>
        </p:nvSpPr>
        <p:spPr>
          <a:xfrm>
            <a:off x="-1" y="21769"/>
            <a:ext cx="12192000" cy="6858000"/>
          </a:xfrm>
          <a:prstGeom prst="rect">
            <a:avLst/>
          </a:prstGeom>
          <a:gradFill>
            <a:gsLst>
              <a:gs pos="17000">
                <a:srgbClr val="000000">
                  <a:alpha val="0"/>
                </a:srgbClr>
              </a:gs>
              <a:gs pos="40000">
                <a:srgbClr val="000000">
                  <a:alpha val="85000"/>
                </a:srgbClr>
              </a:gs>
              <a:gs pos="65000">
                <a:srgbClr val="000000">
                  <a:alpha val="78000"/>
                </a:srgbClr>
              </a:gs>
              <a:gs pos="83000">
                <a:srgbClr val="000000">
                  <a:alpha val="0"/>
                </a:srgbClr>
              </a:gs>
            </a:gsLst>
            <a:lin ang="54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C2320649-ACD7-42E9-A261-E6ED46ACB4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2884955"/>
            <a:ext cx="10858500" cy="535531"/>
          </a:xfrm>
        </p:spPr>
        <p:txBody>
          <a:bodyPr vert="horz" lIns="91440" tIns="45720" rIns="91440" bIns="45720" rtlCol="0" anchor="b">
            <a:spAutoFit/>
          </a:bodyPr>
          <a:lstStyle>
            <a:lvl1pPr marL="0" indent="0" algn="ctr">
              <a:buNone/>
              <a:defRPr lang="en-US" altLang="zh-CN" sz="3200" b="1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en-US" altLang="zh-CN" smtClean="0"/>
            </a:lvl2pPr>
            <a:lvl3pPr>
              <a:defRPr lang="en-US" altLang="zh-CN" smtClean="0"/>
            </a:lvl3pPr>
            <a:lvl4pPr>
              <a:defRPr lang="en-US" altLang="zh-CN" smtClean="0"/>
            </a:lvl4pPr>
            <a:lvl5pPr>
              <a:defRPr lang="zh-CN" altLang="en-US"/>
            </a:lvl5pPr>
          </a:lstStyle>
          <a:p>
            <a:pPr marL="228600" lvl="0" indent="-228600" defTabSz="914354">
              <a:spcBef>
                <a:spcPct val="0"/>
              </a:spcBef>
            </a:pPr>
            <a:r>
              <a:rPr lang="en-US" altLang="zh-CN" dirty="0"/>
              <a:t>Click to edit Master text styles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DC428848-58C6-4501-8214-B803889F27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56354" y="5837829"/>
            <a:ext cx="5162546" cy="296271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buNone/>
              <a:defRPr lang="en-US" altLang="zh-CN" sz="1200" b="0" smtClean="0">
                <a:solidFill>
                  <a:schemeClr val="tx1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en-US" altLang="zh-CN" dirty="0"/>
              <a:t>Speaker name and title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A01EED25-4D2A-435D-A5F9-01DCC2F074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0400" y="5837829"/>
            <a:ext cx="5175248" cy="296271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altLang="zh-CN" sz="1200" b="0" smtClean="0">
                <a:solidFill>
                  <a:schemeClr val="tx1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en-US" altLang="zh-CN" dirty="0"/>
              <a:t>OfficePLUS.cn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44805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2766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9307103-D92B-4D3C-B386-9FD58793C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 defTabSz="914354"/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8920D0-E0E5-40BB-AEDA-3D7A09092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B16C00-AE39-4635-9F10-B7233D2AC2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401" y="6438900"/>
            <a:ext cx="3992171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zh-CN" altLang="en-US" sz="1000">
                <a:solidFill>
                  <a:schemeClr val="tx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12D871-753D-4991-B44B-EFAE9F8682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4656" y="6438900"/>
            <a:ext cx="1802924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altLang="en-US" sz="1000" smtClean="0">
                <a:solidFill>
                  <a:schemeClr val="tx1"/>
                </a:solidFill>
              </a:defRPr>
            </a:lvl1pPr>
          </a:lstStyle>
          <a:p>
            <a:fld id="{3EBAC152-C384-4126-A41C-02F34DED3069}" type="datetime1">
              <a:rPr lang="en-US" altLang="zh-CN" smtClean="0"/>
              <a:pPr/>
              <a:t>12/9/2024</a:t>
            </a:fld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23E9ED-4E00-42D1-BFBF-5EBD27D298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57452" y="6438900"/>
            <a:ext cx="2661448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altLang="en-US" sz="1000" smtClean="0">
                <a:solidFill>
                  <a:schemeClr val="tx1"/>
                </a:solidFill>
              </a:defRPr>
            </a:lvl1pPr>
          </a:lstStyle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79159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7" r:id="rId3"/>
    <p:sldLayoutId id="2147483651" r:id="rId4"/>
    <p:sldLayoutId id="2147483654" r:id="rId5"/>
    <p:sldLayoutId id="2147483655" r:id="rId6"/>
    <p:sldLayoutId id="2147483656" r:id="rId7"/>
    <p:sldLayoutId id="2147483658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6C2532AA-A647-48FF-8A25-36777AF5B1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403" y="2568642"/>
            <a:ext cx="10858500" cy="1255728"/>
          </a:xfrm>
        </p:spPr>
        <p:txBody>
          <a:bodyPr/>
          <a:lstStyle/>
          <a:p>
            <a:r>
              <a:rPr lang="zh-CN" altLang="en-US" sz="4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影评推荐</a:t>
            </a:r>
            <a:br>
              <a:rPr lang="en-US" altLang="zh-CN" sz="4400" dirty="0"/>
            </a:b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网页设计</a:t>
            </a:r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10" name="副标题 9">
            <a:extLst>
              <a:ext uri="{FF2B5EF4-FFF2-40B4-BE49-F238E27FC236}">
                <a16:creationId xmlns:a16="http://schemas.microsoft.com/office/drawing/2014/main" id="{0102F8CF-8DD3-43E5-B521-501A3CF124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735" y="4062153"/>
            <a:ext cx="1390529" cy="451797"/>
          </a:xfrm>
        </p:spPr>
        <p:txBody>
          <a:bodyPr>
            <a:normAutofit/>
          </a:bodyPr>
          <a:lstStyle/>
          <a:p>
            <a:r>
              <a:rPr lang="zh-CN" altLang="en-US" sz="1800" dirty="0">
                <a:solidFill>
                  <a:srgbClr val="2F2F2F"/>
                </a:solidFill>
                <a:sym typeface="Arial" panose="020B0604020202020204" pitchFamily="34" charset="0"/>
              </a:rPr>
              <a:t>第六组</a:t>
            </a:r>
            <a:endParaRPr lang="en-GB" altLang="zh-CN" sz="1800" dirty="0">
              <a:solidFill>
                <a:srgbClr val="2F2F2F"/>
              </a:solidFill>
              <a:sym typeface="Arial" panose="020B0604020202020204" pitchFamily="34" charset="0"/>
            </a:endParaRP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7E21516B-4ABB-4E09-987D-1ABA411225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76894" y="5619376"/>
            <a:ext cx="7308406" cy="369332"/>
          </a:xfrm>
        </p:spPr>
        <p:txBody>
          <a:bodyPr>
            <a:noAutofit/>
          </a:bodyPr>
          <a:lstStyle/>
          <a:p>
            <a:r>
              <a:rPr lang="zh-CN" altLang="en-US" sz="1600" dirty="0"/>
              <a:t>李沐聪 冯灏然 徐华炫 毛星博 孙瑞 殷和尘</a:t>
            </a:r>
            <a:endParaRPr lang="zh-CN" altLang="en-US" sz="1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D24F9FC-E962-33C8-BA7C-52E2A47DA481}"/>
              </a:ext>
            </a:extLst>
          </p:cNvPr>
          <p:cNvSpPr txBox="1"/>
          <p:nvPr/>
        </p:nvSpPr>
        <p:spPr>
          <a:xfrm>
            <a:off x="10390340" y="659219"/>
            <a:ext cx="1353321" cy="369332"/>
          </a:xfrm>
          <a:prstGeom prst="rect">
            <a:avLst/>
          </a:prstGeom>
          <a:effectLst>
            <a:softEdge rad="3175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>
                <a:latin typeface="Trebuchet MS" panose="020B0603020202020204" pitchFamily="34" charset="0"/>
                <a:ea typeface="Cambria Math" panose="02040503050406030204" pitchFamily="18" charset="0"/>
              </a:rPr>
              <a:t>2024.12.10</a:t>
            </a:r>
            <a:endParaRPr lang="zh-CN" altLang="en-US" dirty="0">
              <a:latin typeface="Trebuchet MS" panose="020B0603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9350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B0281-0269-092F-750E-830C5C1BE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FAD03CE-88EF-3C14-7B65-D174851569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wrap="none" anchor="b" anchorCtr="0">
            <a:noAutofit/>
          </a:bodyPr>
          <a:lstStyle/>
          <a:p>
            <a:pPr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</a:pPr>
            <a:r>
              <a:rPr lang="en-GB" altLang="zh-CN" sz="5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CONTENTS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0804153-0CC6-4B20-4881-14880C985D9A}"/>
              </a:ext>
            </a:extLst>
          </p:cNvPr>
          <p:cNvGrpSpPr/>
          <p:nvPr/>
        </p:nvGrpSpPr>
        <p:grpSpPr>
          <a:xfrm>
            <a:off x="942841" y="2810012"/>
            <a:ext cx="1976328" cy="1860276"/>
            <a:chOff x="753750" y="2702062"/>
            <a:chExt cx="1976328" cy="1860276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CA08091D-1512-96B9-8CBB-159F6471975A}"/>
                </a:ext>
              </a:extLst>
            </p:cNvPr>
            <p:cNvSpPr txBox="1"/>
            <p:nvPr/>
          </p:nvSpPr>
          <p:spPr>
            <a:xfrm>
              <a:off x="753750" y="2702062"/>
              <a:ext cx="1661524" cy="830997"/>
            </a:xfrm>
            <a:prstGeom prst="rect">
              <a:avLst/>
            </a:prstGeom>
            <a:noFill/>
          </p:spPr>
          <p:txBody>
            <a:bodyPr wrap="square" rtlCol="0" anchor="b" anchorCtr="0">
              <a:spAutoFit/>
            </a:bodyPr>
            <a:lstStyle/>
            <a:p>
              <a:r>
                <a:rPr lang="en-US" altLang="zh-CN" sz="4800" b="1" dirty="0">
                  <a:solidFill>
                    <a:srgbClr val="FFFFFF"/>
                  </a:solidFill>
                </a:rPr>
                <a:t>01</a:t>
              </a:r>
              <a:endParaRPr lang="zh-CN" altLang="en-US" sz="4800" b="1" dirty="0">
                <a:solidFill>
                  <a:srgbClr val="FFFFFF"/>
                </a:solidFill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769754EB-4C01-FA49-A5F2-11DFDEFB0B2D}"/>
                </a:ext>
              </a:extLst>
            </p:cNvPr>
            <p:cNvSpPr txBox="1"/>
            <p:nvPr/>
          </p:nvSpPr>
          <p:spPr>
            <a:xfrm>
              <a:off x="753750" y="3606050"/>
              <a:ext cx="1976328" cy="956288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b" anchorCtr="0">
              <a:spAutoFit/>
            </a:bodyPr>
            <a:lstStyle/>
            <a:p>
              <a:r>
                <a:rPr lang="zh-CN" altLang="en-US" sz="28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功能介绍与演示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4777C7BB-FEEA-96D5-52C6-DB40125470C9}"/>
              </a:ext>
            </a:extLst>
          </p:cNvPr>
          <p:cNvGrpSpPr/>
          <p:nvPr/>
        </p:nvGrpSpPr>
        <p:grpSpPr>
          <a:xfrm>
            <a:off x="3517942" y="2785668"/>
            <a:ext cx="1976328" cy="1433001"/>
            <a:chOff x="3626957" y="2702062"/>
            <a:chExt cx="1976328" cy="1433001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1951B6E-7F04-73E1-88F2-955F0D196826}"/>
                </a:ext>
              </a:extLst>
            </p:cNvPr>
            <p:cNvSpPr txBox="1"/>
            <p:nvPr/>
          </p:nvSpPr>
          <p:spPr>
            <a:xfrm>
              <a:off x="3637424" y="2702062"/>
              <a:ext cx="1661524" cy="830997"/>
            </a:xfrm>
            <a:prstGeom prst="rect">
              <a:avLst/>
            </a:prstGeom>
            <a:noFill/>
          </p:spPr>
          <p:txBody>
            <a:bodyPr wrap="square" rtlCol="0" anchor="b" anchorCtr="0">
              <a:spAutoFit/>
            </a:bodyPr>
            <a:lstStyle/>
            <a:p>
              <a:r>
                <a:rPr lang="en-US" altLang="zh-CN" sz="4800" b="1" dirty="0">
                  <a:solidFill>
                    <a:schemeClr val="accent1"/>
                  </a:solidFill>
                </a:rPr>
                <a:t>02</a:t>
              </a:r>
              <a:endParaRPr lang="zh-CN" altLang="en-US" sz="4800" b="1" dirty="0">
                <a:solidFill>
                  <a:schemeClr val="accent1"/>
                </a:solidFill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99A6E0B9-F930-FE99-BE75-DE7BBD940429}"/>
                </a:ext>
              </a:extLst>
            </p:cNvPr>
            <p:cNvSpPr txBox="1"/>
            <p:nvPr/>
          </p:nvSpPr>
          <p:spPr>
            <a:xfrm>
              <a:off x="3626957" y="3609662"/>
              <a:ext cx="1976328" cy="525401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b" anchorCtr="0">
              <a:spAutoFit/>
            </a:bodyPr>
            <a:lstStyle/>
            <a:p>
              <a:r>
                <a:rPr lang="zh-CN" altLang="en-US" sz="2800" b="1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实现过程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6B36B3AB-5192-EBF7-42BB-821B120BA6C7}"/>
              </a:ext>
            </a:extLst>
          </p:cNvPr>
          <p:cNvGrpSpPr/>
          <p:nvPr/>
        </p:nvGrpSpPr>
        <p:grpSpPr>
          <a:xfrm>
            <a:off x="6451954" y="1948587"/>
            <a:ext cx="1976328" cy="1813019"/>
            <a:chOff x="6521098" y="2702062"/>
            <a:chExt cx="1976328" cy="1813019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5EBF5303-6872-4FBE-4226-DF4423C01170}"/>
                </a:ext>
              </a:extLst>
            </p:cNvPr>
            <p:cNvSpPr txBox="1"/>
            <p:nvPr/>
          </p:nvSpPr>
          <p:spPr>
            <a:xfrm>
              <a:off x="6521098" y="2702062"/>
              <a:ext cx="1661524" cy="830997"/>
            </a:xfrm>
            <a:prstGeom prst="rect">
              <a:avLst/>
            </a:prstGeom>
            <a:noFill/>
          </p:spPr>
          <p:txBody>
            <a:bodyPr wrap="square" rtlCol="0" anchor="b" anchorCtr="0">
              <a:spAutoFit/>
            </a:bodyPr>
            <a:lstStyle/>
            <a:p>
              <a:r>
                <a:rPr lang="en-US" altLang="zh-CN" sz="4800" b="1" dirty="0">
                  <a:solidFill>
                    <a:srgbClr val="FFFFFF"/>
                  </a:solidFill>
                </a:rPr>
                <a:t>2.1</a:t>
              </a:r>
              <a:endParaRPr lang="zh-CN" altLang="en-US" sz="4800" b="1" dirty="0">
                <a:solidFill>
                  <a:srgbClr val="FFFFFF"/>
                </a:solidFill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B1448F28-4E08-FB04-16A7-828EFE6C4542}"/>
                </a:ext>
              </a:extLst>
            </p:cNvPr>
            <p:cNvSpPr txBox="1"/>
            <p:nvPr/>
          </p:nvSpPr>
          <p:spPr>
            <a:xfrm>
              <a:off x="6521098" y="3558793"/>
              <a:ext cx="1976328" cy="956288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b" anchorCtr="0">
              <a:spAutoFit/>
            </a:bodyPr>
            <a:lstStyle/>
            <a:p>
              <a:r>
                <a:rPr lang="zh-CN" altLang="en-US" sz="28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初始化与</a:t>
              </a:r>
              <a:endParaRPr lang="en-US" altLang="zh-CN" sz="28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  <a:p>
              <a:r>
                <a:rPr lang="zh-CN" altLang="en-US" sz="28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环境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EC44296-EDB4-C518-4E72-C3DAA457B374}"/>
              </a:ext>
            </a:extLst>
          </p:cNvPr>
          <p:cNvGrpSpPr/>
          <p:nvPr/>
        </p:nvGrpSpPr>
        <p:grpSpPr>
          <a:xfrm>
            <a:off x="9006542" y="1923364"/>
            <a:ext cx="1976328" cy="1407355"/>
            <a:chOff x="9404772" y="2702062"/>
            <a:chExt cx="1976328" cy="1407355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D8B821EE-B64A-2B0D-273F-DD361825A205}"/>
                </a:ext>
              </a:extLst>
            </p:cNvPr>
            <p:cNvSpPr txBox="1"/>
            <p:nvPr/>
          </p:nvSpPr>
          <p:spPr>
            <a:xfrm>
              <a:off x="9404772" y="2702062"/>
              <a:ext cx="1661524" cy="830997"/>
            </a:xfrm>
            <a:prstGeom prst="rect">
              <a:avLst/>
            </a:prstGeom>
            <a:noFill/>
          </p:spPr>
          <p:txBody>
            <a:bodyPr wrap="square" rtlCol="0" anchor="b" anchorCtr="0">
              <a:spAutoFit/>
            </a:bodyPr>
            <a:lstStyle/>
            <a:p>
              <a:r>
                <a:rPr lang="en-US" altLang="zh-CN" sz="4800" b="1" dirty="0">
                  <a:solidFill>
                    <a:srgbClr val="FFFFFF"/>
                  </a:solidFill>
                </a:rPr>
                <a:t>2.2</a:t>
              </a:r>
              <a:endParaRPr lang="zh-CN" altLang="en-US" sz="4800" b="1" dirty="0">
                <a:solidFill>
                  <a:srgbClr val="FFFFFF"/>
                </a:solidFill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F7C47BCA-B3BD-5FE0-C5AD-71E2B7154667}"/>
                </a:ext>
              </a:extLst>
            </p:cNvPr>
            <p:cNvSpPr txBox="1"/>
            <p:nvPr/>
          </p:nvSpPr>
          <p:spPr>
            <a:xfrm>
              <a:off x="9404772" y="3584016"/>
              <a:ext cx="1976328" cy="525401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b" anchorCtr="0">
              <a:spAutoFit/>
            </a:bodyPr>
            <a:lstStyle/>
            <a:p>
              <a:r>
                <a:rPr lang="zh-CN" altLang="en-US" sz="28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数据库设计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E9B4B4A-8BD9-CA29-FF40-206C79D228FA}"/>
              </a:ext>
            </a:extLst>
          </p:cNvPr>
          <p:cNvGrpSpPr/>
          <p:nvPr/>
        </p:nvGrpSpPr>
        <p:grpSpPr>
          <a:xfrm>
            <a:off x="9006542" y="4057480"/>
            <a:ext cx="1976328" cy="1407355"/>
            <a:chOff x="9404772" y="2702062"/>
            <a:chExt cx="1976328" cy="1407355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99C8222B-B22E-AA36-7D9D-67EC14A54C2D}"/>
                </a:ext>
              </a:extLst>
            </p:cNvPr>
            <p:cNvSpPr txBox="1"/>
            <p:nvPr/>
          </p:nvSpPr>
          <p:spPr>
            <a:xfrm>
              <a:off x="9404772" y="2702062"/>
              <a:ext cx="1661524" cy="830997"/>
            </a:xfrm>
            <a:prstGeom prst="rect">
              <a:avLst/>
            </a:prstGeom>
            <a:noFill/>
          </p:spPr>
          <p:txBody>
            <a:bodyPr wrap="square" rtlCol="0" anchor="b" anchorCtr="0">
              <a:spAutoFit/>
            </a:bodyPr>
            <a:lstStyle/>
            <a:p>
              <a:r>
                <a:rPr lang="en-US" altLang="zh-CN" sz="4800" b="1" dirty="0">
                  <a:solidFill>
                    <a:srgbClr val="FFFFFF"/>
                  </a:solidFill>
                </a:rPr>
                <a:t>2.4</a:t>
              </a:r>
              <a:endParaRPr lang="zh-CN" altLang="en-US" sz="4800" b="1" dirty="0">
                <a:solidFill>
                  <a:srgbClr val="FFFFFF"/>
                </a:solidFill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DD917B3B-BA54-839D-048A-7E0382D4CA35}"/>
                </a:ext>
              </a:extLst>
            </p:cNvPr>
            <p:cNvSpPr txBox="1"/>
            <p:nvPr/>
          </p:nvSpPr>
          <p:spPr>
            <a:xfrm>
              <a:off x="9404772" y="3584016"/>
              <a:ext cx="1976328" cy="525401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b" anchorCtr="0">
              <a:spAutoFit/>
            </a:bodyPr>
            <a:lstStyle/>
            <a:p>
              <a:r>
                <a:rPr lang="zh-CN" altLang="en-US" sz="28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后端设计</a:t>
              </a: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CCB9F8B-8277-3C26-3AD1-A46DE531B251}"/>
              </a:ext>
            </a:extLst>
          </p:cNvPr>
          <p:cNvGrpSpPr/>
          <p:nvPr/>
        </p:nvGrpSpPr>
        <p:grpSpPr>
          <a:xfrm>
            <a:off x="6451954" y="4056513"/>
            <a:ext cx="1976328" cy="1407355"/>
            <a:chOff x="6521098" y="2702062"/>
            <a:chExt cx="1976328" cy="1407355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713590FD-5BB9-513B-A1BB-A9EB8455E1C0}"/>
                </a:ext>
              </a:extLst>
            </p:cNvPr>
            <p:cNvSpPr txBox="1"/>
            <p:nvPr/>
          </p:nvSpPr>
          <p:spPr>
            <a:xfrm>
              <a:off x="6521098" y="2702062"/>
              <a:ext cx="1661524" cy="830997"/>
            </a:xfrm>
            <a:prstGeom prst="rect">
              <a:avLst/>
            </a:prstGeom>
            <a:noFill/>
          </p:spPr>
          <p:txBody>
            <a:bodyPr wrap="square" rtlCol="0" anchor="b" anchorCtr="0">
              <a:spAutoFit/>
            </a:bodyPr>
            <a:lstStyle/>
            <a:p>
              <a:r>
                <a:rPr lang="en-US" altLang="zh-CN" sz="4800" b="1" dirty="0">
                  <a:solidFill>
                    <a:srgbClr val="FFFFFF"/>
                  </a:solidFill>
                </a:rPr>
                <a:t>2.3</a:t>
              </a:r>
              <a:endParaRPr lang="zh-CN" altLang="en-US" sz="4800" b="1" dirty="0">
                <a:solidFill>
                  <a:srgbClr val="FFFFFF"/>
                </a:solidFill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CF8C7CF4-6A9F-ED57-1C44-0ED125882683}"/>
                </a:ext>
              </a:extLst>
            </p:cNvPr>
            <p:cNvSpPr txBox="1"/>
            <p:nvPr/>
          </p:nvSpPr>
          <p:spPr>
            <a:xfrm>
              <a:off x="6521098" y="3584016"/>
              <a:ext cx="1976328" cy="525401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b" anchorCtr="0">
              <a:spAutoFit/>
            </a:bodyPr>
            <a:lstStyle/>
            <a:p>
              <a:r>
                <a:rPr lang="zh-CN" altLang="en-US" sz="28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前端设计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646480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C884DC-C58C-4D83-9157-478A0AECA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244" y="3530926"/>
            <a:ext cx="5731164" cy="590931"/>
          </a:xfrm>
        </p:spPr>
        <p:txBody>
          <a:bodyPr/>
          <a:lstStyle/>
          <a:p>
            <a:r>
              <a:rPr lang="zh-CN" altLang="en-US" sz="3600" dirty="0">
                <a:sym typeface="Arial" panose="020B0604020202020204" pitchFamily="34" charset="0"/>
              </a:rPr>
              <a:t>功能介绍与演示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7F22C32-F19E-40C5-B921-FC2EF1893522}"/>
              </a:ext>
            </a:extLst>
          </p:cNvPr>
          <p:cNvSpPr txBox="1"/>
          <p:nvPr/>
        </p:nvSpPr>
        <p:spPr>
          <a:xfrm>
            <a:off x="791244" y="2515263"/>
            <a:ext cx="104067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6000" b="1">
                <a:gradFill flip="none" rotWithShape="1">
                  <a:gsLst>
                    <a:gs pos="45000">
                      <a:srgbClr val="02FEE8"/>
                    </a:gs>
                    <a:gs pos="100000">
                      <a:srgbClr val="02FEE8">
                        <a:alpha val="0"/>
                      </a:srgbClr>
                    </a:gs>
                  </a:gsLst>
                  <a:lin ang="0" scaled="1"/>
                  <a:tileRect/>
                </a:gradFill>
              </a:defRPr>
            </a:lvl1pPr>
          </a:lstStyle>
          <a:p>
            <a:r>
              <a:rPr lang="en-US" altLang="zh-CN" dirty="0">
                <a:sym typeface="Arial" panose="020B0604020202020204" pitchFamily="34" charset="0"/>
              </a:rPr>
              <a:t>01</a:t>
            </a:r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441CBAD-05EF-62D5-7D11-9F3C2610D7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67038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D8F9B8-61A2-168B-879F-A0C250EFA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7EB7F4-E637-BBEE-E903-234A72CC7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60E912-53B9-7726-4F74-E1746F5B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546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F15F1B1-482A-80D1-7558-43E6DFE43F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841" y="53431"/>
            <a:ext cx="1486535" cy="594626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/>
              <a:t>演示视频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583600-5385-B18F-A1E9-E890CBE3A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5</a:t>
            </a:fld>
            <a:endParaRPr lang="en-US" altLang="zh-CN"/>
          </a:p>
        </p:txBody>
      </p:sp>
      <p:pic>
        <p:nvPicPr>
          <p:cNvPr id="5" name="演示视频">
            <a:hlinkClick r:id="" action="ppaction://media"/>
            <a:extLst>
              <a:ext uri="{FF2B5EF4-FFF2-40B4-BE49-F238E27FC236}">
                <a16:creationId xmlns:a16="http://schemas.microsoft.com/office/drawing/2014/main" id="{F688D3F9-7B22-E2E9-A6AB-2271A5A0F3E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54274" y="431799"/>
            <a:ext cx="10083452" cy="6302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430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C884DC-C58C-4D83-9157-478A0AECA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244" y="3466321"/>
            <a:ext cx="5731164" cy="646331"/>
          </a:xfrm>
        </p:spPr>
        <p:txBody>
          <a:bodyPr/>
          <a:lstStyle/>
          <a:p>
            <a:r>
              <a:rPr lang="zh-CN" altLang="en-US" sz="4000" dirty="0">
                <a:sym typeface="Arial" panose="020B0604020202020204" pitchFamily="34" charset="0"/>
              </a:rPr>
              <a:t>实现过程</a:t>
            </a:r>
            <a:endParaRPr lang="en-US" altLang="zh-CN" sz="4000" dirty="0">
              <a:sym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7EE90F6-C0C1-F1D2-CDF5-FCAD803402D8}"/>
              </a:ext>
            </a:extLst>
          </p:cNvPr>
          <p:cNvSpPr txBox="1"/>
          <p:nvPr/>
        </p:nvSpPr>
        <p:spPr>
          <a:xfrm>
            <a:off x="791244" y="2515263"/>
            <a:ext cx="1023516" cy="8764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6000" b="1">
                <a:gradFill flip="none" rotWithShape="1">
                  <a:gsLst>
                    <a:gs pos="45000">
                      <a:srgbClr val="02FEE8"/>
                    </a:gs>
                    <a:gs pos="100000">
                      <a:srgbClr val="02FEE8">
                        <a:alpha val="0"/>
                      </a:srgbClr>
                    </a:gs>
                  </a:gsLst>
                  <a:lin ang="0" scaled="1"/>
                  <a:tileRect/>
                </a:gradFill>
              </a:defRPr>
            </a:lvl1pPr>
          </a:lstStyle>
          <a:p>
            <a:r>
              <a:rPr lang="en-US" altLang="zh-CN" dirty="0">
                <a:sym typeface="Arial" panose="020B0604020202020204" pitchFamily="34" charset="0"/>
              </a:rPr>
              <a:t>02</a:t>
            </a:r>
            <a:endParaRPr lang="zh-CN" altLang="en-US" dirty="0">
              <a:sym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30598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DE1CFD-812F-7E2C-5373-5853A489C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项目初始化与环境搭建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F82DE2-A259-D8B1-EA84-1B1867EB3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7</a:t>
            </a:fld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D812563-4112-0AB9-FE4D-11114FD6CFAA}"/>
              </a:ext>
            </a:extLst>
          </p:cNvPr>
          <p:cNvGrpSpPr/>
          <p:nvPr/>
        </p:nvGrpSpPr>
        <p:grpSpPr>
          <a:xfrm>
            <a:off x="206815" y="361378"/>
            <a:ext cx="11228313" cy="6700146"/>
            <a:chOff x="206815" y="361378"/>
            <a:chExt cx="11228313" cy="6700146"/>
          </a:xfrm>
        </p:grpSpPr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EC2F5738-0D7C-90C2-A22D-C13BBA4414C0}"/>
                </a:ext>
              </a:extLst>
            </p:cNvPr>
            <p:cNvSpPr/>
            <p:nvPr/>
          </p:nvSpPr>
          <p:spPr>
            <a:xfrm>
              <a:off x="9635128" y="5261524"/>
              <a:ext cx="1800000" cy="1800000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4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55C50F53-7815-A242-A86A-1D5640DF7C5D}"/>
                </a:ext>
              </a:extLst>
            </p:cNvPr>
            <p:cNvSpPr/>
            <p:nvPr/>
          </p:nvSpPr>
          <p:spPr>
            <a:xfrm>
              <a:off x="206815" y="361378"/>
              <a:ext cx="1463656" cy="1463656"/>
            </a:xfrm>
            <a:prstGeom prst="ellipse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4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2CD81BC4-4208-4291-99D6-959CAF5182E7}"/>
              </a:ext>
            </a:extLst>
          </p:cNvPr>
          <p:cNvGrpSpPr/>
          <p:nvPr/>
        </p:nvGrpSpPr>
        <p:grpSpPr>
          <a:xfrm>
            <a:off x="776414" y="2054344"/>
            <a:ext cx="7572504" cy="3571263"/>
            <a:chOff x="789060" y="1281657"/>
            <a:chExt cx="7572504" cy="3571263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9477EDE3-4EEC-229B-3780-0B6B2F2410D9}"/>
                </a:ext>
              </a:extLst>
            </p:cNvPr>
            <p:cNvGrpSpPr/>
            <p:nvPr/>
          </p:nvGrpSpPr>
          <p:grpSpPr>
            <a:xfrm>
              <a:off x="789060" y="3373926"/>
              <a:ext cx="7572504" cy="1478994"/>
              <a:chOff x="789060" y="3544353"/>
              <a:chExt cx="7572504" cy="1478994"/>
            </a:xfrm>
          </p:grpSpPr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B000B63C-986E-701E-E895-AA9CDF894E55}"/>
                  </a:ext>
                </a:extLst>
              </p:cNvPr>
              <p:cNvGrpSpPr/>
              <p:nvPr/>
            </p:nvGrpSpPr>
            <p:grpSpPr>
              <a:xfrm>
                <a:off x="789060" y="3544353"/>
                <a:ext cx="2059766" cy="540000"/>
                <a:chOff x="789060" y="3544353"/>
                <a:chExt cx="2059766" cy="540000"/>
              </a:xfrm>
            </p:grpSpPr>
            <p:sp>
              <p:nvSpPr>
                <p:cNvPr id="30" name="椭圆 29">
                  <a:extLst>
                    <a:ext uri="{FF2B5EF4-FFF2-40B4-BE49-F238E27FC236}">
                      <a16:creationId xmlns:a16="http://schemas.microsoft.com/office/drawing/2014/main" id="{DEDF2E8C-6F62-A1BA-9263-20FF3E4E111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89060" y="3544353"/>
                  <a:ext cx="540000" cy="540000"/>
                </a:xfrm>
                <a:prstGeom prst="ellipse">
                  <a:avLst/>
                </a:prstGeom>
                <a:solidFill>
                  <a:schemeClr val="accent1"/>
                </a:solidFill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lnSpcReduction="10000"/>
                </a:bodyPr>
                <a:lstStyle/>
                <a:p>
                  <a:pPr algn="ctr" defTabSz="913765"/>
                  <a:endParaRPr lang="zh-CN" altLang="en-US" sz="20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03F25DE1-6737-D821-F1FD-673C3DA1FDD7}"/>
                    </a:ext>
                  </a:extLst>
                </p:cNvPr>
                <p:cNvSpPr/>
                <p:nvPr/>
              </p:nvSpPr>
              <p:spPr>
                <a:xfrm flipH="1">
                  <a:off x="1336044" y="3616134"/>
                  <a:ext cx="1512782" cy="340983"/>
                </a:xfrm>
                <a:prstGeom prst="rect">
                  <a:avLst/>
                </a:prstGeom>
                <a:noFill/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0000" tIns="46800" rIns="90000" bIns="46800" numCol="1" spcCol="0" rtlCol="0" fromWordArt="0" anchor="t" anchorCtr="0" forceAA="0" compatLnSpc="1">
                  <a:noAutofit/>
                </a:bodyPr>
                <a:lstStyle/>
                <a:p>
                  <a:r>
                    <a:rPr lang="zh-CN" altLang="en-US" dirty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ea typeface="微软雅黑" panose="020B0503020204020204" pitchFamily="34" charset="-122"/>
                      <a:sym typeface="Arial" panose="020B0604020202020204" pitchFamily="34" charset="0"/>
                    </a:rPr>
                    <a:t>前端部分</a:t>
                  </a:r>
                  <a:endParaRPr lang="en-US" altLang="zh-CN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C8CE2DB1-4433-E5BD-D334-86334D5625E7}"/>
                  </a:ext>
                </a:extLst>
              </p:cNvPr>
              <p:cNvGrpSpPr/>
              <p:nvPr/>
            </p:nvGrpSpPr>
            <p:grpSpPr>
              <a:xfrm>
                <a:off x="3479014" y="3842874"/>
                <a:ext cx="4882550" cy="495631"/>
                <a:chOff x="3027768" y="3492169"/>
                <a:chExt cx="2961688" cy="495631"/>
              </a:xfrm>
            </p:grpSpPr>
            <p:cxnSp>
              <p:nvCxnSpPr>
                <p:cNvPr id="25" name="直接连接符 24">
                  <a:extLst>
                    <a:ext uri="{FF2B5EF4-FFF2-40B4-BE49-F238E27FC236}">
                      <a16:creationId xmlns:a16="http://schemas.microsoft.com/office/drawing/2014/main" id="{0BB3DDA0-FCB2-36F6-5578-AB41FA72BB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27768" y="3492169"/>
                  <a:ext cx="512355" cy="495631"/>
                </a:xfrm>
                <a:prstGeom prst="line">
                  <a:avLst/>
                </a:prstGeom>
                <a:ln w="12700">
                  <a:solidFill>
                    <a:schemeClr val="tx1">
                      <a:lumMod val="50000"/>
                      <a:lumOff val="50000"/>
                      <a:alpha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连接符 25">
                  <a:extLst>
                    <a:ext uri="{FF2B5EF4-FFF2-40B4-BE49-F238E27FC236}">
                      <a16:creationId xmlns:a16="http://schemas.microsoft.com/office/drawing/2014/main" id="{B852BD1F-0445-1254-D952-2C99862621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477101" y="3492169"/>
                  <a:ext cx="512355" cy="495631"/>
                </a:xfrm>
                <a:prstGeom prst="line">
                  <a:avLst/>
                </a:prstGeom>
                <a:ln w="12700">
                  <a:solidFill>
                    <a:schemeClr val="tx1">
                      <a:lumMod val="50000"/>
                      <a:lumOff val="50000"/>
                      <a:alpha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FADA49B8-A1FC-95D4-596D-043B019CE83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903335" y="4483347"/>
                <a:ext cx="540000" cy="540000"/>
              </a:xfrm>
              <a:prstGeom prst="ellipse">
                <a:avLst/>
              </a:prstGeom>
              <a:solidFill>
                <a:srgbClr val="FFFFFF">
                  <a:alpha val="30000"/>
                </a:srgbClr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lnSpcReduction="10000"/>
              </a:bodyPr>
              <a:lstStyle/>
              <a:p>
                <a:pPr algn="ctr" defTabSz="913765"/>
                <a:endParaRPr lang="zh-CN" altLang="en-US" sz="20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3ACA285D-F4C1-9AE0-84E6-28F2E091BC22}"/>
                </a:ext>
              </a:extLst>
            </p:cNvPr>
            <p:cNvCxnSpPr>
              <a:cxnSpLocks/>
            </p:cNvCxnSpPr>
            <p:nvPr/>
          </p:nvCxnSpPr>
          <p:spPr>
            <a:xfrm>
              <a:off x="5536658" y="1281657"/>
              <a:ext cx="0" cy="717557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8334C7D9-16C7-0A68-3462-E6F1A3DB54CF}"/>
              </a:ext>
            </a:extLst>
          </p:cNvPr>
          <p:cNvGrpSpPr/>
          <p:nvPr/>
        </p:nvGrpSpPr>
        <p:grpSpPr>
          <a:xfrm>
            <a:off x="776414" y="4241337"/>
            <a:ext cx="4806950" cy="941201"/>
            <a:chOff x="754400" y="4519710"/>
            <a:chExt cx="4806950" cy="941201"/>
          </a:xfrm>
        </p:grpSpPr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33D3F2A6-4870-E2CA-4A31-8F256E99190D}"/>
                </a:ext>
              </a:extLst>
            </p:cNvPr>
            <p:cNvSpPr txBox="1"/>
            <p:nvPr/>
          </p:nvSpPr>
          <p:spPr>
            <a:xfrm>
              <a:off x="812427" y="4519710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Ⅰ</a:t>
              </a:r>
              <a:endParaRPr lang="zh-CN" altLang="en-US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501D9A8F-3848-44D9-E352-FD3F4A4783FF}"/>
                </a:ext>
              </a:extLst>
            </p:cNvPr>
            <p:cNvSpPr txBox="1"/>
            <p:nvPr/>
          </p:nvSpPr>
          <p:spPr>
            <a:xfrm>
              <a:off x="754400" y="5122357"/>
              <a:ext cx="48069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altLang="zh-CN" sz="1600" dirty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j-ea"/>
                  <a:ea typeface="+mj-ea"/>
                </a:rPr>
                <a:t>html</a:t>
              </a:r>
              <a:r>
                <a:rPr lang="zh-CN" altLang="en-US" sz="1600" dirty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j-ea"/>
                  <a:ea typeface="+mj-ea"/>
                </a:rPr>
                <a:t>、</a:t>
              </a:r>
              <a:r>
                <a:rPr lang="en-US" altLang="zh-CN" sz="1600" dirty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j-ea"/>
                  <a:ea typeface="+mj-ea"/>
                </a:rPr>
                <a:t>java script</a:t>
              </a:r>
              <a:r>
                <a:rPr lang="zh-CN" altLang="en-US" sz="1600" dirty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j-ea"/>
                  <a:ea typeface="+mj-ea"/>
                </a:rPr>
                <a:t>、</a:t>
              </a:r>
              <a:r>
                <a:rPr lang="en-US" altLang="zh-CN" sz="1600" dirty="0" err="1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j-ea"/>
                  <a:ea typeface="+mj-ea"/>
                </a:rPr>
                <a:t>css</a:t>
              </a:r>
              <a:r>
                <a:rPr lang="zh-CN" altLang="en-US" sz="1600" dirty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j-ea"/>
                  <a:ea typeface="+mj-ea"/>
                </a:rPr>
                <a:t>三件套</a:t>
              </a: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7620DE1F-2474-64E7-7434-5B96E3885616}"/>
              </a:ext>
            </a:extLst>
          </p:cNvPr>
          <p:cNvGrpSpPr/>
          <p:nvPr/>
        </p:nvGrpSpPr>
        <p:grpSpPr>
          <a:xfrm>
            <a:off x="4961540" y="5180333"/>
            <a:ext cx="6435378" cy="896918"/>
            <a:chOff x="4933209" y="5447332"/>
            <a:chExt cx="6435378" cy="896918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8B6CE2C2-D5DE-71D1-1AE0-B25D3D4B57C7}"/>
                </a:ext>
              </a:extLst>
            </p:cNvPr>
            <p:cNvSpPr txBox="1"/>
            <p:nvPr/>
          </p:nvSpPr>
          <p:spPr>
            <a:xfrm>
              <a:off x="4933209" y="545991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Ⅱ</a:t>
              </a:r>
              <a:endParaRPr lang="zh-CN" altLang="en-US" dirty="0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4374E656-06A8-AC88-F4E9-357E79B523A9}"/>
                </a:ext>
              </a:extLst>
            </p:cNvPr>
            <p:cNvSpPr txBox="1"/>
            <p:nvPr/>
          </p:nvSpPr>
          <p:spPr>
            <a:xfrm>
              <a:off x="5419709" y="5447332"/>
              <a:ext cx="34607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accent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后端部分</a:t>
              </a: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2B354322-0B26-523A-7E2A-425B514A373A}"/>
                </a:ext>
              </a:extLst>
            </p:cNvPr>
            <p:cNvSpPr txBox="1"/>
            <p:nvPr/>
          </p:nvSpPr>
          <p:spPr>
            <a:xfrm>
              <a:off x="5272587" y="6005696"/>
              <a:ext cx="60960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dirty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j-ea"/>
                  <a:ea typeface="+mj-ea"/>
                </a:rPr>
                <a:t>基于</a:t>
              </a:r>
              <a:r>
                <a:rPr lang="en-US" altLang="zh-CN" sz="1600" dirty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j-ea"/>
                  <a:ea typeface="+mj-ea"/>
                </a:rPr>
                <a:t>python</a:t>
              </a:r>
              <a:r>
                <a:rPr lang="zh-CN" altLang="en-US" sz="1600" dirty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j-ea"/>
                  <a:ea typeface="+mj-ea"/>
                </a:rPr>
                <a:t>的</a:t>
              </a:r>
              <a:r>
                <a:rPr lang="en-US" altLang="zh-CN" sz="1600" dirty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j-ea"/>
                  <a:ea typeface="+mj-ea"/>
                </a:rPr>
                <a:t>flask</a:t>
              </a:r>
              <a:r>
                <a:rPr lang="zh-CN" altLang="en-US" sz="1600" dirty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+mj-ea"/>
                  <a:ea typeface="+mj-ea"/>
                </a:rPr>
                <a:t>库</a:t>
              </a: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16F3E3F3-EEAC-85AE-3AE3-DC550F27B7FB}"/>
              </a:ext>
            </a:extLst>
          </p:cNvPr>
          <p:cNvGrpSpPr/>
          <p:nvPr/>
        </p:nvGrpSpPr>
        <p:grpSpPr>
          <a:xfrm>
            <a:off x="8597164" y="4118887"/>
            <a:ext cx="6560301" cy="1232118"/>
            <a:chOff x="8751526" y="4356330"/>
            <a:chExt cx="6560301" cy="1232118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DEDD0CD-E455-B2BC-D42C-E9D550F232F3}"/>
                </a:ext>
              </a:extLst>
            </p:cNvPr>
            <p:cNvSpPr txBox="1"/>
            <p:nvPr/>
          </p:nvSpPr>
          <p:spPr>
            <a:xfrm>
              <a:off x="9366365" y="4455837"/>
              <a:ext cx="242760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后端与数据库连接</a:t>
              </a: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352AE8A2-4BB3-4FCA-E582-02B262B8AA69}"/>
                </a:ext>
              </a:extLst>
            </p:cNvPr>
            <p:cNvSpPr txBox="1"/>
            <p:nvPr/>
          </p:nvSpPr>
          <p:spPr>
            <a:xfrm>
              <a:off x="9215827" y="5003673"/>
              <a:ext cx="609600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zh-CN" altLang="en-US" sz="1600" kern="100" dirty="0">
                  <a:solidFill>
                    <a:schemeClr val="accent3">
                      <a:lumMod val="20000"/>
                      <a:lumOff val="80000"/>
                    </a:schemeClr>
                  </a:solidFill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基于</a:t>
              </a:r>
              <a:r>
                <a:rPr lang="en-US" altLang="zh-CN" sz="1600" kern="100" dirty="0" err="1">
                  <a:solidFill>
                    <a:schemeClr val="accent3">
                      <a:lumMod val="20000"/>
                      <a:lumOff val="80000"/>
                    </a:schemeClr>
                  </a:solidFill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flash_mysqldb</a:t>
              </a:r>
              <a:r>
                <a:rPr lang="zh-CN" altLang="en-US" sz="1600" kern="100" dirty="0">
                  <a:solidFill>
                    <a:schemeClr val="accent3">
                      <a:lumMod val="20000"/>
                      <a:lumOff val="80000"/>
                    </a:schemeClr>
                  </a:solidFill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库建立</a:t>
              </a:r>
              <a:endParaRPr lang="en-US" altLang="zh-CN" sz="1600" kern="100" dirty="0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algn="just"/>
              <a:r>
                <a:rPr lang="zh-CN" altLang="en-US" sz="1600" kern="100" dirty="0">
                  <a:solidFill>
                    <a:schemeClr val="accent3">
                      <a:lumMod val="20000"/>
                      <a:lumOff val="80000"/>
                    </a:schemeClr>
                  </a:solidFill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后端与</a:t>
              </a:r>
              <a:r>
                <a:rPr lang="en-US" altLang="zh-CN" sz="1600" kern="100" dirty="0" err="1">
                  <a:solidFill>
                    <a:schemeClr val="accent3">
                      <a:lumMod val="20000"/>
                      <a:lumOff val="80000"/>
                    </a:schemeClr>
                  </a:solidFill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mysql</a:t>
              </a:r>
              <a:r>
                <a:rPr lang="zh-CN" altLang="en-US" sz="1600" kern="100" dirty="0">
                  <a:solidFill>
                    <a:schemeClr val="accent3">
                      <a:lumMod val="20000"/>
                      <a:lumOff val="80000"/>
                    </a:schemeClr>
                  </a:solidFill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数据库的连接</a:t>
              </a:r>
              <a:endParaRPr lang="en-US" altLang="zh-CN" sz="1600" kern="100" dirty="0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52EE6A13-2C5C-E677-15CC-D430194BCCBB}"/>
                </a:ext>
              </a:extLst>
            </p:cNvPr>
            <p:cNvSpPr>
              <a:spLocks/>
            </p:cNvSpPr>
            <p:nvPr/>
          </p:nvSpPr>
          <p:spPr>
            <a:xfrm>
              <a:off x="8751526" y="4356330"/>
              <a:ext cx="540000" cy="540000"/>
            </a:xfrm>
            <a:prstGeom prst="ellipse">
              <a:avLst/>
            </a:prstGeom>
            <a:solidFill>
              <a:schemeClr val="accent1"/>
            </a:solidFill>
            <a:ln w="5715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lnSpcReduction="10000"/>
            </a:bodyPr>
            <a:lstStyle/>
            <a:p>
              <a:pPr algn="ctr" defTabSz="913765"/>
              <a:endParaRPr lang="zh-CN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312F0B7-3F00-10A4-8EEE-680679144E69}"/>
                </a:ext>
              </a:extLst>
            </p:cNvPr>
            <p:cNvSpPr txBox="1"/>
            <p:nvPr/>
          </p:nvSpPr>
          <p:spPr>
            <a:xfrm>
              <a:off x="8824985" y="4458657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Ⅲ</a:t>
              </a:r>
              <a:endParaRPr lang="zh-CN" altLang="en-US" dirty="0"/>
            </a:p>
          </p:txBody>
        </p:sp>
      </p:grpSp>
      <p:sp>
        <p:nvSpPr>
          <p:cNvPr id="50" name="文本框 49">
            <a:extLst>
              <a:ext uri="{FF2B5EF4-FFF2-40B4-BE49-F238E27FC236}">
                <a16:creationId xmlns:a16="http://schemas.microsoft.com/office/drawing/2014/main" id="{2AE62A08-845B-6842-BD45-A3BF65C4CECA}"/>
              </a:ext>
            </a:extLst>
          </p:cNvPr>
          <p:cNvSpPr txBox="1"/>
          <p:nvPr/>
        </p:nvSpPr>
        <p:spPr>
          <a:xfrm>
            <a:off x="938643" y="3443239"/>
            <a:ext cx="2829192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 i="0"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69000">
                      <a:schemeClr val="accent5"/>
                    </a:gs>
                  </a:gsLst>
                  <a:lin ang="2700000" scaled="0"/>
                </a:gradFill>
                <a:effectLst>
                  <a:outerShdw blurRad="152400" dist="76200" dir="5400000" algn="ctr" rotWithShape="0">
                    <a:schemeClr val="accent4">
                      <a:lumMod val="75000"/>
                      <a:alpha val="10000"/>
                    </a:schemeClr>
                  </a:outerShdw>
                </a:effectLst>
              </a:defRPr>
            </a:lvl1pPr>
          </a:lstStyle>
          <a:p>
            <a:r>
              <a:rPr lang="en-US" altLang="zh-CN" sz="2800" dirty="0">
                <a:solidFill>
                  <a:schemeClr val="accent1"/>
                </a:solidFill>
              </a:rPr>
              <a:t>Steps</a:t>
            </a:r>
          </a:p>
        </p:txBody>
      </p:sp>
      <p:pic>
        <p:nvPicPr>
          <p:cNvPr id="52" name="图片 51">
            <a:extLst>
              <a:ext uri="{FF2B5EF4-FFF2-40B4-BE49-F238E27FC236}">
                <a16:creationId xmlns:a16="http://schemas.microsoft.com/office/drawing/2014/main" id="{C581A75E-096D-5137-DC9E-757F359A9A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716" y="1264047"/>
            <a:ext cx="2015216" cy="25468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FE4053C7-2B32-256D-F456-39E50F4550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924" y="1371940"/>
            <a:ext cx="3203360" cy="194143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58850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7F202-CDF5-56F0-98AC-2F8D69571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>
            <a:extLst>
              <a:ext uri="{FF2B5EF4-FFF2-40B4-BE49-F238E27FC236}">
                <a16:creationId xmlns:a16="http://schemas.microsoft.com/office/drawing/2014/main" id="{29CE4D24-E46A-83D7-0422-3E3485975365}"/>
              </a:ext>
            </a:extLst>
          </p:cNvPr>
          <p:cNvSpPr txBox="1"/>
          <p:nvPr/>
        </p:nvSpPr>
        <p:spPr>
          <a:xfrm>
            <a:off x="878838" y="55763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 err="1">
                <a:ln w="12700"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uLnTx/>
                <a:uFillTx/>
                <a:latin typeface="+mj-ea"/>
                <a:ea typeface="+mj-ea"/>
                <a:cs typeface="Source Han Sans CN Bold"/>
              </a:rPr>
              <a:t>数据库设计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2CBC21E0-A62C-220A-DAE3-07D4F68A6740}"/>
              </a:ext>
            </a:extLst>
          </p:cNvPr>
          <p:cNvGrpSpPr/>
          <p:nvPr/>
        </p:nvGrpSpPr>
        <p:grpSpPr>
          <a:xfrm>
            <a:off x="234351" y="523547"/>
            <a:ext cx="586739" cy="508000"/>
            <a:chOff x="215900" y="406400"/>
            <a:chExt cx="586739" cy="508000"/>
          </a:xfrm>
        </p:grpSpPr>
        <p:sp>
          <p:nvSpPr>
            <p:cNvPr id="15" name="标题 1">
              <a:extLst>
                <a:ext uri="{FF2B5EF4-FFF2-40B4-BE49-F238E27FC236}">
                  <a16:creationId xmlns:a16="http://schemas.microsoft.com/office/drawing/2014/main" id="{D04346E5-DD74-4412-F85B-34E87DBF9F28}"/>
                </a:ext>
              </a:extLst>
            </p:cNvPr>
            <p:cNvSpPr txBox="1"/>
            <p:nvPr/>
          </p:nvSpPr>
          <p:spPr>
            <a:xfrm>
              <a:off x="292099" y="725805"/>
              <a:ext cx="510540" cy="188595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 w="28575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" name="标题 1">
              <a:extLst>
                <a:ext uri="{FF2B5EF4-FFF2-40B4-BE49-F238E27FC236}">
                  <a16:creationId xmlns:a16="http://schemas.microsoft.com/office/drawing/2014/main" id="{C8BA0C9B-1336-DDC4-983C-C309FD86F6A6}"/>
                </a:ext>
              </a:extLst>
            </p:cNvPr>
            <p:cNvSpPr txBox="1"/>
            <p:nvPr/>
          </p:nvSpPr>
          <p:spPr>
            <a:xfrm>
              <a:off x="215900" y="406400"/>
              <a:ext cx="508000" cy="508000"/>
            </a:xfrm>
            <a:prstGeom prst="ellipse">
              <a:avLst/>
            </a:prstGeom>
            <a:solidFill>
              <a:schemeClr val="accent1"/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7607C3E1-A49F-89F6-E2D6-FFB89F7E6ABD}"/>
              </a:ext>
            </a:extLst>
          </p:cNvPr>
          <p:cNvGrpSpPr/>
          <p:nvPr/>
        </p:nvGrpSpPr>
        <p:grpSpPr>
          <a:xfrm>
            <a:off x="401319" y="1504371"/>
            <a:ext cx="3473043" cy="719354"/>
            <a:chOff x="7460107" y="1695322"/>
            <a:chExt cx="3473043" cy="719354"/>
          </a:xfrm>
        </p:grpSpPr>
        <p:sp>
          <p:nvSpPr>
            <p:cNvPr id="21" name="标题 1">
              <a:extLst>
                <a:ext uri="{FF2B5EF4-FFF2-40B4-BE49-F238E27FC236}">
                  <a16:creationId xmlns:a16="http://schemas.microsoft.com/office/drawing/2014/main" id="{F4686269-2923-19ED-68EF-8104CC5F875A}"/>
                </a:ext>
              </a:extLst>
            </p:cNvPr>
            <p:cNvSpPr txBox="1"/>
            <p:nvPr/>
          </p:nvSpPr>
          <p:spPr>
            <a:xfrm>
              <a:off x="7740865" y="1742506"/>
              <a:ext cx="3096024" cy="54864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" name="标题 1">
              <a:extLst>
                <a:ext uri="{FF2B5EF4-FFF2-40B4-BE49-F238E27FC236}">
                  <a16:creationId xmlns:a16="http://schemas.microsoft.com/office/drawing/2014/main" id="{E7DA329A-4317-0420-EF7E-DF6DCC18EABA}"/>
                </a:ext>
              </a:extLst>
            </p:cNvPr>
            <p:cNvSpPr txBox="1"/>
            <p:nvPr/>
          </p:nvSpPr>
          <p:spPr>
            <a:xfrm rot="12600000">
              <a:off x="7460107" y="1695322"/>
              <a:ext cx="643050" cy="719354"/>
            </a:xfrm>
            <a:custGeom>
              <a:avLst/>
              <a:gdLst>
                <a:gd name="connsiteX0" fmla="*/ 318443 w 424614"/>
                <a:gd name="connsiteY0" fmla="*/ 446523 h 474998"/>
                <a:gd name="connsiteX1" fmla="*/ 28474 w 424614"/>
                <a:gd name="connsiteY1" fmla="*/ 368827 h 474998"/>
                <a:gd name="connsiteX2" fmla="*/ 106171 w 424614"/>
                <a:gd name="connsiteY2" fmla="*/ 78858 h 474998"/>
                <a:gd name="connsiteX3" fmla="*/ 145376 w 424614"/>
                <a:gd name="connsiteY3" fmla="*/ 61202 h 474998"/>
                <a:gd name="connsiteX4" fmla="*/ 172396 w 424614"/>
                <a:gd name="connsiteY4" fmla="*/ 55086 h 474998"/>
                <a:gd name="connsiteX5" fmla="*/ 204346 w 424614"/>
                <a:gd name="connsiteY5" fmla="*/ 0 h 474998"/>
                <a:gd name="connsiteX6" fmla="*/ 236542 w 424614"/>
                <a:gd name="connsiteY6" fmla="*/ 55510 h 474998"/>
                <a:gd name="connsiteX7" fmla="*/ 267247 w 424614"/>
                <a:gd name="connsiteY7" fmla="*/ 57651 h 474998"/>
                <a:gd name="connsiteX8" fmla="*/ 396140 w 424614"/>
                <a:gd name="connsiteY8" fmla="*/ 156555 h 474998"/>
                <a:gd name="connsiteX9" fmla="*/ 318443 w 424614"/>
                <a:gd name="connsiteY9" fmla="*/ 446523 h 474998"/>
              </a:gdLst>
              <a:ahLst/>
              <a:cxnLst/>
              <a:rect l="l" t="t" r="r" b="b"/>
              <a:pathLst>
                <a:path w="424614" h="474998">
                  <a:moveTo>
                    <a:pt x="318443" y="446523"/>
                  </a:moveTo>
                  <a:cubicBezTo>
                    <a:pt x="216914" y="505141"/>
                    <a:pt x="87091" y="470355"/>
                    <a:pt x="28474" y="368827"/>
                  </a:cubicBezTo>
                  <a:cubicBezTo>
                    <a:pt x="-30144" y="267298"/>
                    <a:pt x="4642" y="137475"/>
                    <a:pt x="106171" y="78858"/>
                  </a:cubicBezTo>
                  <a:cubicBezTo>
                    <a:pt x="118862" y="71530"/>
                    <a:pt x="131995" y="65663"/>
                    <a:pt x="145376" y="61202"/>
                  </a:cubicBezTo>
                  <a:lnTo>
                    <a:pt x="172396" y="55086"/>
                  </a:lnTo>
                  <a:lnTo>
                    <a:pt x="204346" y="0"/>
                  </a:lnTo>
                  <a:lnTo>
                    <a:pt x="236542" y="55510"/>
                  </a:lnTo>
                  <a:lnTo>
                    <a:pt x="267247" y="57651"/>
                  </a:lnTo>
                  <a:cubicBezTo>
                    <a:pt x="319721" y="71712"/>
                    <a:pt x="366831" y="105790"/>
                    <a:pt x="396140" y="156555"/>
                  </a:cubicBezTo>
                  <a:cubicBezTo>
                    <a:pt x="454757" y="258083"/>
                    <a:pt x="419971" y="387906"/>
                    <a:pt x="318443" y="446523"/>
                  </a:cubicBezTo>
                  <a:close/>
                </a:path>
              </a:pathLst>
            </a:custGeom>
            <a:solidFill>
              <a:schemeClr val="accent2"/>
            </a:solidFill>
            <a:ln w="12700" cap="sq">
              <a:noFill/>
              <a:miter/>
            </a:ln>
            <a:effectLst>
              <a:outerShdw blurRad="50800" dist="38100" dir="8100000" algn="tr" rotWithShape="0">
                <a:schemeClr val="accent1">
                  <a:lumMod val="75000"/>
                  <a:alpha val="30000"/>
                </a:schemeClr>
              </a:outerShdw>
            </a:effectLst>
          </p:spPr>
          <p:txBody>
            <a:bodyPr vert="horz" wrap="square"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" name="标题 1">
              <a:extLst>
                <a:ext uri="{FF2B5EF4-FFF2-40B4-BE49-F238E27FC236}">
                  <a16:creationId xmlns:a16="http://schemas.microsoft.com/office/drawing/2014/main" id="{1F3538F3-0322-F2E6-91B2-13CCAC61E4A2}"/>
                </a:ext>
              </a:extLst>
            </p:cNvPr>
            <p:cNvSpPr txBox="1"/>
            <p:nvPr/>
          </p:nvSpPr>
          <p:spPr>
            <a:xfrm>
              <a:off x="7644604" y="1778826"/>
              <a:ext cx="3288546" cy="39983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 w="12700">
                    <a:noFill/>
                  </a:ln>
                  <a:solidFill>
                    <a:srgbClr val="FFFFFF">
                      <a:alpha val="100000"/>
                    </a:srgbClr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用户表</a:t>
              </a: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26ECF0EE-2B10-AE55-5601-CE188B798B3E}"/>
                </a:ext>
              </a:extLst>
            </p:cNvPr>
            <p:cNvSpPr txBox="1"/>
            <p:nvPr/>
          </p:nvSpPr>
          <p:spPr>
            <a:xfrm>
              <a:off x="7663278" y="1829790"/>
              <a:ext cx="23670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000" b="1" dirty="0">
                  <a:solidFill>
                    <a:srgbClr val="FFFFFF"/>
                  </a:solidFill>
                  <a:latin typeface="等线" panose="020F0502020204030204"/>
                  <a:ea typeface="等线" panose="02010600030101010101" pitchFamily="2" charset="-122"/>
                </a:rPr>
                <a:t>Ⅰ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A29C96B-B0D7-29E1-FCDB-8874C2FB2ED0}"/>
              </a:ext>
            </a:extLst>
          </p:cNvPr>
          <p:cNvSpPr txBox="1"/>
          <p:nvPr/>
        </p:nvSpPr>
        <p:spPr>
          <a:xfrm>
            <a:off x="6988728" y="1515233"/>
            <a:ext cx="459739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、用户注册流程：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用户在注册时需要提供必要的注册信息，通常包括用户名、密码和邮箱地址，系统会首先检查用户名和邮箱是否已被注册。如果用户名或邮箱已经存在，系统会提示用户进行修改。如果是新的用户名和邮箱组合，系统会将其保存到用户表中，确保每个用户有唯一的标识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、用户登录流程：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用户登录时，只需要提供用户名和密码。系统会根据用户名查询用户表，获取该用户对应的密码字段。接着，系统将用户输入的密码与存储在数据库中的加密密码进行比对。如果密码匹配，登录成功，用户即可访问个人主页及其他相关功能。如果密码不匹配，则提示用户重新输入密码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02EEAFB-0714-7906-4FA3-49A0DDFE17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319" y="2649082"/>
            <a:ext cx="6334040" cy="253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001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79664-8B15-292D-17F9-DF2B6B566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B8F20B3E-89F7-DC53-E362-D79FBE1C10F6}"/>
              </a:ext>
            </a:extLst>
          </p:cNvPr>
          <p:cNvGrpSpPr/>
          <p:nvPr/>
        </p:nvGrpSpPr>
        <p:grpSpPr>
          <a:xfrm>
            <a:off x="355285" y="397071"/>
            <a:ext cx="3473043" cy="719354"/>
            <a:chOff x="7460107" y="1695322"/>
            <a:chExt cx="3473043" cy="719354"/>
          </a:xfrm>
        </p:grpSpPr>
        <p:sp>
          <p:nvSpPr>
            <p:cNvPr id="21" name="标题 1">
              <a:extLst>
                <a:ext uri="{FF2B5EF4-FFF2-40B4-BE49-F238E27FC236}">
                  <a16:creationId xmlns:a16="http://schemas.microsoft.com/office/drawing/2014/main" id="{1866C0EB-5C31-850C-F45F-8F625F167DF4}"/>
                </a:ext>
              </a:extLst>
            </p:cNvPr>
            <p:cNvSpPr txBox="1"/>
            <p:nvPr/>
          </p:nvSpPr>
          <p:spPr>
            <a:xfrm>
              <a:off x="7740865" y="1742506"/>
              <a:ext cx="3096024" cy="54864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" name="标题 1">
              <a:extLst>
                <a:ext uri="{FF2B5EF4-FFF2-40B4-BE49-F238E27FC236}">
                  <a16:creationId xmlns:a16="http://schemas.microsoft.com/office/drawing/2014/main" id="{59F290F6-09AA-8542-2379-EA1FBE5A4390}"/>
                </a:ext>
              </a:extLst>
            </p:cNvPr>
            <p:cNvSpPr txBox="1"/>
            <p:nvPr/>
          </p:nvSpPr>
          <p:spPr>
            <a:xfrm rot="12600000">
              <a:off x="7460107" y="1695322"/>
              <a:ext cx="643050" cy="719354"/>
            </a:xfrm>
            <a:custGeom>
              <a:avLst/>
              <a:gdLst>
                <a:gd name="connsiteX0" fmla="*/ 318443 w 424614"/>
                <a:gd name="connsiteY0" fmla="*/ 446523 h 474998"/>
                <a:gd name="connsiteX1" fmla="*/ 28474 w 424614"/>
                <a:gd name="connsiteY1" fmla="*/ 368827 h 474998"/>
                <a:gd name="connsiteX2" fmla="*/ 106171 w 424614"/>
                <a:gd name="connsiteY2" fmla="*/ 78858 h 474998"/>
                <a:gd name="connsiteX3" fmla="*/ 145376 w 424614"/>
                <a:gd name="connsiteY3" fmla="*/ 61202 h 474998"/>
                <a:gd name="connsiteX4" fmla="*/ 172396 w 424614"/>
                <a:gd name="connsiteY4" fmla="*/ 55086 h 474998"/>
                <a:gd name="connsiteX5" fmla="*/ 204346 w 424614"/>
                <a:gd name="connsiteY5" fmla="*/ 0 h 474998"/>
                <a:gd name="connsiteX6" fmla="*/ 236542 w 424614"/>
                <a:gd name="connsiteY6" fmla="*/ 55510 h 474998"/>
                <a:gd name="connsiteX7" fmla="*/ 267247 w 424614"/>
                <a:gd name="connsiteY7" fmla="*/ 57651 h 474998"/>
                <a:gd name="connsiteX8" fmla="*/ 396140 w 424614"/>
                <a:gd name="connsiteY8" fmla="*/ 156555 h 474998"/>
                <a:gd name="connsiteX9" fmla="*/ 318443 w 424614"/>
                <a:gd name="connsiteY9" fmla="*/ 446523 h 474998"/>
              </a:gdLst>
              <a:ahLst/>
              <a:cxnLst/>
              <a:rect l="l" t="t" r="r" b="b"/>
              <a:pathLst>
                <a:path w="424614" h="474998">
                  <a:moveTo>
                    <a:pt x="318443" y="446523"/>
                  </a:moveTo>
                  <a:cubicBezTo>
                    <a:pt x="216914" y="505141"/>
                    <a:pt x="87091" y="470355"/>
                    <a:pt x="28474" y="368827"/>
                  </a:cubicBezTo>
                  <a:cubicBezTo>
                    <a:pt x="-30144" y="267298"/>
                    <a:pt x="4642" y="137475"/>
                    <a:pt x="106171" y="78858"/>
                  </a:cubicBezTo>
                  <a:cubicBezTo>
                    <a:pt x="118862" y="71530"/>
                    <a:pt x="131995" y="65663"/>
                    <a:pt x="145376" y="61202"/>
                  </a:cubicBezTo>
                  <a:lnTo>
                    <a:pt x="172396" y="55086"/>
                  </a:lnTo>
                  <a:lnTo>
                    <a:pt x="204346" y="0"/>
                  </a:lnTo>
                  <a:lnTo>
                    <a:pt x="236542" y="55510"/>
                  </a:lnTo>
                  <a:lnTo>
                    <a:pt x="267247" y="57651"/>
                  </a:lnTo>
                  <a:cubicBezTo>
                    <a:pt x="319721" y="71712"/>
                    <a:pt x="366831" y="105790"/>
                    <a:pt x="396140" y="156555"/>
                  </a:cubicBezTo>
                  <a:cubicBezTo>
                    <a:pt x="454757" y="258083"/>
                    <a:pt x="419971" y="387906"/>
                    <a:pt x="318443" y="446523"/>
                  </a:cubicBezTo>
                  <a:close/>
                </a:path>
              </a:pathLst>
            </a:custGeom>
            <a:solidFill>
              <a:schemeClr val="accent2"/>
            </a:solidFill>
            <a:ln w="12700" cap="sq">
              <a:noFill/>
              <a:miter/>
            </a:ln>
            <a:effectLst>
              <a:outerShdw blurRad="50800" dist="38100" dir="8100000" algn="tr" rotWithShape="0">
                <a:schemeClr val="accent1">
                  <a:lumMod val="75000"/>
                  <a:alpha val="30000"/>
                </a:schemeClr>
              </a:outerShdw>
            </a:effectLst>
          </p:spPr>
          <p:txBody>
            <a:bodyPr vert="horz" wrap="square"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" name="标题 1">
              <a:extLst>
                <a:ext uri="{FF2B5EF4-FFF2-40B4-BE49-F238E27FC236}">
                  <a16:creationId xmlns:a16="http://schemas.microsoft.com/office/drawing/2014/main" id="{9D02D622-51EB-F954-8D74-CA7A96B310CC}"/>
                </a:ext>
              </a:extLst>
            </p:cNvPr>
            <p:cNvSpPr txBox="1"/>
            <p:nvPr/>
          </p:nvSpPr>
          <p:spPr>
            <a:xfrm>
              <a:off x="7644604" y="1778826"/>
              <a:ext cx="3288546" cy="39983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 w="12700">
                    <a:noFill/>
                  </a:ln>
                  <a:solidFill>
                    <a:srgbClr val="FFFFFF">
                      <a:alpha val="100000"/>
                    </a:srgbClr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电影表</a:t>
              </a: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E399CCA3-5D4F-4187-D38A-8FE357CEF368}"/>
                </a:ext>
              </a:extLst>
            </p:cNvPr>
            <p:cNvSpPr txBox="1"/>
            <p:nvPr/>
          </p:nvSpPr>
          <p:spPr>
            <a:xfrm>
              <a:off x="7663278" y="1829790"/>
              <a:ext cx="23670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Ⅱ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D22D461-56F1-9E6D-D2E3-B0D813E610BD}"/>
              </a:ext>
            </a:extLst>
          </p:cNvPr>
          <p:cNvSpPr txBox="1"/>
          <p:nvPr/>
        </p:nvSpPr>
        <p:spPr>
          <a:xfrm>
            <a:off x="8020051" y="1352937"/>
            <a:ext cx="2336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电影表，用来存储电影的基本信息，如标题、上映时间、导演、主演、内容简介、评分以及海报图片对应的链接等内容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A707AA6-B653-001B-790F-3328744BA0D0}"/>
              </a:ext>
            </a:extLst>
          </p:cNvPr>
          <p:cNvGrpSpPr/>
          <p:nvPr/>
        </p:nvGrpSpPr>
        <p:grpSpPr>
          <a:xfrm>
            <a:off x="447533" y="3963696"/>
            <a:ext cx="3473043" cy="719354"/>
            <a:chOff x="7460107" y="1695322"/>
            <a:chExt cx="3473043" cy="719354"/>
          </a:xfrm>
        </p:grpSpPr>
        <p:sp>
          <p:nvSpPr>
            <p:cNvPr id="3" name="标题 1">
              <a:extLst>
                <a:ext uri="{FF2B5EF4-FFF2-40B4-BE49-F238E27FC236}">
                  <a16:creationId xmlns:a16="http://schemas.microsoft.com/office/drawing/2014/main" id="{30D478C2-1823-DD70-73EF-A1C56ABF0B67}"/>
                </a:ext>
              </a:extLst>
            </p:cNvPr>
            <p:cNvSpPr txBox="1"/>
            <p:nvPr/>
          </p:nvSpPr>
          <p:spPr>
            <a:xfrm>
              <a:off x="7740865" y="1742506"/>
              <a:ext cx="3096024" cy="54864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" name="标题 1">
              <a:extLst>
                <a:ext uri="{FF2B5EF4-FFF2-40B4-BE49-F238E27FC236}">
                  <a16:creationId xmlns:a16="http://schemas.microsoft.com/office/drawing/2014/main" id="{051603BE-A0B0-CBA1-5142-B76DEB8171FA}"/>
                </a:ext>
              </a:extLst>
            </p:cNvPr>
            <p:cNvSpPr txBox="1"/>
            <p:nvPr/>
          </p:nvSpPr>
          <p:spPr>
            <a:xfrm rot="12600000">
              <a:off x="7460107" y="1695322"/>
              <a:ext cx="643050" cy="719354"/>
            </a:xfrm>
            <a:custGeom>
              <a:avLst/>
              <a:gdLst>
                <a:gd name="connsiteX0" fmla="*/ 318443 w 424614"/>
                <a:gd name="connsiteY0" fmla="*/ 446523 h 474998"/>
                <a:gd name="connsiteX1" fmla="*/ 28474 w 424614"/>
                <a:gd name="connsiteY1" fmla="*/ 368827 h 474998"/>
                <a:gd name="connsiteX2" fmla="*/ 106171 w 424614"/>
                <a:gd name="connsiteY2" fmla="*/ 78858 h 474998"/>
                <a:gd name="connsiteX3" fmla="*/ 145376 w 424614"/>
                <a:gd name="connsiteY3" fmla="*/ 61202 h 474998"/>
                <a:gd name="connsiteX4" fmla="*/ 172396 w 424614"/>
                <a:gd name="connsiteY4" fmla="*/ 55086 h 474998"/>
                <a:gd name="connsiteX5" fmla="*/ 204346 w 424614"/>
                <a:gd name="connsiteY5" fmla="*/ 0 h 474998"/>
                <a:gd name="connsiteX6" fmla="*/ 236542 w 424614"/>
                <a:gd name="connsiteY6" fmla="*/ 55510 h 474998"/>
                <a:gd name="connsiteX7" fmla="*/ 267247 w 424614"/>
                <a:gd name="connsiteY7" fmla="*/ 57651 h 474998"/>
                <a:gd name="connsiteX8" fmla="*/ 396140 w 424614"/>
                <a:gd name="connsiteY8" fmla="*/ 156555 h 474998"/>
                <a:gd name="connsiteX9" fmla="*/ 318443 w 424614"/>
                <a:gd name="connsiteY9" fmla="*/ 446523 h 474998"/>
              </a:gdLst>
              <a:ahLst/>
              <a:cxnLst/>
              <a:rect l="l" t="t" r="r" b="b"/>
              <a:pathLst>
                <a:path w="424614" h="474998">
                  <a:moveTo>
                    <a:pt x="318443" y="446523"/>
                  </a:moveTo>
                  <a:cubicBezTo>
                    <a:pt x="216914" y="505141"/>
                    <a:pt x="87091" y="470355"/>
                    <a:pt x="28474" y="368827"/>
                  </a:cubicBezTo>
                  <a:cubicBezTo>
                    <a:pt x="-30144" y="267298"/>
                    <a:pt x="4642" y="137475"/>
                    <a:pt x="106171" y="78858"/>
                  </a:cubicBezTo>
                  <a:cubicBezTo>
                    <a:pt x="118862" y="71530"/>
                    <a:pt x="131995" y="65663"/>
                    <a:pt x="145376" y="61202"/>
                  </a:cubicBezTo>
                  <a:lnTo>
                    <a:pt x="172396" y="55086"/>
                  </a:lnTo>
                  <a:lnTo>
                    <a:pt x="204346" y="0"/>
                  </a:lnTo>
                  <a:lnTo>
                    <a:pt x="236542" y="55510"/>
                  </a:lnTo>
                  <a:lnTo>
                    <a:pt x="267247" y="57651"/>
                  </a:lnTo>
                  <a:cubicBezTo>
                    <a:pt x="319721" y="71712"/>
                    <a:pt x="366831" y="105790"/>
                    <a:pt x="396140" y="156555"/>
                  </a:cubicBezTo>
                  <a:cubicBezTo>
                    <a:pt x="454757" y="258083"/>
                    <a:pt x="419971" y="387906"/>
                    <a:pt x="318443" y="446523"/>
                  </a:cubicBezTo>
                  <a:close/>
                </a:path>
              </a:pathLst>
            </a:custGeom>
            <a:solidFill>
              <a:schemeClr val="accent2"/>
            </a:solidFill>
            <a:ln w="12700" cap="sq">
              <a:noFill/>
              <a:miter/>
            </a:ln>
            <a:effectLst>
              <a:outerShdw blurRad="50800" dist="38100" dir="8100000" algn="tr" rotWithShape="0">
                <a:schemeClr val="accent1">
                  <a:lumMod val="75000"/>
                  <a:alpha val="30000"/>
                </a:schemeClr>
              </a:outerShdw>
            </a:effectLst>
          </p:spPr>
          <p:txBody>
            <a:bodyPr vert="horz" wrap="square"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" name="标题 1">
              <a:extLst>
                <a:ext uri="{FF2B5EF4-FFF2-40B4-BE49-F238E27FC236}">
                  <a16:creationId xmlns:a16="http://schemas.microsoft.com/office/drawing/2014/main" id="{080F6119-7B08-96A1-3AA4-AA5E84E09648}"/>
                </a:ext>
              </a:extLst>
            </p:cNvPr>
            <p:cNvSpPr txBox="1"/>
            <p:nvPr/>
          </p:nvSpPr>
          <p:spPr>
            <a:xfrm>
              <a:off x="7644604" y="1778826"/>
              <a:ext cx="3288546" cy="39983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 w="12700">
                    <a:noFill/>
                  </a:ln>
                  <a:solidFill>
                    <a:srgbClr val="FFFFFF">
                      <a:alpha val="100000"/>
                    </a:srgbClr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收藏评论表</a:t>
              </a: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6F3A7D1E-3BB7-9405-E755-C48D13AFF407}"/>
                </a:ext>
              </a:extLst>
            </p:cNvPr>
            <p:cNvSpPr txBox="1"/>
            <p:nvPr/>
          </p:nvSpPr>
          <p:spPr>
            <a:xfrm>
              <a:off x="7663278" y="1829790"/>
              <a:ext cx="23670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000" b="1" dirty="0">
                  <a:solidFill>
                    <a:srgbClr val="FFFFFF"/>
                  </a:solidFill>
                  <a:latin typeface="等线" panose="020F0502020204030204"/>
                  <a:ea typeface="等线" panose="02010600030101010101" pitchFamily="2" charset="-122"/>
                </a:rPr>
                <a:t>Ⅲ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AD2E322E-E2A1-26D6-B59E-78216BF567E9}"/>
              </a:ext>
            </a:extLst>
          </p:cNvPr>
          <p:cNvSpPr txBox="1"/>
          <p:nvPr/>
        </p:nvSpPr>
        <p:spPr>
          <a:xfrm>
            <a:off x="493059" y="4814140"/>
            <a:ext cx="1120588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通过外键关联到用户表和电影表，确保每条记录能够明确指示出是哪个用户收藏了哪一部电影，也能通过相关查询方便地展示哪些电影是最受欢迎的。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存储用户针对电影的评论信息。每条评论都会关联到特定的用户和电影，并记录下评论内容和评论的时间。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7789EBB-3751-B76A-095C-6AE098F25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48" y="1265320"/>
            <a:ext cx="7120946" cy="2422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789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66244" y="-97245"/>
            <a:ext cx="2114550" cy="1028700"/>
          </a:xfrm>
        </p:spPr>
        <p:txBody>
          <a:bodyPr/>
          <a:lstStyle/>
          <a:p>
            <a:r>
              <a:rPr lang="zh-CN" altLang="en-US" dirty="0"/>
              <a:t>网站页面</a:t>
            </a:r>
          </a:p>
        </p:txBody>
      </p:sp>
      <p:graphicFrame>
        <p:nvGraphicFramePr>
          <p:cNvPr id="4" name="图示 3"/>
          <p:cNvGraphicFramePr/>
          <p:nvPr/>
        </p:nvGraphicFramePr>
        <p:xfrm>
          <a:off x="922020" y="504401"/>
          <a:ext cx="7954374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9552901" y="1327332"/>
            <a:ext cx="1913929" cy="4226560"/>
            <a:chOff x="5994456" y="849652"/>
            <a:chExt cx="1913929" cy="4226560"/>
          </a:xfrm>
        </p:grpSpPr>
        <p:sp>
          <p:nvSpPr>
            <p:cNvPr id="6" name="矩形 5"/>
            <p:cNvSpPr/>
            <p:nvPr/>
          </p:nvSpPr>
          <p:spPr>
            <a:xfrm>
              <a:off x="5994456" y="849652"/>
              <a:ext cx="1913929" cy="422656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文本框 6"/>
            <p:cNvSpPr txBox="1"/>
            <p:nvPr/>
          </p:nvSpPr>
          <p:spPr>
            <a:xfrm>
              <a:off x="5994456" y="849652"/>
              <a:ext cx="1913929" cy="42265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2928" tIns="338880" rIns="312928" bIns="312928" numCol="1" spcCol="1270" anchor="t" anchorCtr="0">
              <a:noAutofit/>
            </a:bodyPr>
            <a:lstStyle/>
            <a:p>
              <a:pPr marL="285750" lvl="1" indent="-285750" algn="l" defTabSz="1511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zh-CN" altLang="en-US" sz="3400" kern="1200"/>
            </a:p>
            <a:p>
              <a:pPr marL="285750" lvl="1" indent="-285750" algn="l" defTabSz="1511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zh-CN" altLang="en-US" sz="3400" kern="1200" dirty="0"/>
            </a:p>
          </p:txBody>
        </p:sp>
      </p:grpSp>
      <p:sp>
        <p:nvSpPr>
          <p:cNvPr id="9" name="矩形 8"/>
          <p:cNvSpPr/>
          <p:nvPr/>
        </p:nvSpPr>
        <p:spPr>
          <a:xfrm>
            <a:off x="9132299" y="878839"/>
            <a:ext cx="768482" cy="768482"/>
          </a:xfrm>
          <a:prstGeom prst="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8" name="组合 7"/>
          <p:cNvGrpSpPr/>
          <p:nvPr/>
        </p:nvGrpSpPr>
        <p:grpSpPr>
          <a:xfrm>
            <a:off x="1330325" y="1708488"/>
            <a:ext cx="2172970" cy="3331249"/>
            <a:chOff x="3021" y="2116"/>
            <a:chExt cx="3422" cy="3862"/>
          </a:xfrm>
        </p:grpSpPr>
        <p:sp>
          <p:nvSpPr>
            <p:cNvPr id="11" name="文本框 10"/>
            <p:cNvSpPr txBox="1"/>
            <p:nvPr/>
          </p:nvSpPr>
          <p:spPr>
            <a:xfrm>
              <a:off x="4069" y="2116"/>
              <a:ext cx="1084" cy="4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accent6">
                      <a:lumMod val="50000"/>
                    </a:schemeClr>
                  </a:solidFill>
                </a:rPr>
                <a:t>首页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319" y="2933"/>
              <a:ext cx="2585" cy="4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accent6">
                      <a:lumMod val="75000"/>
                    </a:schemeClr>
                  </a:solidFill>
                </a:rPr>
                <a:t>顶部奶龙动画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021" y="3891"/>
              <a:ext cx="3422" cy="7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accent6">
                      <a:lumMod val="75000"/>
                    </a:schemeClr>
                  </a:solidFill>
                </a:rPr>
                <a:t>主界面展示热映电影列表</a:t>
              </a:r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3180" y="4909"/>
              <a:ext cx="3105" cy="10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tx2">
                      <a:lumMod val="25000"/>
                    </a:schemeClr>
                  </a:solidFill>
                </a:rPr>
                <a:t>根据登陆状态显示不同导航栏选项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194810" y="1700233"/>
            <a:ext cx="2172970" cy="1924396"/>
            <a:chOff x="3180" y="2116"/>
            <a:chExt cx="3422" cy="2231"/>
          </a:xfrm>
        </p:grpSpPr>
        <p:sp>
          <p:nvSpPr>
            <p:cNvPr id="16" name="文本框 15"/>
            <p:cNvSpPr txBox="1"/>
            <p:nvPr/>
          </p:nvSpPr>
          <p:spPr>
            <a:xfrm>
              <a:off x="3445" y="2116"/>
              <a:ext cx="2361" cy="4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accent6">
                      <a:lumMod val="50000"/>
                    </a:schemeClr>
                  </a:solidFill>
                </a:rPr>
                <a:t>电影详情页</a:t>
              </a: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319" y="2933"/>
              <a:ext cx="2585" cy="4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tx1"/>
                  </a:solidFill>
                </a:rPr>
                <a:t>电影详细信息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3180" y="3920"/>
              <a:ext cx="3422" cy="4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/>
                <a:t>收藏和评论功能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873875" y="1724998"/>
            <a:ext cx="2172970" cy="3054364"/>
            <a:chOff x="3021" y="2116"/>
            <a:chExt cx="3422" cy="3541"/>
          </a:xfrm>
        </p:grpSpPr>
        <p:sp>
          <p:nvSpPr>
            <p:cNvPr id="21" name="文本框 20"/>
            <p:cNvSpPr txBox="1"/>
            <p:nvPr/>
          </p:nvSpPr>
          <p:spPr>
            <a:xfrm>
              <a:off x="3861" y="2116"/>
              <a:ext cx="1793" cy="4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accent6">
                      <a:lumMod val="50000"/>
                    </a:schemeClr>
                  </a:solidFill>
                </a:rPr>
                <a:t>个人中心</a:t>
              </a: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3319" y="2933"/>
              <a:ext cx="2585" cy="4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accent6">
                      <a:lumMod val="75000"/>
                    </a:schemeClr>
                  </a:solidFill>
                </a:rPr>
                <a:t>显示用户信息</a:t>
              </a: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3021" y="3891"/>
              <a:ext cx="3422" cy="10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/>
                <a:t>支持修改信息</a:t>
              </a:r>
              <a:r>
                <a:rPr lang="en-US" altLang="zh-CN"/>
                <a:t>(</a:t>
              </a:r>
              <a:r>
                <a:rPr lang="zh-CN" altLang="en-US"/>
                <a:t>用户名、邮箱、密码</a:t>
              </a:r>
              <a:r>
                <a:rPr lang="en-US" altLang="zh-CN"/>
                <a:t>)</a:t>
              </a:r>
            </a:p>
            <a:p>
              <a:endParaRPr lang="en-US" altLang="zh-CN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3180" y="4909"/>
              <a:ext cx="3105" cy="7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accent6">
                      <a:lumMod val="75000"/>
                    </a:schemeClr>
                  </a:solidFill>
                </a:rPr>
                <a:t>用户收藏的内容</a:t>
              </a:r>
            </a:p>
            <a:p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9601835" y="1747223"/>
            <a:ext cx="1952625" cy="1939060"/>
            <a:chOff x="3180" y="2116"/>
            <a:chExt cx="3075" cy="2248"/>
          </a:xfrm>
        </p:grpSpPr>
        <p:sp>
          <p:nvSpPr>
            <p:cNvPr id="26" name="文本框 25"/>
            <p:cNvSpPr txBox="1"/>
            <p:nvPr/>
          </p:nvSpPr>
          <p:spPr>
            <a:xfrm>
              <a:off x="3560" y="2116"/>
              <a:ext cx="2361" cy="4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accent6">
                      <a:lumMod val="50000"/>
                    </a:schemeClr>
                  </a:solidFill>
                </a:rPr>
                <a:t>登陆</a:t>
              </a:r>
              <a:r>
                <a:rPr lang="en-US" altLang="zh-CN" dirty="0">
                  <a:solidFill>
                    <a:schemeClr val="accent6">
                      <a:lumMod val="50000"/>
                    </a:schemeClr>
                  </a:solidFill>
                </a:rPr>
                <a:t>\</a:t>
              </a:r>
              <a:r>
                <a:rPr lang="zh-CN" altLang="en-US" dirty="0">
                  <a:solidFill>
                    <a:schemeClr val="accent6">
                      <a:lumMod val="50000"/>
                    </a:schemeClr>
                  </a:solidFill>
                </a:rPr>
                <a:t>注册</a:t>
              </a: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3180" y="3616"/>
              <a:ext cx="3075" cy="7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/>
                <a:t>登陆与注册页面的切换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2093595" y="5923280"/>
            <a:ext cx="7899400" cy="652145"/>
            <a:chOff x="3297" y="9328"/>
            <a:chExt cx="12440" cy="1027"/>
          </a:xfrm>
        </p:grpSpPr>
        <p:sp>
          <p:nvSpPr>
            <p:cNvPr id="30" name="矩形 29"/>
            <p:cNvSpPr/>
            <p:nvPr/>
          </p:nvSpPr>
          <p:spPr>
            <a:xfrm>
              <a:off x="11373" y="9339"/>
              <a:ext cx="4364" cy="1016"/>
            </a:xfrm>
            <a:prstGeom prst="rect">
              <a:avLst/>
            </a:prstGeom>
            <a:solidFill>
              <a:schemeClr val="tx2">
                <a:lumMod val="9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3297" y="9328"/>
              <a:ext cx="4814" cy="1016"/>
              <a:chOff x="4228" y="9369"/>
              <a:chExt cx="4814" cy="1016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4228" y="9369"/>
                <a:ext cx="4814" cy="986"/>
              </a:xfrm>
              <a:prstGeom prst="rect">
                <a:avLst/>
              </a:prstGeom>
              <a:solidFill>
                <a:schemeClr val="tx2">
                  <a:lumMod val="9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4769" y="9369"/>
                <a:ext cx="4156" cy="1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>
                    <a:solidFill>
                      <a:schemeClr val="accent5">
                        <a:lumMod val="75000"/>
                      </a:schemeClr>
                    </a:solidFill>
                  </a:rPr>
                  <a:t>Html</a:t>
                </a:r>
                <a:r>
                  <a:rPr lang="zh-CN" altLang="en-US">
                    <a:solidFill>
                      <a:schemeClr val="accent5">
                        <a:lumMod val="75000"/>
                      </a:schemeClr>
                    </a:solidFill>
                  </a:rPr>
                  <a:t>网页布局、动画设计</a:t>
                </a:r>
              </a:p>
            </p:txBody>
          </p:sp>
        </p:grpSp>
        <p:sp>
          <p:nvSpPr>
            <p:cNvPr id="32" name="文本框 31"/>
            <p:cNvSpPr txBox="1"/>
            <p:nvPr/>
          </p:nvSpPr>
          <p:spPr>
            <a:xfrm>
              <a:off x="12358" y="9466"/>
              <a:ext cx="295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chemeClr val="accent5">
                      <a:lumMod val="75000"/>
                    </a:schemeClr>
                  </a:solidFill>
                </a:rPr>
                <a:t>Css</a:t>
              </a:r>
              <a:r>
                <a:rPr lang="zh-CN" altLang="en-US">
                  <a:solidFill>
                    <a:schemeClr val="accent5">
                      <a:lumMod val="75000"/>
                    </a:schemeClr>
                  </a:solidFill>
                </a:rPr>
                <a:t>样式设计</a:t>
              </a:r>
            </a:p>
          </p:txBody>
        </p:sp>
      </p:grpSp>
      <p:sp>
        <p:nvSpPr>
          <p:cNvPr id="35" name="加号 34"/>
          <p:cNvSpPr/>
          <p:nvPr/>
        </p:nvSpPr>
        <p:spPr>
          <a:xfrm>
            <a:off x="5815965" y="5860415"/>
            <a:ext cx="741045" cy="715010"/>
          </a:xfrm>
          <a:prstGeom prst="mathPlus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58315" y="53975"/>
            <a:ext cx="3884930" cy="1028700"/>
          </a:xfrm>
        </p:spPr>
        <p:txBody>
          <a:bodyPr/>
          <a:lstStyle/>
          <a:p>
            <a:r>
              <a:rPr lang="zh-CN" altLang="en-US" dirty="0"/>
              <a:t>收藏功能的前端设计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540" y="1338580"/>
            <a:ext cx="4880610" cy="510032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965" y="1195070"/>
            <a:ext cx="3770630" cy="267208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9965" y="4050665"/>
            <a:ext cx="3867785" cy="2324100"/>
          </a:xfrm>
          <a:prstGeom prst="rect">
            <a:avLst/>
          </a:prstGeom>
        </p:spPr>
      </p:pic>
      <p:sp>
        <p:nvSpPr>
          <p:cNvPr id="25" name="标题 1"/>
          <p:cNvSpPr>
            <a:spLocks noGrp="1"/>
          </p:cNvSpPr>
          <p:nvPr/>
        </p:nvSpPr>
        <p:spPr>
          <a:xfrm>
            <a:off x="6872605" y="53975"/>
            <a:ext cx="5013325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部分界面图形的</a:t>
            </a:r>
            <a:r>
              <a:rPr lang="en-US" altLang="zh-CN" dirty="0"/>
              <a:t>css</a:t>
            </a:r>
            <a:r>
              <a:rPr dirty="0"/>
              <a:t>样式设计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6B46C9-8A0F-8225-BCED-FA784A59A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960" y="71088"/>
            <a:ext cx="10858500" cy="1028700"/>
          </a:xfrm>
        </p:spPr>
        <p:txBody>
          <a:bodyPr/>
          <a:lstStyle/>
          <a:p>
            <a:r>
              <a:rPr lang="zh-CN" altLang="en-US" dirty="0"/>
              <a:t>后端设计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2C8B7430-2D85-CF57-1DB6-B52245807C29}"/>
              </a:ext>
            </a:extLst>
          </p:cNvPr>
          <p:cNvGrpSpPr/>
          <p:nvPr/>
        </p:nvGrpSpPr>
        <p:grpSpPr>
          <a:xfrm>
            <a:off x="568960" y="1358948"/>
            <a:ext cx="10229522" cy="3626056"/>
            <a:chOff x="962482" y="1508708"/>
            <a:chExt cx="10229522" cy="3626056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3437FCE9-1840-C6FA-8722-6CACC01599EF}"/>
                </a:ext>
              </a:extLst>
            </p:cNvPr>
            <p:cNvSpPr txBox="1"/>
            <p:nvPr/>
          </p:nvSpPr>
          <p:spPr>
            <a:xfrm>
              <a:off x="1027965" y="4734654"/>
              <a:ext cx="2829192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 b="1" i="0">
                  <a:gradFill>
                    <a:gsLst>
                      <a:gs pos="0">
                        <a:schemeClr val="accent3">
                          <a:lumMod val="60000"/>
                          <a:lumOff val="40000"/>
                        </a:schemeClr>
                      </a:gs>
                      <a:gs pos="69000">
                        <a:schemeClr val="accent5"/>
                      </a:gs>
                    </a:gsLst>
                    <a:lin ang="2700000" scaled="0"/>
                  </a:gradFill>
                  <a:effectLst>
                    <a:outerShdw blurRad="152400" dist="76200" dir="5400000" algn="ctr" rotWithShape="0">
                      <a:schemeClr val="accent4">
                        <a:lumMod val="75000"/>
                        <a:alpha val="10000"/>
                      </a:schemeClr>
                    </a:outerShdw>
                  </a:effectLst>
                </a:defRPr>
              </a:lvl1pPr>
            </a:lstStyle>
            <a:p>
              <a:r>
                <a:rPr lang="en-US" altLang="zh-CN" sz="2000" dirty="0">
                  <a:solidFill>
                    <a:schemeClr val="accent1"/>
                  </a:solidFill>
                </a:rPr>
                <a:t>Request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B50C1DBB-99B4-B1CA-697E-21AFFCE85B3A}"/>
                </a:ext>
              </a:extLst>
            </p:cNvPr>
            <p:cNvSpPr txBox="1"/>
            <p:nvPr/>
          </p:nvSpPr>
          <p:spPr>
            <a:xfrm>
              <a:off x="962482" y="1508708"/>
              <a:ext cx="10229522" cy="138499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 b="1" i="0">
                  <a:gradFill>
                    <a:gsLst>
                      <a:gs pos="0">
                        <a:schemeClr val="accent2">
                          <a:lumMod val="60000"/>
                          <a:lumOff val="40000"/>
                        </a:schemeClr>
                      </a:gs>
                      <a:gs pos="60000">
                        <a:schemeClr val="accent2"/>
                      </a:gs>
                    </a:gsLst>
                    <a:lin ang="2700000" scaled="0"/>
                  </a:gradFill>
                  <a:effectLst>
                    <a:outerShdw blurRad="76200" dist="50800" dir="5400000" algn="ctr" rotWithShape="0">
                      <a:schemeClr val="accent1">
                        <a:alpha val="20000"/>
                      </a:schemeClr>
                    </a:outerShdw>
                  </a:effectLst>
                </a:defRPr>
              </a:lvl1pPr>
            </a:lstStyle>
            <a:p>
              <a:r>
                <a:rPr lang="en-US" altLang="zh-CN" sz="2800" dirty="0">
                  <a:solidFill>
                    <a:schemeClr val="accent1"/>
                  </a:solidFill>
                  <a:effectLst>
                    <a:outerShdw blurRad="152400" dist="76200" dir="5400000" algn="ctr" rotWithShape="0">
                      <a:schemeClr val="accent4">
                        <a:lumMod val="75000"/>
                        <a:alpha val="10000"/>
                      </a:schemeClr>
                    </a:outerShdw>
                  </a:effectLst>
                </a:rPr>
                <a:t>Design</a:t>
              </a:r>
            </a:p>
            <a:p>
              <a:r>
                <a:rPr lang="zh-CN" altLang="zh-CN" sz="2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创建服务器文件，加载了不同功能模块对应的路由，用于处理与用户、电影、评论、收藏相关的各种</a:t>
              </a:r>
              <a:r>
                <a:rPr lang="en-US" altLang="zh-CN" sz="2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 HTTP </a:t>
              </a:r>
              <a:r>
                <a:rPr lang="zh-CN" altLang="zh-CN" sz="2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请求，</a:t>
              </a:r>
              <a:r>
                <a:rPr lang="en-US" altLang="zh-CN" sz="2800" dirty="0">
                  <a:solidFill>
                    <a:srgbClr val="FFFFFF"/>
                  </a:solidFill>
                  <a:effectLst>
                    <a:outerShdw blurRad="152400" dist="76200" dir="5400000" algn="ctr" rotWithShape="0">
                      <a:schemeClr val="tx1">
                        <a:lumMod val="85000"/>
                        <a:lumOff val="15000"/>
                        <a:alpha val="10000"/>
                      </a:schemeClr>
                    </a:outerShdw>
                  </a:effectLst>
                </a:rPr>
                <a:t> </a:t>
              </a:r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CA8B6781-9DFD-C129-890F-102B29F61F55}"/>
                </a:ext>
              </a:extLst>
            </p:cNvPr>
            <p:cNvGrpSpPr/>
            <p:nvPr/>
          </p:nvGrpSpPr>
          <p:grpSpPr>
            <a:xfrm>
              <a:off x="1132950" y="4119415"/>
              <a:ext cx="1091316" cy="69849"/>
              <a:chOff x="1145748" y="4647766"/>
              <a:chExt cx="1091316" cy="69849"/>
            </a:xfrm>
          </p:grpSpPr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230CEE22-EA57-D3BE-203F-8EA2D483FC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26913" y="4682691"/>
                <a:ext cx="951618" cy="0"/>
              </a:xfrm>
              <a:prstGeom prst="line">
                <a:avLst/>
              </a:prstGeom>
              <a:ln w="9525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E7F1AFB7-1B99-ACCF-B9DF-D8BFA9895A3E}"/>
                  </a:ext>
                </a:extLst>
              </p:cNvPr>
              <p:cNvSpPr/>
              <p:nvPr/>
            </p:nvSpPr>
            <p:spPr>
              <a:xfrm>
                <a:off x="1145748" y="4647766"/>
                <a:ext cx="69849" cy="6984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3D9332C1-DE6E-76C3-E868-1D2AABAF31C4}"/>
                  </a:ext>
                </a:extLst>
              </p:cNvPr>
              <p:cNvSpPr/>
              <p:nvPr/>
            </p:nvSpPr>
            <p:spPr>
              <a:xfrm>
                <a:off x="2167215" y="4647766"/>
                <a:ext cx="69849" cy="6984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dirty="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D4FD468C-0888-3CA6-4641-3BFD502B4495}"/>
              </a:ext>
            </a:extLst>
          </p:cNvPr>
          <p:cNvSpPr txBox="1"/>
          <p:nvPr/>
        </p:nvSpPr>
        <p:spPr>
          <a:xfrm>
            <a:off x="2154418" y="4341113"/>
            <a:ext cx="2829191" cy="793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设计用户相关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路由及逻辑，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处理用户注册、登录、修改密码，</a:t>
            </a:r>
            <a:endParaRPr lang="en-US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9E3A005-7932-3225-E39C-08D38AAECEF4}"/>
              </a:ext>
            </a:extLst>
          </p:cNvPr>
          <p:cNvSpPr txBox="1"/>
          <p:nvPr/>
        </p:nvSpPr>
        <p:spPr>
          <a:xfrm>
            <a:off x="5215842" y="4341113"/>
            <a:ext cx="3226912" cy="1530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1600" kern="1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设计电影相关路由及逻辑，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获取电影列表以及单部电影详细信息的功能，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然后通过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查询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movies 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表并返回相应数据给前端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600" dirty="0">
              <a:solidFill>
                <a:srgbClr val="FFFFFF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64E1E11-FE13-C7EC-7952-8304AC58AA3D}"/>
              </a:ext>
            </a:extLst>
          </p:cNvPr>
          <p:cNvSpPr txBox="1"/>
          <p:nvPr/>
        </p:nvSpPr>
        <p:spPr>
          <a:xfrm>
            <a:off x="8496094" y="4341113"/>
            <a:ext cx="3226912" cy="1161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设计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评论相关的路由及逻辑，提供用户发表评论以及获取某部电影所有评论的接口。</a:t>
            </a:r>
            <a:endParaRPr lang="en-US" altLang="zh-CN" sz="1600" dirty="0">
              <a:solidFill>
                <a:srgbClr val="FFFFFF"/>
              </a:solidFill>
            </a:endParaRPr>
          </a:p>
        </p:txBody>
      </p:sp>
      <p:pic>
        <p:nvPicPr>
          <p:cNvPr id="5" name="图形 4" descr="客户评价 纯色填充">
            <a:extLst>
              <a:ext uri="{FF2B5EF4-FFF2-40B4-BE49-F238E27FC236}">
                <a16:creationId xmlns:a16="http://schemas.microsoft.com/office/drawing/2014/main" id="{8144E4C9-A2B0-76C4-541E-1B05FE00F7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1813" y="3262264"/>
            <a:ext cx="914400" cy="914400"/>
          </a:xfrm>
          <a:prstGeom prst="rect">
            <a:avLst/>
          </a:prstGeom>
        </p:spPr>
      </p:pic>
      <p:pic>
        <p:nvPicPr>
          <p:cNvPr id="24" name="图形 23" descr="文档 纯色填充">
            <a:extLst>
              <a:ext uri="{FF2B5EF4-FFF2-40B4-BE49-F238E27FC236}">
                <a16:creationId xmlns:a16="http://schemas.microsoft.com/office/drawing/2014/main" id="{06F9D264-B964-B31B-2174-35528FE5CA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14692" y="3262264"/>
            <a:ext cx="914400" cy="914400"/>
          </a:xfrm>
          <a:prstGeom prst="rect">
            <a:avLst/>
          </a:prstGeom>
        </p:spPr>
      </p:pic>
      <p:pic>
        <p:nvPicPr>
          <p:cNvPr id="26" name="图形 25" descr="戏院 纯色填充">
            <a:extLst>
              <a:ext uri="{FF2B5EF4-FFF2-40B4-BE49-F238E27FC236}">
                <a16:creationId xmlns:a16="http://schemas.microsoft.com/office/drawing/2014/main" id="{2CA6A2B1-FBD3-E415-3607-008380A5C5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8827" y="326226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730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D52094-98C0-4141-A04B-98B9DF4DFA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" y="2537687"/>
            <a:ext cx="10858500" cy="1328569"/>
          </a:xfrm>
        </p:spPr>
        <p:txBody>
          <a:bodyPr/>
          <a:lstStyle/>
          <a:p>
            <a:r>
              <a:rPr lang="zh-CN" altLang="en-US" sz="4000" dirty="0">
                <a:sym typeface="Arial" panose="020B0604020202020204" pitchFamily="34" charset="0"/>
              </a:rPr>
              <a:t>感谢观看</a:t>
            </a:r>
            <a:endParaRPr lang="en-US" altLang="zh-CN" sz="4000" dirty="0">
              <a:sym typeface="Arial" panose="020B0604020202020204" pitchFamily="34" charset="0"/>
            </a:endParaRPr>
          </a:p>
          <a:p>
            <a:r>
              <a:rPr lang="en-GB" altLang="zh-CN" sz="4000" dirty="0">
                <a:sym typeface="Arial" panose="020B0604020202020204" pitchFamily="34" charset="0"/>
              </a:rPr>
              <a:t>Thank you for watching.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77829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0082f1ac-f1d1-4593-a9bc-479439e5d57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798929;"/>
  <p:tag name="ISLIDE.TEMPLATE" val="https://www.islide.cc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heme/theme1.xml><?xml version="1.0" encoding="utf-8"?>
<a:theme xmlns:a="http://schemas.openxmlformats.org/drawingml/2006/main" name="OfficePLUS 主题">
  <a:themeElements>
    <a:clrScheme name="iSlide VI标准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9ADB4"/>
      </a:accent1>
      <a:accent2>
        <a:srgbClr val="2A78B5"/>
      </a:accent2>
      <a:accent3>
        <a:srgbClr val="4E90C2"/>
      </a:accent3>
      <a:accent4>
        <a:srgbClr val="F08E2C"/>
      </a:accent4>
      <a:accent5>
        <a:srgbClr val="5F5F5F"/>
      </a:accent5>
      <a:accent6>
        <a:srgbClr val="808080"/>
      </a:accent6>
      <a:hlink>
        <a:srgbClr val="0162A8"/>
      </a:hlink>
      <a:folHlink>
        <a:srgbClr val="BFBFBF"/>
      </a:folHlink>
    </a:clrScheme>
    <a:fontScheme name="标准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126</TotalTime>
  <Words>568</Words>
  <Application>Microsoft Office PowerPoint</Application>
  <PresentationFormat>宽屏</PresentationFormat>
  <Paragraphs>81</Paragraphs>
  <Slides>13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等线</vt:lpstr>
      <vt:lpstr>黑体</vt:lpstr>
      <vt:lpstr>Microsoft YaHei</vt:lpstr>
      <vt:lpstr>Microsoft YaHei</vt:lpstr>
      <vt:lpstr>幼圆</vt:lpstr>
      <vt:lpstr>Arial</vt:lpstr>
      <vt:lpstr>Trebuchet MS</vt:lpstr>
      <vt:lpstr>OfficePLUS 主题</vt:lpstr>
      <vt:lpstr>影评推荐 网页设计</vt:lpstr>
      <vt:lpstr>PowerPoint 演示文稿</vt:lpstr>
      <vt:lpstr>功能介绍与演示</vt:lpstr>
      <vt:lpstr>PowerPoint 演示文稿</vt:lpstr>
      <vt:lpstr>PowerPoint 演示文稿</vt:lpstr>
      <vt:lpstr>实现过程</vt:lpstr>
      <vt:lpstr>项目初始化与环境搭建</vt:lpstr>
      <vt:lpstr>PowerPoint 演示文稿</vt:lpstr>
      <vt:lpstr>PowerPoint 演示文稿</vt:lpstr>
      <vt:lpstr>网站页面</vt:lpstr>
      <vt:lpstr>收藏功能的前端设计</vt:lpstr>
      <vt:lpstr>后端设计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Rin</dc:creator>
  <cp:lastModifiedBy>KID 1412</cp:lastModifiedBy>
  <cp:revision>9</cp:revision>
  <cp:lastPrinted>2022-11-14T16:00:00Z</cp:lastPrinted>
  <dcterms:created xsi:type="dcterms:W3CDTF">2022-11-14T16:00:00Z</dcterms:created>
  <dcterms:modified xsi:type="dcterms:W3CDTF">2024-12-09T04:23:24Z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0082f1ac-f1d1-4593-a9bc-479439e5d578</vt:lpwstr>
  </property>
</Properties>
</file>
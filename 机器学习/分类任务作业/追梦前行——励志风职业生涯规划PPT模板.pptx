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147310920" r:id="rId6"/>
    <p:sldId id="2147310921" r:id="rId7"/>
    <p:sldId id="2147310922" r:id="rId8"/>
    <p:sldId id="2147310917" r:id="rId9"/>
    <p:sldId id="261" r:id="rId10"/>
    <p:sldId id="2147310923" r:id="rId11"/>
    <p:sldId id="2147310924" r:id="rId12"/>
    <p:sldId id="2147310925" r:id="rId13"/>
    <p:sldId id="2147310918" r:id="rId14"/>
    <p:sldId id="262" r:id="rId15"/>
    <p:sldId id="2147310926" r:id="rId16"/>
    <p:sldId id="2147310927" r:id="rId17"/>
    <p:sldId id="2147310928" r:id="rId18"/>
    <p:sldId id="2147310919" r:id="rId19"/>
    <p:sldId id="263" r:id="rId20"/>
    <p:sldId id="2147310929" r:id="rId21"/>
    <p:sldId id="2147310930" r:id="rId22"/>
    <p:sldId id="2147310931" r:id="rId23"/>
    <p:sldId id="2147310932" r:id="rId24"/>
    <p:sldId id="2007578505" r:id="rId25"/>
    <p:sldId id="200757850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FFFF00"/>
    <a:srgbClr val="D5F2D3"/>
    <a:srgbClr val="A7A747"/>
    <a:srgbClr val="F1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0" y="264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2844" y="5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huli\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成交额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2.7</c:v>
                </c:pt>
                <c:pt idx="2">
                  <c:v>3.9</c:v>
                </c:pt>
                <c:pt idx="3">
                  <c:v>4.5</c:v>
                </c:pt>
              </c:numCache>
            </c:numRef>
          </c:val>
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<c:ext xmlns:c16="http://schemas.microsoft.com/office/drawing/2014/chart" uri="{C3380CC4-5D6E-409C-BE32-E72D297353CC}">
              <c16:uniqueId val="{00000000-8428-412A-B6A5-48BEFF8AF4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使用人数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</c:v>
                </c:pt>
                <c:pt idx="1">
                  <c:v>2.2999999999999998</c:v>
                </c:pt>
                <c:pt idx="2">
                  <c:v>4.7</c:v>
                </c:pt>
                <c:pt idx="3">
                  <c:v>5</c:v>
                </c:pt>
              </c:numCache>
            </c:numRef>
          </c:val>
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<c:ext xmlns:c16="http://schemas.microsoft.com/office/drawing/2014/chart" uri="{C3380CC4-5D6E-409C-BE32-E72D297353CC}">
              <c16:uniqueId val="{00000001-8428-412A-B6A5-48BEFF8AF4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市场份额</c:v>
                </c:pt>
              </c:strCache>
            </c:strRef>
          </c:tx>
          <c:spPr>
            <a:solidFill>
              <a:srgbClr val="D5F2D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</c:v>
                </c:pt>
                <c:pt idx="1">
                  <c:v>3.2</c:v>
                </c:pt>
                <c:pt idx="2">
                  <c:v>3.6</c:v>
                </c:pt>
                <c:pt idx="3">
                  <c:v>5.6</c:v>
                </c:pt>
              </c:numCache>
            </c:numRef>
          </c:val>
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<c:ext xmlns:c16="http://schemas.microsoft.com/office/drawing/2014/chart" uri="{C3380CC4-5D6E-409C-BE32-E72D297353CC}">
              <c16:uniqueId val="{00000002-8428-412A-B6A5-48BEFF8AF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8707688"/>
        <c:axId val="658711608"/>
      </c:barChart>
      <c:catAx>
        <c:axId val="658707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40404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658711608"/>
        <c:crosses val="autoZero"/>
        <c:auto val="0"/>
        <c:lblAlgn val="ctr"/>
        <c:lblOffset val="100"/>
        <c:noMultiLvlLbl val="0"/>
      </c:catAx>
      <c:valAx>
        <c:axId val="658711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587076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FFD7D-5CC7-4DC4-9F8C-F379270ECABD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AC38D-BF1E-4DD1-9BD2-C8A7CF83D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175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60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16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47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64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03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451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20C4F9-E4B4-0D0F-CB34-8FE8A257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7438231"/>
            <a:ext cx="61055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49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041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65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827C11-C607-FF9D-AD93-F8B6537B7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7438231"/>
            <a:ext cx="61055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8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468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824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26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58A9D1-7D83-8BB8-5929-D58A201E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7438231"/>
            <a:ext cx="61055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06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877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3FDBB4-3C05-76C3-EC9F-37FCBF24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7438231"/>
            <a:ext cx="61055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61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7194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7325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528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AC38D-BF1E-4DD1-9BD2-C8A7CF83D281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50D872-B51E-A522-F089-E3DAFA196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7438231"/>
            <a:ext cx="61055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40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>
            <a:extLst>
              <a:ext uri="{FF2B5EF4-FFF2-40B4-BE49-F238E27FC236}">
                <a16:creationId xmlns:a16="http://schemas.microsoft.com/office/drawing/2014/main" id="{09B36D88-470A-9EA6-75E2-50927592C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047" r="9047" b="141"/>
          <a:stretch>
            <a:fillRect/>
          </a:stretch>
        </p:blipFill>
        <p:spPr>
          <a:xfrm>
            <a:off x="0" y="3076456"/>
            <a:ext cx="12192000" cy="3781545"/>
          </a:xfrm>
          <a:custGeom>
            <a:avLst/>
            <a:gdLst>
              <a:gd name="connsiteX0" fmla="*/ 0 w 12192000"/>
              <a:gd name="connsiteY0" fmla="*/ 0 h 3781545"/>
              <a:gd name="connsiteX1" fmla="*/ 12192000 w 12192000"/>
              <a:gd name="connsiteY1" fmla="*/ 0 h 3781545"/>
              <a:gd name="connsiteX2" fmla="*/ 12192000 w 12192000"/>
              <a:gd name="connsiteY2" fmla="*/ 3781545 h 3781545"/>
              <a:gd name="connsiteX3" fmla="*/ 0 w 12192000"/>
              <a:gd name="connsiteY3" fmla="*/ 3781545 h 378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81545">
                <a:moveTo>
                  <a:pt x="0" y="0"/>
                </a:moveTo>
                <a:lnTo>
                  <a:pt x="12192000" y="0"/>
                </a:lnTo>
                <a:lnTo>
                  <a:pt x="12192000" y="3781545"/>
                </a:lnTo>
                <a:lnTo>
                  <a:pt x="0" y="37815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3063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D:\51PPT模板网\51pptmoban.com\图片.jpg">
            <a:extLst>
              <a:ext uri="{FF2B5EF4-FFF2-40B4-BE49-F238E27FC236}">
                <a16:creationId xmlns:a16="http://schemas.microsoft.com/office/drawing/2014/main" id="{09B36D88-470A-9EA6-75E2-50927592C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grayscl/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047" r="9047" b="141"/>
          <a:stretch>
            <a:fillRect/>
          </a:stretch>
        </p:blipFill>
        <p:spPr>
          <a:xfrm>
            <a:off x="0" y="3076456"/>
            <a:ext cx="12192000" cy="3781545"/>
          </a:xfrm>
          <a:custGeom>
            <a:avLst/>
            <a:gdLst>
              <a:gd name="connsiteX0" fmla="*/ 0 w 12192000"/>
              <a:gd name="connsiteY0" fmla="*/ 0 h 3781545"/>
              <a:gd name="connsiteX1" fmla="*/ 12192000 w 12192000"/>
              <a:gd name="connsiteY1" fmla="*/ 0 h 3781545"/>
              <a:gd name="connsiteX2" fmla="*/ 12192000 w 12192000"/>
              <a:gd name="connsiteY2" fmla="*/ 3781545 h 3781545"/>
              <a:gd name="connsiteX3" fmla="*/ 0 w 12192000"/>
              <a:gd name="connsiteY3" fmla="*/ 3781545 h 378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81545">
                <a:moveTo>
                  <a:pt x="0" y="0"/>
                </a:moveTo>
                <a:lnTo>
                  <a:pt x="12192000" y="0"/>
                </a:lnTo>
                <a:lnTo>
                  <a:pt x="12192000" y="3781545"/>
                </a:lnTo>
                <a:lnTo>
                  <a:pt x="0" y="3781545"/>
                </a:lnTo>
                <a:close/>
              </a:path>
            </a:pathLst>
          </a:custGeom>
        </p:spPr>
      </p:pic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14EBCCE-6028-CA6E-5951-2CC5E7C7D158}"/>
              </a:ext>
            </a:extLst>
          </p:cNvPr>
          <p:cNvGrpSpPr/>
          <p:nvPr userDrawn="1"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E0C88FA3-E992-A0A5-82BE-AE1801D923B7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EB7EE8E2-42CE-2363-BB5E-D58A47020CBB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38614573-C733-4B06-E81D-86A465DA4113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F1A6C9FE-EFB7-BBDA-6FCB-148402C90230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2884E050-3C54-5E8D-5D45-F1F578D98D11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EA03D062-3371-1111-A8F3-528BFC0306EA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4A41BB5-FEC3-1057-41B7-A7FA55F54B9C}"/>
              </a:ext>
            </a:extLst>
          </p:cNvPr>
          <p:cNvGrpSpPr/>
          <p:nvPr userDrawn="1"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3E0F810D-9782-21FF-4069-3FF0DD7C3394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CEFA76D8-2287-CE01-F53F-536F899313F5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0FFCD670-7613-60D7-35F7-2B72298D3A2E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57D3A171-B1EF-06DB-80AD-D12DA0E754D3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FA718B8F-DC2E-1D2C-02C8-ABFF63EDB599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F6A7E077-C753-AA2B-D470-47713EC67819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 descr="D:\51PPT模板网\51pptmoban.com\图片.jpg">
            <a:extLst>
              <a:ext uri="{FF2B5EF4-FFF2-40B4-BE49-F238E27FC236}">
                <a16:creationId xmlns:a16="http://schemas.microsoft.com/office/drawing/2014/main" id="{C853F32F-7CF3-8CEA-890B-1E868C6934B1}"/>
              </a:ext>
            </a:extLst>
          </p:cNvPr>
          <p:cNvGrpSpPr/>
          <p:nvPr userDrawn="1"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EEB4D047-A219-A470-4172-7F515AF40CA0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87553B16-9E63-99CD-D560-761A7A6F4AB7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7B645CAB-DD77-3A86-8432-9E1F92AC30D5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E9DA734B-162D-3D85-6428-FF5F461DD33B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878AA4E3-380B-88D4-0B4E-ECB2E795E7F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4D5CC4F8-2D80-BE44-BEF1-7551BCC5BF5E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82E756E-86A3-9998-4326-C8B9AFF5813D}"/>
              </a:ext>
            </a:extLst>
          </p:cNvPr>
          <p:cNvGrpSpPr/>
          <p:nvPr userDrawn="1"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9AC43E2F-6CCF-B754-9D75-A8158BF02BC1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44F2EC6F-7388-EB62-C349-18373A2BE2BD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D9BAE13A-019F-0267-44EA-081C1C5412A5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0E732F20-9480-B979-47A3-7EB0D7453481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23A8C4CD-9922-5FD0-C9AA-3E917775A851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C0D23D1C-6EB1-F747-77AF-C936A79A1812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 descr="D:\51PPT模板网\51pptmoban.com\图片.jpg">
            <a:extLst>
              <a:ext uri="{FF2B5EF4-FFF2-40B4-BE49-F238E27FC236}">
                <a16:creationId xmlns:a16="http://schemas.microsoft.com/office/drawing/2014/main" id="{5A9D520E-2610-689D-B4A6-EB93A5673636}"/>
              </a:ext>
            </a:extLst>
          </p:cNvPr>
          <p:cNvGrpSpPr/>
          <p:nvPr userDrawn="1"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98A4FDEA-CD99-0265-0624-5EACC4D7688C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02EBBFD8-EEBF-3522-5182-55733EBEFDB4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1C0F955A-8A39-5DC0-90B6-04E103FB33B6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6A8D3812-125F-0579-62CC-DC050A48215A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F2E5B060-4EE2-4063-4CCA-A49AFBABB625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78E1AC8A-70C8-6733-E705-77A35F654D28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AD1734E3-4EEC-B538-2F21-A8C2EAB8A6B0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C4AEEC79-1C7D-BE83-C99E-64BC398B472D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5DCD96A3-1118-8AE6-9F1D-508A521ED039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E86DF2FF-452F-AD31-1819-8997B131F247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8074259E-C25E-2630-7A70-0AEF0D5229CA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5F83CACA-0E75-9D39-774D-FCB98B9F9E97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646B936-0CF1-F794-D79D-81CD85881667}"/>
              </a:ext>
            </a:extLst>
          </p:cNvPr>
          <p:cNvGrpSpPr/>
          <p:nvPr userDrawn="1"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A90EAE8D-61AF-4399-905F-6F0A9434BD1B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5F1E86C7-B207-59C1-7493-CF4344D0967E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606B4EFC-32FD-F996-0DE9-7BCB940BCBD6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D0E33B47-3306-0E80-879D-BF36FA929C6A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9CF8B756-A95B-55ED-04AB-441C64924969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8F1BE94E-0E93-41B3-0E8B-6DF2923CD974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96937D42-3C3A-0A9C-208B-0FF711EA1D02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6E89265A-C82A-AC89-DD31-53C0B7D70220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E5C6EE57-2BC3-476A-8B68-788373BD209F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34ABBC52-C3B5-D171-6117-AA3853A2C146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C279D207-9830-B8A0-6714-48C40F721065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8964DCD1-B224-4CE3-903E-5851F28AE788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7387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80D38-FA58-7310-20D7-30E605CD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3E1C1E-4984-9740-D49B-D8F3FD4CE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2D27B-392E-05AA-23B6-A737A911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FEF7FF-FC9C-B767-F00D-E9F59F39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08118-014C-562E-7DFA-D45D0BA1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2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C897F-F117-10DE-F776-3CEB0B3B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8869E-21BE-37E0-622F-01E9EF55E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2535B9-D675-15CD-C9BF-80ACE24A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22129E-DAFA-C3C5-7B76-327A5D08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129CDC-58A6-9401-6001-73F08AC5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70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DBDC4-2EA6-20CF-F45F-BDE23A49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B7CD3-D0D6-46E2-11C6-B38AB875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55C1C3-977A-215F-408E-A8C088421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5A11D7-AB1E-EB1C-5722-D86CFEF4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6E379-ADDC-7084-07DE-70EB80CE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99F3C1-CAA9-5D06-BB39-B61EBA4A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20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8B26D-1EF3-E8A8-AFF5-345C245E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DC41EF-FC64-800C-83DB-1F1ADEB4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50BC80-827D-8AC3-917E-ED56F6916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D46AED-6704-F5E2-2574-04C57B4D1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C175A0-1C82-AD8C-4648-17996FC00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54582F-C656-0C29-1A9E-7A863144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ACA985-B723-F6A2-4A9A-B4D9327A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2F118C-A9F6-FF3E-9B59-2A80F6B2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70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52A9B-EE7A-C67B-433C-17C84799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140946-F4C8-88C5-FF8E-1C66D5FB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4EB7DF-5337-A8A5-304E-12F9B274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437171-1B10-13B6-13EF-8AC02134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16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9159BA-6F88-66FE-10BB-95D6BDB1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3A5620-4270-430D-E194-E2B13C77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EF7A0-FA11-0FF5-B06F-8911CA1E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43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618B4-9D2C-5E41-5F8F-DD7F2FF6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48E979-CFBD-0232-CF47-35B4EEE79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1E21AD-8DB4-15F9-7F34-D05BC0CB9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4F0074-9BD8-9226-89E4-88F101F4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BAF98-53EC-B074-271C-209FFC1A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ADF070-F293-75C6-FB89-0F33788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95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C3165-7BC2-48FE-3FB0-99EDFC98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076A24-67B6-8480-C6FC-45B184E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6F9780-5D16-9F84-19A9-064FF1392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5412FB-1D6F-552F-03BB-F09BC30A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4F2B8A-DCE0-EFA3-C717-2BB14746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F0BDEA-361B-D306-1E3C-A80B62C0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60FCF-D70A-1580-A765-0AD32707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8DD91-01B1-A401-5B87-D687A5832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FBC69-73EA-EFF4-A294-04BDB866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068DA-41D6-EE2D-FF05-71DFEC79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4D92CB-B42E-2E35-59FC-46CF1096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68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41E681-E3A7-23BD-F630-21756391D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24855B-D5B6-C6B6-3C6C-1D2E69CA2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D6F0A6-0DCC-FB10-705F-E123C325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496326-1106-B35B-1DFF-DC25068D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4AD49B-D20A-9014-730A-F6FD9640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31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656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424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DE6299-C747-69EC-269B-87918A3E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8152EE-942B-282B-7317-4D3E16260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9B65C7-4F70-B91E-906C-555C3F961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DBB5D-568A-43C7-905B-2E46A1977CA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7789A-37D9-F1CA-6F5A-6DF4C2FC1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6EB12-4FE0-7869-5A8C-FE6CEB522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F5658-EF6C-4996-BB58-5ED33AEE5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76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190A6E57-8A13-FF62-21BA-C74CD7A8F73A}"/>
              </a:ext>
            </a:extLst>
          </p:cNvPr>
          <p:cNvSpPr/>
          <p:nvPr/>
        </p:nvSpPr>
        <p:spPr>
          <a:xfrm rot="21249225">
            <a:off x="2767547" y="3475083"/>
            <a:ext cx="2925390" cy="528248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平行四边形 38">
            <a:extLst>
              <a:ext uri="{FF2B5EF4-FFF2-40B4-BE49-F238E27FC236}">
                <a16:creationId xmlns:a16="http://schemas.microsoft.com/office/drawing/2014/main" id="{5374C644-64AC-9039-76E0-62BDE7D390AC}"/>
              </a:ext>
            </a:extLst>
          </p:cNvPr>
          <p:cNvSpPr/>
          <p:nvPr/>
        </p:nvSpPr>
        <p:spPr>
          <a:xfrm rot="21249225">
            <a:off x="6194443" y="1708445"/>
            <a:ext cx="1962933" cy="378151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图形 5">
            <a:extLst>
              <a:ext uri="{FF2B5EF4-FFF2-40B4-BE49-F238E27FC236}">
                <a16:creationId xmlns:a16="http://schemas.microsoft.com/office/drawing/2014/main" id="{1DAEA21E-FEF4-E992-DC1A-697765307A31}"/>
              </a:ext>
            </a:extLst>
          </p:cNvPr>
          <p:cNvGrpSpPr/>
          <p:nvPr/>
        </p:nvGrpSpPr>
        <p:grpSpPr>
          <a:xfrm>
            <a:off x="5996456" y="3010103"/>
            <a:ext cx="128295" cy="311717"/>
            <a:chOff x="6053226" y="4438144"/>
            <a:chExt cx="231724" cy="563016"/>
          </a:xfrm>
          <a:solidFill>
            <a:srgbClr val="FFFFFE"/>
          </a:solidFill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6C0A96FA-1842-41EF-ED80-3CAA5EF377EE}"/>
                </a:ext>
              </a:extLst>
            </p:cNvPr>
            <p:cNvSpPr/>
            <p:nvPr/>
          </p:nvSpPr>
          <p:spPr>
            <a:xfrm>
              <a:off x="6077693" y="4438144"/>
              <a:ext cx="207257" cy="203953"/>
            </a:xfrm>
            <a:custGeom>
              <a:avLst/>
              <a:gdLst>
                <a:gd name="connsiteX0" fmla="*/ 8572 w 207257"/>
                <a:gd name="connsiteY0" fmla="*/ 83492 h 203953"/>
                <a:gd name="connsiteX1" fmla="*/ 207258 w 207257"/>
                <a:gd name="connsiteY1" fmla="*/ 0 h 203953"/>
                <a:gd name="connsiteX2" fmla="*/ 202972 w 207257"/>
                <a:gd name="connsiteY2" fmla="*/ 117157 h 203953"/>
                <a:gd name="connsiteX3" fmla="*/ 0 w 207257"/>
                <a:gd name="connsiteY3" fmla="*/ 203954 h 203953"/>
                <a:gd name="connsiteX4" fmla="*/ 8572 w 207257"/>
                <a:gd name="connsiteY4" fmla="*/ 83492 h 20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257" h="203953">
                  <a:moveTo>
                    <a:pt x="8572" y="83492"/>
                  </a:moveTo>
                  <a:cubicBezTo>
                    <a:pt x="75992" y="58489"/>
                    <a:pt x="140196" y="25896"/>
                    <a:pt x="207258" y="0"/>
                  </a:cubicBezTo>
                  <a:cubicBezTo>
                    <a:pt x="206186" y="39023"/>
                    <a:pt x="205293" y="78135"/>
                    <a:pt x="202972" y="117157"/>
                  </a:cubicBezTo>
                  <a:cubicBezTo>
                    <a:pt x="135910" y="147429"/>
                    <a:pt x="67508" y="174665"/>
                    <a:pt x="0" y="203954"/>
                  </a:cubicBezTo>
                  <a:cubicBezTo>
                    <a:pt x="268" y="163592"/>
                    <a:pt x="1161" y="123140"/>
                    <a:pt x="8572" y="83492"/>
                  </a:cubicBezTo>
                  <a:close/>
                </a:path>
              </a:pathLst>
            </a:custGeom>
            <a:solidFill>
              <a:srgbClr val="FFFFFE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DB199D26-B1C2-31F8-1B2C-D95A5C9655F9}"/>
                </a:ext>
              </a:extLst>
            </p:cNvPr>
            <p:cNvSpPr/>
            <p:nvPr/>
          </p:nvSpPr>
          <p:spPr>
            <a:xfrm>
              <a:off x="6053226" y="4762024"/>
              <a:ext cx="221804" cy="239136"/>
            </a:xfrm>
            <a:custGeom>
              <a:avLst/>
              <a:gdLst>
                <a:gd name="connsiteX0" fmla="*/ 8930 w 221804"/>
                <a:gd name="connsiteY0" fmla="*/ 100191 h 239136"/>
                <a:gd name="connsiteX1" fmla="*/ 221724 w 221804"/>
                <a:gd name="connsiteY1" fmla="*/ 0 h 239136"/>
                <a:gd name="connsiteX2" fmla="*/ 211901 w 221804"/>
                <a:gd name="connsiteY2" fmla="*/ 143232 h 239136"/>
                <a:gd name="connsiteX3" fmla="*/ 0 w 221804"/>
                <a:gd name="connsiteY3" fmla="*/ 239137 h 239136"/>
                <a:gd name="connsiteX4" fmla="*/ 8930 w 221804"/>
                <a:gd name="connsiteY4" fmla="*/ 100191 h 239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804" h="239136">
                  <a:moveTo>
                    <a:pt x="8930" y="100191"/>
                  </a:moveTo>
                  <a:cubicBezTo>
                    <a:pt x="79920" y="66973"/>
                    <a:pt x="149483" y="30718"/>
                    <a:pt x="221724" y="0"/>
                  </a:cubicBezTo>
                  <a:cubicBezTo>
                    <a:pt x="218866" y="47238"/>
                    <a:pt x="228064" y="98494"/>
                    <a:pt x="211901" y="143232"/>
                  </a:cubicBezTo>
                  <a:cubicBezTo>
                    <a:pt x="140910" y="174307"/>
                    <a:pt x="71884" y="210115"/>
                    <a:pt x="0" y="239137"/>
                  </a:cubicBezTo>
                  <a:cubicBezTo>
                    <a:pt x="4465" y="192881"/>
                    <a:pt x="8662" y="146625"/>
                    <a:pt x="8930" y="100191"/>
                  </a:cubicBezTo>
                  <a:close/>
                </a:path>
              </a:pathLst>
            </a:custGeom>
            <a:solidFill>
              <a:srgbClr val="FFFFFE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" name="组合 12" descr="D:\51PPT模板网\51pptmoban.com\图片.jpg">
            <a:extLst>
              <a:ext uri="{FF2B5EF4-FFF2-40B4-BE49-F238E27FC236}">
                <a16:creationId xmlns:a16="http://schemas.microsoft.com/office/drawing/2014/main" id="{0CC76325-B1B0-41ED-7C06-164AB786BEEE}"/>
              </a:ext>
            </a:extLst>
          </p:cNvPr>
          <p:cNvGrpSpPr/>
          <p:nvPr/>
        </p:nvGrpSpPr>
        <p:grpSpPr>
          <a:xfrm>
            <a:off x="4676325" y="1318936"/>
            <a:ext cx="1531795" cy="1667251"/>
            <a:chOff x="3401304" y="797153"/>
            <a:chExt cx="3171988" cy="345248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76BD4E53-556B-5F15-F4EB-801C19D666DA}"/>
                </a:ext>
              </a:extLst>
            </p:cNvPr>
            <p:cNvSpPr/>
            <p:nvPr/>
          </p:nvSpPr>
          <p:spPr>
            <a:xfrm>
              <a:off x="3401304" y="797153"/>
              <a:ext cx="3171988" cy="3452485"/>
            </a:xfrm>
            <a:custGeom>
              <a:avLst/>
              <a:gdLst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305212 w 3171988"/>
                <a:gd name="connsiteY45" fmla="*/ 3437876 h 3474203"/>
                <a:gd name="connsiteX46" fmla="*/ 258670 w 3171988"/>
                <a:gd name="connsiteY46" fmla="*/ 3435726 h 3474203"/>
                <a:gd name="connsiteX47" fmla="*/ 0 w 3171988"/>
                <a:gd name="connsiteY47" fmla="*/ 3216514 h 3474203"/>
                <a:gd name="connsiteX48" fmla="*/ 230638 w 3171988"/>
                <a:gd name="connsiteY48" fmla="*/ 3170754 h 3474203"/>
                <a:gd name="connsiteX49" fmla="*/ 741059 w 3171988"/>
                <a:gd name="connsiteY49" fmla="*/ 3031897 h 3474203"/>
                <a:gd name="connsiteX50" fmla="*/ 1307558 w 3171988"/>
                <a:gd name="connsiteY50" fmla="*/ 2785973 h 3474203"/>
                <a:gd name="connsiteX51" fmla="*/ 1587861 w 3171988"/>
                <a:gd name="connsiteY51" fmla="*/ 2605504 h 3474203"/>
                <a:gd name="connsiteX52" fmla="*/ 1445165 w 3171988"/>
                <a:gd name="connsiteY52" fmla="*/ 2519154 h 3474203"/>
                <a:gd name="connsiteX53" fmla="*/ 1410607 w 3171988"/>
                <a:gd name="connsiteY53" fmla="*/ 2512814 h 3474203"/>
                <a:gd name="connsiteX54" fmla="*/ 1243979 w 3171988"/>
                <a:gd name="connsiteY54" fmla="*/ 2648635 h 3474203"/>
                <a:gd name="connsiteX55" fmla="*/ 1149502 w 3171988"/>
                <a:gd name="connsiteY55" fmla="*/ 2565410 h 3474203"/>
                <a:gd name="connsiteX56" fmla="*/ 971266 w 3171988"/>
                <a:gd name="connsiteY56" fmla="*/ 2403961 h 3474203"/>
                <a:gd name="connsiteX57" fmla="*/ 984125 w 3171988"/>
                <a:gd name="connsiteY57" fmla="*/ 2371993 h 3474203"/>
                <a:gd name="connsiteX58" fmla="*/ 1362565 w 3171988"/>
                <a:gd name="connsiteY58" fmla="*/ 2054275 h 3474203"/>
                <a:gd name="connsiteX59" fmla="*/ 1617507 w 3171988"/>
                <a:gd name="connsiteY59" fmla="*/ 1789242 h 3474203"/>
                <a:gd name="connsiteX60" fmla="*/ 1799138 w 3171988"/>
                <a:gd name="connsiteY60" fmla="*/ 1816477 h 3474203"/>
                <a:gd name="connsiteX61" fmla="*/ 1625009 w 3171988"/>
                <a:gd name="connsiteY61" fmla="*/ 1598414 h 3474203"/>
                <a:gd name="connsiteX62" fmla="*/ 1606524 w 3171988"/>
                <a:gd name="connsiteY62" fmla="*/ 1538764 h 3474203"/>
                <a:gd name="connsiteX63" fmla="*/ 1672425 w 3171988"/>
                <a:gd name="connsiteY63" fmla="*/ 1462326 h 3474203"/>
                <a:gd name="connsiteX64" fmla="*/ 1912366 w 3171988"/>
                <a:gd name="connsiteY64" fmla="*/ 1246674 h 3474203"/>
                <a:gd name="connsiteX65" fmla="*/ 2037471 w 3171988"/>
                <a:gd name="connsiteY65" fmla="*/ 1130677 h 3474203"/>
                <a:gd name="connsiteX66" fmla="*/ 2084262 w 3171988"/>
                <a:gd name="connsiteY66" fmla="*/ 1069241 h 3474203"/>
                <a:gd name="connsiteX67" fmla="*/ 2099621 w 3171988"/>
                <a:gd name="connsiteY67" fmla="*/ 938153 h 3474203"/>
                <a:gd name="connsiteX68" fmla="*/ 1892274 w 3171988"/>
                <a:gd name="connsiteY68" fmla="*/ 988784 h 3474203"/>
                <a:gd name="connsiteX69" fmla="*/ 1800120 w 3171988"/>
                <a:gd name="connsiteY69" fmla="*/ 959406 h 3474203"/>
                <a:gd name="connsiteX70" fmla="*/ 1744130 w 3171988"/>
                <a:gd name="connsiteY70" fmla="*/ 765631 h 3474203"/>
                <a:gd name="connsiteX71" fmla="*/ 1717877 w 3171988"/>
                <a:gd name="connsiteY71" fmla="*/ 625078 h 3474203"/>
                <a:gd name="connsiteX72" fmla="*/ 2151056 w 3171988"/>
                <a:gd name="connsiteY72" fmla="*/ 482025 h 3474203"/>
                <a:gd name="connsiteX73" fmla="*/ 2179542 w 3171988"/>
                <a:gd name="connsiteY73" fmla="*/ 0 h 3474203"/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305212 w 3171988"/>
                <a:gd name="connsiteY45" fmla="*/ 3437876 h 3474203"/>
                <a:gd name="connsiteX46" fmla="*/ 0 w 3171988"/>
                <a:gd name="connsiteY46" fmla="*/ 3216514 h 3474203"/>
                <a:gd name="connsiteX47" fmla="*/ 230638 w 3171988"/>
                <a:gd name="connsiteY47" fmla="*/ 3170754 h 3474203"/>
                <a:gd name="connsiteX48" fmla="*/ 741059 w 3171988"/>
                <a:gd name="connsiteY48" fmla="*/ 3031897 h 3474203"/>
                <a:gd name="connsiteX49" fmla="*/ 1307558 w 3171988"/>
                <a:gd name="connsiteY49" fmla="*/ 2785973 h 3474203"/>
                <a:gd name="connsiteX50" fmla="*/ 1587861 w 3171988"/>
                <a:gd name="connsiteY50" fmla="*/ 2605504 h 3474203"/>
                <a:gd name="connsiteX51" fmla="*/ 1445165 w 3171988"/>
                <a:gd name="connsiteY51" fmla="*/ 2519154 h 3474203"/>
                <a:gd name="connsiteX52" fmla="*/ 1410607 w 3171988"/>
                <a:gd name="connsiteY52" fmla="*/ 2512814 h 3474203"/>
                <a:gd name="connsiteX53" fmla="*/ 1243979 w 3171988"/>
                <a:gd name="connsiteY53" fmla="*/ 2648635 h 3474203"/>
                <a:gd name="connsiteX54" fmla="*/ 1149502 w 3171988"/>
                <a:gd name="connsiteY54" fmla="*/ 2565410 h 3474203"/>
                <a:gd name="connsiteX55" fmla="*/ 971266 w 3171988"/>
                <a:gd name="connsiteY55" fmla="*/ 2403961 h 3474203"/>
                <a:gd name="connsiteX56" fmla="*/ 984125 w 3171988"/>
                <a:gd name="connsiteY56" fmla="*/ 2371993 h 3474203"/>
                <a:gd name="connsiteX57" fmla="*/ 1362565 w 3171988"/>
                <a:gd name="connsiteY57" fmla="*/ 2054275 h 3474203"/>
                <a:gd name="connsiteX58" fmla="*/ 1617507 w 3171988"/>
                <a:gd name="connsiteY58" fmla="*/ 1789242 h 3474203"/>
                <a:gd name="connsiteX59" fmla="*/ 1799138 w 3171988"/>
                <a:gd name="connsiteY59" fmla="*/ 1816477 h 3474203"/>
                <a:gd name="connsiteX60" fmla="*/ 1625009 w 3171988"/>
                <a:gd name="connsiteY60" fmla="*/ 1598414 h 3474203"/>
                <a:gd name="connsiteX61" fmla="*/ 1606524 w 3171988"/>
                <a:gd name="connsiteY61" fmla="*/ 1538764 h 3474203"/>
                <a:gd name="connsiteX62" fmla="*/ 1672425 w 3171988"/>
                <a:gd name="connsiteY62" fmla="*/ 1462326 h 3474203"/>
                <a:gd name="connsiteX63" fmla="*/ 1912366 w 3171988"/>
                <a:gd name="connsiteY63" fmla="*/ 1246674 h 3474203"/>
                <a:gd name="connsiteX64" fmla="*/ 2037471 w 3171988"/>
                <a:gd name="connsiteY64" fmla="*/ 1130677 h 3474203"/>
                <a:gd name="connsiteX65" fmla="*/ 2084262 w 3171988"/>
                <a:gd name="connsiteY65" fmla="*/ 1069241 h 3474203"/>
                <a:gd name="connsiteX66" fmla="*/ 2099621 w 3171988"/>
                <a:gd name="connsiteY66" fmla="*/ 938153 h 3474203"/>
                <a:gd name="connsiteX67" fmla="*/ 1892274 w 3171988"/>
                <a:gd name="connsiteY67" fmla="*/ 988784 h 3474203"/>
                <a:gd name="connsiteX68" fmla="*/ 1800120 w 3171988"/>
                <a:gd name="connsiteY68" fmla="*/ 959406 h 3474203"/>
                <a:gd name="connsiteX69" fmla="*/ 1744130 w 3171988"/>
                <a:gd name="connsiteY69" fmla="*/ 765631 h 3474203"/>
                <a:gd name="connsiteX70" fmla="*/ 1717877 w 3171988"/>
                <a:gd name="connsiteY70" fmla="*/ 625078 h 3474203"/>
                <a:gd name="connsiteX71" fmla="*/ 2151056 w 3171988"/>
                <a:gd name="connsiteY71" fmla="*/ 482025 h 3474203"/>
                <a:gd name="connsiteX72" fmla="*/ 2179542 w 3171988"/>
                <a:gd name="connsiteY72" fmla="*/ 0 h 3474203"/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0 w 3171988"/>
                <a:gd name="connsiteY45" fmla="*/ 3216514 h 3474203"/>
                <a:gd name="connsiteX46" fmla="*/ 230638 w 3171988"/>
                <a:gd name="connsiteY46" fmla="*/ 3170754 h 3474203"/>
                <a:gd name="connsiteX47" fmla="*/ 741059 w 3171988"/>
                <a:gd name="connsiteY47" fmla="*/ 3031897 h 3474203"/>
                <a:gd name="connsiteX48" fmla="*/ 1307558 w 3171988"/>
                <a:gd name="connsiteY48" fmla="*/ 2785973 h 3474203"/>
                <a:gd name="connsiteX49" fmla="*/ 1587861 w 3171988"/>
                <a:gd name="connsiteY49" fmla="*/ 2605504 h 3474203"/>
                <a:gd name="connsiteX50" fmla="*/ 1445165 w 3171988"/>
                <a:gd name="connsiteY50" fmla="*/ 2519154 h 3474203"/>
                <a:gd name="connsiteX51" fmla="*/ 1410607 w 3171988"/>
                <a:gd name="connsiteY51" fmla="*/ 2512814 h 3474203"/>
                <a:gd name="connsiteX52" fmla="*/ 1243979 w 3171988"/>
                <a:gd name="connsiteY52" fmla="*/ 2648635 h 3474203"/>
                <a:gd name="connsiteX53" fmla="*/ 1149502 w 3171988"/>
                <a:gd name="connsiteY53" fmla="*/ 2565410 h 3474203"/>
                <a:gd name="connsiteX54" fmla="*/ 971266 w 3171988"/>
                <a:gd name="connsiteY54" fmla="*/ 2403961 h 3474203"/>
                <a:gd name="connsiteX55" fmla="*/ 984125 w 3171988"/>
                <a:gd name="connsiteY55" fmla="*/ 2371993 h 3474203"/>
                <a:gd name="connsiteX56" fmla="*/ 1362565 w 3171988"/>
                <a:gd name="connsiteY56" fmla="*/ 2054275 h 3474203"/>
                <a:gd name="connsiteX57" fmla="*/ 1617507 w 3171988"/>
                <a:gd name="connsiteY57" fmla="*/ 1789242 h 3474203"/>
                <a:gd name="connsiteX58" fmla="*/ 1799138 w 3171988"/>
                <a:gd name="connsiteY58" fmla="*/ 1816477 h 3474203"/>
                <a:gd name="connsiteX59" fmla="*/ 1625009 w 3171988"/>
                <a:gd name="connsiteY59" fmla="*/ 1598414 h 3474203"/>
                <a:gd name="connsiteX60" fmla="*/ 1606524 w 3171988"/>
                <a:gd name="connsiteY60" fmla="*/ 1538764 h 3474203"/>
                <a:gd name="connsiteX61" fmla="*/ 1672425 w 3171988"/>
                <a:gd name="connsiteY61" fmla="*/ 1462326 h 3474203"/>
                <a:gd name="connsiteX62" fmla="*/ 1912366 w 3171988"/>
                <a:gd name="connsiteY62" fmla="*/ 1246674 h 3474203"/>
                <a:gd name="connsiteX63" fmla="*/ 2037471 w 3171988"/>
                <a:gd name="connsiteY63" fmla="*/ 1130677 h 3474203"/>
                <a:gd name="connsiteX64" fmla="*/ 2084262 w 3171988"/>
                <a:gd name="connsiteY64" fmla="*/ 1069241 h 3474203"/>
                <a:gd name="connsiteX65" fmla="*/ 2099621 w 3171988"/>
                <a:gd name="connsiteY65" fmla="*/ 938153 h 3474203"/>
                <a:gd name="connsiteX66" fmla="*/ 1892274 w 3171988"/>
                <a:gd name="connsiteY66" fmla="*/ 988784 h 3474203"/>
                <a:gd name="connsiteX67" fmla="*/ 1800120 w 3171988"/>
                <a:gd name="connsiteY67" fmla="*/ 959406 h 3474203"/>
                <a:gd name="connsiteX68" fmla="*/ 1744130 w 3171988"/>
                <a:gd name="connsiteY68" fmla="*/ 765631 h 3474203"/>
                <a:gd name="connsiteX69" fmla="*/ 1717877 w 3171988"/>
                <a:gd name="connsiteY69" fmla="*/ 625078 h 3474203"/>
                <a:gd name="connsiteX70" fmla="*/ 2151056 w 3171988"/>
                <a:gd name="connsiteY70" fmla="*/ 482025 h 3474203"/>
                <a:gd name="connsiteX71" fmla="*/ 2179542 w 3171988"/>
                <a:gd name="connsiteY71" fmla="*/ 0 h 3474203"/>
                <a:gd name="connsiteX0" fmla="*/ 2119535 w 3171988"/>
                <a:gd name="connsiteY0" fmla="*/ 2154198 h 3452485"/>
                <a:gd name="connsiteX1" fmla="*/ 1867807 w 3171988"/>
                <a:gd name="connsiteY1" fmla="*/ 2185184 h 3452485"/>
                <a:gd name="connsiteX2" fmla="*/ 1770473 w 3171988"/>
                <a:gd name="connsiteY2" fmla="*/ 2212598 h 3452485"/>
                <a:gd name="connsiteX3" fmla="*/ 1669300 w 3171988"/>
                <a:gd name="connsiteY3" fmla="*/ 2303949 h 3452485"/>
                <a:gd name="connsiteX4" fmla="*/ 1851555 w 3171988"/>
                <a:gd name="connsiteY4" fmla="*/ 2398336 h 3452485"/>
                <a:gd name="connsiteX5" fmla="*/ 2053098 w 3171988"/>
                <a:gd name="connsiteY5" fmla="*/ 2218135 h 3452485"/>
                <a:gd name="connsiteX6" fmla="*/ 2119535 w 3171988"/>
                <a:gd name="connsiteY6" fmla="*/ 2154198 h 3452485"/>
                <a:gd name="connsiteX7" fmla="*/ 2069886 w 3171988"/>
                <a:gd name="connsiteY7" fmla="*/ 1507242 h 3452485"/>
                <a:gd name="connsiteX8" fmla="*/ 1990768 w 3171988"/>
                <a:gd name="connsiteY8" fmla="*/ 1601807 h 3452485"/>
                <a:gd name="connsiteX9" fmla="*/ 1837714 w 3171988"/>
                <a:gd name="connsiteY9" fmla="*/ 1806119 h 3452485"/>
                <a:gd name="connsiteX10" fmla="*/ 1947103 w 3171988"/>
                <a:gd name="connsiteY10" fmla="*/ 1795403 h 3452485"/>
                <a:gd name="connsiteX11" fmla="*/ 1853965 w 3171988"/>
                <a:gd name="connsiteY11" fmla="*/ 1897380 h 3452485"/>
                <a:gd name="connsiteX12" fmla="*/ 2153199 w 3171988"/>
                <a:gd name="connsiteY12" fmla="*/ 1893719 h 3452485"/>
                <a:gd name="connsiteX13" fmla="*/ 2035239 w 3171988"/>
                <a:gd name="connsiteY13" fmla="*/ 1792367 h 3452485"/>
                <a:gd name="connsiteX14" fmla="*/ 2069886 w 3171988"/>
                <a:gd name="connsiteY14" fmla="*/ 1507242 h 3452485"/>
                <a:gd name="connsiteX15" fmla="*/ 2445021 w 3171988"/>
                <a:gd name="connsiteY15" fmla="*/ 1293465 h 3452485"/>
                <a:gd name="connsiteX16" fmla="*/ 2391771 w 3171988"/>
                <a:gd name="connsiteY16" fmla="*/ 1715394 h 3452485"/>
                <a:gd name="connsiteX17" fmla="*/ 2636207 w 3171988"/>
                <a:gd name="connsiteY17" fmla="*/ 1409045 h 3452485"/>
                <a:gd name="connsiteX18" fmla="*/ 2445021 w 3171988"/>
                <a:gd name="connsiteY18" fmla="*/ 1293465 h 3452485"/>
                <a:gd name="connsiteX19" fmla="*/ 2179542 w 3171988"/>
                <a:gd name="connsiteY19" fmla="*/ 0 h 3452485"/>
                <a:gd name="connsiteX20" fmla="*/ 2223833 w 3171988"/>
                <a:gd name="connsiteY20" fmla="*/ 8215 h 3452485"/>
                <a:gd name="connsiteX21" fmla="*/ 2502797 w 3171988"/>
                <a:gd name="connsiteY21" fmla="*/ 104835 h 3452485"/>
                <a:gd name="connsiteX22" fmla="*/ 2561107 w 3171988"/>
                <a:gd name="connsiteY22" fmla="*/ 135553 h 3452485"/>
                <a:gd name="connsiteX23" fmla="*/ 2542266 w 3171988"/>
                <a:gd name="connsiteY23" fmla="*/ 385852 h 3452485"/>
                <a:gd name="connsiteX24" fmla="*/ 2810960 w 3171988"/>
                <a:gd name="connsiteY24" fmla="*/ 351026 h 3452485"/>
                <a:gd name="connsiteX25" fmla="*/ 2796226 w 3171988"/>
                <a:gd name="connsiteY25" fmla="*/ 506938 h 3452485"/>
                <a:gd name="connsiteX26" fmla="*/ 2768276 w 3171988"/>
                <a:gd name="connsiteY26" fmla="*/ 702588 h 3452485"/>
                <a:gd name="connsiteX27" fmla="*/ 2734522 w 3171988"/>
                <a:gd name="connsiteY27" fmla="*/ 735985 h 3452485"/>
                <a:gd name="connsiteX28" fmla="*/ 2504850 w 3171988"/>
                <a:gd name="connsiteY28" fmla="*/ 812155 h 3452485"/>
                <a:gd name="connsiteX29" fmla="*/ 2488509 w 3171988"/>
                <a:gd name="connsiteY29" fmla="*/ 936456 h 3452485"/>
                <a:gd name="connsiteX30" fmla="*/ 2638617 w 3171988"/>
                <a:gd name="connsiteY30" fmla="*/ 995571 h 3452485"/>
                <a:gd name="connsiteX31" fmla="*/ 3110462 w 3171988"/>
                <a:gd name="connsiteY31" fmla="*/ 1220063 h 3452485"/>
                <a:gd name="connsiteX32" fmla="*/ 3171988 w 3171988"/>
                <a:gd name="connsiteY32" fmla="*/ 1255603 h 3452485"/>
                <a:gd name="connsiteX33" fmla="*/ 3072868 w 3171988"/>
                <a:gd name="connsiteY33" fmla="*/ 1398300 h 3452485"/>
                <a:gd name="connsiteX34" fmla="*/ 2949281 w 3171988"/>
                <a:gd name="connsiteY34" fmla="*/ 1551355 h 3452485"/>
                <a:gd name="connsiteX35" fmla="*/ 2394837 w 3171988"/>
                <a:gd name="connsiteY35" fmla="*/ 1749147 h 3452485"/>
                <a:gd name="connsiteX36" fmla="*/ 2383139 w 3171988"/>
                <a:gd name="connsiteY36" fmla="*/ 1863804 h 3452485"/>
                <a:gd name="connsiteX37" fmla="*/ 2615221 w 3171988"/>
                <a:gd name="connsiteY37" fmla="*/ 1974265 h 3452485"/>
                <a:gd name="connsiteX38" fmla="*/ 2737022 w 3171988"/>
                <a:gd name="connsiteY38" fmla="*/ 2079457 h 3452485"/>
                <a:gd name="connsiteX39" fmla="*/ 2712912 w 3171988"/>
                <a:gd name="connsiteY39" fmla="*/ 2154734 h 3452485"/>
                <a:gd name="connsiteX40" fmla="*/ 2385907 w 3171988"/>
                <a:gd name="connsiteY40" fmla="*/ 2577644 h 3452485"/>
                <a:gd name="connsiteX41" fmla="*/ 1864592 w 3171988"/>
                <a:gd name="connsiteY41" fmla="*/ 3092172 h 3452485"/>
                <a:gd name="connsiteX42" fmla="*/ 1679658 w 3171988"/>
                <a:gd name="connsiteY42" fmla="*/ 3246388 h 3452485"/>
                <a:gd name="connsiteX43" fmla="*/ 1302915 w 3171988"/>
                <a:gd name="connsiteY43" fmla="*/ 3452485 h 3452485"/>
                <a:gd name="connsiteX44" fmla="*/ 0 w 3171988"/>
                <a:gd name="connsiteY44" fmla="*/ 3216514 h 3452485"/>
                <a:gd name="connsiteX45" fmla="*/ 230638 w 3171988"/>
                <a:gd name="connsiteY45" fmla="*/ 3170754 h 3452485"/>
                <a:gd name="connsiteX46" fmla="*/ 741059 w 3171988"/>
                <a:gd name="connsiteY46" fmla="*/ 3031897 h 3452485"/>
                <a:gd name="connsiteX47" fmla="*/ 1307558 w 3171988"/>
                <a:gd name="connsiteY47" fmla="*/ 2785973 h 3452485"/>
                <a:gd name="connsiteX48" fmla="*/ 1587861 w 3171988"/>
                <a:gd name="connsiteY48" fmla="*/ 2605504 h 3452485"/>
                <a:gd name="connsiteX49" fmla="*/ 1445165 w 3171988"/>
                <a:gd name="connsiteY49" fmla="*/ 2519154 h 3452485"/>
                <a:gd name="connsiteX50" fmla="*/ 1410607 w 3171988"/>
                <a:gd name="connsiteY50" fmla="*/ 2512814 h 3452485"/>
                <a:gd name="connsiteX51" fmla="*/ 1243979 w 3171988"/>
                <a:gd name="connsiteY51" fmla="*/ 2648635 h 3452485"/>
                <a:gd name="connsiteX52" fmla="*/ 1149502 w 3171988"/>
                <a:gd name="connsiteY52" fmla="*/ 2565410 h 3452485"/>
                <a:gd name="connsiteX53" fmla="*/ 971266 w 3171988"/>
                <a:gd name="connsiteY53" fmla="*/ 2403961 h 3452485"/>
                <a:gd name="connsiteX54" fmla="*/ 984125 w 3171988"/>
                <a:gd name="connsiteY54" fmla="*/ 2371993 h 3452485"/>
                <a:gd name="connsiteX55" fmla="*/ 1362565 w 3171988"/>
                <a:gd name="connsiteY55" fmla="*/ 2054275 h 3452485"/>
                <a:gd name="connsiteX56" fmla="*/ 1617507 w 3171988"/>
                <a:gd name="connsiteY56" fmla="*/ 1789242 h 3452485"/>
                <a:gd name="connsiteX57" fmla="*/ 1799138 w 3171988"/>
                <a:gd name="connsiteY57" fmla="*/ 1816477 h 3452485"/>
                <a:gd name="connsiteX58" fmla="*/ 1625009 w 3171988"/>
                <a:gd name="connsiteY58" fmla="*/ 1598414 h 3452485"/>
                <a:gd name="connsiteX59" fmla="*/ 1606524 w 3171988"/>
                <a:gd name="connsiteY59" fmla="*/ 1538764 h 3452485"/>
                <a:gd name="connsiteX60" fmla="*/ 1672425 w 3171988"/>
                <a:gd name="connsiteY60" fmla="*/ 1462326 h 3452485"/>
                <a:gd name="connsiteX61" fmla="*/ 1912366 w 3171988"/>
                <a:gd name="connsiteY61" fmla="*/ 1246674 h 3452485"/>
                <a:gd name="connsiteX62" fmla="*/ 2037471 w 3171988"/>
                <a:gd name="connsiteY62" fmla="*/ 1130677 h 3452485"/>
                <a:gd name="connsiteX63" fmla="*/ 2084262 w 3171988"/>
                <a:gd name="connsiteY63" fmla="*/ 1069241 h 3452485"/>
                <a:gd name="connsiteX64" fmla="*/ 2099621 w 3171988"/>
                <a:gd name="connsiteY64" fmla="*/ 938153 h 3452485"/>
                <a:gd name="connsiteX65" fmla="*/ 1892274 w 3171988"/>
                <a:gd name="connsiteY65" fmla="*/ 988784 h 3452485"/>
                <a:gd name="connsiteX66" fmla="*/ 1800120 w 3171988"/>
                <a:gd name="connsiteY66" fmla="*/ 959406 h 3452485"/>
                <a:gd name="connsiteX67" fmla="*/ 1744130 w 3171988"/>
                <a:gd name="connsiteY67" fmla="*/ 765631 h 3452485"/>
                <a:gd name="connsiteX68" fmla="*/ 1717877 w 3171988"/>
                <a:gd name="connsiteY68" fmla="*/ 625078 h 3452485"/>
                <a:gd name="connsiteX69" fmla="*/ 2151056 w 3171988"/>
                <a:gd name="connsiteY69" fmla="*/ 482025 h 3452485"/>
                <a:gd name="connsiteX70" fmla="*/ 2179542 w 3171988"/>
                <a:gd name="connsiteY70" fmla="*/ 0 h 345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171988" h="3452485">
                  <a:moveTo>
                    <a:pt x="2119535" y="2154198"/>
                  </a:moveTo>
                  <a:cubicBezTo>
                    <a:pt x="2035506" y="2162503"/>
                    <a:pt x="1952103" y="2177772"/>
                    <a:pt x="1867807" y="2185184"/>
                  </a:cubicBezTo>
                  <a:cubicBezTo>
                    <a:pt x="1835213" y="2192596"/>
                    <a:pt x="1794851" y="2185184"/>
                    <a:pt x="1770473" y="2212598"/>
                  </a:cubicBezTo>
                  <a:cubicBezTo>
                    <a:pt x="1738415" y="2244924"/>
                    <a:pt x="1704215" y="2274838"/>
                    <a:pt x="1669300" y="2303949"/>
                  </a:cubicBezTo>
                  <a:cubicBezTo>
                    <a:pt x="1729575" y="2336274"/>
                    <a:pt x="1790297" y="2367975"/>
                    <a:pt x="1851555" y="2398336"/>
                  </a:cubicBezTo>
                  <a:lnTo>
                    <a:pt x="2053098" y="2218135"/>
                  </a:lnTo>
                  <a:cubicBezTo>
                    <a:pt x="2075958" y="2197507"/>
                    <a:pt x="2101407" y="2179380"/>
                    <a:pt x="2119535" y="2154198"/>
                  </a:cubicBezTo>
                  <a:close/>
                  <a:moveTo>
                    <a:pt x="2069886" y="1507242"/>
                  </a:moveTo>
                  <a:cubicBezTo>
                    <a:pt x="2041042" y="1536621"/>
                    <a:pt x="2018004" y="1571000"/>
                    <a:pt x="1990768" y="1601807"/>
                  </a:cubicBezTo>
                  <a:cubicBezTo>
                    <a:pt x="1938083" y="1668602"/>
                    <a:pt x="1881648" y="1733074"/>
                    <a:pt x="1837714" y="1806119"/>
                  </a:cubicBezTo>
                  <a:cubicBezTo>
                    <a:pt x="1874147" y="1802190"/>
                    <a:pt x="1910223" y="1795224"/>
                    <a:pt x="1947103" y="1795403"/>
                  </a:cubicBezTo>
                  <a:cubicBezTo>
                    <a:pt x="1915045" y="1828443"/>
                    <a:pt x="1878433" y="1858000"/>
                    <a:pt x="1853965" y="1897380"/>
                  </a:cubicBezTo>
                  <a:lnTo>
                    <a:pt x="2153199" y="1893719"/>
                  </a:lnTo>
                  <a:cubicBezTo>
                    <a:pt x="2139358" y="1835676"/>
                    <a:pt x="2056491" y="1843623"/>
                    <a:pt x="2035239" y="1792367"/>
                  </a:cubicBezTo>
                  <a:cubicBezTo>
                    <a:pt x="2051579" y="1698159"/>
                    <a:pt x="2067475" y="1602968"/>
                    <a:pt x="2069886" y="1507242"/>
                  </a:cubicBezTo>
                  <a:close/>
                  <a:moveTo>
                    <a:pt x="2445021" y="1293465"/>
                  </a:moveTo>
                  <a:cubicBezTo>
                    <a:pt x="2431359" y="1390888"/>
                    <a:pt x="2400879" y="1617346"/>
                    <a:pt x="2391771" y="1715394"/>
                  </a:cubicBezTo>
                  <a:lnTo>
                    <a:pt x="2636207" y="1409045"/>
                  </a:lnTo>
                  <a:cubicBezTo>
                    <a:pt x="2594148" y="1390382"/>
                    <a:pt x="2483777" y="1317933"/>
                    <a:pt x="2445021" y="1293465"/>
                  </a:cubicBezTo>
                  <a:close/>
                  <a:moveTo>
                    <a:pt x="2179542" y="0"/>
                  </a:moveTo>
                  <a:cubicBezTo>
                    <a:pt x="2194454" y="1161"/>
                    <a:pt x="2209635" y="2768"/>
                    <a:pt x="2223833" y="8215"/>
                  </a:cubicBezTo>
                  <a:lnTo>
                    <a:pt x="2502797" y="104835"/>
                  </a:lnTo>
                  <a:cubicBezTo>
                    <a:pt x="2523424" y="112425"/>
                    <a:pt x="2542891" y="123051"/>
                    <a:pt x="2561107" y="135553"/>
                  </a:cubicBezTo>
                  <a:cubicBezTo>
                    <a:pt x="2566912" y="219581"/>
                    <a:pt x="2552089" y="302806"/>
                    <a:pt x="2542266" y="385852"/>
                  </a:cubicBezTo>
                  <a:cubicBezTo>
                    <a:pt x="2631116" y="370761"/>
                    <a:pt x="2720324" y="348883"/>
                    <a:pt x="2810960" y="351026"/>
                  </a:cubicBezTo>
                  <a:cubicBezTo>
                    <a:pt x="2817033" y="403622"/>
                    <a:pt x="2802120" y="455146"/>
                    <a:pt x="2796226" y="506938"/>
                  </a:cubicBezTo>
                  <a:cubicBezTo>
                    <a:pt x="2789708" y="572572"/>
                    <a:pt x="2776760" y="637223"/>
                    <a:pt x="2768276" y="702588"/>
                  </a:cubicBezTo>
                  <a:cubicBezTo>
                    <a:pt x="2768991" y="721608"/>
                    <a:pt x="2750238" y="731520"/>
                    <a:pt x="2734522" y="735985"/>
                  </a:cubicBezTo>
                  <a:cubicBezTo>
                    <a:pt x="2657548" y="760274"/>
                    <a:pt x="2582449" y="790010"/>
                    <a:pt x="2504850" y="812155"/>
                  </a:cubicBezTo>
                  <a:cubicBezTo>
                    <a:pt x="2496635" y="853142"/>
                    <a:pt x="2492617" y="894844"/>
                    <a:pt x="2488509" y="936456"/>
                  </a:cubicBezTo>
                  <a:cubicBezTo>
                    <a:pt x="2541463" y="947886"/>
                    <a:pt x="2588075" y="977086"/>
                    <a:pt x="2638617" y="995571"/>
                  </a:cubicBezTo>
                  <a:cubicBezTo>
                    <a:pt x="2796405" y="1069330"/>
                    <a:pt x="2955443" y="1140678"/>
                    <a:pt x="3110462" y="1220063"/>
                  </a:cubicBezTo>
                  <a:cubicBezTo>
                    <a:pt x="3131625" y="1230779"/>
                    <a:pt x="3152253" y="1242477"/>
                    <a:pt x="3171988" y="1255603"/>
                  </a:cubicBezTo>
                  <a:cubicBezTo>
                    <a:pt x="3146091" y="1307753"/>
                    <a:pt x="3107337" y="1351776"/>
                    <a:pt x="3072868" y="1398300"/>
                  </a:cubicBezTo>
                  <a:cubicBezTo>
                    <a:pt x="3031166" y="1448931"/>
                    <a:pt x="2994019" y="1503402"/>
                    <a:pt x="2949281" y="1551355"/>
                  </a:cubicBezTo>
                  <a:cubicBezTo>
                    <a:pt x="2836276" y="1609829"/>
                    <a:pt x="2489194" y="1697072"/>
                    <a:pt x="2394837" y="1749147"/>
                  </a:cubicBezTo>
                  <a:cubicBezTo>
                    <a:pt x="2390997" y="1787366"/>
                    <a:pt x="2383853" y="1825317"/>
                    <a:pt x="2383139" y="1863804"/>
                  </a:cubicBezTo>
                  <a:cubicBezTo>
                    <a:pt x="2468685" y="1879342"/>
                    <a:pt x="2542712" y="1928991"/>
                    <a:pt x="2615221" y="1974265"/>
                  </a:cubicBezTo>
                  <a:cubicBezTo>
                    <a:pt x="2657637" y="2006679"/>
                    <a:pt x="2710054" y="2031325"/>
                    <a:pt x="2737022" y="2079457"/>
                  </a:cubicBezTo>
                  <a:cubicBezTo>
                    <a:pt x="2744077" y="2106156"/>
                    <a:pt x="2723360" y="2131159"/>
                    <a:pt x="2712912" y="2154734"/>
                  </a:cubicBezTo>
                  <a:cubicBezTo>
                    <a:pt x="2623079" y="2309485"/>
                    <a:pt x="2501547" y="2442180"/>
                    <a:pt x="2385907" y="2577644"/>
                  </a:cubicBezTo>
                  <a:cubicBezTo>
                    <a:pt x="2220708" y="2757577"/>
                    <a:pt x="2048186" y="2930991"/>
                    <a:pt x="1864592" y="3092172"/>
                  </a:cubicBezTo>
                  <a:cubicBezTo>
                    <a:pt x="1806728" y="3147894"/>
                    <a:pt x="1741541" y="3195310"/>
                    <a:pt x="1679658" y="3246388"/>
                  </a:cubicBezTo>
                  <a:cubicBezTo>
                    <a:pt x="1568394" y="3337114"/>
                    <a:pt x="1445343" y="3421678"/>
                    <a:pt x="1302915" y="3452485"/>
                  </a:cubicBezTo>
                  <a:cubicBezTo>
                    <a:pt x="1022972" y="3447506"/>
                    <a:pt x="178713" y="3263469"/>
                    <a:pt x="0" y="3216514"/>
                  </a:cubicBezTo>
                  <a:lnTo>
                    <a:pt x="230638" y="3170754"/>
                  </a:lnTo>
                  <a:cubicBezTo>
                    <a:pt x="401463" y="3127266"/>
                    <a:pt x="572823" y="3084850"/>
                    <a:pt x="741059" y="3031897"/>
                  </a:cubicBezTo>
                  <a:cubicBezTo>
                    <a:pt x="937155" y="2968318"/>
                    <a:pt x="1128875" y="2889201"/>
                    <a:pt x="1307558" y="2785973"/>
                  </a:cubicBezTo>
                  <a:cubicBezTo>
                    <a:pt x="1405070" y="2732752"/>
                    <a:pt x="1499636" y="2673281"/>
                    <a:pt x="1587861" y="2605504"/>
                  </a:cubicBezTo>
                  <a:lnTo>
                    <a:pt x="1445165" y="2519154"/>
                  </a:lnTo>
                  <a:cubicBezTo>
                    <a:pt x="1434985" y="2514154"/>
                    <a:pt x="1421233" y="2503081"/>
                    <a:pt x="1410607" y="2512814"/>
                  </a:cubicBezTo>
                  <a:cubicBezTo>
                    <a:pt x="1356671" y="2560052"/>
                    <a:pt x="1301754" y="2606308"/>
                    <a:pt x="1243979" y="2648635"/>
                  </a:cubicBezTo>
                  <a:cubicBezTo>
                    <a:pt x="1212011" y="2621399"/>
                    <a:pt x="1179863" y="2594432"/>
                    <a:pt x="1149502" y="2565410"/>
                  </a:cubicBezTo>
                  <a:cubicBezTo>
                    <a:pt x="1086727" y="2515493"/>
                    <a:pt x="1025380" y="2463254"/>
                    <a:pt x="971266" y="2403961"/>
                  </a:cubicBezTo>
                  <a:cubicBezTo>
                    <a:pt x="961354" y="2392264"/>
                    <a:pt x="974838" y="2378958"/>
                    <a:pt x="984125" y="2371993"/>
                  </a:cubicBezTo>
                  <a:cubicBezTo>
                    <a:pt x="1112802" y="2269212"/>
                    <a:pt x="1238710" y="2162860"/>
                    <a:pt x="1362565" y="2054275"/>
                  </a:cubicBezTo>
                  <a:cubicBezTo>
                    <a:pt x="1452219" y="1970693"/>
                    <a:pt x="1542409" y="1886486"/>
                    <a:pt x="1617507" y="1789242"/>
                  </a:cubicBezTo>
                  <a:cubicBezTo>
                    <a:pt x="1677962" y="1798975"/>
                    <a:pt x="1737166" y="1820317"/>
                    <a:pt x="1799138" y="1816477"/>
                  </a:cubicBezTo>
                  <a:cubicBezTo>
                    <a:pt x="1742344" y="1742807"/>
                    <a:pt x="1680372" y="1673156"/>
                    <a:pt x="1625009" y="1598414"/>
                  </a:cubicBezTo>
                  <a:cubicBezTo>
                    <a:pt x="1614025" y="1581090"/>
                    <a:pt x="1596255" y="1560284"/>
                    <a:pt x="1606524" y="1538764"/>
                  </a:cubicBezTo>
                  <a:cubicBezTo>
                    <a:pt x="1623312" y="1509296"/>
                    <a:pt x="1648315" y="1485721"/>
                    <a:pt x="1672425" y="1462326"/>
                  </a:cubicBezTo>
                  <a:cubicBezTo>
                    <a:pt x="1750471" y="1388209"/>
                    <a:pt x="1830659" y="1316593"/>
                    <a:pt x="1912366" y="1246674"/>
                  </a:cubicBezTo>
                  <a:cubicBezTo>
                    <a:pt x="1954157" y="1208097"/>
                    <a:pt x="1994340" y="1167825"/>
                    <a:pt x="2037471" y="1130677"/>
                  </a:cubicBezTo>
                  <a:cubicBezTo>
                    <a:pt x="2056134" y="1112907"/>
                    <a:pt x="2081405" y="1097280"/>
                    <a:pt x="2084262" y="1069241"/>
                  </a:cubicBezTo>
                  <a:cubicBezTo>
                    <a:pt x="2089084" y="1025485"/>
                    <a:pt x="2097568" y="982176"/>
                    <a:pt x="2099621" y="938153"/>
                  </a:cubicBezTo>
                  <a:cubicBezTo>
                    <a:pt x="2034078" y="966728"/>
                    <a:pt x="1962283" y="976819"/>
                    <a:pt x="1892274" y="988784"/>
                  </a:cubicBezTo>
                  <a:cubicBezTo>
                    <a:pt x="1860306" y="993517"/>
                    <a:pt x="1814318" y="995928"/>
                    <a:pt x="1800120" y="959406"/>
                  </a:cubicBezTo>
                  <a:cubicBezTo>
                    <a:pt x="1773241" y="897612"/>
                    <a:pt x="1760204" y="830818"/>
                    <a:pt x="1744130" y="765631"/>
                  </a:cubicBezTo>
                  <a:cubicBezTo>
                    <a:pt x="1735469" y="718751"/>
                    <a:pt x="1720556" y="672852"/>
                    <a:pt x="1717877" y="625078"/>
                  </a:cubicBezTo>
                  <a:cubicBezTo>
                    <a:pt x="1858788" y="567660"/>
                    <a:pt x="2004877" y="523548"/>
                    <a:pt x="2151056" y="482025"/>
                  </a:cubicBezTo>
                  <a:cubicBezTo>
                    <a:pt x="2170880" y="322362"/>
                    <a:pt x="2179006" y="161002"/>
                    <a:pt x="2179542" y="0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D738F03B-C9A3-65FB-6294-5921CF38B771}"/>
                </a:ext>
              </a:extLst>
            </p:cNvPr>
            <p:cNvSpPr/>
            <p:nvPr/>
          </p:nvSpPr>
          <p:spPr>
            <a:xfrm>
              <a:off x="3887955" y="965477"/>
              <a:ext cx="1344721" cy="1854395"/>
            </a:xfrm>
            <a:custGeom>
              <a:avLst/>
              <a:gdLst>
                <a:gd name="connsiteX0" fmla="*/ 608379 w 1344721"/>
                <a:gd name="connsiteY0" fmla="*/ 0 h 1854395"/>
                <a:gd name="connsiteX1" fmla="*/ 913150 w 1344721"/>
                <a:gd name="connsiteY1" fmla="*/ 92869 h 1854395"/>
                <a:gd name="connsiteX2" fmla="*/ 983337 w 1344721"/>
                <a:gd name="connsiteY2" fmla="*/ 129302 h 1854395"/>
                <a:gd name="connsiteX3" fmla="*/ 983069 w 1344721"/>
                <a:gd name="connsiteY3" fmla="*/ 335131 h 1854395"/>
                <a:gd name="connsiteX4" fmla="*/ 1141571 w 1344721"/>
                <a:gd name="connsiteY4" fmla="*/ 317808 h 1854395"/>
                <a:gd name="connsiteX5" fmla="*/ 1199971 w 1344721"/>
                <a:gd name="connsiteY5" fmla="*/ 341650 h 1854395"/>
                <a:gd name="connsiteX6" fmla="*/ 1187202 w 1344721"/>
                <a:gd name="connsiteY6" fmla="*/ 588645 h 1854395"/>
                <a:gd name="connsiteX7" fmla="*/ 1163985 w 1344721"/>
                <a:gd name="connsiteY7" fmla="*/ 646867 h 1854395"/>
                <a:gd name="connsiteX8" fmla="*/ 972264 w 1344721"/>
                <a:gd name="connsiteY8" fmla="*/ 703838 h 1854395"/>
                <a:gd name="connsiteX9" fmla="*/ 963870 w 1344721"/>
                <a:gd name="connsiteY9" fmla="*/ 838766 h 1854395"/>
                <a:gd name="connsiteX10" fmla="*/ 1020306 w 1344721"/>
                <a:gd name="connsiteY10" fmla="*/ 825907 h 1854395"/>
                <a:gd name="connsiteX11" fmla="*/ 1289983 w 1344721"/>
                <a:gd name="connsiteY11" fmla="*/ 957709 h 1854395"/>
                <a:gd name="connsiteX12" fmla="*/ 1344722 w 1344721"/>
                <a:gd name="connsiteY12" fmla="*/ 992624 h 1854395"/>
                <a:gd name="connsiteX13" fmla="*/ 1330345 w 1344721"/>
                <a:gd name="connsiteY13" fmla="*/ 1045488 h 1854395"/>
                <a:gd name="connsiteX14" fmla="*/ 1168450 w 1344721"/>
                <a:gd name="connsiteY14" fmla="*/ 1258907 h 1854395"/>
                <a:gd name="connsiteX15" fmla="*/ 1143357 w 1344721"/>
                <a:gd name="connsiteY15" fmla="*/ 1271677 h 1854395"/>
                <a:gd name="connsiteX16" fmla="*/ 952530 w 1344721"/>
                <a:gd name="connsiteY16" fmla="*/ 1139785 h 1854395"/>
                <a:gd name="connsiteX17" fmla="*/ 939939 w 1344721"/>
                <a:gd name="connsiteY17" fmla="*/ 1704499 h 1854395"/>
                <a:gd name="connsiteX18" fmla="*/ 862965 w 1344721"/>
                <a:gd name="connsiteY18" fmla="*/ 1828354 h 1854395"/>
                <a:gd name="connsiteX19" fmla="*/ 782508 w 1344721"/>
                <a:gd name="connsiteY19" fmla="*/ 1847463 h 1854395"/>
                <a:gd name="connsiteX20" fmla="*/ 538906 w 1344721"/>
                <a:gd name="connsiteY20" fmla="*/ 1734681 h 1854395"/>
                <a:gd name="connsiteX21" fmla="*/ 572929 w 1344721"/>
                <a:gd name="connsiteY21" fmla="*/ 1372850 h 1854395"/>
                <a:gd name="connsiteX22" fmla="*/ 522744 w 1344721"/>
                <a:gd name="connsiteY22" fmla="*/ 1434644 h 1854395"/>
                <a:gd name="connsiteX23" fmla="*/ 398710 w 1344721"/>
                <a:gd name="connsiteY23" fmla="*/ 1596271 h 1854395"/>
                <a:gd name="connsiteX24" fmla="*/ 293162 w 1344721"/>
                <a:gd name="connsiteY24" fmla="*/ 1721822 h 1854395"/>
                <a:gd name="connsiteX25" fmla="*/ 233958 w 1344721"/>
                <a:gd name="connsiteY25" fmla="*/ 1674049 h 1854395"/>
                <a:gd name="connsiteX26" fmla="*/ 2679 w 1344721"/>
                <a:gd name="connsiteY26" fmla="*/ 1436608 h 1854395"/>
                <a:gd name="connsiteX27" fmla="*/ 43398 w 1344721"/>
                <a:gd name="connsiteY27" fmla="*/ 1392853 h 1854395"/>
                <a:gd name="connsiteX28" fmla="*/ 484257 w 1344721"/>
                <a:gd name="connsiteY28" fmla="*/ 976283 h 1854395"/>
                <a:gd name="connsiteX29" fmla="*/ 587305 w 1344721"/>
                <a:gd name="connsiteY29" fmla="*/ 839212 h 1854395"/>
                <a:gd name="connsiteX30" fmla="*/ 452378 w 1344721"/>
                <a:gd name="connsiteY30" fmla="*/ 872609 h 1854395"/>
                <a:gd name="connsiteX31" fmla="*/ 176629 w 1344721"/>
                <a:gd name="connsiteY31" fmla="*/ 930384 h 1854395"/>
                <a:gd name="connsiteX32" fmla="*/ 138053 w 1344721"/>
                <a:gd name="connsiteY32" fmla="*/ 904131 h 1854395"/>
                <a:gd name="connsiteX33" fmla="*/ 0 w 1344721"/>
                <a:gd name="connsiteY33" fmla="*/ 602575 h 1854395"/>
                <a:gd name="connsiteX34" fmla="*/ 103227 w 1344721"/>
                <a:gd name="connsiteY34" fmla="*/ 567750 h 1854395"/>
                <a:gd name="connsiteX35" fmla="*/ 611058 w 1344721"/>
                <a:gd name="connsiteY35" fmla="*/ 425946 h 1854395"/>
                <a:gd name="connsiteX36" fmla="*/ 615791 w 1344721"/>
                <a:gd name="connsiteY36" fmla="*/ 275749 h 1854395"/>
                <a:gd name="connsiteX37" fmla="*/ 608379 w 1344721"/>
                <a:gd name="connsiteY37" fmla="*/ 0 h 185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4721" h="1854395">
                  <a:moveTo>
                    <a:pt x="608379" y="0"/>
                  </a:moveTo>
                  <a:cubicBezTo>
                    <a:pt x="710893" y="27861"/>
                    <a:pt x="812512" y="58936"/>
                    <a:pt x="913150" y="92869"/>
                  </a:cubicBezTo>
                  <a:cubicBezTo>
                    <a:pt x="937171" y="102870"/>
                    <a:pt x="965121" y="109389"/>
                    <a:pt x="983337" y="129302"/>
                  </a:cubicBezTo>
                  <a:cubicBezTo>
                    <a:pt x="1001911" y="196542"/>
                    <a:pt x="983069" y="266730"/>
                    <a:pt x="983069" y="335131"/>
                  </a:cubicBezTo>
                  <a:cubicBezTo>
                    <a:pt x="1035754" y="328434"/>
                    <a:pt x="1088708" y="323701"/>
                    <a:pt x="1141571" y="317808"/>
                  </a:cubicBezTo>
                  <a:cubicBezTo>
                    <a:pt x="1163717" y="314414"/>
                    <a:pt x="1185595" y="325219"/>
                    <a:pt x="1199971" y="341650"/>
                  </a:cubicBezTo>
                  <a:cubicBezTo>
                    <a:pt x="1205686" y="424071"/>
                    <a:pt x="1193274" y="506492"/>
                    <a:pt x="1187202" y="588645"/>
                  </a:cubicBezTo>
                  <a:cubicBezTo>
                    <a:pt x="1180951" y="607844"/>
                    <a:pt x="1187023" y="638294"/>
                    <a:pt x="1163985" y="646867"/>
                  </a:cubicBezTo>
                  <a:cubicBezTo>
                    <a:pt x="1101209" y="669369"/>
                    <a:pt x="1034594" y="680085"/>
                    <a:pt x="972264" y="703838"/>
                  </a:cubicBezTo>
                  <a:cubicBezTo>
                    <a:pt x="962442" y="747058"/>
                    <a:pt x="967799" y="794117"/>
                    <a:pt x="963870" y="838766"/>
                  </a:cubicBezTo>
                  <a:cubicBezTo>
                    <a:pt x="981462" y="831175"/>
                    <a:pt x="1000393" y="813673"/>
                    <a:pt x="1020306" y="825907"/>
                  </a:cubicBezTo>
                  <a:cubicBezTo>
                    <a:pt x="1110764" y="868591"/>
                    <a:pt x="1200507" y="912971"/>
                    <a:pt x="1289983" y="957709"/>
                  </a:cubicBezTo>
                  <a:cubicBezTo>
                    <a:pt x="1309360" y="967442"/>
                    <a:pt x="1327487" y="979497"/>
                    <a:pt x="1344722" y="992624"/>
                  </a:cubicBezTo>
                  <a:cubicBezTo>
                    <a:pt x="1342846" y="1010930"/>
                    <a:pt x="1340524" y="1029682"/>
                    <a:pt x="1330345" y="1045488"/>
                  </a:cubicBezTo>
                  <a:cubicBezTo>
                    <a:pt x="1285339" y="1122908"/>
                    <a:pt x="1230422" y="1194346"/>
                    <a:pt x="1168450" y="1258907"/>
                  </a:cubicBezTo>
                  <a:cubicBezTo>
                    <a:pt x="1161306" y="1264533"/>
                    <a:pt x="1153984" y="1276767"/>
                    <a:pt x="1143357" y="1271677"/>
                  </a:cubicBezTo>
                  <a:cubicBezTo>
                    <a:pt x="1077367" y="1231493"/>
                    <a:pt x="1017806" y="1181308"/>
                    <a:pt x="952530" y="1139785"/>
                  </a:cubicBezTo>
                  <a:cubicBezTo>
                    <a:pt x="948065" y="1327934"/>
                    <a:pt x="955298" y="1516618"/>
                    <a:pt x="939939" y="1704499"/>
                  </a:cubicBezTo>
                  <a:cubicBezTo>
                    <a:pt x="940296" y="1757720"/>
                    <a:pt x="893772" y="1791117"/>
                    <a:pt x="862965" y="1828354"/>
                  </a:cubicBezTo>
                  <a:cubicBezTo>
                    <a:pt x="844123" y="1853803"/>
                    <a:pt x="810816" y="1861483"/>
                    <a:pt x="782508" y="1847463"/>
                  </a:cubicBezTo>
                  <a:cubicBezTo>
                    <a:pt x="700713" y="1811209"/>
                    <a:pt x="618827" y="1774865"/>
                    <a:pt x="538906" y="1734681"/>
                  </a:cubicBezTo>
                  <a:cubicBezTo>
                    <a:pt x="556141" y="1614756"/>
                    <a:pt x="567124" y="1493758"/>
                    <a:pt x="572929" y="1372850"/>
                  </a:cubicBezTo>
                  <a:cubicBezTo>
                    <a:pt x="551408" y="1389192"/>
                    <a:pt x="539621" y="1414105"/>
                    <a:pt x="522744" y="1434644"/>
                  </a:cubicBezTo>
                  <a:cubicBezTo>
                    <a:pt x="481042" y="1488222"/>
                    <a:pt x="438805" y="1541443"/>
                    <a:pt x="398710" y="1596271"/>
                  </a:cubicBezTo>
                  <a:cubicBezTo>
                    <a:pt x="363885" y="1638419"/>
                    <a:pt x="333791" y="1684853"/>
                    <a:pt x="293162" y="1721822"/>
                  </a:cubicBezTo>
                  <a:cubicBezTo>
                    <a:pt x="271552" y="1708338"/>
                    <a:pt x="251996" y="1691997"/>
                    <a:pt x="233958" y="1674049"/>
                  </a:cubicBezTo>
                  <a:cubicBezTo>
                    <a:pt x="154216" y="1597878"/>
                    <a:pt x="66883" y="1527155"/>
                    <a:pt x="2679" y="1436608"/>
                  </a:cubicBezTo>
                  <a:cubicBezTo>
                    <a:pt x="15359" y="1421249"/>
                    <a:pt x="28486" y="1406158"/>
                    <a:pt x="43398" y="1392853"/>
                  </a:cubicBezTo>
                  <a:cubicBezTo>
                    <a:pt x="191720" y="1255514"/>
                    <a:pt x="339417" y="1117372"/>
                    <a:pt x="484257" y="976283"/>
                  </a:cubicBezTo>
                  <a:cubicBezTo>
                    <a:pt x="523815" y="935206"/>
                    <a:pt x="567482" y="894219"/>
                    <a:pt x="587305" y="839212"/>
                  </a:cubicBezTo>
                  <a:cubicBezTo>
                    <a:pt x="540871" y="843409"/>
                    <a:pt x="497651" y="862697"/>
                    <a:pt x="452378" y="872609"/>
                  </a:cubicBezTo>
                  <a:cubicBezTo>
                    <a:pt x="360581" y="892344"/>
                    <a:pt x="270123" y="919669"/>
                    <a:pt x="176629" y="930384"/>
                  </a:cubicBezTo>
                  <a:cubicBezTo>
                    <a:pt x="159931" y="929848"/>
                    <a:pt x="145197" y="918865"/>
                    <a:pt x="138053" y="904131"/>
                  </a:cubicBezTo>
                  <a:cubicBezTo>
                    <a:pt x="84296" y="807333"/>
                    <a:pt x="41523" y="704999"/>
                    <a:pt x="0" y="602575"/>
                  </a:cubicBezTo>
                  <a:cubicBezTo>
                    <a:pt x="32593" y="586145"/>
                    <a:pt x="68312" y="577929"/>
                    <a:pt x="103227" y="567750"/>
                  </a:cubicBezTo>
                  <a:cubicBezTo>
                    <a:pt x="271373" y="516850"/>
                    <a:pt x="440144" y="466576"/>
                    <a:pt x="611058" y="425946"/>
                  </a:cubicBezTo>
                  <a:cubicBezTo>
                    <a:pt x="612219" y="375851"/>
                    <a:pt x="618024" y="325844"/>
                    <a:pt x="615791" y="275749"/>
                  </a:cubicBezTo>
                  <a:cubicBezTo>
                    <a:pt x="609808" y="183952"/>
                    <a:pt x="610880" y="91886"/>
                    <a:pt x="608379" y="0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21A4CAD-F4ED-098D-5806-1E6D8C9569D6}"/>
              </a:ext>
            </a:extLst>
          </p:cNvPr>
          <p:cNvGrpSpPr/>
          <p:nvPr/>
        </p:nvGrpSpPr>
        <p:grpSpPr>
          <a:xfrm>
            <a:off x="3559474" y="1315482"/>
            <a:ext cx="1457731" cy="1520614"/>
            <a:chOff x="1528821" y="1136412"/>
            <a:chExt cx="2632919" cy="274649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99BF6DF2-25A3-937A-94F4-64B608242934}"/>
                </a:ext>
              </a:extLst>
            </p:cNvPr>
            <p:cNvSpPr/>
            <p:nvPr/>
          </p:nvSpPr>
          <p:spPr>
            <a:xfrm>
              <a:off x="1528821" y="1136412"/>
              <a:ext cx="2632919" cy="2746496"/>
            </a:xfrm>
            <a:custGeom>
              <a:avLst/>
              <a:gdLst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018541 h 2746496"/>
                <a:gd name="connsiteX12" fmla="*/ 1408054 w 2632919"/>
                <a:gd name="connsiteY12" fmla="*/ 1177490 h 2746496"/>
                <a:gd name="connsiteX13" fmla="*/ 1406158 w 2632919"/>
                <a:gd name="connsiteY13" fmla="*/ 1178161 h 2746496"/>
                <a:gd name="connsiteX14" fmla="*/ 1405087 w 2632919"/>
                <a:gd name="connsiteY14" fmla="*/ 1228882 h 2746496"/>
                <a:gd name="connsiteX15" fmla="*/ 1707892 w 2632919"/>
                <a:gd name="connsiteY15" fmla="*/ 1144139 h 2746496"/>
                <a:gd name="connsiteX16" fmla="*/ 1722805 w 2632919"/>
                <a:gd name="connsiteY16" fmla="*/ 1066004 h 2746496"/>
                <a:gd name="connsiteX17" fmla="*/ 1718337 w 2632919"/>
                <a:gd name="connsiteY17" fmla="*/ 1067587 h 2746496"/>
                <a:gd name="connsiteX18" fmla="*/ 1761177 w 2632919"/>
                <a:gd name="connsiteY18" fmla="*/ 900985 h 2746496"/>
                <a:gd name="connsiteX19" fmla="*/ 1761738 w 2632919"/>
                <a:gd name="connsiteY19" fmla="*/ 900805 h 2746496"/>
                <a:gd name="connsiteX20" fmla="*/ 1765837 w 2632919"/>
                <a:gd name="connsiteY20" fmla="*/ 882863 h 2746496"/>
                <a:gd name="connsiteX21" fmla="*/ 1773179 w 2632919"/>
                <a:gd name="connsiteY21" fmla="*/ 854312 h 2746496"/>
                <a:gd name="connsiteX22" fmla="*/ 1772327 w 2632919"/>
                <a:gd name="connsiteY22" fmla="*/ 854460 h 2746496"/>
                <a:gd name="connsiteX23" fmla="*/ 1774150 w 2632919"/>
                <a:gd name="connsiteY23" fmla="*/ 846479 h 2746496"/>
                <a:gd name="connsiteX24" fmla="*/ 1784419 w 2632919"/>
                <a:gd name="connsiteY24" fmla="*/ 791684 h 2746496"/>
                <a:gd name="connsiteX25" fmla="*/ 1519693 w 2632919"/>
                <a:gd name="connsiteY25" fmla="*/ 404 h 2746496"/>
                <a:gd name="connsiteX26" fmla="*/ 1588859 w 2632919"/>
                <a:gd name="connsiteY26" fmla="*/ 24803 h 2746496"/>
                <a:gd name="connsiteX27" fmla="*/ 1892737 w 2632919"/>
                <a:gd name="connsiteY27" fmla="*/ 176161 h 2746496"/>
                <a:gd name="connsiteX28" fmla="*/ 1926848 w 2632919"/>
                <a:gd name="connsiteY28" fmla="*/ 235097 h 2746496"/>
                <a:gd name="connsiteX29" fmla="*/ 1729859 w 2632919"/>
                <a:gd name="connsiteY29" fmla="*/ 406279 h 2746496"/>
                <a:gd name="connsiteX30" fmla="*/ 1321326 w 2632919"/>
                <a:gd name="connsiteY30" fmla="*/ 666401 h 2746496"/>
                <a:gd name="connsiteX31" fmla="*/ 1460272 w 2632919"/>
                <a:gd name="connsiteY31" fmla="*/ 631039 h 2746496"/>
                <a:gd name="connsiteX32" fmla="*/ 2062847 w 2632919"/>
                <a:gd name="connsiteY32" fmla="*/ 411190 h 2746496"/>
                <a:gd name="connsiteX33" fmla="*/ 2262337 w 2632919"/>
                <a:gd name="connsiteY33" fmla="*/ 577997 h 2746496"/>
                <a:gd name="connsiteX34" fmla="*/ 2237780 w 2632919"/>
                <a:gd name="connsiteY34" fmla="*/ 691582 h 2746496"/>
                <a:gd name="connsiteX35" fmla="*/ 2089190 w 2632919"/>
                <a:gd name="connsiteY35" fmla="*/ 1214237 h 2746496"/>
                <a:gd name="connsiteX36" fmla="*/ 2071509 w 2632919"/>
                <a:gd name="connsiteY36" fmla="*/ 1256653 h 2746496"/>
                <a:gd name="connsiteX37" fmla="*/ 2000339 w 2632919"/>
                <a:gd name="connsiteY37" fmla="*/ 1272637 h 2746496"/>
                <a:gd name="connsiteX38" fmla="*/ 1443573 w 2632919"/>
                <a:gd name="connsiteY38" fmla="*/ 1396671 h 2746496"/>
                <a:gd name="connsiteX39" fmla="*/ 1391335 w 2632919"/>
                <a:gd name="connsiteY39" fmla="*/ 1418280 h 2746496"/>
                <a:gd name="connsiteX40" fmla="*/ 1387406 w 2632919"/>
                <a:gd name="connsiteY40" fmla="*/ 1505523 h 2746496"/>
                <a:gd name="connsiteX41" fmla="*/ 1962835 w 2632919"/>
                <a:gd name="connsiteY41" fmla="*/ 1338003 h 2746496"/>
                <a:gd name="connsiteX42" fmla="*/ 2107228 w 2632919"/>
                <a:gd name="connsiteY42" fmla="*/ 1312196 h 2746496"/>
                <a:gd name="connsiteX43" fmla="*/ 2257961 w 2632919"/>
                <a:gd name="connsiteY43" fmla="*/ 1357291 h 2746496"/>
                <a:gd name="connsiteX44" fmla="*/ 2349758 w 2632919"/>
                <a:gd name="connsiteY44" fmla="*/ 1418816 h 2746496"/>
                <a:gd name="connsiteX45" fmla="*/ 2333506 w 2632919"/>
                <a:gd name="connsiteY45" fmla="*/ 1518204 h 2746496"/>
                <a:gd name="connsiteX46" fmla="*/ 2192328 w 2632919"/>
                <a:gd name="connsiteY46" fmla="*/ 1856728 h 2746496"/>
                <a:gd name="connsiteX47" fmla="*/ 2245817 w 2632919"/>
                <a:gd name="connsiteY47" fmla="*/ 1899858 h 2746496"/>
                <a:gd name="connsiteX48" fmla="*/ 2231886 w 2632919"/>
                <a:gd name="connsiteY48" fmla="*/ 1971921 h 2746496"/>
                <a:gd name="connsiteX49" fmla="*/ 2213491 w 2632919"/>
                <a:gd name="connsiteY49" fmla="*/ 2036840 h 2746496"/>
                <a:gd name="connsiteX50" fmla="*/ 2126516 w 2632919"/>
                <a:gd name="connsiteY50" fmla="*/ 2050502 h 2746496"/>
                <a:gd name="connsiteX51" fmla="*/ 1745307 w 2632919"/>
                <a:gd name="connsiteY51" fmla="*/ 2105063 h 2746496"/>
                <a:gd name="connsiteX52" fmla="*/ 1221849 w 2632919"/>
                <a:gd name="connsiteY52" fmla="*/ 2206147 h 2746496"/>
                <a:gd name="connsiteX53" fmla="*/ 1700570 w 2632919"/>
                <a:gd name="connsiteY53" fmla="*/ 2212130 h 2746496"/>
                <a:gd name="connsiteX54" fmla="*/ 2335024 w 2632919"/>
                <a:gd name="connsiteY54" fmla="*/ 2124797 h 2746496"/>
                <a:gd name="connsiteX55" fmla="*/ 2632919 w 2632919"/>
                <a:gd name="connsiteY55" fmla="*/ 2090865 h 2746496"/>
                <a:gd name="connsiteX56" fmla="*/ 2410212 w 2632919"/>
                <a:gd name="connsiteY56" fmla="*/ 2408404 h 2746496"/>
                <a:gd name="connsiteX57" fmla="*/ 1877199 w 2632919"/>
                <a:gd name="connsiteY57" fmla="*/ 2734606 h 2746496"/>
                <a:gd name="connsiteX58" fmla="*/ 1723966 w 2632919"/>
                <a:gd name="connsiteY58" fmla="*/ 2741660 h 2746496"/>
                <a:gd name="connsiteX59" fmla="*/ 1124248 w 2632919"/>
                <a:gd name="connsiteY59" fmla="*/ 2605840 h 2746496"/>
                <a:gd name="connsiteX60" fmla="*/ 747147 w 2632919"/>
                <a:gd name="connsiteY60" fmla="*/ 2482610 h 2746496"/>
                <a:gd name="connsiteX61" fmla="*/ 544800 w 2632919"/>
                <a:gd name="connsiteY61" fmla="*/ 2719425 h 2746496"/>
                <a:gd name="connsiteX62" fmla="*/ 246192 w 2632919"/>
                <a:gd name="connsiteY62" fmla="*/ 2474305 h 2746496"/>
                <a:gd name="connsiteX63" fmla="*/ 196453 w 2632919"/>
                <a:gd name="connsiteY63" fmla="*/ 2426710 h 2746496"/>
                <a:gd name="connsiteX64" fmla="*/ 194221 w 2632919"/>
                <a:gd name="connsiteY64" fmla="*/ 2371346 h 2746496"/>
                <a:gd name="connsiteX65" fmla="*/ 361563 w 2632919"/>
                <a:gd name="connsiteY65" fmla="*/ 2234633 h 2746496"/>
                <a:gd name="connsiteX66" fmla="*/ 597485 w 2632919"/>
                <a:gd name="connsiteY66" fmla="*/ 2052020 h 2746496"/>
                <a:gd name="connsiteX67" fmla="*/ 516493 w 2632919"/>
                <a:gd name="connsiteY67" fmla="*/ 1927719 h 2746496"/>
                <a:gd name="connsiteX68" fmla="*/ 458986 w 2632919"/>
                <a:gd name="connsiteY68" fmla="*/ 1819223 h 2746496"/>
                <a:gd name="connsiteX69" fmla="*/ 523458 w 2632919"/>
                <a:gd name="connsiteY69" fmla="*/ 1647595 h 2746496"/>
                <a:gd name="connsiteX70" fmla="*/ 287536 w 2632919"/>
                <a:gd name="connsiteY70" fmla="*/ 1785112 h 2746496"/>
                <a:gd name="connsiteX71" fmla="*/ 182076 w 2632919"/>
                <a:gd name="connsiteY71" fmla="*/ 1825028 h 2746496"/>
                <a:gd name="connsiteX72" fmla="*/ 136624 w 2632919"/>
                <a:gd name="connsiteY72" fmla="*/ 1743500 h 2746496"/>
                <a:gd name="connsiteX73" fmla="*/ 20628 w 2632919"/>
                <a:gd name="connsiteY73" fmla="*/ 1521775 h 2746496"/>
                <a:gd name="connsiteX74" fmla="*/ 0 w 2632919"/>
                <a:gd name="connsiteY74" fmla="*/ 1447391 h 2746496"/>
                <a:gd name="connsiteX75" fmla="*/ 222885 w 2632919"/>
                <a:gd name="connsiteY75" fmla="*/ 1363273 h 2746496"/>
                <a:gd name="connsiteX76" fmla="*/ 560070 w 2632919"/>
                <a:gd name="connsiteY76" fmla="*/ 1227185 h 2746496"/>
                <a:gd name="connsiteX77" fmla="*/ 714822 w 2632919"/>
                <a:gd name="connsiteY77" fmla="*/ 1162356 h 2746496"/>
                <a:gd name="connsiteX78" fmla="*/ 846892 w 2632919"/>
                <a:gd name="connsiteY78" fmla="*/ 1230311 h 2746496"/>
                <a:gd name="connsiteX79" fmla="*/ 943868 w 2632919"/>
                <a:gd name="connsiteY79" fmla="*/ 1296122 h 2746496"/>
                <a:gd name="connsiteX80" fmla="*/ 944939 w 2632919"/>
                <a:gd name="connsiteY80" fmla="*/ 1354076 h 2746496"/>
                <a:gd name="connsiteX81" fmla="*/ 739914 w 2632919"/>
                <a:gd name="connsiteY81" fmla="*/ 1774664 h 2746496"/>
                <a:gd name="connsiteX82" fmla="*/ 738753 w 2632919"/>
                <a:gd name="connsiteY82" fmla="*/ 1812437 h 2746496"/>
                <a:gd name="connsiteX83" fmla="*/ 962620 w 2632919"/>
                <a:gd name="connsiteY83" fmla="*/ 1999603 h 2746496"/>
                <a:gd name="connsiteX84" fmla="*/ 968246 w 2632919"/>
                <a:gd name="connsiteY84" fmla="*/ 2029607 h 2746496"/>
                <a:gd name="connsiteX85" fmla="*/ 902523 w 2632919"/>
                <a:gd name="connsiteY85" fmla="*/ 2155248 h 2746496"/>
                <a:gd name="connsiteX86" fmla="*/ 1084421 w 2632919"/>
                <a:gd name="connsiteY86" fmla="*/ 2188913 h 2746496"/>
                <a:gd name="connsiteX87" fmla="*/ 1180594 w 2632919"/>
                <a:gd name="connsiteY87" fmla="*/ 2199807 h 2746496"/>
                <a:gd name="connsiteX88" fmla="*/ 1126659 w 2632919"/>
                <a:gd name="connsiteY88" fmla="*/ 2163552 h 2746496"/>
                <a:gd name="connsiteX89" fmla="*/ 1121747 w 2632919"/>
                <a:gd name="connsiteY89" fmla="*/ 2044966 h 2746496"/>
                <a:gd name="connsiteX90" fmla="*/ 971014 w 2632919"/>
                <a:gd name="connsiteY90" fmla="*/ 1862622 h 2746496"/>
                <a:gd name="connsiteX91" fmla="*/ 983873 w 2632919"/>
                <a:gd name="connsiteY91" fmla="*/ 1765645 h 2746496"/>
                <a:gd name="connsiteX92" fmla="*/ 1042362 w 2632919"/>
                <a:gd name="connsiteY92" fmla="*/ 1087078 h 2746496"/>
                <a:gd name="connsiteX93" fmla="*/ 1047363 w 2632919"/>
                <a:gd name="connsiteY93" fmla="*/ 811776 h 2746496"/>
                <a:gd name="connsiteX94" fmla="*/ 987624 w 2632919"/>
                <a:gd name="connsiteY94" fmla="*/ 834011 h 2746496"/>
                <a:gd name="connsiteX95" fmla="*/ 918061 w 2632919"/>
                <a:gd name="connsiteY95" fmla="*/ 713282 h 2746496"/>
                <a:gd name="connsiteX96" fmla="*/ 1161127 w 2632919"/>
                <a:gd name="connsiteY96" fmla="*/ 427174 h 2746496"/>
                <a:gd name="connsiteX97" fmla="*/ 1427679 w 2632919"/>
                <a:gd name="connsiteY97" fmla="*/ 86239 h 2746496"/>
                <a:gd name="connsiteX98" fmla="*/ 1495276 w 2632919"/>
                <a:gd name="connsiteY98" fmla="*/ 1853 h 2746496"/>
                <a:gd name="connsiteX99" fmla="*/ 1519693 w 2632919"/>
                <a:gd name="connsiteY99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018541 h 2746496"/>
                <a:gd name="connsiteX12" fmla="*/ 1408054 w 2632919"/>
                <a:gd name="connsiteY12" fmla="*/ 1177490 h 2746496"/>
                <a:gd name="connsiteX13" fmla="*/ 1406158 w 2632919"/>
                <a:gd name="connsiteY13" fmla="*/ 1178161 h 2746496"/>
                <a:gd name="connsiteX14" fmla="*/ 1405087 w 2632919"/>
                <a:gd name="connsiteY14" fmla="*/ 1228882 h 2746496"/>
                <a:gd name="connsiteX15" fmla="*/ 1707892 w 2632919"/>
                <a:gd name="connsiteY15" fmla="*/ 1144139 h 2746496"/>
                <a:gd name="connsiteX16" fmla="*/ 1722805 w 2632919"/>
                <a:gd name="connsiteY16" fmla="*/ 1066004 h 2746496"/>
                <a:gd name="connsiteX17" fmla="*/ 1761177 w 2632919"/>
                <a:gd name="connsiteY17" fmla="*/ 900985 h 2746496"/>
                <a:gd name="connsiteX18" fmla="*/ 1761738 w 2632919"/>
                <a:gd name="connsiteY18" fmla="*/ 900805 h 2746496"/>
                <a:gd name="connsiteX19" fmla="*/ 1765837 w 2632919"/>
                <a:gd name="connsiteY19" fmla="*/ 882863 h 2746496"/>
                <a:gd name="connsiteX20" fmla="*/ 1773179 w 2632919"/>
                <a:gd name="connsiteY20" fmla="*/ 854312 h 2746496"/>
                <a:gd name="connsiteX21" fmla="*/ 1772327 w 2632919"/>
                <a:gd name="connsiteY21" fmla="*/ 854460 h 2746496"/>
                <a:gd name="connsiteX22" fmla="*/ 1774150 w 2632919"/>
                <a:gd name="connsiteY22" fmla="*/ 846479 h 2746496"/>
                <a:gd name="connsiteX23" fmla="*/ 1784419 w 2632919"/>
                <a:gd name="connsiteY23" fmla="*/ 791684 h 2746496"/>
                <a:gd name="connsiteX24" fmla="*/ 1519693 w 2632919"/>
                <a:gd name="connsiteY24" fmla="*/ 404 h 2746496"/>
                <a:gd name="connsiteX25" fmla="*/ 1588859 w 2632919"/>
                <a:gd name="connsiteY25" fmla="*/ 24803 h 2746496"/>
                <a:gd name="connsiteX26" fmla="*/ 1892737 w 2632919"/>
                <a:gd name="connsiteY26" fmla="*/ 176161 h 2746496"/>
                <a:gd name="connsiteX27" fmla="*/ 1926848 w 2632919"/>
                <a:gd name="connsiteY27" fmla="*/ 235097 h 2746496"/>
                <a:gd name="connsiteX28" fmla="*/ 1729859 w 2632919"/>
                <a:gd name="connsiteY28" fmla="*/ 406279 h 2746496"/>
                <a:gd name="connsiteX29" fmla="*/ 1321326 w 2632919"/>
                <a:gd name="connsiteY29" fmla="*/ 666401 h 2746496"/>
                <a:gd name="connsiteX30" fmla="*/ 1460272 w 2632919"/>
                <a:gd name="connsiteY30" fmla="*/ 631039 h 2746496"/>
                <a:gd name="connsiteX31" fmla="*/ 2062847 w 2632919"/>
                <a:gd name="connsiteY31" fmla="*/ 411190 h 2746496"/>
                <a:gd name="connsiteX32" fmla="*/ 2262337 w 2632919"/>
                <a:gd name="connsiteY32" fmla="*/ 577997 h 2746496"/>
                <a:gd name="connsiteX33" fmla="*/ 2237780 w 2632919"/>
                <a:gd name="connsiteY33" fmla="*/ 691582 h 2746496"/>
                <a:gd name="connsiteX34" fmla="*/ 2089190 w 2632919"/>
                <a:gd name="connsiteY34" fmla="*/ 1214237 h 2746496"/>
                <a:gd name="connsiteX35" fmla="*/ 2071509 w 2632919"/>
                <a:gd name="connsiteY35" fmla="*/ 1256653 h 2746496"/>
                <a:gd name="connsiteX36" fmla="*/ 2000339 w 2632919"/>
                <a:gd name="connsiteY36" fmla="*/ 1272637 h 2746496"/>
                <a:gd name="connsiteX37" fmla="*/ 1443573 w 2632919"/>
                <a:gd name="connsiteY37" fmla="*/ 1396671 h 2746496"/>
                <a:gd name="connsiteX38" fmla="*/ 1391335 w 2632919"/>
                <a:gd name="connsiteY38" fmla="*/ 1418280 h 2746496"/>
                <a:gd name="connsiteX39" fmla="*/ 1387406 w 2632919"/>
                <a:gd name="connsiteY39" fmla="*/ 1505523 h 2746496"/>
                <a:gd name="connsiteX40" fmla="*/ 1962835 w 2632919"/>
                <a:gd name="connsiteY40" fmla="*/ 1338003 h 2746496"/>
                <a:gd name="connsiteX41" fmla="*/ 2107228 w 2632919"/>
                <a:gd name="connsiteY41" fmla="*/ 1312196 h 2746496"/>
                <a:gd name="connsiteX42" fmla="*/ 2257961 w 2632919"/>
                <a:gd name="connsiteY42" fmla="*/ 1357291 h 2746496"/>
                <a:gd name="connsiteX43" fmla="*/ 2349758 w 2632919"/>
                <a:gd name="connsiteY43" fmla="*/ 1418816 h 2746496"/>
                <a:gd name="connsiteX44" fmla="*/ 2333506 w 2632919"/>
                <a:gd name="connsiteY44" fmla="*/ 1518204 h 2746496"/>
                <a:gd name="connsiteX45" fmla="*/ 2192328 w 2632919"/>
                <a:gd name="connsiteY45" fmla="*/ 1856728 h 2746496"/>
                <a:gd name="connsiteX46" fmla="*/ 2245817 w 2632919"/>
                <a:gd name="connsiteY46" fmla="*/ 1899858 h 2746496"/>
                <a:gd name="connsiteX47" fmla="*/ 2231886 w 2632919"/>
                <a:gd name="connsiteY47" fmla="*/ 1971921 h 2746496"/>
                <a:gd name="connsiteX48" fmla="*/ 2213491 w 2632919"/>
                <a:gd name="connsiteY48" fmla="*/ 2036840 h 2746496"/>
                <a:gd name="connsiteX49" fmla="*/ 2126516 w 2632919"/>
                <a:gd name="connsiteY49" fmla="*/ 2050502 h 2746496"/>
                <a:gd name="connsiteX50" fmla="*/ 1745307 w 2632919"/>
                <a:gd name="connsiteY50" fmla="*/ 2105063 h 2746496"/>
                <a:gd name="connsiteX51" fmla="*/ 1221849 w 2632919"/>
                <a:gd name="connsiteY51" fmla="*/ 2206147 h 2746496"/>
                <a:gd name="connsiteX52" fmla="*/ 1700570 w 2632919"/>
                <a:gd name="connsiteY52" fmla="*/ 2212130 h 2746496"/>
                <a:gd name="connsiteX53" fmla="*/ 2335024 w 2632919"/>
                <a:gd name="connsiteY53" fmla="*/ 2124797 h 2746496"/>
                <a:gd name="connsiteX54" fmla="*/ 2632919 w 2632919"/>
                <a:gd name="connsiteY54" fmla="*/ 2090865 h 2746496"/>
                <a:gd name="connsiteX55" fmla="*/ 2410212 w 2632919"/>
                <a:gd name="connsiteY55" fmla="*/ 2408404 h 2746496"/>
                <a:gd name="connsiteX56" fmla="*/ 1877199 w 2632919"/>
                <a:gd name="connsiteY56" fmla="*/ 2734606 h 2746496"/>
                <a:gd name="connsiteX57" fmla="*/ 1723966 w 2632919"/>
                <a:gd name="connsiteY57" fmla="*/ 2741660 h 2746496"/>
                <a:gd name="connsiteX58" fmla="*/ 1124248 w 2632919"/>
                <a:gd name="connsiteY58" fmla="*/ 2605840 h 2746496"/>
                <a:gd name="connsiteX59" fmla="*/ 747147 w 2632919"/>
                <a:gd name="connsiteY59" fmla="*/ 2482610 h 2746496"/>
                <a:gd name="connsiteX60" fmla="*/ 544800 w 2632919"/>
                <a:gd name="connsiteY60" fmla="*/ 2719425 h 2746496"/>
                <a:gd name="connsiteX61" fmla="*/ 246192 w 2632919"/>
                <a:gd name="connsiteY61" fmla="*/ 2474305 h 2746496"/>
                <a:gd name="connsiteX62" fmla="*/ 196453 w 2632919"/>
                <a:gd name="connsiteY62" fmla="*/ 2426710 h 2746496"/>
                <a:gd name="connsiteX63" fmla="*/ 194221 w 2632919"/>
                <a:gd name="connsiteY63" fmla="*/ 2371346 h 2746496"/>
                <a:gd name="connsiteX64" fmla="*/ 361563 w 2632919"/>
                <a:gd name="connsiteY64" fmla="*/ 2234633 h 2746496"/>
                <a:gd name="connsiteX65" fmla="*/ 597485 w 2632919"/>
                <a:gd name="connsiteY65" fmla="*/ 2052020 h 2746496"/>
                <a:gd name="connsiteX66" fmla="*/ 516493 w 2632919"/>
                <a:gd name="connsiteY66" fmla="*/ 1927719 h 2746496"/>
                <a:gd name="connsiteX67" fmla="*/ 458986 w 2632919"/>
                <a:gd name="connsiteY67" fmla="*/ 1819223 h 2746496"/>
                <a:gd name="connsiteX68" fmla="*/ 523458 w 2632919"/>
                <a:gd name="connsiteY68" fmla="*/ 1647595 h 2746496"/>
                <a:gd name="connsiteX69" fmla="*/ 287536 w 2632919"/>
                <a:gd name="connsiteY69" fmla="*/ 1785112 h 2746496"/>
                <a:gd name="connsiteX70" fmla="*/ 182076 w 2632919"/>
                <a:gd name="connsiteY70" fmla="*/ 1825028 h 2746496"/>
                <a:gd name="connsiteX71" fmla="*/ 136624 w 2632919"/>
                <a:gd name="connsiteY71" fmla="*/ 1743500 h 2746496"/>
                <a:gd name="connsiteX72" fmla="*/ 20628 w 2632919"/>
                <a:gd name="connsiteY72" fmla="*/ 1521775 h 2746496"/>
                <a:gd name="connsiteX73" fmla="*/ 0 w 2632919"/>
                <a:gd name="connsiteY73" fmla="*/ 1447391 h 2746496"/>
                <a:gd name="connsiteX74" fmla="*/ 222885 w 2632919"/>
                <a:gd name="connsiteY74" fmla="*/ 1363273 h 2746496"/>
                <a:gd name="connsiteX75" fmla="*/ 560070 w 2632919"/>
                <a:gd name="connsiteY75" fmla="*/ 1227185 h 2746496"/>
                <a:gd name="connsiteX76" fmla="*/ 714822 w 2632919"/>
                <a:gd name="connsiteY76" fmla="*/ 1162356 h 2746496"/>
                <a:gd name="connsiteX77" fmla="*/ 846892 w 2632919"/>
                <a:gd name="connsiteY77" fmla="*/ 1230311 h 2746496"/>
                <a:gd name="connsiteX78" fmla="*/ 943868 w 2632919"/>
                <a:gd name="connsiteY78" fmla="*/ 1296122 h 2746496"/>
                <a:gd name="connsiteX79" fmla="*/ 944939 w 2632919"/>
                <a:gd name="connsiteY79" fmla="*/ 1354076 h 2746496"/>
                <a:gd name="connsiteX80" fmla="*/ 739914 w 2632919"/>
                <a:gd name="connsiteY80" fmla="*/ 1774664 h 2746496"/>
                <a:gd name="connsiteX81" fmla="*/ 738753 w 2632919"/>
                <a:gd name="connsiteY81" fmla="*/ 1812437 h 2746496"/>
                <a:gd name="connsiteX82" fmla="*/ 962620 w 2632919"/>
                <a:gd name="connsiteY82" fmla="*/ 1999603 h 2746496"/>
                <a:gd name="connsiteX83" fmla="*/ 968246 w 2632919"/>
                <a:gd name="connsiteY83" fmla="*/ 2029607 h 2746496"/>
                <a:gd name="connsiteX84" fmla="*/ 902523 w 2632919"/>
                <a:gd name="connsiteY84" fmla="*/ 2155248 h 2746496"/>
                <a:gd name="connsiteX85" fmla="*/ 1084421 w 2632919"/>
                <a:gd name="connsiteY85" fmla="*/ 2188913 h 2746496"/>
                <a:gd name="connsiteX86" fmla="*/ 1180594 w 2632919"/>
                <a:gd name="connsiteY86" fmla="*/ 2199807 h 2746496"/>
                <a:gd name="connsiteX87" fmla="*/ 1126659 w 2632919"/>
                <a:gd name="connsiteY87" fmla="*/ 2163552 h 2746496"/>
                <a:gd name="connsiteX88" fmla="*/ 1121747 w 2632919"/>
                <a:gd name="connsiteY88" fmla="*/ 2044966 h 2746496"/>
                <a:gd name="connsiteX89" fmla="*/ 971014 w 2632919"/>
                <a:gd name="connsiteY89" fmla="*/ 1862622 h 2746496"/>
                <a:gd name="connsiteX90" fmla="*/ 983873 w 2632919"/>
                <a:gd name="connsiteY90" fmla="*/ 1765645 h 2746496"/>
                <a:gd name="connsiteX91" fmla="*/ 1042362 w 2632919"/>
                <a:gd name="connsiteY91" fmla="*/ 1087078 h 2746496"/>
                <a:gd name="connsiteX92" fmla="*/ 1047363 w 2632919"/>
                <a:gd name="connsiteY92" fmla="*/ 811776 h 2746496"/>
                <a:gd name="connsiteX93" fmla="*/ 987624 w 2632919"/>
                <a:gd name="connsiteY93" fmla="*/ 834011 h 2746496"/>
                <a:gd name="connsiteX94" fmla="*/ 918061 w 2632919"/>
                <a:gd name="connsiteY94" fmla="*/ 713282 h 2746496"/>
                <a:gd name="connsiteX95" fmla="*/ 1161127 w 2632919"/>
                <a:gd name="connsiteY95" fmla="*/ 427174 h 2746496"/>
                <a:gd name="connsiteX96" fmla="*/ 1427679 w 2632919"/>
                <a:gd name="connsiteY96" fmla="*/ 86239 h 2746496"/>
                <a:gd name="connsiteX97" fmla="*/ 1495276 w 2632919"/>
                <a:gd name="connsiteY97" fmla="*/ 1853 h 2746496"/>
                <a:gd name="connsiteX98" fmla="*/ 1519693 w 2632919"/>
                <a:gd name="connsiteY98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177490 h 2746496"/>
                <a:gd name="connsiteX12" fmla="*/ 1406158 w 2632919"/>
                <a:gd name="connsiteY12" fmla="*/ 1178161 h 2746496"/>
                <a:gd name="connsiteX13" fmla="*/ 1405087 w 2632919"/>
                <a:gd name="connsiteY13" fmla="*/ 1228882 h 2746496"/>
                <a:gd name="connsiteX14" fmla="*/ 1707892 w 2632919"/>
                <a:gd name="connsiteY14" fmla="*/ 1144139 h 2746496"/>
                <a:gd name="connsiteX15" fmla="*/ 1722805 w 2632919"/>
                <a:gd name="connsiteY15" fmla="*/ 1066004 h 2746496"/>
                <a:gd name="connsiteX16" fmla="*/ 1761177 w 2632919"/>
                <a:gd name="connsiteY16" fmla="*/ 900985 h 2746496"/>
                <a:gd name="connsiteX17" fmla="*/ 1761738 w 2632919"/>
                <a:gd name="connsiteY17" fmla="*/ 900805 h 2746496"/>
                <a:gd name="connsiteX18" fmla="*/ 1765837 w 2632919"/>
                <a:gd name="connsiteY18" fmla="*/ 882863 h 2746496"/>
                <a:gd name="connsiteX19" fmla="*/ 1773179 w 2632919"/>
                <a:gd name="connsiteY19" fmla="*/ 854312 h 2746496"/>
                <a:gd name="connsiteX20" fmla="*/ 1772327 w 2632919"/>
                <a:gd name="connsiteY20" fmla="*/ 854460 h 2746496"/>
                <a:gd name="connsiteX21" fmla="*/ 1774150 w 2632919"/>
                <a:gd name="connsiteY21" fmla="*/ 846479 h 2746496"/>
                <a:gd name="connsiteX22" fmla="*/ 1784419 w 2632919"/>
                <a:gd name="connsiteY22" fmla="*/ 791684 h 2746496"/>
                <a:gd name="connsiteX23" fmla="*/ 1519693 w 2632919"/>
                <a:gd name="connsiteY23" fmla="*/ 404 h 2746496"/>
                <a:gd name="connsiteX24" fmla="*/ 1588859 w 2632919"/>
                <a:gd name="connsiteY24" fmla="*/ 24803 h 2746496"/>
                <a:gd name="connsiteX25" fmla="*/ 1892737 w 2632919"/>
                <a:gd name="connsiteY25" fmla="*/ 176161 h 2746496"/>
                <a:gd name="connsiteX26" fmla="*/ 1926848 w 2632919"/>
                <a:gd name="connsiteY26" fmla="*/ 235097 h 2746496"/>
                <a:gd name="connsiteX27" fmla="*/ 1729859 w 2632919"/>
                <a:gd name="connsiteY27" fmla="*/ 406279 h 2746496"/>
                <a:gd name="connsiteX28" fmla="*/ 1321326 w 2632919"/>
                <a:gd name="connsiteY28" fmla="*/ 666401 h 2746496"/>
                <a:gd name="connsiteX29" fmla="*/ 1460272 w 2632919"/>
                <a:gd name="connsiteY29" fmla="*/ 631039 h 2746496"/>
                <a:gd name="connsiteX30" fmla="*/ 2062847 w 2632919"/>
                <a:gd name="connsiteY30" fmla="*/ 411190 h 2746496"/>
                <a:gd name="connsiteX31" fmla="*/ 2262337 w 2632919"/>
                <a:gd name="connsiteY31" fmla="*/ 577997 h 2746496"/>
                <a:gd name="connsiteX32" fmla="*/ 2237780 w 2632919"/>
                <a:gd name="connsiteY32" fmla="*/ 691582 h 2746496"/>
                <a:gd name="connsiteX33" fmla="*/ 2089190 w 2632919"/>
                <a:gd name="connsiteY33" fmla="*/ 1214237 h 2746496"/>
                <a:gd name="connsiteX34" fmla="*/ 2071509 w 2632919"/>
                <a:gd name="connsiteY34" fmla="*/ 1256653 h 2746496"/>
                <a:gd name="connsiteX35" fmla="*/ 2000339 w 2632919"/>
                <a:gd name="connsiteY35" fmla="*/ 1272637 h 2746496"/>
                <a:gd name="connsiteX36" fmla="*/ 1443573 w 2632919"/>
                <a:gd name="connsiteY36" fmla="*/ 1396671 h 2746496"/>
                <a:gd name="connsiteX37" fmla="*/ 1391335 w 2632919"/>
                <a:gd name="connsiteY37" fmla="*/ 1418280 h 2746496"/>
                <a:gd name="connsiteX38" fmla="*/ 1387406 w 2632919"/>
                <a:gd name="connsiteY38" fmla="*/ 1505523 h 2746496"/>
                <a:gd name="connsiteX39" fmla="*/ 1962835 w 2632919"/>
                <a:gd name="connsiteY39" fmla="*/ 1338003 h 2746496"/>
                <a:gd name="connsiteX40" fmla="*/ 2107228 w 2632919"/>
                <a:gd name="connsiteY40" fmla="*/ 1312196 h 2746496"/>
                <a:gd name="connsiteX41" fmla="*/ 2257961 w 2632919"/>
                <a:gd name="connsiteY41" fmla="*/ 1357291 h 2746496"/>
                <a:gd name="connsiteX42" fmla="*/ 2349758 w 2632919"/>
                <a:gd name="connsiteY42" fmla="*/ 1418816 h 2746496"/>
                <a:gd name="connsiteX43" fmla="*/ 2333506 w 2632919"/>
                <a:gd name="connsiteY43" fmla="*/ 1518204 h 2746496"/>
                <a:gd name="connsiteX44" fmla="*/ 2192328 w 2632919"/>
                <a:gd name="connsiteY44" fmla="*/ 1856728 h 2746496"/>
                <a:gd name="connsiteX45" fmla="*/ 2245817 w 2632919"/>
                <a:gd name="connsiteY45" fmla="*/ 1899858 h 2746496"/>
                <a:gd name="connsiteX46" fmla="*/ 2231886 w 2632919"/>
                <a:gd name="connsiteY46" fmla="*/ 1971921 h 2746496"/>
                <a:gd name="connsiteX47" fmla="*/ 2213491 w 2632919"/>
                <a:gd name="connsiteY47" fmla="*/ 2036840 h 2746496"/>
                <a:gd name="connsiteX48" fmla="*/ 2126516 w 2632919"/>
                <a:gd name="connsiteY48" fmla="*/ 2050502 h 2746496"/>
                <a:gd name="connsiteX49" fmla="*/ 1745307 w 2632919"/>
                <a:gd name="connsiteY49" fmla="*/ 2105063 h 2746496"/>
                <a:gd name="connsiteX50" fmla="*/ 1221849 w 2632919"/>
                <a:gd name="connsiteY50" fmla="*/ 2206147 h 2746496"/>
                <a:gd name="connsiteX51" fmla="*/ 1700570 w 2632919"/>
                <a:gd name="connsiteY51" fmla="*/ 2212130 h 2746496"/>
                <a:gd name="connsiteX52" fmla="*/ 2335024 w 2632919"/>
                <a:gd name="connsiteY52" fmla="*/ 2124797 h 2746496"/>
                <a:gd name="connsiteX53" fmla="*/ 2632919 w 2632919"/>
                <a:gd name="connsiteY53" fmla="*/ 2090865 h 2746496"/>
                <a:gd name="connsiteX54" fmla="*/ 2410212 w 2632919"/>
                <a:gd name="connsiteY54" fmla="*/ 2408404 h 2746496"/>
                <a:gd name="connsiteX55" fmla="*/ 1877199 w 2632919"/>
                <a:gd name="connsiteY55" fmla="*/ 2734606 h 2746496"/>
                <a:gd name="connsiteX56" fmla="*/ 1723966 w 2632919"/>
                <a:gd name="connsiteY56" fmla="*/ 2741660 h 2746496"/>
                <a:gd name="connsiteX57" fmla="*/ 1124248 w 2632919"/>
                <a:gd name="connsiteY57" fmla="*/ 2605840 h 2746496"/>
                <a:gd name="connsiteX58" fmla="*/ 747147 w 2632919"/>
                <a:gd name="connsiteY58" fmla="*/ 2482610 h 2746496"/>
                <a:gd name="connsiteX59" fmla="*/ 544800 w 2632919"/>
                <a:gd name="connsiteY59" fmla="*/ 2719425 h 2746496"/>
                <a:gd name="connsiteX60" fmla="*/ 246192 w 2632919"/>
                <a:gd name="connsiteY60" fmla="*/ 2474305 h 2746496"/>
                <a:gd name="connsiteX61" fmla="*/ 196453 w 2632919"/>
                <a:gd name="connsiteY61" fmla="*/ 2426710 h 2746496"/>
                <a:gd name="connsiteX62" fmla="*/ 194221 w 2632919"/>
                <a:gd name="connsiteY62" fmla="*/ 2371346 h 2746496"/>
                <a:gd name="connsiteX63" fmla="*/ 361563 w 2632919"/>
                <a:gd name="connsiteY63" fmla="*/ 2234633 h 2746496"/>
                <a:gd name="connsiteX64" fmla="*/ 597485 w 2632919"/>
                <a:gd name="connsiteY64" fmla="*/ 2052020 h 2746496"/>
                <a:gd name="connsiteX65" fmla="*/ 516493 w 2632919"/>
                <a:gd name="connsiteY65" fmla="*/ 1927719 h 2746496"/>
                <a:gd name="connsiteX66" fmla="*/ 458986 w 2632919"/>
                <a:gd name="connsiteY66" fmla="*/ 1819223 h 2746496"/>
                <a:gd name="connsiteX67" fmla="*/ 523458 w 2632919"/>
                <a:gd name="connsiteY67" fmla="*/ 1647595 h 2746496"/>
                <a:gd name="connsiteX68" fmla="*/ 287536 w 2632919"/>
                <a:gd name="connsiteY68" fmla="*/ 1785112 h 2746496"/>
                <a:gd name="connsiteX69" fmla="*/ 182076 w 2632919"/>
                <a:gd name="connsiteY69" fmla="*/ 1825028 h 2746496"/>
                <a:gd name="connsiteX70" fmla="*/ 136624 w 2632919"/>
                <a:gd name="connsiteY70" fmla="*/ 1743500 h 2746496"/>
                <a:gd name="connsiteX71" fmla="*/ 20628 w 2632919"/>
                <a:gd name="connsiteY71" fmla="*/ 1521775 h 2746496"/>
                <a:gd name="connsiteX72" fmla="*/ 0 w 2632919"/>
                <a:gd name="connsiteY72" fmla="*/ 1447391 h 2746496"/>
                <a:gd name="connsiteX73" fmla="*/ 222885 w 2632919"/>
                <a:gd name="connsiteY73" fmla="*/ 1363273 h 2746496"/>
                <a:gd name="connsiteX74" fmla="*/ 560070 w 2632919"/>
                <a:gd name="connsiteY74" fmla="*/ 1227185 h 2746496"/>
                <a:gd name="connsiteX75" fmla="*/ 714822 w 2632919"/>
                <a:gd name="connsiteY75" fmla="*/ 1162356 h 2746496"/>
                <a:gd name="connsiteX76" fmla="*/ 846892 w 2632919"/>
                <a:gd name="connsiteY76" fmla="*/ 1230311 h 2746496"/>
                <a:gd name="connsiteX77" fmla="*/ 943868 w 2632919"/>
                <a:gd name="connsiteY77" fmla="*/ 1296122 h 2746496"/>
                <a:gd name="connsiteX78" fmla="*/ 944939 w 2632919"/>
                <a:gd name="connsiteY78" fmla="*/ 1354076 h 2746496"/>
                <a:gd name="connsiteX79" fmla="*/ 739914 w 2632919"/>
                <a:gd name="connsiteY79" fmla="*/ 1774664 h 2746496"/>
                <a:gd name="connsiteX80" fmla="*/ 738753 w 2632919"/>
                <a:gd name="connsiteY80" fmla="*/ 1812437 h 2746496"/>
                <a:gd name="connsiteX81" fmla="*/ 962620 w 2632919"/>
                <a:gd name="connsiteY81" fmla="*/ 1999603 h 2746496"/>
                <a:gd name="connsiteX82" fmla="*/ 968246 w 2632919"/>
                <a:gd name="connsiteY82" fmla="*/ 2029607 h 2746496"/>
                <a:gd name="connsiteX83" fmla="*/ 902523 w 2632919"/>
                <a:gd name="connsiteY83" fmla="*/ 2155248 h 2746496"/>
                <a:gd name="connsiteX84" fmla="*/ 1084421 w 2632919"/>
                <a:gd name="connsiteY84" fmla="*/ 2188913 h 2746496"/>
                <a:gd name="connsiteX85" fmla="*/ 1180594 w 2632919"/>
                <a:gd name="connsiteY85" fmla="*/ 2199807 h 2746496"/>
                <a:gd name="connsiteX86" fmla="*/ 1126659 w 2632919"/>
                <a:gd name="connsiteY86" fmla="*/ 2163552 h 2746496"/>
                <a:gd name="connsiteX87" fmla="*/ 1121747 w 2632919"/>
                <a:gd name="connsiteY87" fmla="*/ 2044966 h 2746496"/>
                <a:gd name="connsiteX88" fmla="*/ 971014 w 2632919"/>
                <a:gd name="connsiteY88" fmla="*/ 1862622 h 2746496"/>
                <a:gd name="connsiteX89" fmla="*/ 983873 w 2632919"/>
                <a:gd name="connsiteY89" fmla="*/ 1765645 h 2746496"/>
                <a:gd name="connsiteX90" fmla="*/ 1042362 w 2632919"/>
                <a:gd name="connsiteY90" fmla="*/ 1087078 h 2746496"/>
                <a:gd name="connsiteX91" fmla="*/ 1047363 w 2632919"/>
                <a:gd name="connsiteY91" fmla="*/ 811776 h 2746496"/>
                <a:gd name="connsiteX92" fmla="*/ 987624 w 2632919"/>
                <a:gd name="connsiteY92" fmla="*/ 834011 h 2746496"/>
                <a:gd name="connsiteX93" fmla="*/ 918061 w 2632919"/>
                <a:gd name="connsiteY93" fmla="*/ 713282 h 2746496"/>
                <a:gd name="connsiteX94" fmla="*/ 1161127 w 2632919"/>
                <a:gd name="connsiteY94" fmla="*/ 427174 h 2746496"/>
                <a:gd name="connsiteX95" fmla="*/ 1427679 w 2632919"/>
                <a:gd name="connsiteY95" fmla="*/ 86239 h 2746496"/>
                <a:gd name="connsiteX96" fmla="*/ 1495276 w 2632919"/>
                <a:gd name="connsiteY96" fmla="*/ 1853 h 2746496"/>
                <a:gd name="connsiteX97" fmla="*/ 1519693 w 2632919"/>
                <a:gd name="connsiteY97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177490 h 2746496"/>
                <a:gd name="connsiteX12" fmla="*/ 1406158 w 2632919"/>
                <a:gd name="connsiteY12" fmla="*/ 1178161 h 2746496"/>
                <a:gd name="connsiteX13" fmla="*/ 1405087 w 2632919"/>
                <a:gd name="connsiteY13" fmla="*/ 1228882 h 2746496"/>
                <a:gd name="connsiteX14" fmla="*/ 1707892 w 2632919"/>
                <a:gd name="connsiteY14" fmla="*/ 1144139 h 2746496"/>
                <a:gd name="connsiteX15" fmla="*/ 1722805 w 2632919"/>
                <a:gd name="connsiteY15" fmla="*/ 1066004 h 2746496"/>
                <a:gd name="connsiteX16" fmla="*/ 1761177 w 2632919"/>
                <a:gd name="connsiteY16" fmla="*/ 900985 h 2746496"/>
                <a:gd name="connsiteX17" fmla="*/ 1761738 w 2632919"/>
                <a:gd name="connsiteY17" fmla="*/ 900805 h 2746496"/>
                <a:gd name="connsiteX18" fmla="*/ 1765837 w 2632919"/>
                <a:gd name="connsiteY18" fmla="*/ 882863 h 2746496"/>
                <a:gd name="connsiteX19" fmla="*/ 1773179 w 2632919"/>
                <a:gd name="connsiteY19" fmla="*/ 854312 h 2746496"/>
                <a:gd name="connsiteX20" fmla="*/ 1772327 w 2632919"/>
                <a:gd name="connsiteY20" fmla="*/ 854460 h 2746496"/>
                <a:gd name="connsiteX21" fmla="*/ 1774150 w 2632919"/>
                <a:gd name="connsiteY21" fmla="*/ 846479 h 2746496"/>
                <a:gd name="connsiteX22" fmla="*/ 1784419 w 2632919"/>
                <a:gd name="connsiteY22" fmla="*/ 791684 h 2746496"/>
                <a:gd name="connsiteX23" fmla="*/ 1519693 w 2632919"/>
                <a:gd name="connsiteY23" fmla="*/ 404 h 2746496"/>
                <a:gd name="connsiteX24" fmla="*/ 1588859 w 2632919"/>
                <a:gd name="connsiteY24" fmla="*/ 24803 h 2746496"/>
                <a:gd name="connsiteX25" fmla="*/ 1892737 w 2632919"/>
                <a:gd name="connsiteY25" fmla="*/ 176161 h 2746496"/>
                <a:gd name="connsiteX26" fmla="*/ 1926848 w 2632919"/>
                <a:gd name="connsiteY26" fmla="*/ 235097 h 2746496"/>
                <a:gd name="connsiteX27" fmla="*/ 1729859 w 2632919"/>
                <a:gd name="connsiteY27" fmla="*/ 406279 h 2746496"/>
                <a:gd name="connsiteX28" fmla="*/ 1321326 w 2632919"/>
                <a:gd name="connsiteY28" fmla="*/ 666401 h 2746496"/>
                <a:gd name="connsiteX29" fmla="*/ 1460272 w 2632919"/>
                <a:gd name="connsiteY29" fmla="*/ 631039 h 2746496"/>
                <a:gd name="connsiteX30" fmla="*/ 2062847 w 2632919"/>
                <a:gd name="connsiteY30" fmla="*/ 411190 h 2746496"/>
                <a:gd name="connsiteX31" fmla="*/ 2262337 w 2632919"/>
                <a:gd name="connsiteY31" fmla="*/ 577997 h 2746496"/>
                <a:gd name="connsiteX32" fmla="*/ 2237780 w 2632919"/>
                <a:gd name="connsiteY32" fmla="*/ 691582 h 2746496"/>
                <a:gd name="connsiteX33" fmla="*/ 2089190 w 2632919"/>
                <a:gd name="connsiteY33" fmla="*/ 1214237 h 2746496"/>
                <a:gd name="connsiteX34" fmla="*/ 2071509 w 2632919"/>
                <a:gd name="connsiteY34" fmla="*/ 1256653 h 2746496"/>
                <a:gd name="connsiteX35" fmla="*/ 2000339 w 2632919"/>
                <a:gd name="connsiteY35" fmla="*/ 1272637 h 2746496"/>
                <a:gd name="connsiteX36" fmla="*/ 1443573 w 2632919"/>
                <a:gd name="connsiteY36" fmla="*/ 1396671 h 2746496"/>
                <a:gd name="connsiteX37" fmla="*/ 1391335 w 2632919"/>
                <a:gd name="connsiteY37" fmla="*/ 1418280 h 2746496"/>
                <a:gd name="connsiteX38" fmla="*/ 1387406 w 2632919"/>
                <a:gd name="connsiteY38" fmla="*/ 1505523 h 2746496"/>
                <a:gd name="connsiteX39" fmla="*/ 1962835 w 2632919"/>
                <a:gd name="connsiteY39" fmla="*/ 1338003 h 2746496"/>
                <a:gd name="connsiteX40" fmla="*/ 2107228 w 2632919"/>
                <a:gd name="connsiteY40" fmla="*/ 1312196 h 2746496"/>
                <a:gd name="connsiteX41" fmla="*/ 2257961 w 2632919"/>
                <a:gd name="connsiteY41" fmla="*/ 1357291 h 2746496"/>
                <a:gd name="connsiteX42" fmla="*/ 2349758 w 2632919"/>
                <a:gd name="connsiteY42" fmla="*/ 1418816 h 2746496"/>
                <a:gd name="connsiteX43" fmla="*/ 2333506 w 2632919"/>
                <a:gd name="connsiteY43" fmla="*/ 1518204 h 2746496"/>
                <a:gd name="connsiteX44" fmla="*/ 2192328 w 2632919"/>
                <a:gd name="connsiteY44" fmla="*/ 1856728 h 2746496"/>
                <a:gd name="connsiteX45" fmla="*/ 2245817 w 2632919"/>
                <a:gd name="connsiteY45" fmla="*/ 1899858 h 2746496"/>
                <a:gd name="connsiteX46" fmla="*/ 2231886 w 2632919"/>
                <a:gd name="connsiteY46" fmla="*/ 1971921 h 2746496"/>
                <a:gd name="connsiteX47" fmla="*/ 2213491 w 2632919"/>
                <a:gd name="connsiteY47" fmla="*/ 2036840 h 2746496"/>
                <a:gd name="connsiteX48" fmla="*/ 2126516 w 2632919"/>
                <a:gd name="connsiteY48" fmla="*/ 2050502 h 2746496"/>
                <a:gd name="connsiteX49" fmla="*/ 1745307 w 2632919"/>
                <a:gd name="connsiteY49" fmla="*/ 2105063 h 2746496"/>
                <a:gd name="connsiteX50" fmla="*/ 1221849 w 2632919"/>
                <a:gd name="connsiteY50" fmla="*/ 2206147 h 2746496"/>
                <a:gd name="connsiteX51" fmla="*/ 1700570 w 2632919"/>
                <a:gd name="connsiteY51" fmla="*/ 2212130 h 2746496"/>
                <a:gd name="connsiteX52" fmla="*/ 2335024 w 2632919"/>
                <a:gd name="connsiteY52" fmla="*/ 2124797 h 2746496"/>
                <a:gd name="connsiteX53" fmla="*/ 2632919 w 2632919"/>
                <a:gd name="connsiteY53" fmla="*/ 2090865 h 2746496"/>
                <a:gd name="connsiteX54" fmla="*/ 1877199 w 2632919"/>
                <a:gd name="connsiteY54" fmla="*/ 2734606 h 2746496"/>
                <a:gd name="connsiteX55" fmla="*/ 1723966 w 2632919"/>
                <a:gd name="connsiteY55" fmla="*/ 2741660 h 2746496"/>
                <a:gd name="connsiteX56" fmla="*/ 1124248 w 2632919"/>
                <a:gd name="connsiteY56" fmla="*/ 2605840 h 2746496"/>
                <a:gd name="connsiteX57" fmla="*/ 747147 w 2632919"/>
                <a:gd name="connsiteY57" fmla="*/ 2482610 h 2746496"/>
                <a:gd name="connsiteX58" fmla="*/ 544800 w 2632919"/>
                <a:gd name="connsiteY58" fmla="*/ 2719425 h 2746496"/>
                <a:gd name="connsiteX59" fmla="*/ 246192 w 2632919"/>
                <a:gd name="connsiteY59" fmla="*/ 2474305 h 2746496"/>
                <a:gd name="connsiteX60" fmla="*/ 196453 w 2632919"/>
                <a:gd name="connsiteY60" fmla="*/ 2426710 h 2746496"/>
                <a:gd name="connsiteX61" fmla="*/ 194221 w 2632919"/>
                <a:gd name="connsiteY61" fmla="*/ 2371346 h 2746496"/>
                <a:gd name="connsiteX62" fmla="*/ 361563 w 2632919"/>
                <a:gd name="connsiteY62" fmla="*/ 2234633 h 2746496"/>
                <a:gd name="connsiteX63" fmla="*/ 597485 w 2632919"/>
                <a:gd name="connsiteY63" fmla="*/ 2052020 h 2746496"/>
                <a:gd name="connsiteX64" fmla="*/ 516493 w 2632919"/>
                <a:gd name="connsiteY64" fmla="*/ 1927719 h 2746496"/>
                <a:gd name="connsiteX65" fmla="*/ 458986 w 2632919"/>
                <a:gd name="connsiteY65" fmla="*/ 1819223 h 2746496"/>
                <a:gd name="connsiteX66" fmla="*/ 523458 w 2632919"/>
                <a:gd name="connsiteY66" fmla="*/ 1647595 h 2746496"/>
                <a:gd name="connsiteX67" fmla="*/ 287536 w 2632919"/>
                <a:gd name="connsiteY67" fmla="*/ 1785112 h 2746496"/>
                <a:gd name="connsiteX68" fmla="*/ 182076 w 2632919"/>
                <a:gd name="connsiteY68" fmla="*/ 1825028 h 2746496"/>
                <a:gd name="connsiteX69" fmla="*/ 136624 w 2632919"/>
                <a:gd name="connsiteY69" fmla="*/ 1743500 h 2746496"/>
                <a:gd name="connsiteX70" fmla="*/ 20628 w 2632919"/>
                <a:gd name="connsiteY70" fmla="*/ 1521775 h 2746496"/>
                <a:gd name="connsiteX71" fmla="*/ 0 w 2632919"/>
                <a:gd name="connsiteY71" fmla="*/ 1447391 h 2746496"/>
                <a:gd name="connsiteX72" fmla="*/ 222885 w 2632919"/>
                <a:gd name="connsiteY72" fmla="*/ 1363273 h 2746496"/>
                <a:gd name="connsiteX73" fmla="*/ 560070 w 2632919"/>
                <a:gd name="connsiteY73" fmla="*/ 1227185 h 2746496"/>
                <a:gd name="connsiteX74" fmla="*/ 714822 w 2632919"/>
                <a:gd name="connsiteY74" fmla="*/ 1162356 h 2746496"/>
                <a:gd name="connsiteX75" fmla="*/ 846892 w 2632919"/>
                <a:gd name="connsiteY75" fmla="*/ 1230311 h 2746496"/>
                <a:gd name="connsiteX76" fmla="*/ 943868 w 2632919"/>
                <a:gd name="connsiteY76" fmla="*/ 1296122 h 2746496"/>
                <a:gd name="connsiteX77" fmla="*/ 944939 w 2632919"/>
                <a:gd name="connsiteY77" fmla="*/ 1354076 h 2746496"/>
                <a:gd name="connsiteX78" fmla="*/ 739914 w 2632919"/>
                <a:gd name="connsiteY78" fmla="*/ 1774664 h 2746496"/>
                <a:gd name="connsiteX79" fmla="*/ 738753 w 2632919"/>
                <a:gd name="connsiteY79" fmla="*/ 1812437 h 2746496"/>
                <a:gd name="connsiteX80" fmla="*/ 962620 w 2632919"/>
                <a:gd name="connsiteY80" fmla="*/ 1999603 h 2746496"/>
                <a:gd name="connsiteX81" fmla="*/ 968246 w 2632919"/>
                <a:gd name="connsiteY81" fmla="*/ 2029607 h 2746496"/>
                <a:gd name="connsiteX82" fmla="*/ 902523 w 2632919"/>
                <a:gd name="connsiteY82" fmla="*/ 2155248 h 2746496"/>
                <a:gd name="connsiteX83" fmla="*/ 1084421 w 2632919"/>
                <a:gd name="connsiteY83" fmla="*/ 2188913 h 2746496"/>
                <a:gd name="connsiteX84" fmla="*/ 1180594 w 2632919"/>
                <a:gd name="connsiteY84" fmla="*/ 2199807 h 2746496"/>
                <a:gd name="connsiteX85" fmla="*/ 1126659 w 2632919"/>
                <a:gd name="connsiteY85" fmla="*/ 2163552 h 2746496"/>
                <a:gd name="connsiteX86" fmla="*/ 1121747 w 2632919"/>
                <a:gd name="connsiteY86" fmla="*/ 2044966 h 2746496"/>
                <a:gd name="connsiteX87" fmla="*/ 971014 w 2632919"/>
                <a:gd name="connsiteY87" fmla="*/ 1862622 h 2746496"/>
                <a:gd name="connsiteX88" fmla="*/ 983873 w 2632919"/>
                <a:gd name="connsiteY88" fmla="*/ 1765645 h 2746496"/>
                <a:gd name="connsiteX89" fmla="*/ 1042362 w 2632919"/>
                <a:gd name="connsiteY89" fmla="*/ 1087078 h 2746496"/>
                <a:gd name="connsiteX90" fmla="*/ 1047363 w 2632919"/>
                <a:gd name="connsiteY90" fmla="*/ 811776 h 2746496"/>
                <a:gd name="connsiteX91" fmla="*/ 987624 w 2632919"/>
                <a:gd name="connsiteY91" fmla="*/ 834011 h 2746496"/>
                <a:gd name="connsiteX92" fmla="*/ 918061 w 2632919"/>
                <a:gd name="connsiteY92" fmla="*/ 713282 h 2746496"/>
                <a:gd name="connsiteX93" fmla="*/ 1161127 w 2632919"/>
                <a:gd name="connsiteY93" fmla="*/ 427174 h 2746496"/>
                <a:gd name="connsiteX94" fmla="*/ 1427679 w 2632919"/>
                <a:gd name="connsiteY94" fmla="*/ 86239 h 2746496"/>
                <a:gd name="connsiteX95" fmla="*/ 1495276 w 2632919"/>
                <a:gd name="connsiteY95" fmla="*/ 1853 h 2746496"/>
                <a:gd name="connsiteX96" fmla="*/ 1519693 w 2632919"/>
                <a:gd name="connsiteY96" fmla="*/ 404 h 274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632919" h="2746496">
                  <a:moveTo>
                    <a:pt x="1856304" y="1641433"/>
                  </a:moveTo>
                  <a:cubicBezTo>
                    <a:pt x="1814512" y="1644737"/>
                    <a:pt x="1773972" y="1656167"/>
                    <a:pt x="1733877" y="1667597"/>
                  </a:cubicBezTo>
                  <a:cubicBezTo>
                    <a:pt x="1654314" y="1692243"/>
                    <a:pt x="1573590" y="1713317"/>
                    <a:pt x="1495723" y="1743142"/>
                  </a:cubicBezTo>
                  <a:cubicBezTo>
                    <a:pt x="1457861" y="1758412"/>
                    <a:pt x="1415356" y="1765199"/>
                    <a:pt x="1381066" y="1787702"/>
                  </a:cubicBezTo>
                  <a:cubicBezTo>
                    <a:pt x="1374457" y="1827081"/>
                    <a:pt x="1371243" y="1867087"/>
                    <a:pt x="1371779" y="1907091"/>
                  </a:cubicBezTo>
                  <a:cubicBezTo>
                    <a:pt x="1507063" y="1865390"/>
                    <a:pt x="1645206" y="1834136"/>
                    <a:pt x="1782366" y="1799489"/>
                  </a:cubicBezTo>
                  <a:cubicBezTo>
                    <a:pt x="1792099" y="1795649"/>
                    <a:pt x="1808172" y="1796542"/>
                    <a:pt x="1811298" y="1783772"/>
                  </a:cubicBezTo>
                  <a:cubicBezTo>
                    <a:pt x="1826746" y="1736535"/>
                    <a:pt x="1841391" y="1688939"/>
                    <a:pt x="1856304" y="1641433"/>
                  </a:cubicBezTo>
                  <a:close/>
                  <a:moveTo>
                    <a:pt x="1784419" y="791684"/>
                  </a:moveTo>
                  <a:cubicBezTo>
                    <a:pt x="1655564" y="824546"/>
                    <a:pt x="1530459" y="871516"/>
                    <a:pt x="1405533" y="916968"/>
                  </a:cubicBezTo>
                  <a:cubicBezTo>
                    <a:pt x="1403033" y="951168"/>
                    <a:pt x="1403836" y="985458"/>
                    <a:pt x="1404550" y="1019748"/>
                  </a:cubicBezTo>
                  <a:lnTo>
                    <a:pt x="1408054" y="1177490"/>
                  </a:lnTo>
                  <a:lnTo>
                    <a:pt x="1406158" y="1178161"/>
                  </a:lnTo>
                  <a:cubicBezTo>
                    <a:pt x="1405711" y="1195038"/>
                    <a:pt x="1405176" y="1212005"/>
                    <a:pt x="1405087" y="1228882"/>
                  </a:cubicBezTo>
                  <a:cubicBezTo>
                    <a:pt x="1507331" y="1205486"/>
                    <a:pt x="1605826" y="1168428"/>
                    <a:pt x="1707892" y="1144139"/>
                  </a:cubicBezTo>
                  <a:cubicBezTo>
                    <a:pt x="1712982" y="1118064"/>
                    <a:pt x="1718965" y="1092258"/>
                    <a:pt x="1722805" y="1066004"/>
                  </a:cubicBezTo>
                  <a:lnTo>
                    <a:pt x="1761177" y="900985"/>
                  </a:lnTo>
                  <a:lnTo>
                    <a:pt x="1761738" y="900805"/>
                  </a:lnTo>
                  <a:lnTo>
                    <a:pt x="1765837" y="882863"/>
                  </a:lnTo>
                  <a:lnTo>
                    <a:pt x="1773179" y="854312"/>
                  </a:lnTo>
                  <a:lnTo>
                    <a:pt x="1772327" y="854460"/>
                  </a:lnTo>
                  <a:lnTo>
                    <a:pt x="1774150" y="846479"/>
                  </a:lnTo>
                  <a:cubicBezTo>
                    <a:pt x="1778325" y="828363"/>
                    <a:pt x="1782142" y="810169"/>
                    <a:pt x="1784419" y="791684"/>
                  </a:cubicBezTo>
                  <a:close/>
                  <a:moveTo>
                    <a:pt x="1519693" y="404"/>
                  </a:moveTo>
                  <a:cubicBezTo>
                    <a:pt x="1543804" y="2786"/>
                    <a:pt x="1566959" y="15226"/>
                    <a:pt x="1588859" y="24803"/>
                  </a:cubicBezTo>
                  <a:cubicBezTo>
                    <a:pt x="1690211" y="74988"/>
                    <a:pt x="1793260" y="122136"/>
                    <a:pt x="1892737" y="176161"/>
                  </a:cubicBezTo>
                  <a:cubicBezTo>
                    <a:pt x="1912025" y="187680"/>
                    <a:pt x="1945779" y="209558"/>
                    <a:pt x="1926848" y="235097"/>
                  </a:cubicBezTo>
                  <a:cubicBezTo>
                    <a:pt x="1873091" y="304391"/>
                    <a:pt x="1798975" y="353683"/>
                    <a:pt x="1729859" y="406279"/>
                  </a:cubicBezTo>
                  <a:cubicBezTo>
                    <a:pt x="1600736" y="503702"/>
                    <a:pt x="1460450" y="584337"/>
                    <a:pt x="1321326" y="666401"/>
                  </a:cubicBezTo>
                  <a:cubicBezTo>
                    <a:pt x="1370618" y="670955"/>
                    <a:pt x="1415177" y="646845"/>
                    <a:pt x="1460272" y="631039"/>
                  </a:cubicBezTo>
                  <a:cubicBezTo>
                    <a:pt x="1661011" y="557548"/>
                    <a:pt x="1859875" y="478699"/>
                    <a:pt x="2062847" y="411190"/>
                  </a:cubicBezTo>
                  <a:cubicBezTo>
                    <a:pt x="2133838" y="460661"/>
                    <a:pt x="2203401" y="514507"/>
                    <a:pt x="2262337" y="577997"/>
                  </a:cubicBezTo>
                  <a:cubicBezTo>
                    <a:pt x="2266712" y="616752"/>
                    <a:pt x="2246531" y="654167"/>
                    <a:pt x="2237780" y="691582"/>
                  </a:cubicBezTo>
                  <a:cubicBezTo>
                    <a:pt x="2187595" y="865622"/>
                    <a:pt x="2135624" y="1039126"/>
                    <a:pt x="2089190" y="1214237"/>
                  </a:cubicBezTo>
                  <a:cubicBezTo>
                    <a:pt x="2084636" y="1228882"/>
                    <a:pt x="2079278" y="1243348"/>
                    <a:pt x="2071509" y="1256653"/>
                  </a:cubicBezTo>
                  <a:cubicBezTo>
                    <a:pt x="2049185" y="1266833"/>
                    <a:pt x="2024271" y="1268530"/>
                    <a:pt x="2000339" y="1272637"/>
                  </a:cubicBezTo>
                  <a:cubicBezTo>
                    <a:pt x="1812816" y="1304695"/>
                    <a:pt x="1627168" y="1347021"/>
                    <a:pt x="1443573" y="1396671"/>
                  </a:cubicBezTo>
                  <a:cubicBezTo>
                    <a:pt x="1426607" y="1404261"/>
                    <a:pt x="1402765" y="1402743"/>
                    <a:pt x="1391335" y="1418280"/>
                  </a:cubicBezTo>
                  <a:cubicBezTo>
                    <a:pt x="1388031" y="1447212"/>
                    <a:pt x="1387584" y="1476413"/>
                    <a:pt x="1387406" y="1505523"/>
                  </a:cubicBezTo>
                  <a:cubicBezTo>
                    <a:pt x="1578055" y="1445873"/>
                    <a:pt x="1768257" y="1383901"/>
                    <a:pt x="1962835" y="1338003"/>
                  </a:cubicBezTo>
                  <a:cubicBezTo>
                    <a:pt x="2010430" y="1327198"/>
                    <a:pt x="2057936" y="1312285"/>
                    <a:pt x="2107228" y="1312196"/>
                  </a:cubicBezTo>
                  <a:cubicBezTo>
                    <a:pt x="2161074" y="1310142"/>
                    <a:pt x="2209919" y="1336752"/>
                    <a:pt x="2257961" y="1357291"/>
                  </a:cubicBezTo>
                  <a:cubicBezTo>
                    <a:pt x="2290197" y="1374614"/>
                    <a:pt x="2327613" y="1388098"/>
                    <a:pt x="2349758" y="1418816"/>
                  </a:cubicBezTo>
                  <a:cubicBezTo>
                    <a:pt x="2360384" y="1452302"/>
                    <a:pt x="2341721" y="1486057"/>
                    <a:pt x="2333506" y="1518204"/>
                  </a:cubicBezTo>
                  <a:cubicBezTo>
                    <a:pt x="2291983" y="1633129"/>
                    <a:pt x="2252871" y="1750197"/>
                    <a:pt x="2192328" y="1856728"/>
                  </a:cubicBezTo>
                  <a:cubicBezTo>
                    <a:pt x="2210187" y="1870748"/>
                    <a:pt x="2233940" y="1879499"/>
                    <a:pt x="2245817" y="1899858"/>
                  </a:cubicBezTo>
                  <a:cubicBezTo>
                    <a:pt x="2246441" y="1924594"/>
                    <a:pt x="2235190" y="1947632"/>
                    <a:pt x="2231886" y="1971921"/>
                  </a:cubicBezTo>
                  <a:cubicBezTo>
                    <a:pt x="2226886" y="1993620"/>
                    <a:pt x="2227154" y="2018266"/>
                    <a:pt x="2213491" y="2036840"/>
                  </a:cubicBezTo>
                  <a:cubicBezTo>
                    <a:pt x="2185273" y="2045859"/>
                    <a:pt x="2155537" y="2046216"/>
                    <a:pt x="2126516" y="2050502"/>
                  </a:cubicBezTo>
                  <a:cubicBezTo>
                    <a:pt x="1999446" y="2068808"/>
                    <a:pt x="1871663" y="2082292"/>
                    <a:pt x="1745307" y="2105063"/>
                  </a:cubicBezTo>
                  <a:cubicBezTo>
                    <a:pt x="1569839" y="2133370"/>
                    <a:pt x="1393388" y="2158909"/>
                    <a:pt x="1221849" y="2206147"/>
                  </a:cubicBezTo>
                  <a:cubicBezTo>
                    <a:pt x="1379547" y="2235436"/>
                    <a:pt x="1541889" y="2232400"/>
                    <a:pt x="1700570" y="2212130"/>
                  </a:cubicBezTo>
                  <a:cubicBezTo>
                    <a:pt x="1912382" y="2185787"/>
                    <a:pt x="2123569" y="2153908"/>
                    <a:pt x="2335024" y="2124797"/>
                  </a:cubicBezTo>
                  <a:cubicBezTo>
                    <a:pt x="2433965" y="2111314"/>
                    <a:pt x="2532995" y="2095151"/>
                    <a:pt x="2632919" y="2090865"/>
                  </a:cubicBezTo>
                  <a:cubicBezTo>
                    <a:pt x="2556615" y="2192500"/>
                    <a:pt x="2028691" y="2626140"/>
                    <a:pt x="1877199" y="2734606"/>
                  </a:cubicBezTo>
                  <a:cubicBezTo>
                    <a:pt x="1827639" y="2749965"/>
                    <a:pt x="1774865" y="2748268"/>
                    <a:pt x="1723966" y="2741660"/>
                  </a:cubicBezTo>
                  <a:cubicBezTo>
                    <a:pt x="1521619" y="2707995"/>
                    <a:pt x="1322308" y="2658882"/>
                    <a:pt x="1124248" y="2605840"/>
                  </a:cubicBezTo>
                  <a:cubicBezTo>
                    <a:pt x="997178" y="2569139"/>
                    <a:pt x="871806" y="2526723"/>
                    <a:pt x="747147" y="2482610"/>
                  </a:cubicBezTo>
                  <a:cubicBezTo>
                    <a:pt x="681157" y="2562531"/>
                    <a:pt x="625078" y="2652720"/>
                    <a:pt x="544800" y="2719425"/>
                  </a:cubicBezTo>
                  <a:cubicBezTo>
                    <a:pt x="439698" y="2644952"/>
                    <a:pt x="342900" y="2559227"/>
                    <a:pt x="246192" y="2474305"/>
                  </a:cubicBezTo>
                  <a:cubicBezTo>
                    <a:pt x="229047" y="2459036"/>
                    <a:pt x="211187" y="2444301"/>
                    <a:pt x="196453" y="2426710"/>
                  </a:cubicBezTo>
                  <a:cubicBezTo>
                    <a:pt x="184130" y="2411440"/>
                    <a:pt x="176272" y="2385723"/>
                    <a:pt x="194221" y="2371346"/>
                  </a:cubicBezTo>
                  <a:cubicBezTo>
                    <a:pt x="243513" y="2318304"/>
                    <a:pt x="305842" y="2280353"/>
                    <a:pt x="361563" y="2234633"/>
                  </a:cubicBezTo>
                  <a:cubicBezTo>
                    <a:pt x="441484" y="2175429"/>
                    <a:pt x="518815" y="2112832"/>
                    <a:pt x="597485" y="2052020"/>
                  </a:cubicBezTo>
                  <a:cubicBezTo>
                    <a:pt x="568821" y="2011658"/>
                    <a:pt x="538817" y="1972100"/>
                    <a:pt x="516493" y="1927719"/>
                  </a:cubicBezTo>
                  <a:cubicBezTo>
                    <a:pt x="498187" y="1891107"/>
                    <a:pt x="470863" y="1858693"/>
                    <a:pt x="458986" y="1819223"/>
                  </a:cubicBezTo>
                  <a:cubicBezTo>
                    <a:pt x="467380" y="1758323"/>
                    <a:pt x="499705" y="1703673"/>
                    <a:pt x="523458" y="1647595"/>
                  </a:cubicBezTo>
                  <a:cubicBezTo>
                    <a:pt x="445591" y="1694743"/>
                    <a:pt x="369153" y="1744571"/>
                    <a:pt x="287536" y="1785112"/>
                  </a:cubicBezTo>
                  <a:cubicBezTo>
                    <a:pt x="253871" y="1801096"/>
                    <a:pt x="221278" y="1827617"/>
                    <a:pt x="182076" y="1825028"/>
                  </a:cubicBezTo>
                  <a:cubicBezTo>
                    <a:pt x="159484" y="1803061"/>
                    <a:pt x="152341" y="1770199"/>
                    <a:pt x="136624" y="1743500"/>
                  </a:cubicBezTo>
                  <a:cubicBezTo>
                    <a:pt x="96709" y="1670187"/>
                    <a:pt x="57150" y="1596785"/>
                    <a:pt x="20628" y="1521775"/>
                  </a:cubicBezTo>
                  <a:cubicBezTo>
                    <a:pt x="9198" y="1498380"/>
                    <a:pt x="536" y="1473555"/>
                    <a:pt x="0" y="1447391"/>
                  </a:cubicBezTo>
                  <a:cubicBezTo>
                    <a:pt x="75813" y="1423460"/>
                    <a:pt x="147876" y="1389437"/>
                    <a:pt x="222885" y="1363273"/>
                  </a:cubicBezTo>
                  <a:cubicBezTo>
                    <a:pt x="336739" y="1321661"/>
                    <a:pt x="447467" y="1272101"/>
                    <a:pt x="560070" y="1227185"/>
                  </a:cubicBezTo>
                  <a:cubicBezTo>
                    <a:pt x="611862" y="1206111"/>
                    <a:pt x="664190" y="1186198"/>
                    <a:pt x="714822" y="1162356"/>
                  </a:cubicBezTo>
                  <a:cubicBezTo>
                    <a:pt x="760720" y="1181108"/>
                    <a:pt x="803404" y="1206647"/>
                    <a:pt x="846892" y="1230311"/>
                  </a:cubicBezTo>
                  <a:cubicBezTo>
                    <a:pt x="880646" y="1249867"/>
                    <a:pt x="917079" y="1267101"/>
                    <a:pt x="943868" y="1296122"/>
                  </a:cubicBezTo>
                  <a:cubicBezTo>
                    <a:pt x="958245" y="1312196"/>
                    <a:pt x="948422" y="1335681"/>
                    <a:pt x="944939" y="1354076"/>
                  </a:cubicBezTo>
                  <a:cubicBezTo>
                    <a:pt x="904488" y="1506506"/>
                    <a:pt x="807780" y="1634468"/>
                    <a:pt x="739914" y="1774664"/>
                  </a:cubicBezTo>
                  <a:cubicBezTo>
                    <a:pt x="735717" y="1786630"/>
                    <a:pt x="726073" y="1802168"/>
                    <a:pt x="738753" y="1812437"/>
                  </a:cubicBezTo>
                  <a:cubicBezTo>
                    <a:pt x="807154" y="1881910"/>
                    <a:pt x="896273" y="1927719"/>
                    <a:pt x="962620" y="1999603"/>
                  </a:cubicBezTo>
                  <a:cubicBezTo>
                    <a:pt x="971282" y="2007104"/>
                    <a:pt x="973068" y="2019427"/>
                    <a:pt x="968246" y="2029607"/>
                  </a:cubicBezTo>
                  <a:cubicBezTo>
                    <a:pt x="950565" y="2073541"/>
                    <a:pt x="925026" y="2113725"/>
                    <a:pt x="902523" y="2155248"/>
                  </a:cubicBezTo>
                  <a:cubicBezTo>
                    <a:pt x="962531" y="2169535"/>
                    <a:pt x="1023878" y="2177215"/>
                    <a:pt x="1084421" y="2188913"/>
                  </a:cubicBezTo>
                  <a:cubicBezTo>
                    <a:pt x="1116211" y="2194628"/>
                    <a:pt x="1148090" y="2200521"/>
                    <a:pt x="1180594" y="2199807"/>
                  </a:cubicBezTo>
                  <a:cubicBezTo>
                    <a:pt x="1171932" y="2177036"/>
                    <a:pt x="1146304" y="2172839"/>
                    <a:pt x="1126659" y="2163552"/>
                  </a:cubicBezTo>
                  <a:cubicBezTo>
                    <a:pt x="1119961" y="2124351"/>
                    <a:pt x="1122819" y="2084435"/>
                    <a:pt x="1121747" y="2044966"/>
                  </a:cubicBezTo>
                  <a:cubicBezTo>
                    <a:pt x="1059865" y="1994960"/>
                    <a:pt x="1009144" y="1932184"/>
                    <a:pt x="971014" y="1862622"/>
                  </a:cubicBezTo>
                  <a:cubicBezTo>
                    <a:pt x="970300" y="1830028"/>
                    <a:pt x="980748" y="1798060"/>
                    <a:pt x="983873" y="1765645"/>
                  </a:cubicBezTo>
                  <a:cubicBezTo>
                    <a:pt x="1002982" y="1539456"/>
                    <a:pt x="1042630" y="1314607"/>
                    <a:pt x="1042362" y="1087078"/>
                  </a:cubicBezTo>
                  <a:cubicBezTo>
                    <a:pt x="1047720" y="995460"/>
                    <a:pt x="1048792" y="903573"/>
                    <a:pt x="1047363" y="811776"/>
                  </a:cubicBezTo>
                  <a:cubicBezTo>
                    <a:pt x="1026468" y="816330"/>
                    <a:pt x="1006822" y="824903"/>
                    <a:pt x="987624" y="834011"/>
                  </a:cubicBezTo>
                  <a:cubicBezTo>
                    <a:pt x="981105" y="786237"/>
                    <a:pt x="935742" y="756858"/>
                    <a:pt x="918061" y="713282"/>
                  </a:cubicBezTo>
                  <a:cubicBezTo>
                    <a:pt x="997089" y="616305"/>
                    <a:pt x="1082635" y="524687"/>
                    <a:pt x="1161127" y="427174"/>
                  </a:cubicBezTo>
                  <a:cubicBezTo>
                    <a:pt x="1255246" y="317786"/>
                    <a:pt x="1339275" y="200271"/>
                    <a:pt x="1427679" y="86239"/>
                  </a:cubicBezTo>
                  <a:cubicBezTo>
                    <a:pt x="1450092" y="58110"/>
                    <a:pt x="1468130" y="25963"/>
                    <a:pt x="1495276" y="1853"/>
                  </a:cubicBezTo>
                  <a:cubicBezTo>
                    <a:pt x="1503514" y="-67"/>
                    <a:pt x="1511657" y="-390"/>
                    <a:pt x="1519693" y="404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0F3FBBC8-A6EE-5EE3-2B72-304F084BD961}"/>
                </a:ext>
              </a:extLst>
            </p:cNvPr>
            <p:cNvSpPr/>
            <p:nvPr/>
          </p:nvSpPr>
          <p:spPr>
            <a:xfrm>
              <a:off x="1834696" y="1645984"/>
              <a:ext cx="619576" cy="684485"/>
            </a:xfrm>
            <a:custGeom>
              <a:avLst/>
              <a:gdLst>
                <a:gd name="connsiteX0" fmla="*/ 259910 w 619576"/>
                <a:gd name="connsiteY0" fmla="*/ 10562 h 684485"/>
                <a:gd name="connsiteX1" fmla="*/ 336794 w 619576"/>
                <a:gd name="connsiteY1" fmla="*/ 14848 h 684485"/>
                <a:gd name="connsiteX2" fmla="*/ 579950 w 619576"/>
                <a:gd name="connsiteY2" fmla="*/ 289436 h 684485"/>
                <a:gd name="connsiteX3" fmla="*/ 618169 w 619576"/>
                <a:gd name="connsiteY3" fmla="*/ 384626 h 684485"/>
                <a:gd name="connsiteX4" fmla="*/ 367870 w 619576"/>
                <a:gd name="connsiteY4" fmla="*/ 519375 h 684485"/>
                <a:gd name="connsiteX5" fmla="*/ 33989 w 619576"/>
                <a:gd name="connsiteY5" fmla="*/ 684485 h 684485"/>
                <a:gd name="connsiteX6" fmla="*/ 194991 w 619576"/>
                <a:gd name="connsiteY6" fmla="*/ 453653 h 684485"/>
                <a:gd name="connsiteX7" fmla="*/ 179007 w 619576"/>
                <a:gd name="connsiteY7" fmla="*/ 405432 h 684485"/>
                <a:gd name="connsiteX8" fmla="*/ 3628 w 619576"/>
                <a:gd name="connsiteY8" fmla="*/ 161473 h 684485"/>
                <a:gd name="connsiteX9" fmla="*/ 30506 w 619576"/>
                <a:gd name="connsiteY9" fmla="*/ 119950 h 684485"/>
                <a:gd name="connsiteX10" fmla="*/ 259910 w 619576"/>
                <a:gd name="connsiteY10" fmla="*/ 10562 h 68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576" h="684485">
                  <a:moveTo>
                    <a:pt x="259910" y="10562"/>
                  </a:moveTo>
                  <a:cubicBezTo>
                    <a:pt x="284288" y="739"/>
                    <a:pt x="317060" y="-8994"/>
                    <a:pt x="336794" y="14848"/>
                  </a:cubicBezTo>
                  <a:cubicBezTo>
                    <a:pt x="426091" y="98519"/>
                    <a:pt x="505208" y="192727"/>
                    <a:pt x="579950" y="289436"/>
                  </a:cubicBezTo>
                  <a:cubicBezTo>
                    <a:pt x="597988" y="317743"/>
                    <a:pt x="626206" y="348461"/>
                    <a:pt x="618169" y="384626"/>
                  </a:cubicBezTo>
                  <a:cubicBezTo>
                    <a:pt x="538427" y="435793"/>
                    <a:pt x="450469" y="472941"/>
                    <a:pt x="367870" y="519375"/>
                  </a:cubicBezTo>
                  <a:cubicBezTo>
                    <a:pt x="257677" y="576615"/>
                    <a:pt x="147932" y="634836"/>
                    <a:pt x="33989" y="684485"/>
                  </a:cubicBezTo>
                  <a:cubicBezTo>
                    <a:pt x="91942" y="610726"/>
                    <a:pt x="148200" y="535092"/>
                    <a:pt x="194991" y="453653"/>
                  </a:cubicBezTo>
                  <a:cubicBezTo>
                    <a:pt x="208118" y="435704"/>
                    <a:pt x="187669" y="419720"/>
                    <a:pt x="179007" y="405432"/>
                  </a:cubicBezTo>
                  <a:cubicBezTo>
                    <a:pt x="120875" y="323905"/>
                    <a:pt x="60421" y="243894"/>
                    <a:pt x="3628" y="161473"/>
                  </a:cubicBezTo>
                  <a:cubicBezTo>
                    <a:pt x="-9409" y="140935"/>
                    <a:pt x="15772" y="128434"/>
                    <a:pt x="30506" y="119950"/>
                  </a:cubicBezTo>
                  <a:cubicBezTo>
                    <a:pt x="105962" y="81374"/>
                    <a:pt x="181507" y="42798"/>
                    <a:pt x="259910" y="105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 descr="D:\51PPT模板网\51pptmoban.com\图片.jpg">
            <a:extLst>
              <a:ext uri="{FF2B5EF4-FFF2-40B4-BE49-F238E27FC236}">
                <a16:creationId xmlns:a16="http://schemas.microsoft.com/office/drawing/2014/main" id="{B9B0E154-FAA1-44CC-5DF8-043544C4CB77}"/>
              </a:ext>
            </a:extLst>
          </p:cNvPr>
          <p:cNvGrpSpPr/>
          <p:nvPr/>
        </p:nvGrpSpPr>
        <p:grpSpPr>
          <a:xfrm>
            <a:off x="5753545" y="2217612"/>
            <a:ext cx="2539053" cy="1401888"/>
            <a:chOff x="5227855" y="3001000"/>
            <a:chExt cx="5017881" cy="2770524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93C8DB9-28AC-5804-621E-B5B58044C895}"/>
                </a:ext>
              </a:extLst>
            </p:cNvPr>
            <p:cNvGrpSpPr/>
            <p:nvPr/>
          </p:nvGrpSpPr>
          <p:grpSpPr>
            <a:xfrm>
              <a:off x="7594543" y="3001000"/>
              <a:ext cx="2651193" cy="2770524"/>
              <a:chOff x="7594543" y="3001000"/>
              <a:chExt cx="2651193" cy="2770524"/>
            </a:xfrm>
            <a:grpFill/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B22F14C0-9CB4-4442-694B-A3E6B60CE5DE}"/>
                  </a:ext>
                </a:extLst>
              </p:cNvPr>
              <p:cNvSpPr/>
              <p:nvPr/>
            </p:nvSpPr>
            <p:spPr>
              <a:xfrm>
                <a:off x="7594543" y="3001000"/>
                <a:ext cx="2651193" cy="2770524"/>
              </a:xfrm>
              <a:custGeom>
                <a:avLst/>
                <a:gdLst>
                  <a:gd name="connsiteX0" fmla="*/ 804334 w 2651193"/>
                  <a:gd name="connsiteY0" fmla="*/ 0 h 2770524"/>
                  <a:gd name="connsiteX1" fmla="*/ 1025433 w 2651193"/>
                  <a:gd name="connsiteY1" fmla="*/ 114657 h 2770524"/>
                  <a:gd name="connsiteX2" fmla="*/ 1228494 w 2651193"/>
                  <a:gd name="connsiteY2" fmla="*/ 235208 h 2770524"/>
                  <a:gd name="connsiteX3" fmla="*/ 1163753 w 2651193"/>
                  <a:gd name="connsiteY3" fmla="*/ 344239 h 2770524"/>
                  <a:gd name="connsiteX4" fmla="*/ 976676 w 2651193"/>
                  <a:gd name="connsiteY4" fmla="*/ 585966 h 2770524"/>
                  <a:gd name="connsiteX5" fmla="*/ 735039 w 2651193"/>
                  <a:gd name="connsiteY5" fmla="*/ 853232 h 2770524"/>
                  <a:gd name="connsiteX6" fmla="*/ 699945 w 2651193"/>
                  <a:gd name="connsiteY6" fmla="*/ 901273 h 2770524"/>
                  <a:gd name="connsiteX7" fmla="*/ 916937 w 2651193"/>
                  <a:gd name="connsiteY7" fmla="*/ 751076 h 2770524"/>
                  <a:gd name="connsiteX8" fmla="*/ 1215277 w 2651193"/>
                  <a:gd name="connsiteY8" fmla="*/ 933778 h 2770524"/>
                  <a:gd name="connsiteX9" fmla="*/ 1223314 w 2651193"/>
                  <a:gd name="connsiteY9" fmla="*/ 967085 h 2770524"/>
                  <a:gd name="connsiteX10" fmla="*/ 1094905 w 2651193"/>
                  <a:gd name="connsiteY10" fmla="*/ 1168896 h 2770524"/>
                  <a:gd name="connsiteX11" fmla="*/ 1254301 w 2651193"/>
                  <a:gd name="connsiteY11" fmla="*/ 1113175 h 2770524"/>
                  <a:gd name="connsiteX12" fmla="*/ 2427572 w 2651193"/>
                  <a:gd name="connsiteY12" fmla="*/ 760631 h 2770524"/>
                  <a:gd name="connsiteX13" fmla="*/ 2539729 w 2651193"/>
                  <a:gd name="connsiteY13" fmla="*/ 733574 h 2770524"/>
                  <a:gd name="connsiteX14" fmla="*/ 2649386 w 2651193"/>
                  <a:gd name="connsiteY14" fmla="*/ 1162109 h 2770524"/>
                  <a:gd name="connsiteX15" fmla="*/ 2624382 w 2651193"/>
                  <a:gd name="connsiteY15" fmla="*/ 1206490 h 2770524"/>
                  <a:gd name="connsiteX16" fmla="*/ 2446503 w 2651193"/>
                  <a:gd name="connsiteY16" fmla="*/ 1262122 h 2770524"/>
                  <a:gd name="connsiteX17" fmla="*/ 2230762 w 2651193"/>
                  <a:gd name="connsiteY17" fmla="*/ 1326594 h 2770524"/>
                  <a:gd name="connsiteX18" fmla="*/ 2242103 w 2651193"/>
                  <a:gd name="connsiteY18" fmla="*/ 1544300 h 2770524"/>
                  <a:gd name="connsiteX19" fmla="*/ 2250943 w 2651193"/>
                  <a:gd name="connsiteY19" fmla="*/ 1838891 h 2770524"/>
                  <a:gd name="connsiteX20" fmla="*/ 2226744 w 2651193"/>
                  <a:gd name="connsiteY20" fmla="*/ 2330827 h 2770524"/>
                  <a:gd name="connsiteX21" fmla="*/ 2131464 w 2651193"/>
                  <a:gd name="connsiteY21" fmla="*/ 2624882 h 2770524"/>
                  <a:gd name="connsiteX22" fmla="*/ 1899381 w 2651193"/>
                  <a:gd name="connsiteY22" fmla="*/ 2766953 h 2770524"/>
                  <a:gd name="connsiteX23" fmla="*/ 1698553 w 2651193"/>
                  <a:gd name="connsiteY23" fmla="*/ 2709714 h 2770524"/>
                  <a:gd name="connsiteX24" fmla="*/ 1553088 w 2651193"/>
                  <a:gd name="connsiteY24" fmla="*/ 2586931 h 2770524"/>
                  <a:gd name="connsiteX25" fmla="*/ 1248407 w 2651193"/>
                  <a:gd name="connsiteY25" fmla="*/ 2181701 h 2770524"/>
                  <a:gd name="connsiteX26" fmla="*/ 1646581 w 2651193"/>
                  <a:gd name="connsiteY26" fmla="*/ 2236708 h 2770524"/>
                  <a:gd name="connsiteX27" fmla="*/ 1752577 w 2651193"/>
                  <a:gd name="connsiteY27" fmla="*/ 1475095 h 2770524"/>
                  <a:gd name="connsiteX28" fmla="*/ 1092941 w 2651193"/>
                  <a:gd name="connsiteY28" fmla="*/ 1700837 h 2770524"/>
                  <a:gd name="connsiteX29" fmla="*/ 1031058 w 2651193"/>
                  <a:gd name="connsiteY29" fmla="*/ 1689229 h 2770524"/>
                  <a:gd name="connsiteX30" fmla="*/ 961049 w 2651193"/>
                  <a:gd name="connsiteY30" fmla="*/ 1383119 h 2770524"/>
                  <a:gd name="connsiteX31" fmla="*/ 873896 w 2651193"/>
                  <a:gd name="connsiteY31" fmla="*/ 1492865 h 2770524"/>
                  <a:gd name="connsiteX32" fmla="*/ 873628 w 2651193"/>
                  <a:gd name="connsiteY32" fmla="*/ 1847820 h 2770524"/>
                  <a:gd name="connsiteX33" fmla="*/ 868895 w 2651193"/>
                  <a:gd name="connsiteY33" fmla="*/ 2452092 h 2770524"/>
                  <a:gd name="connsiteX34" fmla="*/ 822818 w 2651193"/>
                  <a:gd name="connsiteY34" fmla="*/ 2486650 h 2770524"/>
                  <a:gd name="connsiteX35" fmla="*/ 448039 w 2651193"/>
                  <a:gd name="connsiteY35" fmla="*/ 2486025 h 2770524"/>
                  <a:gd name="connsiteX36" fmla="*/ 446967 w 2651193"/>
                  <a:gd name="connsiteY36" fmla="*/ 2357348 h 2770524"/>
                  <a:gd name="connsiteX37" fmla="*/ 457862 w 2651193"/>
                  <a:gd name="connsiteY37" fmla="*/ 2053292 h 2770524"/>
                  <a:gd name="connsiteX38" fmla="*/ 466166 w 2651193"/>
                  <a:gd name="connsiteY38" fmla="*/ 1931491 h 2770524"/>
                  <a:gd name="connsiteX39" fmla="*/ 309629 w 2651193"/>
                  <a:gd name="connsiteY39" fmla="*/ 2106781 h 2770524"/>
                  <a:gd name="connsiteX40" fmla="*/ 267748 w 2651193"/>
                  <a:gd name="connsiteY40" fmla="*/ 2095351 h 2770524"/>
                  <a:gd name="connsiteX41" fmla="*/ 58347 w 2651193"/>
                  <a:gd name="connsiteY41" fmla="*/ 1911846 h 2770524"/>
                  <a:gd name="connsiteX42" fmla="*/ 3072 w 2651193"/>
                  <a:gd name="connsiteY42" fmla="*/ 1856035 h 2770524"/>
                  <a:gd name="connsiteX43" fmla="*/ 24236 w 2651193"/>
                  <a:gd name="connsiteY43" fmla="*/ 1821121 h 2770524"/>
                  <a:gd name="connsiteX44" fmla="*/ 705035 w 2651193"/>
                  <a:gd name="connsiteY44" fmla="*/ 1019324 h 2770524"/>
                  <a:gd name="connsiteX45" fmla="*/ 825318 w 2651193"/>
                  <a:gd name="connsiteY45" fmla="*/ 855375 h 2770524"/>
                  <a:gd name="connsiteX46" fmla="*/ 582342 w 2651193"/>
                  <a:gd name="connsiteY46" fmla="*/ 1075492 h 2770524"/>
                  <a:gd name="connsiteX47" fmla="*/ 361778 w 2651193"/>
                  <a:gd name="connsiteY47" fmla="*/ 1275427 h 2770524"/>
                  <a:gd name="connsiteX48" fmla="*/ 323470 w 2651193"/>
                  <a:gd name="connsiteY48" fmla="*/ 1272034 h 2770524"/>
                  <a:gd name="connsiteX49" fmla="*/ 23164 w 2651193"/>
                  <a:gd name="connsiteY49" fmla="*/ 1027539 h 2770524"/>
                  <a:gd name="connsiteX50" fmla="*/ 8073 w 2651193"/>
                  <a:gd name="connsiteY50" fmla="*/ 967710 h 2770524"/>
                  <a:gd name="connsiteX51" fmla="*/ 279893 w 2651193"/>
                  <a:gd name="connsiteY51" fmla="*/ 648920 h 2770524"/>
                  <a:gd name="connsiteX52" fmla="*/ 740397 w 2651193"/>
                  <a:gd name="connsiteY52" fmla="*/ 81796 h 2770524"/>
                  <a:gd name="connsiteX53" fmla="*/ 804334 w 2651193"/>
                  <a:gd name="connsiteY53" fmla="*/ 0 h 277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651193" h="2770524">
                    <a:moveTo>
                      <a:pt x="804334" y="0"/>
                    </a:moveTo>
                    <a:cubicBezTo>
                      <a:pt x="881575" y="30718"/>
                      <a:pt x="952299" y="75456"/>
                      <a:pt x="1025433" y="114657"/>
                    </a:cubicBezTo>
                    <a:cubicBezTo>
                      <a:pt x="1093209" y="154483"/>
                      <a:pt x="1165540" y="187702"/>
                      <a:pt x="1228494" y="235208"/>
                    </a:cubicBezTo>
                    <a:cubicBezTo>
                      <a:pt x="1222957" y="278874"/>
                      <a:pt x="1187506" y="309592"/>
                      <a:pt x="1163753" y="344239"/>
                    </a:cubicBezTo>
                    <a:cubicBezTo>
                      <a:pt x="1105889" y="428178"/>
                      <a:pt x="1039899" y="506045"/>
                      <a:pt x="976676" y="585966"/>
                    </a:cubicBezTo>
                    <a:cubicBezTo>
                      <a:pt x="896756" y="675531"/>
                      <a:pt x="816478" y="765006"/>
                      <a:pt x="735039" y="853232"/>
                    </a:cubicBezTo>
                    <a:cubicBezTo>
                      <a:pt x="722002" y="868233"/>
                      <a:pt x="710304" y="884396"/>
                      <a:pt x="699945" y="901273"/>
                    </a:cubicBezTo>
                    <a:cubicBezTo>
                      <a:pt x="779419" y="862072"/>
                      <a:pt x="840588" y="795278"/>
                      <a:pt x="916937" y="751076"/>
                    </a:cubicBezTo>
                    <a:cubicBezTo>
                      <a:pt x="1017039" y="810994"/>
                      <a:pt x="1115533" y="873413"/>
                      <a:pt x="1215277" y="933778"/>
                    </a:cubicBezTo>
                    <a:cubicBezTo>
                      <a:pt x="1230012" y="938957"/>
                      <a:pt x="1231262" y="955477"/>
                      <a:pt x="1223314" y="967085"/>
                    </a:cubicBezTo>
                    <a:cubicBezTo>
                      <a:pt x="1186345" y="1037897"/>
                      <a:pt x="1134464" y="1099602"/>
                      <a:pt x="1094905" y="1168896"/>
                    </a:cubicBezTo>
                    <a:cubicBezTo>
                      <a:pt x="1150359" y="1157466"/>
                      <a:pt x="1200722" y="1130499"/>
                      <a:pt x="1254301" y="1113175"/>
                    </a:cubicBezTo>
                    <a:cubicBezTo>
                      <a:pt x="1639705" y="977622"/>
                      <a:pt x="2033237" y="866894"/>
                      <a:pt x="2427572" y="760631"/>
                    </a:cubicBezTo>
                    <a:cubicBezTo>
                      <a:pt x="2464630" y="750808"/>
                      <a:pt x="2501064" y="736520"/>
                      <a:pt x="2539729" y="733574"/>
                    </a:cubicBezTo>
                    <a:cubicBezTo>
                      <a:pt x="2579912" y="875377"/>
                      <a:pt x="2612685" y="1019324"/>
                      <a:pt x="2649386" y="1162109"/>
                    </a:cubicBezTo>
                    <a:cubicBezTo>
                      <a:pt x="2656618" y="1181130"/>
                      <a:pt x="2640903" y="1199168"/>
                      <a:pt x="2624382" y="1206490"/>
                    </a:cubicBezTo>
                    <a:cubicBezTo>
                      <a:pt x="2568393" y="1234351"/>
                      <a:pt x="2505797" y="1243905"/>
                      <a:pt x="2446503" y="1262122"/>
                    </a:cubicBezTo>
                    <a:cubicBezTo>
                      <a:pt x="2374440" y="1283017"/>
                      <a:pt x="2303271" y="1307396"/>
                      <a:pt x="2230762" y="1326594"/>
                    </a:cubicBezTo>
                    <a:cubicBezTo>
                      <a:pt x="2228708" y="1399103"/>
                      <a:pt x="2240405" y="1471612"/>
                      <a:pt x="2242103" y="1544300"/>
                    </a:cubicBezTo>
                    <a:cubicBezTo>
                      <a:pt x="2243709" y="1642616"/>
                      <a:pt x="2252104" y="1740575"/>
                      <a:pt x="2250943" y="1838891"/>
                    </a:cubicBezTo>
                    <a:cubicBezTo>
                      <a:pt x="2252372" y="2003108"/>
                      <a:pt x="2253086" y="2168218"/>
                      <a:pt x="2226744" y="2330827"/>
                    </a:cubicBezTo>
                    <a:cubicBezTo>
                      <a:pt x="2210402" y="2432625"/>
                      <a:pt x="2191560" y="2538531"/>
                      <a:pt x="2131464" y="2624882"/>
                    </a:cubicBezTo>
                    <a:cubicBezTo>
                      <a:pt x="2080207" y="2704088"/>
                      <a:pt x="1989124" y="2747754"/>
                      <a:pt x="1899381" y="2766953"/>
                    </a:cubicBezTo>
                    <a:cubicBezTo>
                      <a:pt x="1827051" y="2782223"/>
                      <a:pt x="1758470" y="2745790"/>
                      <a:pt x="1698553" y="2709714"/>
                    </a:cubicBezTo>
                    <a:cubicBezTo>
                      <a:pt x="1642563" y="2678549"/>
                      <a:pt x="1598272" y="2631400"/>
                      <a:pt x="1553088" y="2586931"/>
                    </a:cubicBezTo>
                    <a:cubicBezTo>
                      <a:pt x="1436912" y="2463701"/>
                      <a:pt x="1337436" y="2325290"/>
                      <a:pt x="1248407" y="2181701"/>
                    </a:cubicBezTo>
                    <a:cubicBezTo>
                      <a:pt x="1380655" y="2202865"/>
                      <a:pt x="1511743" y="2236172"/>
                      <a:pt x="1646581" y="2236708"/>
                    </a:cubicBezTo>
                    <a:cubicBezTo>
                      <a:pt x="1707572" y="1987123"/>
                      <a:pt x="1731234" y="1730484"/>
                      <a:pt x="1752577" y="1475095"/>
                    </a:cubicBezTo>
                    <a:cubicBezTo>
                      <a:pt x="1531121" y="1545729"/>
                      <a:pt x="1314487" y="1630561"/>
                      <a:pt x="1092941" y="1700837"/>
                    </a:cubicBezTo>
                    <a:cubicBezTo>
                      <a:pt x="1072581" y="1707535"/>
                      <a:pt x="1039452" y="1717268"/>
                      <a:pt x="1031058" y="1689229"/>
                    </a:cubicBezTo>
                    <a:cubicBezTo>
                      <a:pt x="1002840" y="1588413"/>
                      <a:pt x="985160" y="1484918"/>
                      <a:pt x="961049" y="1383119"/>
                    </a:cubicBezTo>
                    <a:cubicBezTo>
                      <a:pt x="930688" y="1418481"/>
                      <a:pt x="898542" y="1453217"/>
                      <a:pt x="873896" y="1492865"/>
                    </a:cubicBezTo>
                    <a:cubicBezTo>
                      <a:pt x="879164" y="1611094"/>
                      <a:pt x="872645" y="1729502"/>
                      <a:pt x="873628" y="1847820"/>
                    </a:cubicBezTo>
                    <a:cubicBezTo>
                      <a:pt x="867198" y="2049185"/>
                      <a:pt x="873181" y="2250728"/>
                      <a:pt x="868895" y="2452092"/>
                    </a:cubicBezTo>
                    <a:cubicBezTo>
                      <a:pt x="871038" y="2477363"/>
                      <a:pt x="844160" y="2488794"/>
                      <a:pt x="822818" y="2486650"/>
                    </a:cubicBezTo>
                    <a:cubicBezTo>
                      <a:pt x="697981" y="2489508"/>
                      <a:pt x="572876" y="2488704"/>
                      <a:pt x="448039" y="2486025"/>
                    </a:cubicBezTo>
                    <a:cubicBezTo>
                      <a:pt x="431073" y="2444681"/>
                      <a:pt x="446788" y="2400032"/>
                      <a:pt x="446967" y="2357348"/>
                    </a:cubicBezTo>
                    <a:cubicBezTo>
                      <a:pt x="448753" y="2255818"/>
                      <a:pt x="459111" y="2154823"/>
                      <a:pt x="457862" y="2053292"/>
                    </a:cubicBezTo>
                    <a:cubicBezTo>
                      <a:pt x="459201" y="2012662"/>
                      <a:pt x="455361" y="1971229"/>
                      <a:pt x="466166" y="1931491"/>
                    </a:cubicBezTo>
                    <a:cubicBezTo>
                      <a:pt x="412766" y="1988820"/>
                      <a:pt x="365439" y="2051775"/>
                      <a:pt x="309629" y="2106781"/>
                    </a:cubicBezTo>
                    <a:cubicBezTo>
                      <a:pt x="295609" y="2121872"/>
                      <a:pt x="279446" y="2103834"/>
                      <a:pt x="267748" y="2095351"/>
                    </a:cubicBezTo>
                    <a:cubicBezTo>
                      <a:pt x="196757" y="2035522"/>
                      <a:pt x="127731" y="1973461"/>
                      <a:pt x="58347" y="1911846"/>
                    </a:cubicBezTo>
                    <a:cubicBezTo>
                      <a:pt x="38613" y="1894612"/>
                      <a:pt x="17360" y="1878360"/>
                      <a:pt x="3072" y="1856035"/>
                    </a:cubicBezTo>
                    <a:cubicBezTo>
                      <a:pt x="5037" y="1842105"/>
                      <a:pt x="15485" y="1831389"/>
                      <a:pt x="24236" y="1821121"/>
                    </a:cubicBezTo>
                    <a:cubicBezTo>
                      <a:pt x="264534" y="1565642"/>
                      <a:pt x="485275" y="1292572"/>
                      <a:pt x="705035" y="1019324"/>
                    </a:cubicBezTo>
                    <a:cubicBezTo>
                      <a:pt x="744058" y="963871"/>
                      <a:pt x="792011" y="914757"/>
                      <a:pt x="825318" y="855375"/>
                    </a:cubicBezTo>
                    <a:cubicBezTo>
                      <a:pt x="743522" y="927884"/>
                      <a:pt x="663245" y="1002000"/>
                      <a:pt x="582342" y="1075492"/>
                    </a:cubicBezTo>
                    <a:cubicBezTo>
                      <a:pt x="509832" y="1143268"/>
                      <a:pt x="440270" y="1214527"/>
                      <a:pt x="361778" y="1275427"/>
                    </a:cubicBezTo>
                    <a:cubicBezTo>
                      <a:pt x="350080" y="1286143"/>
                      <a:pt x="333471" y="1282928"/>
                      <a:pt x="323470" y="1272034"/>
                    </a:cubicBezTo>
                    <a:cubicBezTo>
                      <a:pt x="223725" y="1190149"/>
                      <a:pt x="119694" y="1113264"/>
                      <a:pt x="23164" y="1027539"/>
                    </a:cubicBezTo>
                    <a:cubicBezTo>
                      <a:pt x="5394" y="1013698"/>
                      <a:pt x="-9965" y="987802"/>
                      <a:pt x="8073" y="967710"/>
                    </a:cubicBezTo>
                    <a:cubicBezTo>
                      <a:pt x="95227" y="858589"/>
                      <a:pt x="189882" y="755720"/>
                      <a:pt x="279893" y="648920"/>
                    </a:cubicBezTo>
                    <a:cubicBezTo>
                      <a:pt x="437859" y="463540"/>
                      <a:pt x="593146" y="275838"/>
                      <a:pt x="740397" y="81796"/>
                    </a:cubicBezTo>
                    <a:cubicBezTo>
                      <a:pt x="761203" y="54114"/>
                      <a:pt x="780580" y="25360"/>
                      <a:pt x="804334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AA023421-51F2-45DB-1854-31878C0B9A6E}"/>
                  </a:ext>
                </a:extLst>
              </p:cNvPr>
              <p:cNvSpPr/>
              <p:nvPr/>
            </p:nvSpPr>
            <p:spPr>
              <a:xfrm>
                <a:off x="8899447" y="3109943"/>
                <a:ext cx="1072203" cy="703122"/>
              </a:xfrm>
              <a:custGeom>
                <a:avLst/>
                <a:gdLst>
                  <a:gd name="connsiteX0" fmla="*/ 36371 w 1072203"/>
                  <a:gd name="connsiteY0" fmla="*/ 218687 h 703122"/>
                  <a:gd name="connsiteX1" fmla="*/ 989615 w 1072203"/>
                  <a:gd name="connsiteY1" fmla="*/ 2231 h 703122"/>
                  <a:gd name="connsiteX2" fmla="*/ 1036406 w 1072203"/>
                  <a:gd name="connsiteY2" fmla="*/ 534 h 703122"/>
                  <a:gd name="connsiteX3" fmla="*/ 1061498 w 1072203"/>
                  <a:gd name="connsiteY3" fmla="*/ 265657 h 703122"/>
                  <a:gd name="connsiteX4" fmla="*/ 1071322 w 1072203"/>
                  <a:gd name="connsiteY4" fmla="*/ 443268 h 703122"/>
                  <a:gd name="connsiteX5" fmla="*/ 826380 w 1072203"/>
                  <a:gd name="connsiteY5" fmla="*/ 524439 h 703122"/>
                  <a:gd name="connsiteX6" fmla="*/ 465175 w 1072203"/>
                  <a:gd name="connsiteY6" fmla="*/ 636864 h 703122"/>
                  <a:gd name="connsiteX7" fmla="*/ 254969 w 1072203"/>
                  <a:gd name="connsiteY7" fmla="*/ 703122 h 703122"/>
                  <a:gd name="connsiteX8" fmla="*/ 443475 w 1072203"/>
                  <a:gd name="connsiteY8" fmla="*/ 589894 h 703122"/>
                  <a:gd name="connsiteX9" fmla="*/ 121560 w 1072203"/>
                  <a:gd name="connsiteY9" fmla="*/ 679905 h 703122"/>
                  <a:gd name="connsiteX10" fmla="*/ 65839 w 1072203"/>
                  <a:gd name="connsiteY10" fmla="*/ 671690 h 703122"/>
                  <a:gd name="connsiteX11" fmla="*/ 473 w 1072203"/>
                  <a:gd name="connsiteY11" fmla="*/ 246547 h 703122"/>
                  <a:gd name="connsiteX12" fmla="*/ 36371 w 1072203"/>
                  <a:gd name="connsiteY12" fmla="*/ 218687 h 70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2203" h="703122">
                    <a:moveTo>
                      <a:pt x="36371" y="218687"/>
                    </a:moveTo>
                    <a:cubicBezTo>
                      <a:pt x="351232" y="134301"/>
                      <a:pt x="671985" y="74651"/>
                      <a:pt x="989615" y="2231"/>
                    </a:cubicBezTo>
                    <a:cubicBezTo>
                      <a:pt x="1004974" y="-626"/>
                      <a:pt x="1020690" y="-180"/>
                      <a:pt x="1036406" y="534"/>
                    </a:cubicBezTo>
                    <a:cubicBezTo>
                      <a:pt x="1048908" y="88403"/>
                      <a:pt x="1052123" y="177342"/>
                      <a:pt x="1061498" y="265657"/>
                    </a:cubicBezTo>
                    <a:cubicBezTo>
                      <a:pt x="1064981" y="324861"/>
                      <a:pt x="1075250" y="383797"/>
                      <a:pt x="1071322" y="443268"/>
                    </a:cubicBezTo>
                    <a:cubicBezTo>
                      <a:pt x="993454" y="480684"/>
                      <a:pt x="907998" y="497293"/>
                      <a:pt x="826380" y="524439"/>
                    </a:cubicBezTo>
                    <a:cubicBezTo>
                      <a:pt x="704847" y="558283"/>
                      <a:pt x="584475" y="596055"/>
                      <a:pt x="465175" y="636864"/>
                    </a:cubicBezTo>
                    <a:cubicBezTo>
                      <a:pt x="395433" y="659992"/>
                      <a:pt x="326496" y="686335"/>
                      <a:pt x="254969" y="703122"/>
                    </a:cubicBezTo>
                    <a:cubicBezTo>
                      <a:pt x="317924" y="665618"/>
                      <a:pt x="380343" y="627220"/>
                      <a:pt x="443475" y="589894"/>
                    </a:cubicBezTo>
                    <a:cubicBezTo>
                      <a:pt x="335961" y="619272"/>
                      <a:pt x="228806" y="649723"/>
                      <a:pt x="121560" y="679905"/>
                    </a:cubicBezTo>
                    <a:cubicBezTo>
                      <a:pt x="103344" y="682852"/>
                      <a:pt x="71821" y="699372"/>
                      <a:pt x="65839" y="671690"/>
                    </a:cubicBezTo>
                    <a:cubicBezTo>
                      <a:pt x="45926" y="529708"/>
                      <a:pt x="16368" y="389065"/>
                      <a:pt x="473" y="246547"/>
                    </a:cubicBezTo>
                    <a:cubicBezTo>
                      <a:pt x="-3902" y="225741"/>
                      <a:pt x="23155" y="224848"/>
                      <a:pt x="36371" y="218687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376F5F4-BFA3-8493-86E2-1DA5BDA04FED}"/>
                </a:ext>
              </a:extLst>
            </p:cNvPr>
            <p:cNvSpPr/>
            <p:nvPr/>
          </p:nvSpPr>
          <p:spPr>
            <a:xfrm>
              <a:off x="5892938" y="3188681"/>
              <a:ext cx="578197" cy="586879"/>
            </a:xfrm>
            <a:custGeom>
              <a:avLst/>
              <a:gdLst>
                <a:gd name="connsiteX0" fmla="*/ 401390 w 578197"/>
                <a:gd name="connsiteY0" fmla="*/ 4753 h 586879"/>
                <a:gd name="connsiteX1" fmla="*/ 431572 w 578197"/>
                <a:gd name="connsiteY1" fmla="*/ 8771 h 586879"/>
                <a:gd name="connsiteX2" fmla="*/ 539353 w 578197"/>
                <a:gd name="connsiteY2" fmla="*/ 308898 h 586879"/>
                <a:gd name="connsiteX3" fmla="*/ 578197 w 578197"/>
                <a:gd name="connsiteY3" fmla="*/ 445344 h 586879"/>
                <a:gd name="connsiteX4" fmla="*/ 351829 w 578197"/>
                <a:gd name="connsiteY4" fmla="*/ 529997 h 586879"/>
                <a:gd name="connsiteX5" fmla="*/ 173950 w 578197"/>
                <a:gd name="connsiteY5" fmla="*/ 586879 h 586879"/>
                <a:gd name="connsiteX6" fmla="*/ 150554 w 578197"/>
                <a:gd name="connsiteY6" fmla="*/ 548392 h 586879"/>
                <a:gd name="connsiteX7" fmla="*/ 31611 w 578197"/>
                <a:gd name="connsiteY7" fmla="*/ 256481 h 586879"/>
                <a:gd name="connsiteX8" fmla="*/ 0 w 578197"/>
                <a:gd name="connsiteY8" fmla="*/ 169238 h 586879"/>
                <a:gd name="connsiteX9" fmla="*/ 94744 w 578197"/>
                <a:gd name="connsiteY9" fmla="*/ 125929 h 586879"/>
                <a:gd name="connsiteX10" fmla="*/ 401390 w 578197"/>
                <a:gd name="connsiteY10" fmla="*/ 4753 h 58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8197" h="586879">
                  <a:moveTo>
                    <a:pt x="401390" y="4753"/>
                  </a:moveTo>
                  <a:cubicBezTo>
                    <a:pt x="410855" y="2520"/>
                    <a:pt x="428000" y="-6677"/>
                    <a:pt x="431572" y="8771"/>
                  </a:cubicBezTo>
                  <a:cubicBezTo>
                    <a:pt x="468183" y="108516"/>
                    <a:pt x="502295" y="209243"/>
                    <a:pt x="539353" y="308898"/>
                  </a:cubicBezTo>
                  <a:cubicBezTo>
                    <a:pt x="554176" y="353725"/>
                    <a:pt x="574268" y="397659"/>
                    <a:pt x="578197" y="445344"/>
                  </a:cubicBezTo>
                  <a:cubicBezTo>
                    <a:pt x="504527" y="478205"/>
                    <a:pt x="427018" y="501065"/>
                    <a:pt x="351829" y="529997"/>
                  </a:cubicBezTo>
                  <a:cubicBezTo>
                    <a:pt x="292537" y="548928"/>
                    <a:pt x="234226" y="571252"/>
                    <a:pt x="173950" y="586879"/>
                  </a:cubicBezTo>
                  <a:cubicBezTo>
                    <a:pt x="165289" y="574556"/>
                    <a:pt x="156716" y="562055"/>
                    <a:pt x="150554" y="548392"/>
                  </a:cubicBezTo>
                  <a:cubicBezTo>
                    <a:pt x="113496" y="450076"/>
                    <a:pt x="72330" y="353368"/>
                    <a:pt x="31611" y="256481"/>
                  </a:cubicBezTo>
                  <a:cubicBezTo>
                    <a:pt x="18931" y="228174"/>
                    <a:pt x="6965" y="199509"/>
                    <a:pt x="0" y="169238"/>
                  </a:cubicBezTo>
                  <a:cubicBezTo>
                    <a:pt x="30004" y="151468"/>
                    <a:pt x="62329" y="138609"/>
                    <a:pt x="94744" y="125929"/>
                  </a:cubicBezTo>
                  <a:cubicBezTo>
                    <a:pt x="195828" y="82888"/>
                    <a:pt x="297984" y="42079"/>
                    <a:pt x="401390" y="4753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41EBD52-299F-D90F-227D-BFD1D8F65FBD}"/>
                </a:ext>
              </a:extLst>
            </p:cNvPr>
            <p:cNvGrpSpPr/>
            <p:nvPr/>
          </p:nvGrpSpPr>
          <p:grpSpPr>
            <a:xfrm>
              <a:off x="5227855" y="3010286"/>
              <a:ext cx="2405883" cy="2666348"/>
              <a:chOff x="5227855" y="3010286"/>
              <a:chExt cx="2405883" cy="2666348"/>
            </a:xfrm>
            <a:grpFill/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72958583-DDD5-7885-2497-9D380C1A0472}"/>
                  </a:ext>
                </a:extLst>
              </p:cNvPr>
              <p:cNvSpPr/>
              <p:nvPr/>
            </p:nvSpPr>
            <p:spPr>
              <a:xfrm>
                <a:off x="5227855" y="3010286"/>
                <a:ext cx="2405883" cy="1379370"/>
              </a:xfrm>
              <a:custGeom>
                <a:avLst/>
                <a:gdLst>
                  <a:gd name="connsiteX0" fmla="*/ 1583680 w 2405883"/>
                  <a:gd name="connsiteY0" fmla="*/ 0 h 1379370"/>
                  <a:gd name="connsiteX1" fmla="*/ 1667262 w 2405883"/>
                  <a:gd name="connsiteY1" fmla="*/ 25985 h 1379370"/>
                  <a:gd name="connsiteX2" fmla="*/ 1911489 w 2405883"/>
                  <a:gd name="connsiteY2" fmla="*/ 129391 h 1379370"/>
                  <a:gd name="connsiteX3" fmla="*/ 2039540 w 2405883"/>
                  <a:gd name="connsiteY3" fmla="*/ 193417 h 1379370"/>
                  <a:gd name="connsiteX4" fmla="*/ 1824692 w 2405883"/>
                  <a:gd name="connsiteY4" fmla="*/ 521494 h 1379370"/>
                  <a:gd name="connsiteX5" fmla="*/ 2112585 w 2405883"/>
                  <a:gd name="connsiteY5" fmla="*/ 449610 h 1379370"/>
                  <a:gd name="connsiteX6" fmla="*/ 2343685 w 2405883"/>
                  <a:gd name="connsiteY6" fmla="*/ 392817 h 1379370"/>
                  <a:gd name="connsiteX7" fmla="*/ 2405479 w 2405883"/>
                  <a:gd name="connsiteY7" fmla="*/ 383977 h 1379370"/>
                  <a:gd name="connsiteX8" fmla="*/ 2384227 w 2405883"/>
                  <a:gd name="connsiteY8" fmla="*/ 659458 h 1379370"/>
                  <a:gd name="connsiteX9" fmla="*/ 2366010 w 2405883"/>
                  <a:gd name="connsiteY9" fmla="*/ 785277 h 1379370"/>
                  <a:gd name="connsiteX10" fmla="*/ 2332434 w 2405883"/>
                  <a:gd name="connsiteY10" fmla="*/ 808316 h 1379370"/>
                  <a:gd name="connsiteX11" fmla="*/ 1306413 w 2405883"/>
                  <a:gd name="connsiteY11" fmla="*/ 1037808 h 1379370"/>
                  <a:gd name="connsiteX12" fmla="*/ 812690 w 2405883"/>
                  <a:gd name="connsiteY12" fmla="*/ 1189524 h 1379370"/>
                  <a:gd name="connsiteX13" fmla="*/ 328791 w 2405883"/>
                  <a:gd name="connsiteY13" fmla="*/ 1349097 h 1379370"/>
                  <a:gd name="connsiteX14" fmla="*/ 220563 w 2405883"/>
                  <a:gd name="connsiteY14" fmla="*/ 1378923 h 1379370"/>
                  <a:gd name="connsiteX15" fmla="*/ 173950 w 2405883"/>
                  <a:gd name="connsiteY15" fmla="*/ 1340168 h 1379370"/>
                  <a:gd name="connsiteX16" fmla="*/ 0 w 2405883"/>
                  <a:gd name="connsiteY16" fmla="*/ 1033076 h 1379370"/>
                  <a:gd name="connsiteX17" fmla="*/ 446216 w 2405883"/>
                  <a:gd name="connsiteY17" fmla="*/ 902524 h 1379370"/>
                  <a:gd name="connsiteX18" fmla="*/ 1260782 w 2405883"/>
                  <a:gd name="connsiteY18" fmla="*/ 674817 h 1379370"/>
                  <a:gd name="connsiteX19" fmla="*/ 1295340 w 2405883"/>
                  <a:gd name="connsiteY19" fmla="*/ 654636 h 1379370"/>
                  <a:gd name="connsiteX20" fmla="*/ 1583680 w 2405883"/>
                  <a:gd name="connsiteY20" fmla="*/ 0 h 137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405883" h="1379370">
                    <a:moveTo>
                      <a:pt x="1583680" y="0"/>
                    </a:moveTo>
                    <a:cubicBezTo>
                      <a:pt x="1613148" y="2322"/>
                      <a:pt x="1640116" y="15091"/>
                      <a:pt x="1667262" y="25985"/>
                    </a:cubicBezTo>
                    <a:cubicBezTo>
                      <a:pt x="1749594" y="58132"/>
                      <a:pt x="1830854" y="93137"/>
                      <a:pt x="1911489" y="129391"/>
                    </a:cubicBezTo>
                    <a:cubicBezTo>
                      <a:pt x="1953905" y="151180"/>
                      <a:pt x="2000518" y="165199"/>
                      <a:pt x="2039540" y="193417"/>
                    </a:cubicBezTo>
                    <a:cubicBezTo>
                      <a:pt x="1979533" y="309860"/>
                      <a:pt x="1897469" y="413087"/>
                      <a:pt x="1824692" y="521494"/>
                    </a:cubicBezTo>
                    <a:cubicBezTo>
                      <a:pt x="1921579" y="501313"/>
                      <a:pt x="2015788" y="470416"/>
                      <a:pt x="2112585" y="449610"/>
                    </a:cubicBezTo>
                    <a:cubicBezTo>
                      <a:pt x="2189470" y="430143"/>
                      <a:pt x="2267069" y="413534"/>
                      <a:pt x="2343685" y="392817"/>
                    </a:cubicBezTo>
                    <a:cubicBezTo>
                      <a:pt x="2363688" y="387102"/>
                      <a:pt x="2384584" y="384513"/>
                      <a:pt x="2405479" y="383977"/>
                    </a:cubicBezTo>
                    <a:cubicBezTo>
                      <a:pt x="2408515" y="476310"/>
                      <a:pt x="2393781" y="567928"/>
                      <a:pt x="2384227" y="659458"/>
                    </a:cubicBezTo>
                    <a:cubicBezTo>
                      <a:pt x="2376993" y="701249"/>
                      <a:pt x="2377976" y="744379"/>
                      <a:pt x="2366010" y="785277"/>
                    </a:cubicBezTo>
                    <a:cubicBezTo>
                      <a:pt x="2362795" y="801172"/>
                      <a:pt x="2345203" y="803851"/>
                      <a:pt x="2332434" y="808316"/>
                    </a:cubicBezTo>
                    <a:cubicBezTo>
                      <a:pt x="1986498" y="864483"/>
                      <a:pt x="1642705" y="938242"/>
                      <a:pt x="1306413" y="1037808"/>
                    </a:cubicBezTo>
                    <a:cubicBezTo>
                      <a:pt x="1142196" y="1089690"/>
                      <a:pt x="976104" y="1135053"/>
                      <a:pt x="812690" y="1189524"/>
                    </a:cubicBezTo>
                    <a:cubicBezTo>
                      <a:pt x="650617" y="1240512"/>
                      <a:pt x="490597" y="1297484"/>
                      <a:pt x="328791" y="1349097"/>
                    </a:cubicBezTo>
                    <a:cubicBezTo>
                      <a:pt x="293161" y="1360438"/>
                      <a:pt x="258425" y="1377851"/>
                      <a:pt x="220563" y="1378923"/>
                    </a:cubicBezTo>
                    <a:cubicBezTo>
                      <a:pt x="196006" y="1383119"/>
                      <a:pt x="185112" y="1356866"/>
                      <a:pt x="173950" y="1340168"/>
                    </a:cubicBezTo>
                    <a:cubicBezTo>
                      <a:pt x="116443" y="1237566"/>
                      <a:pt x="47595" y="1140857"/>
                      <a:pt x="0" y="1033076"/>
                    </a:cubicBezTo>
                    <a:cubicBezTo>
                      <a:pt x="146982" y="984052"/>
                      <a:pt x="297001" y="944493"/>
                      <a:pt x="446216" y="902524"/>
                    </a:cubicBezTo>
                    <a:cubicBezTo>
                      <a:pt x="717321" y="825014"/>
                      <a:pt x="989320" y="750808"/>
                      <a:pt x="1260782" y="674817"/>
                    </a:cubicBezTo>
                    <a:cubicBezTo>
                      <a:pt x="1273284" y="670263"/>
                      <a:pt x="1290429" y="669637"/>
                      <a:pt x="1295340" y="654636"/>
                    </a:cubicBezTo>
                    <a:cubicBezTo>
                      <a:pt x="1392317" y="436840"/>
                      <a:pt x="1498937" y="223064"/>
                      <a:pt x="1583680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953F6630-CFFF-3D5C-AA4C-84E6F02F8F60}"/>
                  </a:ext>
                </a:extLst>
              </p:cNvPr>
              <p:cNvSpPr/>
              <p:nvPr/>
            </p:nvSpPr>
            <p:spPr>
              <a:xfrm>
                <a:off x="6725542" y="3968840"/>
                <a:ext cx="844337" cy="1707762"/>
              </a:xfrm>
              <a:custGeom>
                <a:avLst/>
                <a:gdLst>
                  <a:gd name="connsiteX0" fmla="*/ 321558 w 844337"/>
                  <a:gd name="connsiteY0" fmla="*/ 7996 h 1707762"/>
                  <a:gd name="connsiteX1" fmla="*/ 560338 w 844337"/>
                  <a:gd name="connsiteY1" fmla="*/ 2727 h 1707762"/>
                  <a:gd name="connsiteX2" fmla="*/ 737771 w 844337"/>
                  <a:gd name="connsiteY2" fmla="*/ 17729 h 1707762"/>
                  <a:gd name="connsiteX3" fmla="*/ 779383 w 844337"/>
                  <a:gd name="connsiteY3" fmla="*/ 96400 h 1707762"/>
                  <a:gd name="connsiteX4" fmla="*/ 792599 w 844337"/>
                  <a:gd name="connsiteY4" fmla="*/ 442604 h 1707762"/>
                  <a:gd name="connsiteX5" fmla="*/ 806172 w 844337"/>
                  <a:gd name="connsiteY5" fmla="*/ 718977 h 1707762"/>
                  <a:gd name="connsiteX6" fmla="*/ 837426 w 844337"/>
                  <a:gd name="connsiteY6" fmla="*/ 1344324 h 1707762"/>
                  <a:gd name="connsiteX7" fmla="*/ 841534 w 844337"/>
                  <a:gd name="connsiteY7" fmla="*/ 1513631 h 1707762"/>
                  <a:gd name="connsiteX8" fmla="*/ 749379 w 844337"/>
                  <a:gd name="connsiteY8" fmla="*/ 1573817 h 1707762"/>
                  <a:gd name="connsiteX9" fmla="*/ 150644 w 844337"/>
                  <a:gd name="connsiteY9" fmla="*/ 1679723 h 1707762"/>
                  <a:gd name="connsiteX10" fmla="*/ 0 w 844337"/>
                  <a:gd name="connsiteY10" fmla="*/ 1707762 h 1707762"/>
                  <a:gd name="connsiteX11" fmla="*/ 118408 w 844337"/>
                  <a:gd name="connsiteY11" fmla="*/ 1569888 h 1707762"/>
                  <a:gd name="connsiteX12" fmla="*/ 295841 w 844337"/>
                  <a:gd name="connsiteY12" fmla="*/ 1336734 h 1707762"/>
                  <a:gd name="connsiteX13" fmla="*/ 338078 w 844337"/>
                  <a:gd name="connsiteY13" fmla="*/ 1246901 h 1707762"/>
                  <a:gd name="connsiteX14" fmla="*/ 346651 w 844337"/>
                  <a:gd name="connsiteY14" fmla="*/ 951328 h 1707762"/>
                  <a:gd name="connsiteX15" fmla="*/ 351294 w 844337"/>
                  <a:gd name="connsiteY15" fmla="*/ 594230 h 1707762"/>
                  <a:gd name="connsiteX16" fmla="*/ 351472 w 844337"/>
                  <a:gd name="connsiteY16" fmla="*/ 245972 h 1707762"/>
                  <a:gd name="connsiteX17" fmla="*/ 341204 w 844337"/>
                  <a:gd name="connsiteY17" fmla="*/ 72468 h 1707762"/>
                  <a:gd name="connsiteX18" fmla="*/ 321558 w 844337"/>
                  <a:gd name="connsiteY18" fmla="*/ 7996 h 1707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4337" h="1707762">
                    <a:moveTo>
                      <a:pt x="321558" y="7996"/>
                    </a:moveTo>
                    <a:cubicBezTo>
                      <a:pt x="400139" y="-6024"/>
                      <a:pt x="480863" y="2638"/>
                      <a:pt x="560338" y="2727"/>
                    </a:cubicBezTo>
                    <a:cubicBezTo>
                      <a:pt x="619185" y="11300"/>
                      <a:pt x="679907" y="2817"/>
                      <a:pt x="737771" y="17729"/>
                    </a:cubicBezTo>
                    <a:cubicBezTo>
                      <a:pt x="771257" y="27820"/>
                      <a:pt x="777508" y="66307"/>
                      <a:pt x="779383" y="96400"/>
                    </a:cubicBezTo>
                    <a:cubicBezTo>
                      <a:pt x="784205" y="211861"/>
                      <a:pt x="792063" y="327054"/>
                      <a:pt x="792599" y="442604"/>
                    </a:cubicBezTo>
                    <a:cubicBezTo>
                      <a:pt x="800904" y="534490"/>
                      <a:pt x="797421" y="627091"/>
                      <a:pt x="806172" y="718977"/>
                    </a:cubicBezTo>
                    <a:cubicBezTo>
                      <a:pt x="812602" y="927665"/>
                      <a:pt x="829479" y="1135726"/>
                      <a:pt x="837426" y="1344324"/>
                    </a:cubicBezTo>
                    <a:cubicBezTo>
                      <a:pt x="841534" y="1400491"/>
                      <a:pt x="848142" y="1457373"/>
                      <a:pt x="841534" y="1513631"/>
                    </a:cubicBezTo>
                    <a:cubicBezTo>
                      <a:pt x="831443" y="1553725"/>
                      <a:pt x="785098" y="1566851"/>
                      <a:pt x="749379" y="1573817"/>
                    </a:cubicBezTo>
                    <a:cubicBezTo>
                      <a:pt x="548997" y="1604267"/>
                      <a:pt x="348526" y="1635610"/>
                      <a:pt x="150644" y="1679723"/>
                    </a:cubicBezTo>
                    <a:cubicBezTo>
                      <a:pt x="100816" y="1690795"/>
                      <a:pt x="51524" y="1707494"/>
                      <a:pt x="0" y="1707762"/>
                    </a:cubicBezTo>
                    <a:cubicBezTo>
                      <a:pt x="34915" y="1658113"/>
                      <a:pt x="80814" y="1617483"/>
                      <a:pt x="118408" y="1569888"/>
                    </a:cubicBezTo>
                    <a:cubicBezTo>
                      <a:pt x="179130" y="1493450"/>
                      <a:pt x="239762" y="1416743"/>
                      <a:pt x="295841" y="1336734"/>
                    </a:cubicBezTo>
                    <a:cubicBezTo>
                      <a:pt x="313075" y="1308516"/>
                      <a:pt x="337721" y="1281816"/>
                      <a:pt x="338078" y="1246901"/>
                    </a:cubicBezTo>
                    <a:cubicBezTo>
                      <a:pt x="346918" y="1148674"/>
                      <a:pt x="344597" y="1049823"/>
                      <a:pt x="346651" y="951328"/>
                    </a:cubicBezTo>
                    <a:cubicBezTo>
                      <a:pt x="354687" y="832474"/>
                      <a:pt x="349062" y="713263"/>
                      <a:pt x="351294" y="594230"/>
                    </a:cubicBezTo>
                    <a:cubicBezTo>
                      <a:pt x="351205" y="478144"/>
                      <a:pt x="352187" y="362058"/>
                      <a:pt x="351472" y="245972"/>
                    </a:cubicBezTo>
                    <a:cubicBezTo>
                      <a:pt x="351026" y="188018"/>
                      <a:pt x="351830" y="129618"/>
                      <a:pt x="341204" y="72468"/>
                    </a:cubicBezTo>
                    <a:cubicBezTo>
                      <a:pt x="333435" y="51305"/>
                      <a:pt x="320397" y="31481"/>
                      <a:pt x="321558" y="7996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42535712-0141-3432-D298-0B7A6284E341}"/>
                  </a:ext>
                </a:extLst>
              </p:cNvPr>
              <p:cNvSpPr/>
              <p:nvPr/>
            </p:nvSpPr>
            <p:spPr>
              <a:xfrm>
                <a:off x="5581151" y="4120034"/>
                <a:ext cx="1080249" cy="1556600"/>
              </a:xfrm>
              <a:custGeom>
                <a:avLst/>
                <a:gdLst>
                  <a:gd name="connsiteX0" fmla="*/ 819350 w 1080249"/>
                  <a:gd name="connsiteY0" fmla="*/ 4588 h 1556600"/>
                  <a:gd name="connsiteX1" fmla="*/ 858641 w 1080249"/>
                  <a:gd name="connsiteY1" fmla="*/ 5927 h 1556600"/>
                  <a:gd name="connsiteX2" fmla="*/ 1080097 w 1080249"/>
                  <a:gd name="connsiteY2" fmla="*/ 151214 h 1556600"/>
                  <a:gd name="connsiteX3" fmla="*/ 1070275 w 1080249"/>
                  <a:gd name="connsiteY3" fmla="*/ 397941 h 1556600"/>
                  <a:gd name="connsiteX4" fmla="*/ 1057058 w 1080249"/>
                  <a:gd name="connsiteY4" fmla="*/ 763522 h 1556600"/>
                  <a:gd name="connsiteX5" fmla="*/ 1044468 w 1080249"/>
                  <a:gd name="connsiteY5" fmla="*/ 1076508 h 1556600"/>
                  <a:gd name="connsiteX6" fmla="*/ 1034645 w 1080249"/>
                  <a:gd name="connsiteY6" fmla="*/ 1344934 h 1556600"/>
                  <a:gd name="connsiteX7" fmla="*/ 987496 w 1080249"/>
                  <a:gd name="connsiteY7" fmla="*/ 1509419 h 1556600"/>
                  <a:gd name="connsiteX8" fmla="*/ 851765 w 1080249"/>
                  <a:gd name="connsiteY8" fmla="*/ 1555675 h 1556600"/>
                  <a:gd name="connsiteX9" fmla="*/ 755860 w 1080249"/>
                  <a:gd name="connsiteY9" fmla="*/ 1492274 h 1556600"/>
                  <a:gd name="connsiteX10" fmla="*/ 538423 w 1080249"/>
                  <a:gd name="connsiteY10" fmla="*/ 1229830 h 1556600"/>
                  <a:gd name="connsiteX11" fmla="*/ 675493 w 1080249"/>
                  <a:gd name="connsiteY11" fmla="*/ 1274122 h 1556600"/>
                  <a:gd name="connsiteX12" fmla="*/ 678083 w 1080249"/>
                  <a:gd name="connsiteY12" fmla="*/ 1015429 h 1556600"/>
                  <a:gd name="connsiteX13" fmla="*/ 472521 w 1080249"/>
                  <a:gd name="connsiteY13" fmla="*/ 1111066 h 1556600"/>
                  <a:gd name="connsiteX14" fmla="*/ 454573 w 1080249"/>
                  <a:gd name="connsiteY14" fmla="*/ 1156875 h 1556600"/>
                  <a:gd name="connsiteX15" fmla="*/ 444393 w 1080249"/>
                  <a:gd name="connsiteY15" fmla="*/ 1461377 h 1556600"/>
                  <a:gd name="connsiteX16" fmla="*/ 407781 w 1080249"/>
                  <a:gd name="connsiteY16" fmla="*/ 1511205 h 1556600"/>
                  <a:gd name="connsiteX17" fmla="*/ 126407 w 1080249"/>
                  <a:gd name="connsiteY17" fmla="*/ 1516652 h 1556600"/>
                  <a:gd name="connsiteX18" fmla="*/ 3355 w 1080249"/>
                  <a:gd name="connsiteY18" fmla="*/ 1511562 h 1556600"/>
                  <a:gd name="connsiteX19" fmla="*/ 7284 w 1080249"/>
                  <a:gd name="connsiteY19" fmla="*/ 1417086 h 1556600"/>
                  <a:gd name="connsiteX20" fmla="*/ 46843 w 1080249"/>
                  <a:gd name="connsiteY20" fmla="*/ 1035610 h 1556600"/>
                  <a:gd name="connsiteX21" fmla="*/ 86759 w 1080249"/>
                  <a:gd name="connsiteY21" fmla="*/ 567783 h 1556600"/>
                  <a:gd name="connsiteX22" fmla="*/ 95867 w 1080249"/>
                  <a:gd name="connsiteY22" fmla="*/ 361776 h 1556600"/>
                  <a:gd name="connsiteX23" fmla="*/ 74079 w 1080249"/>
                  <a:gd name="connsiteY23" fmla="*/ 262388 h 1556600"/>
                  <a:gd name="connsiteX24" fmla="*/ 182038 w 1080249"/>
                  <a:gd name="connsiteY24" fmla="*/ 211132 h 1556600"/>
                  <a:gd name="connsiteX25" fmla="*/ 334290 w 1080249"/>
                  <a:gd name="connsiteY25" fmla="*/ 196130 h 1556600"/>
                  <a:gd name="connsiteX26" fmla="*/ 819350 w 1080249"/>
                  <a:gd name="connsiteY26" fmla="*/ 4588 h 1556600"/>
                  <a:gd name="connsiteX27" fmla="*/ 505114 w 1080249"/>
                  <a:gd name="connsiteY27" fmla="*/ 401602 h 1556600"/>
                  <a:gd name="connsiteX28" fmla="*/ 496542 w 1080249"/>
                  <a:gd name="connsiteY28" fmla="*/ 522063 h 1556600"/>
                  <a:gd name="connsiteX29" fmla="*/ 699514 w 1080249"/>
                  <a:gd name="connsiteY29" fmla="*/ 435267 h 1556600"/>
                  <a:gd name="connsiteX30" fmla="*/ 703800 w 1080249"/>
                  <a:gd name="connsiteY30" fmla="*/ 318110 h 1556600"/>
                  <a:gd name="connsiteX31" fmla="*/ 505114 w 1080249"/>
                  <a:gd name="connsiteY31" fmla="*/ 401602 h 1556600"/>
                  <a:gd name="connsiteX32" fmla="*/ 481005 w 1080249"/>
                  <a:gd name="connsiteY32" fmla="*/ 742180 h 1556600"/>
                  <a:gd name="connsiteX33" fmla="*/ 472075 w 1080249"/>
                  <a:gd name="connsiteY33" fmla="*/ 881126 h 1556600"/>
                  <a:gd name="connsiteX34" fmla="*/ 683976 w 1080249"/>
                  <a:gd name="connsiteY34" fmla="*/ 785221 h 1556600"/>
                  <a:gd name="connsiteX35" fmla="*/ 693799 w 1080249"/>
                  <a:gd name="connsiteY35" fmla="*/ 641989 h 1556600"/>
                  <a:gd name="connsiteX36" fmla="*/ 481005 w 1080249"/>
                  <a:gd name="connsiteY36" fmla="*/ 742180 h 155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80249" h="1556600">
                    <a:moveTo>
                      <a:pt x="819350" y="4588"/>
                    </a:moveTo>
                    <a:cubicBezTo>
                      <a:pt x="831852" y="-948"/>
                      <a:pt x="846854" y="-2556"/>
                      <a:pt x="858641" y="5927"/>
                    </a:cubicBezTo>
                    <a:cubicBezTo>
                      <a:pt x="935526" y="49504"/>
                      <a:pt x="1009195" y="98529"/>
                      <a:pt x="1080097" y="151214"/>
                    </a:cubicBezTo>
                    <a:cubicBezTo>
                      <a:pt x="1081079" y="233545"/>
                      <a:pt x="1077240" y="315966"/>
                      <a:pt x="1070275" y="397941"/>
                    </a:cubicBezTo>
                    <a:cubicBezTo>
                      <a:pt x="1066524" y="519831"/>
                      <a:pt x="1058131" y="641543"/>
                      <a:pt x="1057058" y="763522"/>
                    </a:cubicBezTo>
                    <a:cubicBezTo>
                      <a:pt x="1048129" y="867642"/>
                      <a:pt x="1052862" y="972388"/>
                      <a:pt x="1044468" y="1076508"/>
                    </a:cubicBezTo>
                    <a:cubicBezTo>
                      <a:pt x="1041789" y="1165984"/>
                      <a:pt x="1040092" y="1255548"/>
                      <a:pt x="1034645" y="1344934"/>
                    </a:cubicBezTo>
                    <a:cubicBezTo>
                      <a:pt x="1033038" y="1401549"/>
                      <a:pt x="1034467" y="1469057"/>
                      <a:pt x="987496" y="1509419"/>
                    </a:cubicBezTo>
                    <a:cubicBezTo>
                      <a:pt x="949188" y="1538530"/>
                      <a:pt x="900968" y="1561569"/>
                      <a:pt x="851765" y="1555675"/>
                    </a:cubicBezTo>
                    <a:cubicBezTo>
                      <a:pt x="815154" y="1543084"/>
                      <a:pt x="783721" y="1518527"/>
                      <a:pt x="755860" y="1492274"/>
                    </a:cubicBezTo>
                    <a:cubicBezTo>
                      <a:pt x="674243" y="1412889"/>
                      <a:pt x="602270" y="1323950"/>
                      <a:pt x="538423" y="1229830"/>
                    </a:cubicBezTo>
                    <a:cubicBezTo>
                      <a:pt x="583874" y="1245011"/>
                      <a:pt x="627184" y="1268853"/>
                      <a:pt x="675493" y="1274122"/>
                    </a:cubicBezTo>
                    <a:cubicBezTo>
                      <a:pt x="675047" y="1187861"/>
                      <a:pt x="678172" y="1101600"/>
                      <a:pt x="678083" y="1015429"/>
                    </a:cubicBezTo>
                    <a:cubicBezTo>
                      <a:pt x="608878" y="1045790"/>
                      <a:pt x="542262" y="1081865"/>
                      <a:pt x="472521" y="1111066"/>
                    </a:cubicBezTo>
                    <a:cubicBezTo>
                      <a:pt x="451626" y="1116156"/>
                      <a:pt x="455198" y="1140534"/>
                      <a:pt x="454573" y="1156875"/>
                    </a:cubicBezTo>
                    <a:cubicBezTo>
                      <a:pt x="455019" y="1258495"/>
                      <a:pt x="446447" y="1359847"/>
                      <a:pt x="444393" y="1461377"/>
                    </a:cubicBezTo>
                    <a:cubicBezTo>
                      <a:pt x="446268" y="1483613"/>
                      <a:pt x="430284" y="1507722"/>
                      <a:pt x="407781" y="1511205"/>
                    </a:cubicBezTo>
                    <a:cubicBezTo>
                      <a:pt x="314109" y="1516563"/>
                      <a:pt x="220258" y="1517010"/>
                      <a:pt x="126407" y="1516652"/>
                    </a:cubicBezTo>
                    <a:cubicBezTo>
                      <a:pt x="85330" y="1515759"/>
                      <a:pt x="43718" y="1520939"/>
                      <a:pt x="3355" y="1511562"/>
                    </a:cubicBezTo>
                    <a:cubicBezTo>
                      <a:pt x="-5485" y="1480219"/>
                      <a:pt x="5767" y="1448518"/>
                      <a:pt x="7284" y="1417086"/>
                    </a:cubicBezTo>
                    <a:cubicBezTo>
                      <a:pt x="26037" y="1290463"/>
                      <a:pt x="31127" y="1162501"/>
                      <a:pt x="46843" y="1035610"/>
                    </a:cubicBezTo>
                    <a:cubicBezTo>
                      <a:pt x="60595" y="879698"/>
                      <a:pt x="74079" y="723785"/>
                      <a:pt x="86759" y="567783"/>
                    </a:cubicBezTo>
                    <a:cubicBezTo>
                      <a:pt x="89616" y="499114"/>
                      <a:pt x="101136" y="430623"/>
                      <a:pt x="95867" y="361776"/>
                    </a:cubicBezTo>
                    <a:cubicBezTo>
                      <a:pt x="92295" y="327932"/>
                      <a:pt x="81758" y="295428"/>
                      <a:pt x="74079" y="262388"/>
                    </a:cubicBezTo>
                    <a:cubicBezTo>
                      <a:pt x="112298" y="250512"/>
                      <a:pt x="154267" y="242654"/>
                      <a:pt x="182038" y="211132"/>
                    </a:cubicBezTo>
                    <a:cubicBezTo>
                      <a:pt x="230259" y="195326"/>
                      <a:pt x="286516" y="219347"/>
                      <a:pt x="334290" y="196130"/>
                    </a:cubicBezTo>
                    <a:cubicBezTo>
                      <a:pt x="496096" y="132640"/>
                      <a:pt x="658169" y="69686"/>
                      <a:pt x="819350" y="4588"/>
                    </a:cubicBezTo>
                    <a:moveTo>
                      <a:pt x="505114" y="401602"/>
                    </a:moveTo>
                    <a:cubicBezTo>
                      <a:pt x="497703" y="441250"/>
                      <a:pt x="496810" y="481701"/>
                      <a:pt x="496542" y="522063"/>
                    </a:cubicBezTo>
                    <a:cubicBezTo>
                      <a:pt x="564051" y="492774"/>
                      <a:pt x="632452" y="465539"/>
                      <a:pt x="699514" y="435267"/>
                    </a:cubicBezTo>
                    <a:cubicBezTo>
                      <a:pt x="701836" y="396244"/>
                      <a:pt x="702729" y="357132"/>
                      <a:pt x="703800" y="318110"/>
                    </a:cubicBezTo>
                    <a:cubicBezTo>
                      <a:pt x="636739" y="344006"/>
                      <a:pt x="572534" y="376599"/>
                      <a:pt x="505114" y="401602"/>
                    </a:cubicBezTo>
                    <a:moveTo>
                      <a:pt x="481005" y="742180"/>
                    </a:moveTo>
                    <a:cubicBezTo>
                      <a:pt x="480737" y="788615"/>
                      <a:pt x="476540" y="834871"/>
                      <a:pt x="472075" y="881126"/>
                    </a:cubicBezTo>
                    <a:cubicBezTo>
                      <a:pt x="543959" y="852105"/>
                      <a:pt x="612985" y="816297"/>
                      <a:pt x="683976" y="785221"/>
                    </a:cubicBezTo>
                    <a:cubicBezTo>
                      <a:pt x="700139" y="740484"/>
                      <a:pt x="690941" y="689227"/>
                      <a:pt x="693799" y="641989"/>
                    </a:cubicBezTo>
                    <a:cubicBezTo>
                      <a:pt x="621558" y="672707"/>
                      <a:pt x="551995" y="708962"/>
                      <a:pt x="481005" y="74218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7B654A29-7A92-38A6-AF88-456CC32488BE}"/>
                  </a:ext>
                </a:extLst>
              </p:cNvPr>
              <p:cNvSpPr/>
              <p:nvPr/>
            </p:nvSpPr>
            <p:spPr>
              <a:xfrm>
                <a:off x="6675447" y="4241958"/>
                <a:ext cx="324095" cy="924396"/>
              </a:xfrm>
              <a:custGeom>
                <a:avLst/>
                <a:gdLst>
                  <a:gd name="connsiteX0" fmla="*/ 72420 w 324095"/>
                  <a:gd name="connsiteY0" fmla="*/ 0 h 924396"/>
                  <a:gd name="connsiteX1" fmla="*/ 277713 w 324095"/>
                  <a:gd name="connsiteY1" fmla="*/ 57686 h 924396"/>
                  <a:gd name="connsiteX2" fmla="*/ 319326 w 324095"/>
                  <a:gd name="connsiteY2" fmla="*/ 91440 h 924396"/>
                  <a:gd name="connsiteX3" fmla="*/ 321379 w 324095"/>
                  <a:gd name="connsiteY3" fmla="*/ 866269 h 924396"/>
                  <a:gd name="connsiteX4" fmla="*/ 273427 w 324095"/>
                  <a:gd name="connsiteY4" fmla="*/ 924222 h 924396"/>
                  <a:gd name="connsiteX5" fmla="*/ 137160 w 324095"/>
                  <a:gd name="connsiteY5" fmla="*/ 888057 h 924396"/>
                  <a:gd name="connsiteX6" fmla="*/ 0 w 324095"/>
                  <a:gd name="connsiteY6" fmla="*/ 844659 h 924396"/>
                  <a:gd name="connsiteX7" fmla="*/ 39648 w 324095"/>
                  <a:gd name="connsiteY7" fmla="*/ 355938 h 924396"/>
                  <a:gd name="connsiteX8" fmla="*/ 72420 w 324095"/>
                  <a:gd name="connsiteY8" fmla="*/ 0 h 924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095" h="924396">
                    <a:moveTo>
                      <a:pt x="72420" y="0"/>
                    </a:moveTo>
                    <a:cubicBezTo>
                      <a:pt x="142250" y="13484"/>
                      <a:pt x="209937" y="36433"/>
                      <a:pt x="277713" y="57686"/>
                    </a:cubicBezTo>
                    <a:cubicBezTo>
                      <a:pt x="293876" y="64026"/>
                      <a:pt x="320308" y="68937"/>
                      <a:pt x="319326" y="91440"/>
                    </a:cubicBezTo>
                    <a:cubicBezTo>
                      <a:pt x="325040" y="349687"/>
                      <a:pt x="325487" y="608022"/>
                      <a:pt x="321379" y="866269"/>
                    </a:cubicBezTo>
                    <a:cubicBezTo>
                      <a:pt x="324148" y="894308"/>
                      <a:pt x="304413" y="927080"/>
                      <a:pt x="273427" y="924222"/>
                    </a:cubicBezTo>
                    <a:cubicBezTo>
                      <a:pt x="226546" y="919132"/>
                      <a:pt x="182969" y="898416"/>
                      <a:pt x="137160" y="888057"/>
                    </a:cubicBezTo>
                    <a:cubicBezTo>
                      <a:pt x="91708" y="872698"/>
                      <a:pt x="42148" y="868591"/>
                      <a:pt x="0" y="844659"/>
                    </a:cubicBezTo>
                    <a:cubicBezTo>
                      <a:pt x="22324" y="682585"/>
                      <a:pt x="30896" y="519172"/>
                      <a:pt x="39648" y="355938"/>
                    </a:cubicBezTo>
                    <a:cubicBezTo>
                      <a:pt x="51346" y="237530"/>
                      <a:pt x="50452" y="117247"/>
                      <a:pt x="72420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3DF063A9-9A9A-69AD-53F7-B0E6D7D15ECA}"/>
              </a:ext>
            </a:extLst>
          </p:cNvPr>
          <p:cNvSpPr txBox="1"/>
          <p:nvPr/>
        </p:nvSpPr>
        <p:spPr>
          <a:xfrm rot="21245711">
            <a:off x="6287387" y="968306"/>
            <a:ext cx="22493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2030</a:t>
            </a:r>
            <a:endParaRPr lang="zh-CN" altLang="en-US" sz="66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7CDC97-ABEC-B9D4-7E83-FD5F5A7C67A5}"/>
              </a:ext>
            </a:extLst>
          </p:cNvPr>
          <p:cNvSpPr txBox="1"/>
          <p:nvPr/>
        </p:nvSpPr>
        <p:spPr>
          <a:xfrm rot="21245711">
            <a:off x="3278750" y="300350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职业规划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083071F7-4CB0-3489-1EF3-FFC06A807A63}"/>
              </a:ext>
            </a:extLst>
          </p:cNvPr>
          <p:cNvGrpSpPr/>
          <p:nvPr/>
        </p:nvGrpSpPr>
        <p:grpSpPr>
          <a:xfrm>
            <a:off x="3933106" y="6002457"/>
            <a:ext cx="4313944" cy="315056"/>
            <a:chOff x="1253246" y="4118390"/>
            <a:chExt cx="4313944" cy="315056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AA637D6-FCFA-37CB-2825-4606C11A39C1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60" name="iconfont-10019-4889788">
              <a:extLst>
                <a:ext uri="{FF2B5EF4-FFF2-40B4-BE49-F238E27FC236}">
                  <a16:creationId xmlns:a16="http://schemas.microsoft.com/office/drawing/2014/main" id="{77F17808-274C-C482-2E9B-C425CCCE1AF1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63A1B24-BCF8-447C-97A1-9AC53FC19F4C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2025.11.20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iconfont-11899-5651509">
              <a:extLst>
                <a:ext uri="{FF2B5EF4-FFF2-40B4-BE49-F238E27FC236}">
                  <a16:creationId xmlns:a16="http://schemas.microsoft.com/office/drawing/2014/main" id="{8DE7D1E5-812E-35F1-4A20-9E2D579E1638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4" name="箭头: V 形 63">
            <a:extLst>
              <a:ext uri="{FF2B5EF4-FFF2-40B4-BE49-F238E27FC236}">
                <a16:creationId xmlns:a16="http://schemas.microsoft.com/office/drawing/2014/main" id="{6C3C23C0-6394-81FF-9CA8-2DDD7AE36AF3}"/>
              </a:ext>
            </a:extLst>
          </p:cNvPr>
          <p:cNvSpPr/>
          <p:nvPr/>
        </p:nvSpPr>
        <p:spPr>
          <a:xfrm rot="21213212">
            <a:off x="2906382" y="3373574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箭头: V 形 64">
            <a:extLst>
              <a:ext uri="{FF2B5EF4-FFF2-40B4-BE49-F238E27FC236}">
                <a16:creationId xmlns:a16="http://schemas.microsoft.com/office/drawing/2014/main" id="{501AF068-36D1-7A5D-D9BE-B3555FAF6F7A}"/>
              </a:ext>
            </a:extLst>
          </p:cNvPr>
          <p:cNvSpPr/>
          <p:nvPr/>
        </p:nvSpPr>
        <p:spPr>
          <a:xfrm rot="21213212">
            <a:off x="3023124" y="3361670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箭头: V 形 65">
            <a:extLst>
              <a:ext uri="{FF2B5EF4-FFF2-40B4-BE49-F238E27FC236}">
                <a16:creationId xmlns:a16="http://schemas.microsoft.com/office/drawing/2014/main" id="{D0252618-C85D-D87B-C31E-84B187E2E5E4}"/>
              </a:ext>
            </a:extLst>
          </p:cNvPr>
          <p:cNvSpPr/>
          <p:nvPr/>
        </p:nvSpPr>
        <p:spPr>
          <a:xfrm rot="21213212">
            <a:off x="3139866" y="3349766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V 形 66">
            <a:extLst>
              <a:ext uri="{FF2B5EF4-FFF2-40B4-BE49-F238E27FC236}">
                <a16:creationId xmlns:a16="http://schemas.microsoft.com/office/drawing/2014/main" id="{ED43BDAB-EFA4-3A87-9B71-26A27E5BE83D}"/>
              </a:ext>
            </a:extLst>
          </p:cNvPr>
          <p:cNvSpPr/>
          <p:nvPr/>
        </p:nvSpPr>
        <p:spPr>
          <a:xfrm rot="21213212">
            <a:off x="3256608" y="3337858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55D89A6-13D9-B567-1A83-A778ECDA74E7}"/>
              </a:ext>
            </a:extLst>
          </p:cNvPr>
          <p:cNvSpPr txBox="1"/>
          <p:nvPr/>
        </p:nvSpPr>
        <p:spPr>
          <a:xfrm rot="21245711">
            <a:off x="3667289" y="4579561"/>
            <a:ext cx="4857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大学生职业生涯规划</a:t>
            </a:r>
            <a:r>
              <a:rPr lang="en-US" altLang="zh-CN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PPT</a:t>
            </a:r>
            <a:r>
              <a:rPr lang="zh-CN" altLang="en-US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模板</a:t>
            </a:r>
          </a:p>
        </p:txBody>
      </p:sp>
      <p:sp>
        <p:nvSpPr>
          <p:cNvPr id="69" name="平行四边形 68">
            <a:extLst>
              <a:ext uri="{FF2B5EF4-FFF2-40B4-BE49-F238E27FC236}">
                <a16:creationId xmlns:a16="http://schemas.microsoft.com/office/drawing/2014/main" id="{CCB5AE13-1C8D-A9EB-10E0-B83921205CB1}"/>
              </a:ext>
            </a:extLst>
          </p:cNvPr>
          <p:cNvSpPr/>
          <p:nvPr/>
        </p:nvSpPr>
        <p:spPr>
          <a:xfrm rot="21249225">
            <a:off x="3699033" y="5134874"/>
            <a:ext cx="4790093" cy="45719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平行四边形 69">
            <a:extLst>
              <a:ext uri="{FF2B5EF4-FFF2-40B4-BE49-F238E27FC236}">
                <a16:creationId xmlns:a16="http://schemas.microsoft.com/office/drawing/2014/main" id="{B9094F20-CA30-DA25-1379-7C0A8E68E435}"/>
              </a:ext>
            </a:extLst>
          </p:cNvPr>
          <p:cNvSpPr/>
          <p:nvPr/>
        </p:nvSpPr>
        <p:spPr>
          <a:xfrm rot="21249225">
            <a:off x="3700954" y="4543808"/>
            <a:ext cx="4790093" cy="83452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9998EB9-C94F-54BC-471B-7A11322458A3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6EBEE51B-F82F-1F8C-03A4-CDDC4172F9F2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1AA032DF-AEF7-9D2B-3874-1F496584E386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9F0ED02A-76E4-094E-DCE1-C0AFCFD79B3F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7A20B53F-B1CF-3C6B-DD1F-588564D83699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454E36AA-56BF-EA95-125B-E6B729796081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EF5CF0F7-AF66-F30A-5513-E25A49D9D8DA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5389458C-1578-0D94-238B-6E91E19EFBAE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12237FC7-113F-B8FA-807F-107657A785BD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26B527A9-643E-33B3-8DC4-6753C95B39CD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11EF7C58-DBF7-A994-99AC-1FCF29637903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83573C82-184E-DBD3-17D2-3A43DDD0D37E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80875B2F-B926-F5A7-13A6-A75576782BC0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A0A0042B-73CD-0A8E-F3B0-21CD8E97EC4A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 descr="D:\51PPT模板网\51pptmoban.com\图片.jpg">
            <a:extLst>
              <a:ext uri="{FF2B5EF4-FFF2-40B4-BE49-F238E27FC236}">
                <a16:creationId xmlns:a16="http://schemas.microsoft.com/office/drawing/2014/main" id="{8F21F762-3668-4ADA-03D5-CDD8AA04B9A8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D80E2815-A31B-9928-46DE-B35F28FF9E99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0893A400-44FF-3462-F81C-6476CA091CB8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1224D611-44B8-2239-C2D4-560619F2F81F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BACB3A8C-CEDC-3E35-7B9D-1CA291DA0155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01FF3F54-B44F-8496-B163-931DA775887D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FCCF1BCF-B772-DAFA-39D6-FB5663663D67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B55C164-D1EA-5590-4555-30DE852F30C5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465FFB51-A918-A904-59C4-22DF4B3FC028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DFB7C833-7665-0577-C852-C54445C0F695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9C8A07A8-7F90-C777-4AA1-44638F22C717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A7B79C94-500D-C6BE-252E-D6885895190B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EFA52FA9-42E1-6311-C753-8E6DC3E9C59D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FDDC560D-8FE5-BB87-73A0-B602D53666C5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1896854E-F6DA-DF60-FCC3-6F03CB1CCE3D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5EA35D89-C779-C66A-04F0-6AE6EA145DEC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3BA923FD-EE8F-26D4-F1AB-861D75C1D4EF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5770FE48-BC91-2A1C-D49B-0F242C90A06F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EBF9361A-C9AF-9803-E4EC-D021003A8985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A5F9CD56-75EE-6F0D-CAF5-6963D083183D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8ECE3DAE-3AB7-F16D-4DFA-502265229FA1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EA285539-16EC-FAAF-6880-FE1C80919569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369CF4D7-0236-F38D-6D27-119792F5F387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DDBCE579-6A0D-2410-822C-728E1E1A3822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83B31E1F-DEAD-949E-4E87-29460132253B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4E9F0E8F-57A5-8061-73D7-1E6E71C00604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6FBA6FCE-9582-C906-3994-AA1C58E7660F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CB8EF547-04A7-31DA-6C8A-E87941BC04EA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1297E4F5-10C3-5CBB-FE9F-C95B9722D5EF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9E4D1618-4485-3D0B-90A3-491A26E3C6CD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9976A47C-C374-BC82-E49A-CA3FA9F16CED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B1CCDBFE-FE72-D172-D7DA-6A86203984FA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941DE182-E55D-B49F-D233-4BB5E8BA1CC1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E126449D-523F-7011-2CC3-A0811C9F4134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0D7A7DAD-877C-1B98-846D-1A20A31DA0B9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03041B31-2EAB-853F-06BE-F9C10D92CAC8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AB12BFBD-9AF6-A711-BD2E-20CC4D7E4EAA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5230A021-617D-B0D5-91C6-1265D88A5B4F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5BFF3235-8758-18B1-843F-CDFCB7380FAB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FAEB6B9C-BB21-7DB4-0AFA-C2F94329F668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81C6127F-A279-613A-78EF-7369A056CC1D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B57A5CE-3413-0069-20BE-F3E51CBFB881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F481273-26B8-C9C3-9FB5-388C8491DB68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50211F10-4E4C-EB07-FCEB-EE1C211FC705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68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0CD6C-88B9-319F-0CB8-1DD0210C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B0F3A91-CBF1-1811-1A9B-8692D1FCC52D}"/>
              </a:ext>
            </a:extLst>
          </p:cNvPr>
          <p:cNvGrpSpPr/>
          <p:nvPr/>
        </p:nvGrpSpPr>
        <p:grpSpPr>
          <a:xfrm>
            <a:off x="8932211" y="371914"/>
            <a:ext cx="2925390" cy="1269328"/>
            <a:chOff x="8742509" y="262078"/>
            <a:chExt cx="2925390" cy="1269328"/>
          </a:xfrm>
        </p:grpSpPr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8BD054E8-E5E1-B477-2E0B-03A8F9CE54CA}"/>
                </a:ext>
              </a:extLst>
            </p:cNvPr>
            <p:cNvSpPr/>
            <p:nvPr/>
          </p:nvSpPr>
          <p:spPr>
            <a:xfrm rot="21249225">
              <a:off x="8742509" y="1003158"/>
              <a:ext cx="2925390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1445232-005D-FCE2-30CF-D590A8CF2E66}"/>
                </a:ext>
              </a:extLst>
            </p:cNvPr>
            <p:cNvSpPr txBox="1"/>
            <p:nvPr/>
          </p:nvSpPr>
          <p:spPr>
            <a:xfrm rot="21245711">
              <a:off x="9542765" y="262078"/>
              <a:ext cx="17235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dirty="0">
                  <a:latin typeface="演示斜黑体" panose="00000A08000000000000" pitchFamily="50" charset="-122"/>
                  <a:ea typeface="演示斜黑体" panose="00000A08000000000000" pitchFamily="50" charset="-122"/>
                </a:rPr>
                <a:t>目录</a:t>
              </a:r>
            </a:p>
          </p:txBody>
        </p:sp>
        <p:sp>
          <p:nvSpPr>
            <p:cNvPr id="64" name="箭头: V 形 63">
              <a:extLst>
                <a:ext uri="{FF2B5EF4-FFF2-40B4-BE49-F238E27FC236}">
                  <a16:creationId xmlns:a16="http://schemas.microsoft.com/office/drawing/2014/main" id="{5A855251-D47D-C3E8-F4C1-A5F84E3F9858}"/>
                </a:ext>
              </a:extLst>
            </p:cNvPr>
            <p:cNvSpPr/>
            <p:nvPr/>
          </p:nvSpPr>
          <p:spPr>
            <a:xfrm rot="21213212">
              <a:off x="8881344" y="901649"/>
              <a:ext cx="152424" cy="152424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箭头: V 形 64">
              <a:extLst>
                <a:ext uri="{FF2B5EF4-FFF2-40B4-BE49-F238E27FC236}">
                  <a16:creationId xmlns:a16="http://schemas.microsoft.com/office/drawing/2014/main" id="{6BEDBBE8-7B49-7437-8E12-542A0441B890}"/>
                </a:ext>
              </a:extLst>
            </p:cNvPr>
            <p:cNvSpPr/>
            <p:nvPr/>
          </p:nvSpPr>
          <p:spPr>
            <a:xfrm rot="21213212">
              <a:off x="8998086" y="889745"/>
              <a:ext cx="152424" cy="152424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箭头: V 形 65">
              <a:extLst>
                <a:ext uri="{FF2B5EF4-FFF2-40B4-BE49-F238E27FC236}">
                  <a16:creationId xmlns:a16="http://schemas.microsoft.com/office/drawing/2014/main" id="{72BF0C18-DFF2-F55E-3067-3B396FCE6E72}"/>
                </a:ext>
              </a:extLst>
            </p:cNvPr>
            <p:cNvSpPr/>
            <p:nvPr/>
          </p:nvSpPr>
          <p:spPr>
            <a:xfrm rot="21213212">
              <a:off x="9114828" y="877841"/>
              <a:ext cx="152424" cy="152424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箭头: V 形 66">
              <a:extLst>
                <a:ext uri="{FF2B5EF4-FFF2-40B4-BE49-F238E27FC236}">
                  <a16:creationId xmlns:a16="http://schemas.microsoft.com/office/drawing/2014/main" id="{E6AEA9D1-BC87-FB10-E84E-9FDE615156BF}"/>
                </a:ext>
              </a:extLst>
            </p:cNvPr>
            <p:cNvSpPr/>
            <p:nvPr/>
          </p:nvSpPr>
          <p:spPr>
            <a:xfrm rot="21213212">
              <a:off x="9231570" y="865933"/>
              <a:ext cx="152424" cy="152424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 descr="D:\51PPT模板网\51pptmoban.com\图片.jpg">
            <a:extLst>
              <a:ext uri="{FF2B5EF4-FFF2-40B4-BE49-F238E27FC236}">
                <a16:creationId xmlns:a16="http://schemas.microsoft.com/office/drawing/2014/main" id="{D598F000-E86C-0C21-0014-76C578A5C8A0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182C8B67-2CCE-D748-FFA6-BEC35E93DAE8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D3059016-57B0-7321-902C-C8439D6FF799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328F4CB3-5BDD-8F46-E997-E0D17B5C635C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CE291618-534A-AB9E-B237-8439C1CB28FF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311858F8-B2C9-4AAB-6F35-2C00B511BF9F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120CE299-A77C-9038-7280-64320D377A5C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A7D388F-F3C3-EDB0-A21F-515F3638BED2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3E1CC2AC-3F0D-4558-43A6-7D449A45642E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0EB4E5B2-6109-676D-6A57-14A56B9F85B3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A364970F-058A-02D2-009A-9D567F7037F1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7011DD8D-5D3A-992F-FA0B-F3FCCCDC502A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7F9D6A37-213C-C072-F08C-5B6D5234FF4A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B8DF9DB9-3973-5E62-7428-52A6D83D91EF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EDF1D6E7-4BD7-A8CA-554F-12934B7D6A0F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EB5079B2-79F8-B573-BC5D-4F766FD6C96C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A061E79B-3293-3B1B-4CF6-999EFC15D197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E188BEF5-2260-6570-9D20-2DBF7A47727D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76079658-B629-4FFF-A775-A9FBD76CFCFC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6708B6CF-856F-D024-A59E-D2FED3676E2C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BD86A968-912E-8FA7-5874-B15D5BDD15D8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6600471E-B769-6518-1F25-CD7DEF77906F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268AC545-B9D4-4E0A-26FA-47DCB0B6D3EF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44211F6E-21BB-CB67-CBA4-DC4DF5313469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A7AE6098-B19C-4DCD-74B2-59B4DE3E2EB3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80E03B1E-1295-EF5D-7B74-679A83B82A07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9694F40A-F054-E8B7-7485-DE903E98ECFE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110FDBFD-9AD9-C690-BFF0-30DE3530CADC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CDBE4C3B-AE57-A0F0-848F-BB44046C9B34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389BE751-C426-4576-8B5A-EF966161B4BA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E9F6F14F-82D2-4E1F-D1B8-E68E40125320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8D6EFB00-DFE7-F282-013D-7C631A477915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3E4B0768-0DFA-3644-6267-F60CDB94E158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53B7EB7F-72C2-9930-90E5-190830C62570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8C35DB1D-3B51-E318-1150-EDAB5471CDD1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503C0D4E-271A-435B-21D6-2C7BBA95FE9F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F4179747-28BC-32D9-0319-71FBFE72C908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14158DF3-855E-8B01-94D6-A06B4B7D0BE1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9BCA58F9-AC6D-1E8C-A4B3-B5E4FA79699D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93308460-F951-1B31-F6D1-D057E585AB26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6DEE7592-4A64-0257-8AA2-F25A296B26A0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F28BD805-8108-71ED-4BE6-96684C2AF583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DAC945F4-C275-5EE0-DC93-229BCB15C928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AC233823-A1CD-42E9-5507-9EA71665110F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BF362383-5079-70D8-B575-F3E6F643A4A7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C5CBC537-888F-BF91-4434-38C8A104F3BB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41C98265-56D7-ED5F-D959-1D9F5421537E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2EE31171-FF75-A2F1-D6CF-51050F490A94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7869B5B2-445B-E3C2-5DEE-F6FE1BFBA46B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71081413-E8FF-117B-ED53-66EEFDD34DBA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15FAFE23-58F6-41D4-9452-9F0B66BF5479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B3E562AF-DD39-0735-F1BB-82780B5A41E2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B9C7F59B-2C51-D0BF-97BD-2B6A1FB8F774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D3A33BFA-77EB-F8DD-838E-9D384A2001D9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896C165B-B00B-5B20-AD7D-8D2F642A8E60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B40F3A41-1708-F3AB-DCD6-00206606AB00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 descr="D:\51PPT模板网\51pptmoban.com\图片.jpg">
            <a:extLst>
              <a:ext uri="{FF2B5EF4-FFF2-40B4-BE49-F238E27FC236}">
                <a16:creationId xmlns:a16="http://schemas.microsoft.com/office/drawing/2014/main" id="{4E147E74-7F8F-BB6C-7DE2-629291CD96A7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 descr="D:\51PPT模板网\51pptmoban.com\图片.jpg">
            <a:extLst>
              <a:ext uri="{FF2B5EF4-FFF2-40B4-BE49-F238E27FC236}">
                <a16:creationId xmlns:a16="http://schemas.microsoft.com/office/drawing/2014/main" id="{17306C6F-DE92-E163-31EA-C26DC0979A48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EA9892AA-9D88-87C9-F4F2-360F94A696B1}"/>
              </a:ext>
            </a:extLst>
          </p:cNvPr>
          <p:cNvGrpSpPr/>
          <p:nvPr/>
        </p:nvGrpSpPr>
        <p:grpSpPr>
          <a:xfrm>
            <a:off x="1837702" y="2175896"/>
            <a:ext cx="8541994" cy="584775"/>
            <a:chOff x="1825002" y="2322008"/>
            <a:chExt cx="8541994" cy="584775"/>
          </a:xfrm>
        </p:grpSpPr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01821121-42D6-FD59-CD61-2886576B729F}"/>
                </a:ext>
              </a:extLst>
            </p:cNvPr>
            <p:cNvGrpSpPr/>
            <p:nvPr/>
          </p:nvGrpSpPr>
          <p:grpSpPr>
            <a:xfrm>
              <a:off x="1825002" y="2322008"/>
              <a:ext cx="4135685" cy="584775"/>
              <a:chOff x="1825002" y="2322008"/>
              <a:chExt cx="4135685" cy="584775"/>
            </a:xfrm>
          </p:grpSpPr>
          <p:sp>
            <p:nvSpPr>
              <p:cNvPr id="5" name="平行四边形 4">
                <a:extLst>
                  <a:ext uri="{FF2B5EF4-FFF2-40B4-BE49-F238E27FC236}">
                    <a16:creationId xmlns:a16="http://schemas.microsoft.com/office/drawing/2014/main" id="{4FCF91C8-8E17-2BC7-67D9-FA5F9086BD91}"/>
                  </a:ext>
                </a:extLst>
              </p:cNvPr>
              <p:cNvSpPr/>
              <p:nvPr/>
            </p:nvSpPr>
            <p:spPr>
              <a:xfrm>
                <a:off x="1825002" y="2350272"/>
                <a:ext cx="4135685" cy="528248"/>
              </a:xfrm>
              <a:prstGeom prst="parallelogram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BEB446-B1DE-A1F7-2489-72A44320A2BB}"/>
                  </a:ext>
                </a:extLst>
              </p:cNvPr>
              <p:cNvSpPr txBox="1"/>
              <p:nvPr/>
            </p:nvSpPr>
            <p:spPr>
              <a:xfrm>
                <a:off x="3359495" y="2380400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4400">
                    <a:latin typeface="演示斜黑体" panose="00000A08000000000000" pitchFamily="50" charset="-122"/>
                    <a:ea typeface="演示斜黑体" panose="00000A08000000000000" pitchFamily="50" charset="-122"/>
                  </a:defRPr>
                </a:lvl1pPr>
              </a:lstStyle>
              <a:p>
                <a:r>
                  <a:rPr lang="zh-CN" altLang="en-US" sz="2000" dirty="0"/>
                  <a:t>添加标题文本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084118-527B-92CE-C212-3C0BA5B0CB88}"/>
                  </a:ext>
                </a:extLst>
              </p:cNvPr>
              <p:cNvSpPr txBox="1"/>
              <p:nvPr/>
            </p:nvSpPr>
            <p:spPr>
              <a:xfrm>
                <a:off x="2137847" y="2322008"/>
                <a:ext cx="688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42" name="箭头: V 形 41">
                <a:extLst>
                  <a:ext uri="{FF2B5EF4-FFF2-40B4-BE49-F238E27FC236}">
                    <a16:creationId xmlns:a16="http://schemas.microsoft.com/office/drawing/2014/main" id="{BE8B3A45-153F-E358-9156-32A10277549F}"/>
                  </a:ext>
                </a:extLst>
              </p:cNvPr>
              <p:cNvSpPr/>
              <p:nvPr/>
            </p:nvSpPr>
            <p:spPr>
              <a:xfrm>
                <a:off x="2859559" y="2350671"/>
                <a:ext cx="422488" cy="422488"/>
              </a:xfrm>
              <a:prstGeom prst="chevron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FDA60AE9-5C1C-6521-B92D-87FA281500A1}"/>
                  </a:ext>
                </a:extLst>
              </p:cNvPr>
              <p:cNvSpPr/>
              <p:nvPr/>
            </p:nvSpPr>
            <p:spPr>
              <a:xfrm>
                <a:off x="1997497" y="2832800"/>
                <a:ext cx="457825" cy="45719"/>
              </a:xfrm>
              <a:custGeom>
                <a:avLst/>
                <a:gdLst>
                  <a:gd name="connsiteX0" fmla="*/ 0 w 457825"/>
                  <a:gd name="connsiteY0" fmla="*/ 0 h 45719"/>
                  <a:gd name="connsiteX1" fmla="*/ 40436 w 457825"/>
                  <a:gd name="connsiteY1" fmla="*/ 0 h 45719"/>
                  <a:gd name="connsiteX2" fmla="*/ 45719 w 457825"/>
                  <a:gd name="connsiteY2" fmla="*/ 0 h 45719"/>
                  <a:gd name="connsiteX3" fmla="*/ 84195 w 457825"/>
                  <a:gd name="connsiteY3" fmla="*/ 0 h 45719"/>
                  <a:gd name="connsiteX4" fmla="*/ 86155 w 457825"/>
                  <a:gd name="connsiteY4" fmla="*/ 0 h 45719"/>
                  <a:gd name="connsiteX5" fmla="*/ 109696 w 457825"/>
                  <a:gd name="connsiteY5" fmla="*/ 0 h 45719"/>
                  <a:gd name="connsiteX6" fmla="*/ 129914 w 457825"/>
                  <a:gd name="connsiteY6" fmla="*/ 0 h 45719"/>
                  <a:gd name="connsiteX7" fmla="*/ 150133 w 457825"/>
                  <a:gd name="connsiteY7" fmla="*/ 0 h 45719"/>
                  <a:gd name="connsiteX8" fmla="*/ 155415 w 457825"/>
                  <a:gd name="connsiteY8" fmla="*/ 0 h 45719"/>
                  <a:gd name="connsiteX9" fmla="*/ 172495 w 457825"/>
                  <a:gd name="connsiteY9" fmla="*/ 0 h 45719"/>
                  <a:gd name="connsiteX10" fmla="*/ 193892 w 457825"/>
                  <a:gd name="connsiteY10" fmla="*/ 0 h 45719"/>
                  <a:gd name="connsiteX11" fmla="*/ 195852 w 457825"/>
                  <a:gd name="connsiteY11" fmla="*/ 0 h 45719"/>
                  <a:gd name="connsiteX12" fmla="*/ 212931 w 457825"/>
                  <a:gd name="connsiteY12" fmla="*/ 0 h 45719"/>
                  <a:gd name="connsiteX13" fmla="*/ 218214 w 457825"/>
                  <a:gd name="connsiteY13" fmla="*/ 0 h 45719"/>
                  <a:gd name="connsiteX14" fmla="*/ 239611 w 457825"/>
                  <a:gd name="connsiteY14" fmla="*/ 0 h 45719"/>
                  <a:gd name="connsiteX15" fmla="*/ 256691 w 457825"/>
                  <a:gd name="connsiteY15" fmla="*/ 0 h 45719"/>
                  <a:gd name="connsiteX16" fmla="*/ 258651 w 457825"/>
                  <a:gd name="connsiteY16" fmla="*/ 0 h 45719"/>
                  <a:gd name="connsiteX17" fmla="*/ 282192 w 457825"/>
                  <a:gd name="connsiteY17" fmla="*/ 0 h 45719"/>
                  <a:gd name="connsiteX18" fmla="*/ 302410 w 457825"/>
                  <a:gd name="connsiteY18" fmla="*/ 0 h 45719"/>
                  <a:gd name="connsiteX19" fmla="*/ 322628 w 457825"/>
                  <a:gd name="connsiteY19" fmla="*/ 0 h 45719"/>
                  <a:gd name="connsiteX20" fmla="*/ 327911 w 457825"/>
                  <a:gd name="connsiteY20" fmla="*/ 0 h 45719"/>
                  <a:gd name="connsiteX21" fmla="*/ 366387 w 457825"/>
                  <a:gd name="connsiteY21" fmla="*/ 0 h 45719"/>
                  <a:gd name="connsiteX22" fmla="*/ 368347 w 457825"/>
                  <a:gd name="connsiteY22" fmla="*/ 0 h 45719"/>
                  <a:gd name="connsiteX23" fmla="*/ 412106 w 457825"/>
                  <a:gd name="connsiteY23" fmla="*/ 0 h 45719"/>
                  <a:gd name="connsiteX24" fmla="*/ 457825 w 457825"/>
                  <a:gd name="connsiteY24" fmla="*/ 45719 h 45719"/>
                  <a:gd name="connsiteX25" fmla="*/ 414066 w 457825"/>
                  <a:gd name="connsiteY25" fmla="*/ 45719 h 45719"/>
                  <a:gd name="connsiteX26" fmla="*/ 412106 w 457825"/>
                  <a:gd name="connsiteY26" fmla="*/ 45719 h 45719"/>
                  <a:gd name="connsiteX27" fmla="*/ 373630 w 457825"/>
                  <a:gd name="connsiteY27" fmla="*/ 45719 h 45719"/>
                  <a:gd name="connsiteX28" fmla="*/ 368347 w 457825"/>
                  <a:gd name="connsiteY28" fmla="*/ 45719 h 45719"/>
                  <a:gd name="connsiteX29" fmla="*/ 348129 w 457825"/>
                  <a:gd name="connsiteY29" fmla="*/ 45719 h 45719"/>
                  <a:gd name="connsiteX30" fmla="*/ 327911 w 457825"/>
                  <a:gd name="connsiteY30" fmla="*/ 45719 h 45719"/>
                  <a:gd name="connsiteX31" fmla="*/ 304370 w 457825"/>
                  <a:gd name="connsiteY31" fmla="*/ 45719 h 45719"/>
                  <a:gd name="connsiteX32" fmla="*/ 302410 w 457825"/>
                  <a:gd name="connsiteY32" fmla="*/ 45719 h 45719"/>
                  <a:gd name="connsiteX33" fmla="*/ 285330 w 457825"/>
                  <a:gd name="connsiteY33" fmla="*/ 45719 h 45719"/>
                  <a:gd name="connsiteX34" fmla="*/ 263933 w 457825"/>
                  <a:gd name="connsiteY34" fmla="*/ 45719 h 45719"/>
                  <a:gd name="connsiteX35" fmla="*/ 258651 w 457825"/>
                  <a:gd name="connsiteY35" fmla="*/ 45719 h 45719"/>
                  <a:gd name="connsiteX36" fmla="*/ 241571 w 457825"/>
                  <a:gd name="connsiteY36" fmla="*/ 45719 h 45719"/>
                  <a:gd name="connsiteX37" fmla="*/ 239611 w 457825"/>
                  <a:gd name="connsiteY37" fmla="*/ 45719 h 45719"/>
                  <a:gd name="connsiteX38" fmla="*/ 218214 w 457825"/>
                  <a:gd name="connsiteY38" fmla="*/ 45719 h 45719"/>
                  <a:gd name="connsiteX39" fmla="*/ 201135 w 457825"/>
                  <a:gd name="connsiteY39" fmla="*/ 45719 h 45719"/>
                  <a:gd name="connsiteX40" fmla="*/ 195852 w 457825"/>
                  <a:gd name="connsiteY40" fmla="*/ 45719 h 45719"/>
                  <a:gd name="connsiteX41" fmla="*/ 175634 w 457825"/>
                  <a:gd name="connsiteY41" fmla="*/ 45719 h 45719"/>
                  <a:gd name="connsiteX42" fmla="*/ 155415 w 457825"/>
                  <a:gd name="connsiteY42" fmla="*/ 45719 h 45719"/>
                  <a:gd name="connsiteX43" fmla="*/ 131874 w 457825"/>
                  <a:gd name="connsiteY43" fmla="*/ 45719 h 45719"/>
                  <a:gd name="connsiteX44" fmla="*/ 129914 w 457825"/>
                  <a:gd name="connsiteY44" fmla="*/ 45719 h 45719"/>
                  <a:gd name="connsiteX45" fmla="*/ 91438 w 457825"/>
                  <a:gd name="connsiteY45" fmla="*/ 45719 h 45719"/>
                  <a:gd name="connsiteX46" fmla="*/ 86155 w 457825"/>
                  <a:gd name="connsiteY46" fmla="*/ 45719 h 45719"/>
                  <a:gd name="connsiteX47" fmla="*/ 45719 w 457825"/>
                  <a:gd name="connsiteY47" fmla="*/ 45719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57825" h="45719">
                    <a:moveTo>
                      <a:pt x="0" y="0"/>
                    </a:moveTo>
                    <a:lnTo>
                      <a:pt x="40436" y="0"/>
                    </a:lnTo>
                    <a:lnTo>
                      <a:pt x="45719" y="0"/>
                    </a:lnTo>
                    <a:lnTo>
                      <a:pt x="84195" y="0"/>
                    </a:lnTo>
                    <a:lnTo>
                      <a:pt x="86155" y="0"/>
                    </a:lnTo>
                    <a:lnTo>
                      <a:pt x="109696" y="0"/>
                    </a:lnTo>
                    <a:lnTo>
                      <a:pt x="129914" y="0"/>
                    </a:lnTo>
                    <a:lnTo>
                      <a:pt x="150133" y="0"/>
                    </a:lnTo>
                    <a:lnTo>
                      <a:pt x="155415" y="0"/>
                    </a:lnTo>
                    <a:lnTo>
                      <a:pt x="172495" y="0"/>
                    </a:lnTo>
                    <a:lnTo>
                      <a:pt x="193892" y="0"/>
                    </a:lnTo>
                    <a:lnTo>
                      <a:pt x="195852" y="0"/>
                    </a:lnTo>
                    <a:lnTo>
                      <a:pt x="212931" y="0"/>
                    </a:lnTo>
                    <a:lnTo>
                      <a:pt x="218214" y="0"/>
                    </a:lnTo>
                    <a:lnTo>
                      <a:pt x="239611" y="0"/>
                    </a:lnTo>
                    <a:lnTo>
                      <a:pt x="256691" y="0"/>
                    </a:lnTo>
                    <a:lnTo>
                      <a:pt x="258651" y="0"/>
                    </a:lnTo>
                    <a:lnTo>
                      <a:pt x="282192" y="0"/>
                    </a:lnTo>
                    <a:lnTo>
                      <a:pt x="302410" y="0"/>
                    </a:lnTo>
                    <a:lnTo>
                      <a:pt x="322628" y="0"/>
                    </a:lnTo>
                    <a:lnTo>
                      <a:pt x="327911" y="0"/>
                    </a:lnTo>
                    <a:lnTo>
                      <a:pt x="366387" y="0"/>
                    </a:lnTo>
                    <a:lnTo>
                      <a:pt x="368347" y="0"/>
                    </a:lnTo>
                    <a:lnTo>
                      <a:pt x="412106" y="0"/>
                    </a:lnTo>
                    <a:lnTo>
                      <a:pt x="457825" y="45719"/>
                    </a:lnTo>
                    <a:lnTo>
                      <a:pt x="414066" y="45719"/>
                    </a:lnTo>
                    <a:lnTo>
                      <a:pt x="412106" y="45719"/>
                    </a:lnTo>
                    <a:lnTo>
                      <a:pt x="373630" y="45719"/>
                    </a:lnTo>
                    <a:lnTo>
                      <a:pt x="368347" y="45719"/>
                    </a:lnTo>
                    <a:lnTo>
                      <a:pt x="348129" y="45719"/>
                    </a:lnTo>
                    <a:lnTo>
                      <a:pt x="327911" y="45719"/>
                    </a:lnTo>
                    <a:lnTo>
                      <a:pt x="304370" y="45719"/>
                    </a:lnTo>
                    <a:lnTo>
                      <a:pt x="302410" y="45719"/>
                    </a:lnTo>
                    <a:lnTo>
                      <a:pt x="285330" y="45719"/>
                    </a:lnTo>
                    <a:lnTo>
                      <a:pt x="263933" y="45719"/>
                    </a:lnTo>
                    <a:lnTo>
                      <a:pt x="258651" y="45719"/>
                    </a:lnTo>
                    <a:lnTo>
                      <a:pt x="241571" y="45719"/>
                    </a:lnTo>
                    <a:lnTo>
                      <a:pt x="239611" y="45719"/>
                    </a:lnTo>
                    <a:lnTo>
                      <a:pt x="218214" y="45719"/>
                    </a:lnTo>
                    <a:lnTo>
                      <a:pt x="201135" y="45719"/>
                    </a:lnTo>
                    <a:lnTo>
                      <a:pt x="195852" y="45719"/>
                    </a:lnTo>
                    <a:lnTo>
                      <a:pt x="175634" y="45719"/>
                    </a:lnTo>
                    <a:lnTo>
                      <a:pt x="155415" y="45719"/>
                    </a:lnTo>
                    <a:lnTo>
                      <a:pt x="131874" y="45719"/>
                    </a:lnTo>
                    <a:lnTo>
                      <a:pt x="129914" y="45719"/>
                    </a:lnTo>
                    <a:lnTo>
                      <a:pt x="91438" y="45719"/>
                    </a:lnTo>
                    <a:lnTo>
                      <a:pt x="86155" y="45719"/>
                    </a:lnTo>
                    <a:lnTo>
                      <a:pt x="45719" y="457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C9263C40-8BAB-2302-8071-1BEDE0BEF28D}"/>
                </a:ext>
              </a:extLst>
            </p:cNvPr>
            <p:cNvGrpSpPr/>
            <p:nvPr/>
          </p:nvGrpSpPr>
          <p:grpSpPr>
            <a:xfrm>
              <a:off x="6231311" y="2322008"/>
              <a:ext cx="4135685" cy="584775"/>
              <a:chOff x="1825002" y="2322008"/>
              <a:chExt cx="4135685" cy="584775"/>
            </a:xfrm>
          </p:grpSpPr>
          <p:sp>
            <p:nvSpPr>
              <p:cNvPr id="144" name="平行四边形 143">
                <a:extLst>
                  <a:ext uri="{FF2B5EF4-FFF2-40B4-BE49-F238E27FC236}">
                    <a16:creationId xmlns:a16="http://schemas.microsoft.com/office/drawing/2014/main" id="{5FD69593-B9DE-64BF-DA9E-42B737C1AE2E}"/>
                  </a:ext>
                </a:extLst>
              </p:cNvPr>
              <p:cNvSpPr/>
              <p:nvPr/>
            </p:nvSpPr>
            <p:spPr>
              <a:xfrm>
                <a:off x="1825002" y="2350272"/>
                <a:ext cx="4135685" cy="528248"/>
              </a:xfrm>
              <a:prstGeom prst="parallelogram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BCDD453E-92DA-A14E-7481-FAE2B5301850}"/>
                  </a:ext>
                </a:extLst>
              </p:cNvPr>
              <p:cNvSpPr txBox="1"/>
              <p:nvPr/>
            </p:nvSpPr>
            <p:spPr>
              <a:xfrm>
                <a:off x="3359495" y="2380400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4400">
                    <a:latin typeface="演示斜黑体" panose="00000A08000000000000" pitchFamily="50" charset="-122"/>
                    <a:ea typeface="演示斜黑体" panose="00000A08000000000000" pitchFamily="50" charset="-122"/>
                  </a:defRPr>
                </a:lvl1pPr>
              </a:lstStyle>
              <a:p>
                <a:r>
                  <a:rPr lang="zh-CN" altLang="en-US" sz="2000" dirty="0"/>
                  <a:t>添加标题文本</a:t>
                </a:r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3A17DC01-42EC-8853-948B-8DE976D34D50}"/>
                  </a:ext>
                </a:extLst>
              </p:cNvPr>
              <p:cNvSpPr txBox="1"/>
              <p:nvPr/>
            </p:nvSpPr>
            <p:spPr>
              <a:xfrm>
                <a:off x="2137847" y="2322008"/>
                <a:ext cx="688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147" name="箭头: V 形 146">
                <a:extLst>
                  <a:ext uri="{FF2B5EF4-FFF2-40B4-BE49-F238E27FC236}">
                    <a16:creationId xmlns:a16="http://schemas.microsoft.com/office/drawing/2014/main" id="{DCD66E5A-42CF-907E-FFCA-76E5828ECDBE}"/>
                  </a:ext>
                </a:extLst>
              </p:cNvPr>
              <p:cNvSpPr/>
              <p:nvPr/>
            </p:nvSpPr>
            <p:spPr>
              <a:xfrm>
                <a:off x="2859559" y="2350671"/>
                <a:ext cx="422488" cy="422488"/>
              </a:xfrm>
              <a:prstGeom prst="chevron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F26DEE70-361E-4173-C2AA-AB95DEEDABE9}"/>
                  </a:ext>
                </a:extLst>
              </p:cNvPr>
              <p:cNvSpPr/>
              <p:nvPr/>
            </p:nvSpPr>
            <p:spPr>
              <a:xfrm>
                <a:off x="1997497" y="2832800"/>
                <a:ext cx="457825" cy="45719"/>
              </a:xfrm>
              <a:custGeom>
                <a:avLst/>
                <a:gdLst>
                  <a:gd name="connsiteX0" fmla="*/ 0 w 457825"/>
                  <a:gd name="connsiteY0" fmla="*/ 0 h 45719"/>
                  <a:gd name="connsiteX1" fmla="*/ 40436 w 457825"/>
                  <a:gd name="connsiteY1" fmla="*/ 0 h 45719"/>
                  <a:gd name="connsiteX2" fmla="*/ 45719 w 457825"/>
                  <a:gd name="connsiteY2" fmla="*/ 0 h 45719"/>
                  <a:gd name="connsiteX3" fmla="*/ 84195 w 457825"/>
                  <a:gd name="connsiteY3" fmla="*/ 0 h 45719"/>
                  <a:gd name="connsiteX4" fmla="*/ 86155 w 457825"/>
                  <a:gd name="connsiteY4" fmla="*/ 0 h 45719"/>
                  <a:gd name="connsiteX5" fmla="*/ 109696 w 457825"/>
                  <a:gd name="connsiteY5" fmla="*/ 0 h 45719"/>
                  <a:gd name="connsiteX6" fmla="*/ 129914 w 457825"/>
                  <a:gd name="connsiteY6" fmla="*/ 0 h 45719"/>
                  <a:gd name="connsiteX7" fmla="*/ 150133 w 457825"/>
                  <a:gd name="connsiteY7" fmla="*/ 0 h 45719"/>
                  <a:gd name="connsiteX8" fmla="*/ 155415 w 457825"/>
                  <a:gd name="connsiteY8" fmla="*/ 0 h 45719"/>
                  <a:gd name="connsiteX9" fmla="*/ 172495 w 457825"/>
                  <a:gd name="connsiteY9" fmla="*/ 0 h 45719"/>
                  <a:gd name="connsiteX10" fmla="*/ 193892 w 457825"/>
                  <a:gd name="connsiteY10" fmla="*/ 0 h 45719"/>
                  <a:gd name="connsiteX11" fmla="*/ 195852 w 457825"/>
                  <a:gd name="connsiteY11" fmla="*/ 0 h 45719"/>
                  <a:gd name="connsiteX12" fmla="*/ 212931 w 457825"/>
                  <a:gd name="connsiteY12" fmla="*/ 0 h 45719"/>
                  <a:gd name="connsiteX13" fmla="*/ 218214 w 457825"/>
                  <a:gd name="connsiteY13" fmla="*/ 0 h 45719"/>
                  <a:gd name="connsiteX14" fmla="*/ 239611 w 457825"/>
                  <a:gd name="connsiteY14" fmla="*/ 0 h 45719"/>
                  <a:gd name="connsiteX15" fmla="*/ 256691 w 457825"/>
                  <a:gd name="connsiteY15" fmla="*/ 0 h 45719"/>
                  <a:gd name="connsiteX16" fmla="*/ 258651 w 457825"/>
                  <a:gd name="connsiteY16" fmla="*/ 0 h 45719"/>
                  <a:gd name="connsiteX17" fmla="*/ 282192 w 457825"/>
                  <a:gd name="connsiteY17" fmla="*/ 0 h 45719"/>
                  <a:gd name="connsiteX18" fmla="*/ 302410 w 457825"/>
                  <a:gd name="connsiteY18" fmla="*/ 0 h 45719"/>
                  <a:gd name="connsiteX19" fmla="*/ 322628 w 457825"/>
                  <a:gd name="connsiteY19" fmla="*/ 0 h 45719"/>
                  <a:gd name="connsiteX20" fmla="*/ 327911 w 457825"/>
                  <a:gd name="connsiteY20" fmla="*/ 0 h 45719"/>
                  <a:gd name="connsiteX21" fmla="*/ 366387 w 457825"/>
                  <a:gd name="connsiteY21" fmla="*/ 0 h 45719"/>
                  <a:gd name="connsiteX22" fmla="*/ 368347 w 457825"/>
                  <a:gd name="connsiteY22" fmla="*/ 0 h 45719"/>
                  <a:gd name="connsiteX23" fmla="*/ 412106 w 457825"/>
                  <a:gd name="connsiteY23" fmla="*/ 0 h 45719"/>
                  <a:gd name="connsiteX24" fmla="*/ 457825 w 457825"/>
                  <a:gd name="connsiteY24" fmla="*/ 45719 h 45719"/>
                  <a:gd name="connsiteX25" fmla="*/ 414066 w 457825"/>
                  <a:gd name="connsiteY25" fmla="*/ 45719 h 45719"/>
                  <a:gd name="connsiteX26" fmla="*/ 412106 w 457825"/>
                  <a:gd name="connsiteY26" fmla="*/ 45719 h 45719"/>
                  <a:gd name="connsiteX27" fmla="*/ 373630 w 457825"/>
                  <a:gd name="connsiteY27" fmla="*/ 45719 h 45719"/>
                  <a:gd name="connsiteX28" fmla="*/ 368347 w 457825"/>
                  <a:gd name="connsiteY28" fmla="*/ 45719 h 45719"/>
                  <a:gd name="connsiteX29" fmla="*/ 348129 w 457825"/>
                  <a:gd name="connsiteY29" fmla="*/ 45719 h 45719"/>
                  <a:gd name="connsiteX30" fmla="*/ 327911 w 457825"/>
                  <a:gd name="connsiteY30" fmla="*/ 45719 h 45719"/>
                  <a:gd name="connsiteX31" fmla="*/ 304370 w 457825"/>
                  <a:gd name="connsiteY31" fmla="*/ 45719 h 45719"/>
                  <a:gd name="connsiteX32" fmla="*/ 302410 w 457825"/>
                  <a:gd name="connsiteY32" fmla="*/ 45719 h 45719"/>
                  <a:gd name="connsiteX33" fmla="*/ 285330 w 457825"/>
                  <a:gd name="connsiteY33" fmla="*/ 45719 h 45719"/>
                  <a:gd name="connsiteX34" fmla="*/ 263933 w 457825"/>
                  <a:gd name="connsiteY34" fmla="*/ 45719 h 45719"/>
                  <a:gd name="connsiteX35" fmla="*/ 258651 w 457825"/>
                  <a:gd name="connsiteY35" fmla="*/ 45719 h 45719"/>
                  <a:gd name="connsiteX36" fmla="*/ 241571 w 457825"/>
                  <a:gd name="connsiteY36" fmla="*/ 45719 h 45719"/>
                  <a:gd name="connsiteX37" fmla="*/ 239611 w 457825"/>
                  <a:gd name="connsiteY37" fmla="*/ 45719 h 45719"/>
                  <a:gd name="connsiteX38" fmla="*/ 218214 w 457825"/>
                  <a:gd name="connsiteY38" fmla="*/ 45719 h 45719"/>
                  <a:gd name="connsiteX39" fmla="*/ 201135 w 457825"/>
                  <a:gd name="connsiteY39" fmla="*/ 45719 h 45719"/>
                  <a:gd name="connsiteX40" fmla="*/ 195852 w 457825"/>
                  <a:gd name="connsiteY40" fmla="*/ 45719 h 45719"/>
                  <a:gd name="connsiteX41" fmla="*/ 175634 w 457825"/>
                  <a:gd name="connsiteY41" fmla="*/ 45719 h 45719"/>
                  <a:gd name="connsiteX42" fmla="*/ 155415 w 457825"/>
                  <a:gd name="connsiteY42" fmla="*/ 45719 h 45719"/>
                  <a:gd name="connsiteX43" fmla="*/ 131874 w 457825"/>
                  <a:gd name="connsiteY43" fmla="*/ 45719 h 45719"/>
                  <a:gd name="connsiteX44" fmla="*/ 129914 w 457825"/>
                  <a:gd name="connsiteY44" fmla="*/ 45719 h 45719"/>
                  <a:gd name="connsiteX45" fmla="*/ 91438 w 457825"/>
                  <a:gd name="connsiteY45" fmla="*/ 45719 h 45719"/>
                  <a:gd name="connsiteX46" fmla="*/ 86155 w 457825"/>
                  <a:gd name="connsiteY46" fmla="*/ 45719 h 45719"/>
                  <a:gd name="connsiteX47" fmla="*/ 45719 w 457825"/>
                  <a:gd name="connsiteY47" fmla="*/ 45719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57825" h="45719">
                    <a:moveTo>
                      <a:pt x="0" y="0"/>
                    </a:moveTo>
                    <a:lnTo>
                      <a:pt x="40436" y="0"/>
                    </a:lnTo>
                    <a:lnTo>
                      <a:pt x="45719" y="0"/>
                    </a:lnTo>
                    <a:lnTo>
                      <a:pt x="84195" y="0"/>
                    </a:lnTo>
                    <a:lnTo>
                      <a:pt x="86155" y="0"/>
                    </a:lnTo>
                    <a:lnTo>
                      <a:pt x="109696" y="0"/>
                    </a:lnTo>
                    <a:lnTo>
                      <a:pt x="129914" y="0"/>
                    </a:lnTo>
                    <a:lnTo>
                      <a:pt x="150133" y="0"/>
                    </a:lnTo>
                    <a:lnTo>
                      <a:pt x="155415" y="0"/>
                    </a:lnTo>
                    <a:lnTo>
                      <a:pt x="172495" y="0"/>
                    </a:lnTo>
                    <a:lnTo>
                      <a:pt x="193892" y="0"/>
                    </a:lnTo>
                    <a:lnTo>
                      <a:pt x="195852" y="0"/>
                    </a:lnTo>
                    <a:lnTo>
                      <a:pt x="212931" y="0"/>
                    </a:lnTo>
                    <a:lnTo>
                      <a:pt x="218214" y="0"/>
                    </a:lnTo>
                    <a:lnTo>
                      <a:pt x="239611" y="0"/>
                    </a:lnTo>
                    <a:lnTo>
                      <a:pt x="256691" y="0"/>
                    </a:lnTo>
                    <a:lnTo>
                      <a:pt x="258651" y="0"/>
                    </a:lnTo>
                    <a:lnTo>
                      <a:pt x="282192" y="0"/>
                    </a:lnTo>
                    <a:lnTo>
                      <a:pt x="302410" y="0"/>
                    </a:lnTo>
                    <a:lnTo>
                      <a:pt x="322628" y="0"/>
                    </a:lnTo>
                    <a:lnTo>
                      <a:pt x="327911" y="0"/>
                    </a:lnTo>
                    <a:lnTo>
                      <a:pt x="366387" y="0"/>
                    </a:lnTo>
                    <a:lnTo>
                      <a:pt x="368347" y="0"/>
                    </a:lnTo>
                    <a:lnTo>
                      <a:pt x="412106" y="0"/>
                    </a:lnTo>
                    <a:lnTo>
                      <a:pt x="457825" y="45719"/>
                    </a:lnTo>
                    <a:lnTo>
                      <a:pt x="414066" y="45719"/>
                    </a:lnTo>
                    <a:lnTo>
                      <a:pt x="412106" y="45719"/>
                    </a:lnTo>
                    <a:lnTo>
                      <a:pt x="373630" y="45719"/>
                    </a:lnTo>
                    <a:lnTo>
                      <a:pt x="368347" y="45719"/>
                    </a:lnTo>
                    <a:lnTo>
                      <a:pt x="348129" y="45719"/>
                    </a:lnTo>
                    <a:lnTo>
                      <a:pt x="327911" y="45719"/>
                    </a:lnTo>
                    <a:lnTo>
                      <a:pt x="304370" y="45719"/>
                    </a:lnTo>
                    <a:lnTo>
                      <a:pt x="302410" y="45719"/>
                    </a:lnTo>
                    <a:lnTo>
                      <a:pt x="285330" y="45719"/>
                    </a:lnTo>
                    <a:lnTo>
                      <a:pt x="263933" y="45719"/>
                    </a:lnTo>
                    <a:lnTo>
                      <a:pt x="258651" y="45719"/>
                    </a:lnTo>
                    <a:lnTo>
                      <a:pt x="241571" y="45719"/>
                    </a:lnTo>
                    <a:lnTo>
                      <a:pt x="239611" y="45719"/>
                    </a:lnTo>
                    <a:lnTo>
                      <a:pt x="218214" y="45719"/>
                    </a:lnTo>
                    <a:lnTo>
                      <a:pt x="201135" y="45719"/>
                    </a:lnTo>
                    <a:lnTo>
                      <a:pt x="195852" y="45719"/>
                    </a:lnTo>
                    <a:lnTo>
                      <a:pt x="175634" y="45719"/>
                    </a:lnTo>
                    <a:lnTo>
                      <a:pt x="155415" y="45719"/>
                    </a:lnTo>
                    <a:lnTo>
                      <a:pt x="131874" y="45719"/>
                    </a:lnTo>
                    <a:lnTo>
                      <a:pt x="129914" y="45719"/>
                    </a:lnTo>
                    <a:lnTo>
                      <a:pt x="91438" y="45719"/>
                    </a:lnTo>
                    <a:lnTo>
                      <a:pt x="86155" y="45719"/>
                    </a:lnTo>
                    <a:lnTo>
                      <a:pt x="45719" y="457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5F2745ED-8E41-F21A-A088-665E6F3FBAC1}"/>
              </a:ext>
            </a:extLst>
          </p:cNvPr>
          <p:cNvGrpSpPr/>
          <p:nvPr/>
        </p:nvGrpSpPr>
        <p:grpSpPr>
          <a:xfrm>
            <a:off x="1837702" y="4523528"/>
            <a:ext cx="8541994" cy="584775"/>
            <a:chOff x="1825002" y="2322008"/>
            <a:chExt cx="8541994" cy="584775"/>
          </a:xfrm>
        </p:grpSpPr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C8E151FE-B47D-B23C-16EA-8CE3C3777802}"/>
                </a:ext>
              </a:extLst>
            </p:cNvPr>
            <p:cNvGrpSpPr/>
            <p:nvPr/>
          </p:nvGrpSpPr>
          <p:grpSpPr>
            <a:xfrm>
              <a:off x="1825002" y="2322008"/>
              <a:ext cx="4135685" cy="584775"/>
              <a:chOff x="1825002" y="2322008"/>
              <a:chExt cx="4135685" cy="584775"/>
            </a:xfrm>
          </p:grpSpPr>
          <p:sp>
            <p:nvSpPr>
              <p:cNvPr id="186" name="平行四边形 185">
                <a:extLst>
                  <a:ext uri="{FF2B5EF4-FFF2-40B4-BE49-F238E27FC236}">
                    <a16:creationId xmlns:a16="http://schemas.microsoft.com/office/drawing/2014/main" id="{DDB9564A-ED90-C86F-D341-D14358CB3AEE}"/>
                  </a:ext>
                </a:extLst>
              </p:cNvPr>
              <p:cNvSpPr/>
              <p:nvPr/>
            </p:nvSpPr>
            <p:spPr>
              <a:xfrm>
                <a:off x="1825002" y="2350272"/>
                <a:ext cx="4135685" cy="528248"/>
              </a:xfrm>
              <a:prstGeom prst="parallelogram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31CE4B62-77E9-9DEF-952D-2795511057AB}"/>
                  </a:ext>
                </a:extLst>
              </p:cNvPr>
              <p:cNvSpPr txBox="1"/>
              <p:nvPr/>
            </p:nvSpPr>
            <p:spPr>
              <a:xfrm>
                <a:off x="3359495" y="2380400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4400">
                    <a:latin typeface="演示斜黑体" panose="00000A08000000000000" pitchFamily="50" charset="-122"/>
                    <a:ea typeface="演示斜黑体" panose="00000A08000000000000" pitchFamily="50" charset="-122"/>
                  </a:defRPr>
                </a:lvl1pPr>
              </a:lstStyle>
              <a:p>
                <a:r>
                  <a:rPr lang="zh-CN" altLang="en-US" sz="2000" dirty="0"/>
                  <a:t>添加标题文本</a:t>
                </a: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165769C7-EE0A-D0D1-A690-C4F632C2CA64}"/>
                  </a:ext>
                </a:extLst>
              </p:cNvPr>
              <p:cNvSpPr txBox="1"/>
              <p:nvPr/>
            </p:nvSpPr>
            <p:spPr>
              <a:xfrm>
                <a:off x="2137847" y="2322008"/>
                <a:ext cx="688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190" name="箭头: V 形 189">
                <a:extLst>
                  <a:ext uri="{FF2B5EF4-FFF2-40B4-BE49-F238E27FC236}">
                    <a16:creationId xmlns:a16="http://schemas.microsoft.com/office/drawing/2014/main" id="{73045D6C-9F37-C040-ACB4-AB4E5F0D8027}"/>
                  </a:ext>
                </a:extLst>
              </p:cNvPr>
              <p:cNvSpPr/>
              <p:nvPr/>
            </p:nvSpPr>
            <p:spPr>
              <a:xfrm>
                <a:off x="2859559" y="2350671"/>
                <a:ext cx="422488" cy="422488"/>
              </a:xfrm>
              <a:prstGeom prst="chevron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1B872078-DF3F-0C5D-D56D-CFBB6F347E1E}"/>
                  </a:ext>
                </a:extLst>
              </p:cNvPr>
              <p:cNvSpPr/>
              <p:nvPr/>
            </p:nvSpPr>
            <p:spPr>
              <a:xfrm>
                <a:off x="1997497" y="2832800"/>
                <a:ext cx="457825" cy="45719"/>
              </a:xfrm>
              <a:custGeom>
                <a:avLst/>
                <a:gdLst>
                  <a:gd name="connsiteX0" fmla="*/ 0 w 457825"/>
                  <a:gd name="connsiteY0" fmla="*/ 0 h 45719"/>
                  <a:gd name="connsiteX1" fmla="*/ 40436 w 457825"/>
                  <a:gd name="connsiteY1" fmla="*/ 0 h 45719"/>
                  <a:gd name="connsiteX2" fmla="*/ 45719 w 457825"/>
                  <a:gd name="connsiteY2" fmla="*/ 0 h 45719"/>
                  <a:gd name="connsiteX3" fmla="*/ 84195 w 457825"/>
                  <a:gd name="connsiteY3" fmla="*/ 0 h 45719"/>
                  <a:gd name="connsiteX4" fmla="*/ 86155 w 457825"/>
                  <a:gd name="connsiteY4" fmla="*/ 0 h 45719"/>
                  <a:gd name="connsiteX5" fmla="*/ 109696 w 457825"/>
                  <a:gd name="connsiteY5" fmla="*/ 0 h 45719"/>
                  <a:gd name="connsiteX6" fmla="*/ 129914 w 457825"/>
                  <a:gd name="connsiteY6" fmla="*/ 0 h 45719"/>
                  <a:gd name="connsiteX7" fmla="*/ 150133 w 457825"/>
                  <a:gd name="connsiteY7" fmla="*/ 0 h 45719"/>
                  <a:gd name="connsiteX8" fmla="*/ 155415 w 457825"/>
                  <a:gd name="connsiteY8" fmla="*/ 0 h 45719"/>
                  <a:gd name="connsiteX9" fmla="*/ 172495 w 457825"/>
                  <a:gd name="connsiteY9" fmla="*/ 0 h 45719"/>
                  <a:gd name="connsiteX10" fmla="*/ 193892 w 457825"/>
                  <a:gd name="connsiteY10" fmla="*/ 0 h 45719"/>
                  <a:gd name="connsiteX11" fmla="*/ 195852 w 457825"/>
                  <a:gd name="connsiteY11" fmla="*/ 0 h 45719"/>
                  <a:gd name="connsiteX12" fmla="*/ 212931 w 457825"/>
                  <a:gd name="connsiteY12" fmla="*/ 0 h 45719"/>
                  <a:gd name="connsiteX13" fmla="*/ 218214 w 457825"/>
                  <a:gd name="connsiteY13" fmla="*/ 0 h 45719"/>
                  <a:gd name="connsiteX14" fmla="*/ 239611 w 457825"/>
                  <a:gd name="connsiteY14" fmla="*/ 0 h 45719"/>
                  <a:gd name="connsiteX15" fmla="*/ 256691 w 457825"/>
                  <a:gd name="connsiteY15" fmla="*/ 0 h 45719"/>
                  <a:gd name="connsiteX16" fmla="*/ 258651 w 457825"/>
                  <a:gd name="connsiteY16" fmla="*/ 0 h 45719"/>
                  <a:gd name="connsiteX17" fmla="*/ 282192 w 457825"/>
                  <a:gd name="connsiteY17" fmla="*/ 0 h 45719"/>
                  <a:gd name="connsiteX18" fmla="*/ 302410 w 457825"/>
                  <a:gd name="connsiteY18" fmla="*/ 0 h 45719"/>
                  <a:gd name="connsiteX19" fmla="*/ 322628 w 457825"/>
                  <a:gd name="connsiteY19" fmla="*/ 0 h 45719"/>
                  <a:gd name="connsiteX20" fmla="*/ 327911 w 457825"/>
                  <a:gd name="connsiteY20" fmla="*/ 0 h 45719"/>
                  <a:gd name="connsiteX21" fmla="*/ 366387 w 457825"/>
                  <a:gd name="connsiteY21" fmla="*/ 0 h 45719"/>
                  <a:gd name="connsiteX22" fmla="*/ 368347 w 457825"/>
                  <a:gd name="connsiteY22" fmla="*/ 0 h 45719"/>
                  <a:gd name="connsiteX23" fmla="*/ 412106 w 457825"/>
                  <a:gd name="connsiteY23" fmla="*/ 0 h 45719"/>
                  <a:gd name="connsiteX24" fmla="*/ 457825 w 457825"/>
                  <a:gd name="connsiteY24" fmla="*/ 45719 h 45719"/>
                  <a:gd name="connsiteX25" fmla="*/ 414066 w 457825"/>
                  <a:gd name="connsiteY25" fmla="*/ 45719 h 45719"/>
                  <a:gd name="connsiteX26" fmla="*/ 412106 w 457825"/>
                  <a:gd name="connsiteY26" fmla="*/ 45719 h 45719"/>
                  <a:gd name="connsiteX27" fmla="*/ 373630 w 457825"/>
                  <a:gd name="connsiteY27" fmla="*/ 45719 h 45719"/>
                  <a:gd name="connsiteX28" fmla="*/ 368347 w 457825"/>
                  <a:gd name="connsiteY28" fmla="*/ 45719 h 45719"/>
                  <a:gd name="connsiteX29" fmla="*/ 348129 w 457825"/>
                  <a:gd name="connsiteY29" fmla="*/ 45719 h 45719"/>
                  <a:gd name="connsiteX30" fmla="*/ 327911 w 457825"/>
                  <a:gd name="connsiteY30" fmla="*/ 45719 h 45719"/>
                  <a:gd name="connsiteX31" fmla="*/ 304370 w 457825"/>
                  <a:gd name="connsiteY31" fmla="*/ 45719 h 45719"/>
                  <a:gd name="connsiteX32" fmla="*/ 302410 w 457825"/>
                  <a:gd name="connsiteY32" fmla="*/ 45719 h 45719"/>
                  <a:gd name="connsiteX33" fmla="*/ 285330 w 457825"/>
                  <a:gd name="connsiteY33" fmla="*/ 45719 h 45719"/>
                  <a:gd name="connsiteX34" fmla="*/ 263933 w 457825"/>
                  <a:gd name="connsiteY34" fmla="*/ 45719 h 45719"/>
                  <a:gd name="connsiteX35" fmla="*/ 258651 w 457825"/>
                  <a:gd name="connsiteY35" fmla="*/ 45719 h 45719"/>
                  <a:gd name="connsiteX36" fmla="*/ 241571 w 457825"/>
                  <a:gd name="connsiteY36" fmla="*/ 45719 h 45719"/>
                  <a:gd name="connsiteX37" fmla="*/ 239611 w 457825"/>
                  <a:gd name="connsiteY37" fmla="*/ 45719 h 45719"/>
                  <a:gd name="connsiteX38" fmla="*/ 218214 w 457825"/>
                  <a:gd name="connsiteY38" fmla="*/ 45719 h 45719"/>
                  <a:gd name="connsiteX39" fmla="*/ 201135 w 457825"/>
                  <a:gd name="connsiteY39" fmla="*/ 45719 h 45719"/>
                  <a:gd name="connsiteX40" fmla="*/ 195852 w 457825"/>
                  <a:gd name="connsiteY40" fmla="*/ 45719 h 45719"/>
                  <a:gd name="connsiteX41" fmla="*/ 175634 w 457825"/>
                  <a:gd name="connsiteY41" fmla="*/ 45719 h 45719"/>
                  <a:gd name="connsiteX42" fmla="*/ 155415 w 457825"/>
                  <a:gd name="connsiteY42" fmla="*/ 45719 h 45719"/>
                  <a:gd name="connsiteX43" fmla="*/ 131874 w 457825"/>
                  <a:gd name="connsiteY43" fmla="*/ 45719 h 45719"/>
                  <a:gd name="connsiteX44" fmla="*/ 129914 w 457825"/>
                  <a:gd name="connsiteY44" fmla="*/ 45719 h 45719"/>
                  <a:gd name="connsiteX45" fmla="*/ 91438 w 457825"/>
                  <a:gd name="connsiteY45" fmla="*/ 45719 h 45719"/>
                  <a:gd name="connsiteX46" fmla="*/ 86155 w 457825"/>
                  <a:gd name="connsiteY46" fmla="*/ 45719 h 45719"/>
                  <a:gd name="connsiteX47" fmla="*/ 45719 w 457825"/>
                  <a:gd name="connsiteY47" fmla="*/ 45719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57825" h="45719">
                    <a:moveTo>
                      <a:pt x="0" y="0"/>
                    </a:moveTo>
                    <a:lnTo>
                      <a:pt x="40436" y="0"/>
                    </a:lnTo>
                    <a:lnTo>
                      <a:pt x="45719" y="0"/>
                    </a:lnTo>
                    <a:lnTo>
                      <a:pt x="84195" y="0"/>
                    </a:lnTo>
                    <a:lnTo>
                      <a:pt x="86155" y="0"/>
                    </a:lnTo>
                    <a:lnTo>
                      <a:pt x="109696" y="0"/>
                    </a:lnTo>
                    <a:lnTo>
                      <a:pt x="129914" y="0"/>
                    </a:lnTo>
                    <a:lnTo>
                      <a:pt x="150133" y="0"/>
                    </a:lnTo>
                    <a:lnTo>
                      <a:pt x="155415" y="0"/>
                    </a:lnTo>
                    <a:lnTo>
                      <a:pt x="172495" y="0"/>
                    </a:lnTo>
                    <a:lnTo>
                      <a:pt x="193892" y="0"/>
                    </a:lnTo>
                    <a:lnTo>
                      <a:pt x="195852" y="0"/>
                    </a:lnTo>
                    <a:lnTo>
                      <a:pt x="212931" y="0"/>
                    </a:lnTo>
                    <a:lnTo>
                      <a:pt x="218214" y="0"/>
                    </a:lnTo>
                    <a:lnTo>
                      <a:pt x="239611" y="0"/>
                    </a:lnTo>
                    <a:lnTo>
                      <a:pt x="256691" y="0"/>
                    </a:lnTo>
                    <a:lnTo>
                      <a:pt x="258651" y="0"/>
                    </a:lnTo>
                    <a:lnTo>
                      <a:pt x="282192" y="0"/>
                    </a:lnTo>
                    <a:lnTo>
                      <a:pt x="302410" y="0"/>
                    </a:lnTo>
                    <a:lnTo>
                      <a:pt x="322628" y="0"/>
                    </a:lnTo>
                    <a:lnTo>
                      <a:pt x="327911" y="0"/>
                    </a:lnTo>
                    <a:lnTo>
                      <a:pt x="366387" y="0"/>
                    </a:lnTo>
                    <a:lnTo>
                      <a:pt x="368347" y="0"/>
                    </a:lnTo>
                    <a:lnTo>
                      <a:pt x="412106" y="0"/>
                    </a:lnTo>
                    <a:lnTo>
                      <a:pt x="457825" y="45719"/>
                    </a:lnTo>
                    <a:lnTo>
                      <a:pt x="414066" y="45719"/>
                    </a:lnTo>
                    <a:lnTo>
                      <a:pt x="412106" y="45719"/>
                    </a:lnTo>
                    <a:lnTo>
                      <a:pt x="373630" y="45719"/>
                    </a:lnTo>
                    <a:lnTo>
                      <a:pt x="368347" y="45719"/>
                    </a:lnTo>
                    <a:lnTo>
                      <a:pt x="348129" y="45719"/>
                    </a:lnTo>
                    <a:lnTo>
                      <a:pt x="327911" y="45719"/>
                    </a:lnTo>
                    <a:lnTo>
                      <a:pt x="304370" y="45719"/>
                    </a:lnTo>
                    <a:lnTo>
                      <a:pt x="302410" y="45719"/>
                    </a:lnTo>
                    <a:lnTo>
                      <a:pt x="285330" y="45719"/>
                    </a:lnTo>
                    <a:lnTo>
                      <a:pt x="263933" y="45719"/>
                    </a:lnTo>
                    <a:lnTo>
                      <a:pt x="258651" y="45719"/>
                    </a:lnTo>
                    <a:lnTo>
                      <a:pt x="241571" y="45719"/>
                    </a:lnTo>
                    <a:lnTo>
                      <a:pt x="239611" y="45719"/>
                    </a:lnTo>
                    <a:lnTo>
                      <a:pt x="218214" y="45719"/>
                    </a:lnTo>
                    <a:lnTo>
                      <a:pt x="201135" y="45719"/>
                    </a:lnTo>
                    <a:lnTo>
                      <a:pt x="195852" y="45719"/>
                    </a:lnTo>
                    <a:lnTo>
                      <a:pt x="175634" y="45719"/>
                    </a:lnTo>
                    <a:lnTo>
                      <a:pt x="155415" y="45719"/>
                    </a:lnTo>
                    <a:lnTo>
                      <a:pt x="131874" y="45719"/>
                    </a:lnTo>
                    <a:lnTo>
                      <a:pt x="129914" y="45719"/>
                    </a:lnTo>
                    <a:lnTo>
                      <a:pt x="91438" y="45719"/>
                    </a:lnTo>
                    <a:lnTo>
                      <a:pt x="86155" y="45719"/>
                    </a:lnTo>
                    <a:lnTo>
                      <a:pt x="45719" y="457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F3A33A7B-E319-7D16-3A3A-83E69C67C10E}"/>
                </a:ext>
              </a:extLst>
            </p:cNvPr>
            <p:cNvGrpSpPr/>
            <p:nvPr/>
          </p:nvGrpSpPr>
          <p:grpSpPr>
            <a:xfrm>
              <a:off x="6231311" y="2322008"/>
              <a:ext cx="4135685" cy="584775"/>
              <a:chOff x="1825002" y="2322008"/>
              <a:chExt cx="4135685" cy="584775"/>
            </a:xfrm>
          </p:grpSpPr>
          <p:sp>
            <p:nvSpPr>
              <p:cNvPr id="154" name="平行四边形 153">
                <a:extLst>
                  <a:ext uri="{FF2B5EF4-FFF2-40B4-BE49-F238E27FC236}">
                    <a16:creationId xmlns:a16="http://schemas.microsoft.com/office/drawing/2014/main" id="{95AFF2E5-80FE-D26D-F5BD-69AF5DB06779}"/>
                  </a:ext>
                </a:extLst>
              </p:cNvPr>
              <p:cNvSpPr/>
              <p:nvPr/>
            </p:nvSpPr>
            <p:spPr>
              <a:xfrm>
                <a:off x="1825002" y="2350272"/>
                <a:ext cx="4135685" cy="528248"/>
              </a:xfrm>
              <a:prstGeom prst="parallelogram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3F8D95A-46D2-8D66-3E65-3A3325F8FC21}"/>
                  </a:ext>
                </a:extLst>
              </p:cNvPr>
              <p:cNvSpPr txBox="1"/>
              <p:nvPr/>
            </p:nvSpPr>
            <p:spPr>
              <a:xfrm>
                <a:off x="3359495" y="2380400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4400">
                    <a:latin typeface="演示斜黑体" panose="00000A08000000000000" pitchFamily="50" charset="-122"/>
                    <a:ea typeface="演示斜黑体" panose="00000A08000000000000" pitchFamily="50" charset="-122"/>
                  </a:defRPr>
                </a:lvl1pPr>
              </a:lstStyle>
              <a:p>
                <a:r>
                  <a:rPr lang="zh-CN" altLang="en-US" sz="2000" dirty="0"/>
                  <a:t>添加标题文本</a:t>
                </a: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5322370B-37E4-2F42-8EBF-93CD001046A1}"/>
                  </a:ext>
                </a:extLst>
              </p:cNvPr>
              <p:cNvSpPr txBox="1"/>
              <p:nvPr/>
            </p:nvSpPr>
            <p:spPr>
              <a:xfrm>
                <a:off x="2137847" y="2322008"/>
                <a:ext cx="688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160" name="箭头: V 形 159">
                <a:extLst>
                  <a:ext uri="{FF2B5EF4-FFF2-40B4-BE49-F238E27FC236}">
                    <a16:creationId xmlns:a16="http://schemas.microsoft.com/office/drawing/2014/main" id="{E6EF3E52-B75B-E1A0-177F-D288A42B4AD5}"/>
                  </a:ext>
                </a:extLst>
              </p:cNvPr>
              <p:cNvSpPr/>
              <p:nvPr/>
            </p:nvSpPr>
            <p:spPr>
              <a:xfrm>
                <a:off x="2859559" y="2350671"/>
                <a:ext cx="422488" cy="422488"/>
              </a:xfrm>
              <a:prstGeom prst="chevron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838499CB-8632-6C26-A338-D3B2CEC63E17}"/>
                  </a:ext>
                </a:extLst>
              </p:cNvPr>
              <p:cNvSpPr/>
              <p:nvPr/>
            </p:nvSpPr>
            <p:spPr>
              <a:xfrm>
                <a:off x="1997497" y="2832800"/>
                <a:ext cx="457825" cy="45719"/>
              </a:xfrm>
              <a:custGeom>
                <a:avLst/>
                <a:gdLst>
                  <a:gd name="connsiteX0" fmla="*/ 0 w 457825"/>
                  <a:gd name="connsiteY0" fmla="*/ 0 h 45719"/>
                  <a:gd name="connsiteX1" fmla="*/ 40436 w 457825"/>
                  <a:gd name="connsiteY1" fmla="*/ 0 h 45719"/>
                  <a:gd name="connsiteX2" fmla="*/ 45719 w 457825"/>
                  <a:gd name="connsiteY2" fmla="*/ 0 h 45719"/>
                  <a:gd name="connsiteX3" fmla="*/ 84195 w 457825"/>
                  <a:gd name="connsiteY3" fmla="*/ 0 h 45719"/>
                  <a:gd name="connsiteX4" fmla="*/ 86155 w 457825"/>
                  <a:gd name="connsiteY4" fmla="*/ 0 h 45719"/>
                  <a:gd name="connsiteX5" fmla="*/ 109696 w 457825"/>
                  <a:gd name="connsiteY5" fmla="*/ 0 h 45719"/>
                  <a:gd name="connsiteX6" fmla="*/ 129914 w 457825"/>
                  <a:gd name="connsiteY6" fmla="*/ 0 h 45719"/>
                  <a:gd name="connsiteX7" fmla="*/ 150133 w 457825"/>
                  <a:gd name="connsiteY7" fmla="*/ 0 h 45719"/>
                  <a:gd name="connsiteX8" fmla="*/ 155415 w 457825"/>
                  <a:gd name="connsiteY8" fmla="*/ 0 h 45719"/>
                  <a:gd name="connsiteX9" fmla="*/ 172495 w 457825"/>
                  <a:gd name="connsiteY9" fmla="*/ 0 h 45719"/>
                  <a:gd name="connsiteX10" fmla="*/ 193892 w 457825"/>
                  <a:gd name="connsiteY10" fmla="*/ 0 h 45719"/>
                  <a:gd name="connsiteX11" fmla="*/ 195852 w 457825"/>
                  <a:gd name="connsiteY11" fmla="*/ 0 h 45719"/>
                  <a:gd name="connsiteX12" fmla="*/ 212931 w 457825"/>
                  <a:gd name="connsiteY12" fmla="*/ 0 h 45719"/>
                  <a:gd name="connsiteX13" fmla="*/ 218214 w 457825"/>
                  <a:gd name="connsiteY13" fmla="*/ 0 h 45719"/>
                  <a:gd name="connsiteX14" fmla="*/ 239611 w 457825"/>
                  <a:gd name="connsiteY14" fmla="*/ 0 h 45719"/>
                  <a:gd name="connsiteX15" fmla="*/ 256691 w 457825"/>
                  <a:gd name="connsiteY15" fmla="*/ 0 h 45719"/>
                  <a:gd name="connsiteX16" fmla="*/ 258651 w 457825"/>
                  <a:gd name="connsiteY16" fmla="*/ 0 h 45719"/>
                  <a:gd name="connsiteX17" fmla="*/ 282192 w 457825"/>
                  <a:gd name="connsiteY17" fmla="*/ 0 h 45719"/>
                  <a:gd name="connsiteX18" fmla="*/ 302410 w 457825"/>
                  <a:gd name="connsiteY18" fmla="*/ 0 h 45719"/>
                  <a:gd name="connsiteX19" fmla="*/ 322628 w 457825"/>
                  <a:gd name="connsiteY19" fmla="*/ 0 h 45719"/>
                  <a:gd name="connsiteX20" fmla="*/ 327911 w 457825"/>
                  <a:gd name="connsiteY20" fmla="*/ 0 h 45719"/>
                  <a:gd name="connsiteX21" fmla="*/ 366387 w 457825"/>
                  <a:gd name="connsiteY21" fmla="*/ 0 h 45719"/>
                  <a:gd name="connsiteX22" fmla="*/ 368347 w 457825"/>
                  <a:gd name="connsiteY22" fmla="*/ 0 h 45719"/>
                  <a:gd name="connsiteX23" fmla="*/ 412106 w 457825"/>
                  <a:gd name="connsiteY23" fmla="*/ 0 h 45719"/>
                  <a:gd name="connsiteX24" fmla="*/ 457825 w 457825"/>
                  <a:gd name="connsiteY24" fmla="*/ 45719 h 45719"/>
                  <a:gd name="connsiteX25" fmla="*/ 414066 w 457825"/>
                  <a:gd name="connsiteY25" fmla="*/ 45719 h 45719"/>
                  <a:gd name="connsiteX26" fmla="*/ 412106 w 457825"/>
                  <a:gd name="connsiteY26" fmla="*/ 45719 h 45719"/>
                  <a:gd name="connsiteX27" fmla="*/ 373630 w 457825"/>
                  <a:gd name="connsiteY27" fmla="*/ 45719 h 45719"/>
                  <a:gd name="connsiteX28" fmla="*/ 368347 w 457825"/>
                  <a:gd name="connsiteY28" fmla="*/ 45719 h 45719"/>
                  <a:gd name="connsiteX29" fmla="*/ 348129 w 457825"/>
                  <a:gd name="connsiteY29" fmla="*/ 45719 h 45719"/>
                  <a:gd name="connsiteX30" fmla="*/ 327911 w 457825"/>
                  <a:gd name="connsiteY30" fmla="*/ 45719 h 45719"/>
                  <a:gd name="connsiteX31" fmla="*/ 304370 w 457825"/>
                  <a:gd name="connsiteY31" fmla="*/ 45719 h 45719"/>
                  <a:gd name="connsiteX32" fmla="*/ 302410 w 457825"/>
                  <a:gd name="connsiteY32" fmla="*/ 45719 h 45719"/>
                  <a:gd name="connsiteX33" fmla="*/ 285330 w 457825"/>
                  <a:gd name="connsiteY33" fmla="*/ 45719 h 45719"/>
                  <a:gd name="connsiteX34" fmla="*/ 263933 w 457825"/>
                  <a:gd name="connsiteY34" fmla="*/ 45719 h 45719"/>
                  <a:gd name="connsiteX35" fmla="*/ 258651 w 457825"/>
                  <a:gd name="connsiteY35" fmla="*/ 45719 h 45719"/>
                  <a:gd name="connsiteX36" fmla="*/ 241571 w 457825"/>
                  <a:gd name="connsiteY36" fmla="*/ 45719 h 45719"/>
                  <a:gd name="connsiteX37" fmla="*/ 239611 w 457825"/>
                  <a:gd name="connsiteY37" fmla="*/ 45719 h 45719"/>
                  <a:gd name="connsiteX38" fmla="*/ 218214 w 457825"/>
                  <a:gd name="connsiteY38" fmla="*/ 45719 h 45719"/>
                  <a:gd name="connsiteX39" fmla="*/ 201135 w 457825"/>
                  <a:gd name="connsiteY39" fmla="*/ 45719 h 45719"/>
                  <a:gd name="connsiteX40" fmla="*/ 195852 w 457825"/>
                  <a:gd name="connsiteY40" fmla="*/ 45719 h 45719"/>
                  <a:gd name="connsiteX41" fmla="*/ 175634 w 457825"/>
                  <a:gd name="connsiteY41" fmla="*/ 45719 h 45719"/>
                  <a:gd name="connsiteX42" fmla="*/ 155415 w 457825"/>
                  <a:gd name="connsiteY42" fmla="*/ 45719 h 45719"/>
                  <a:gd name="connsiteX43" fmla="*/ 131874 w 457825"/>
                  <a:gd name="connsiteY43" fmla="*/ 45719 h 45719"/>
                  <a:gd name="connsiteX44" fmla="*/ 129914 w 457825"/>
                  <a:gd name="connsiteY44" fmla="*/ 45719 h 45719"/>
                  <a:gd name="connsiteX45" fmla="*/ 91438 w 457825"/>
                  <a:gd name="connsiteY45" fmla="*/ 45719 h 45719"/>
                  <a:gd name="connsiteX46" fmla="*/ 86155 w 457825"/>
                  <a:gd name="connsiteY46" fmla="*/ 45719 h 45719"/>
                  <a:gd name="connsiteX47" fmla="*/ 45719 w 457825"/>
                  <a:gd name="connsiteY47" fmla="*/ 45719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57825" h="45719">
                    <a:moveTo>
                      <a:pt x="0" y="0"/>
                    </a:moveTo>
                    <a:lnTo>
                      <a:pt x="40436" y="0"/>
                    </a:lnTo>
                    <a:lnTo>
                      <a:pt x="45719" y="0"/>
                    </a:lnTo>
                    <a:lnTo>
                      <a:pt x="84195" y="0"/>
                    </a:lnTo>
                    <a:lnTo>
                      <a:pt x="86155" y="0"/>
                    </a:lnTo>
                    <a:lnTo>
                      <a:pt x="109696" y="0"/>
                    </a:lnTo>
                    <a:lnTo>
                      <a:pt x="129914" y="0"/>
                    </a:lnTo>
                    <a:lnTo>
                      <a:pt x="150133" y="0"/>
                    </a:lnTo>
                    <a:lnTo>
                      <a:pt x="155415" y="0"/>
                    </a:lnTo>
                    <a:lnTo>
                      <a:pt x="172495" y="0"/>
                    </a:lnTo>
                    <a:lnTo>
                      <a:pt x="193892" y="0"/>
                    </a:lnTo>
                    <a:lnTo>
                      <a:pt x="195852" y="0"/>
                    </a:lnTo>
                    <a:lnTo>
                      <a:pt x="212931" y="0"/>
                    </a:lnTo>
                    <a:lnTo>
                      <a:pt x="218214" y="0"/>
                    </a:lnTo>
                    <a:lnTo>
                      <a:pt x="239611" y="0"/>
                    </a:lnTo>
                    <a:lnTo>
                      <a:pt x="256691" y="0"/>
                    </a:lnTo>
                    <a:lnTo>
                      <a:pt x="258651" y="0"/>
                    </a:lnTo>
                    <a:lnTo>
                      <a:pt x="282192" y="0"/>
                    </a:lnTo>
                    <a:lnTo>
                      <a:pt x="302410" y="0"/>
                    </a:lnTo>
                    <a:lnTo>
                      <a:pt x="322628" y="0"/>
                    </a:lnTo>
                    <a:lnTo>
                      <a:pt x="327911" y="0"/>
                    </a:lnTo>
                    <a:lnTo>
                      <a:pt x="366387" y="0"/>
                    </a:lnTo>
                    <a:lnTo>
                      <a:pt x="368347" y="0"/>
                    </a:lnTo>
                    <a:lnTo>
                      <a:pt x="412106" y="0"/>
                    </a:lnTo>
                    <a:lnTo>
                      <a:pt x="457825" y="45719"/>
                    </a:lnTo>
                    <a:lnTo>
                      <a:pt x="414066" y="45719"/>
                    </a:lnTo>
                    <a:lnTo>
                      <a:pt x="412106" y="45719"/>
                    </a:lnTo>
                    <a:lnTo>
                      <a:pt x="373630" y="45719"/>
                    </a:lnTo>
                    <a:lnTo>
                      <a:pt x="368347" y="45719"/>
                    </a:lnTo>
                    <a:lnTo>
                      <a:pt x="348129" y="45719"/>
                    </a:lnTo>
                    <a:lnTo>
                      <a:pt x="327911" y="45719"/>
                    </a:lnTo>
                    <a:lnTo>
                      <a:pt x="304370" y="45719"/>
                    </a:lnTo>
                    <a:lnTo>
                      <a:pt x="302410" y="45719"/>
                    </a:lnTo>
                    <a:lnTo>
                      <a:pt x="285330" y="45719"/>
                    </a:lnTo>
                    <a:lnTo>
                      <a:pt x="263933" y="45719"/>
                    </a:lnTo>
                    <a:lnTo>
                      <a:pt x="258651" y="45719"/>
                    </a:lnTo>
                    <a:lnTo>
                      <a:pt x="241571" y="45719"/>
                    </a:lnTo>
                    <a:lnTo>
                      <a:pt x="239611" y="45719"/>
                    </a:lnTo>
                    <a:lnTo>
                      <a:pt x="218214" y="45719"/>
                    </a:lnTo>
                    <a:lnTo>
                      <a:pt x="201135" y="45719"/>
                    </a:lnTo>
                    <a:lnTo>
                      <a:pt x="195852" y="45719"/>
                    </a:lnTo>
                    <a:lnTo>
                      <a:pt x="175634" y="45719"/>
                    </a:lnTo>
                    <a:lnTo>
                      <a:pt x="155415" y="45719"/>
                    </a:lnTo>
                    <a:lnTo>
                      <a:pt x="131874" y="45719"/>
                    </a:lnTo>
                    <a:lnTo>
                      <a:pt x="129914" y="45719"/>
                    </a:lnTo>
                    <a:lnTo>
                      <a:pt x="91438" y="45719"/>
                    </a:lnTo>
                    <a:lnTo>
                      <a:pt x="86155" y="45719"/>
                    </a:lnTo>
                    <a:lnTo>
                      <a:pt x="45719" y="457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539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6393C-5B09-FCBA-B86E-8F6784FB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5B53460-1A4A-6483-0F62-290EB9C2A418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A1ADB26E-3C78-249D-8634-49FAAAC97598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BF604521-C7E7-6856-0AA9-067BAF657D26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64237FBA-07EB-85DA-42CA-9D6FB4166B6E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8F324DCD-5D63-3548-37ED-C24A8DA486A3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B125D7E0-97D2-340B-EA41-FE70189A40E2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E82E0555-E8D8-6C0C-7E41-01718063393A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C4BC917B-2768-5427-61C9-077B289C6066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6226BE3F-B6E1-070C-C18C-C7BA78643159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5B528B8A-3BD7-E9F7-229B-F098255FF84B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BDDEE72D-8474-2654-28B3-800CB87EC791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5045DF6A-62C6-0235-53EB-64737432D0AF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B55AB0FC-AFA9-CB36-BBA8-BDDB63CAE278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57819C5D-7C79-F664-0D6F-69C32392AA54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9CAE346B-D4CE-4EB3-95D4-9BA7AEA3D496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3DAEFAC7-539A-93CC-60FD-62B35B7B2D8C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D76E3186-013D-4424-CC12-D6567CF39B64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049073CD-93E3-2972-EEDC-DD8E0B50F630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5D0C6508-368E-9EAB-95D9-8752F1C0EFD8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7103869E-ADAC-C8CA-FFFB-1A19A4327584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CE2798EC-41B9-4011-8B48-6BE154EDE511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1CB3B63-B2F2-6C7F-62F4-866261816329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676BB554-23EB-4497-4301-C1A43766FD97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1A61E78C-9C24-17EF-AA5F-F4327136DA04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7A29F58E-EA71-F22C-20F4-C5F5B5D6D774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A5AE9BCD-1B11-C621-707F-E1B83ED3244A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7BEAAD97-409E-BB1B-8BC3-C492B5D6502F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467F7A1A-A204-806A-4BC3-52E58B983135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5925DB5-9C38-DF50-50B8-CDC2E45EC0CF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D3C80BF8-B9FD-7394-3A34-4F1F1E3F7BB9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8C266E08-DF8D-008C-736B-284957921C3B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8BDCD0F-6F94-06FE-8C46-B06D66DB19A2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3182AF62-7E1F-9B90-8453-20E623C8D6E9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75F3AACF-3D17-3449-984F-6B7656F1D343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331D5095-D960-6DC0-C949-62C3DFE8ACBF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E02844F7-37C9-5439-0D72-088E4AC9DF9E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D18D486C-FF8C-1A0E-2D1B-88C1A0BC7277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84D2586E-5796-5048-1B8A-7BCC09F64F21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A75B65FC-F7AB-8CB8-553C-026C556A0285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A57668AD-9D0C-2C99-19F2-8B6C32DE1934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5E8CDBFA-A1A0-445F-5AAA-573E74547410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 descr="D:\51PPT模板网\51pptmoban.com\图片.jpg">
            <a:extLst>
              <a:ext uri="{FF2B5EF4-FFF2-40B4-BE49-F238E27FC236}">
                <a16:creationId xmlns:a16="http://schemas.microsoft.com/office/drawing/2014/main" id="{E1D1F029-0B52-4A7A-EBDB-9164F6249D81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4CFCE20D-9CAF-AEDC-1B86-E646BC5A5059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073129A2-6FCA-615A-D1F3-F4AAF738308F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2B9C79B8-4928-402F-07B9-10E618C242C2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EBB44D5A-562D-73BB-E6DF-C1D924D8DB6F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109AA02D-76BB-5228-BCC4-F683F5AADA9F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91EDA76D-34FB-9D45-20E5-F2DD3E6B2CAE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83FC62C4-7AEB-D993-CFD9-565BEA4A5C61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11074B67-6A23-D56A-86B0-762911C44A73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36F506E9-EE85-C3FA-A57C-23D0BD19E37E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9D150687-871C-CB66-824F-59FFA39F15D0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ECB9D461-43AC-4460-523B-96D868E2CF50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E731EA64-4976-B1F4-E543-75E54AF6F899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53C0F2A0-8830-93ED-CA36-335518966B7E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FF91D5B-8021-5991-8F12-AF2C3CD7758D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26F97854-A722-288F-0F4F-35279C7D060B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 descr="D:\51PPT模板网\51pptmoban.com\图片.jpg">
            <a:extLst>
              <a:ext uri="{FF2B5EF4-FFF2-40B4-BE49-F238E27FC236}">
                <a16:creationId xmlns:a16="http://schemas.microsoft.com/office/drawing/2014/main" id="{E67E29DB-2182-0EB6-6572-162240C40B9C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3DA045FC-8B47-D055-F478-7360A3794744}"/>
              </a:ext>
            </a:extLst>
          </p:cNvPr>
          <p:cNvGrpSpPr/>
          <p:nvPr/>
        </p:nvGrpSpPr>
        <p:grpSpPr>
          <a:xfrm>
            <a:off x="1837702" y="2175896"/>
            <a:ext cx="4135685" cy="584775"/>
            <a:chOff x="1825002" y="2322008"/>
            <a:chExt cx="4135685" cy="58477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F5DA8975-114C-373B-6B44-A563569A9E04}"/>
                </a:ext>
              </a:extLst>
            </p:cNvPr>
            <p:cNvSpPr/>
            <p:nvPr/>
          </p:nvSpPr>
          <p:spPr>
            <a:xfrm>
              <a:off x="1825002" y="2350272"/>
              <a:ext cx="4135685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2632DAC-432B-C454-6874-2CED01D0BA7D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C70005C-A937-E266-0E36-074F1751A322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42" name="箭头: V 形 41">
              <a:extLst>
                <a:ext uri="{FF2B5EF4-FFF2-40B4-BE49-F238E27FC236}">
                  <a16:creationId xmlns:a16="http://schemas.microsoft.com/office/drawing/2014/main" id="{FB8D2032-F512-1D4F-5CDE-F58F5159FCF0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742D2536-0BFE-7375-8087-C1DEEE50B5EC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58E25B2-3C52-FDBD-A330-5D0014FDEF5B}"/>
              </a:ext>
            </a:extLst>
          </p:cNvPr>
          <p:cNvSpPr txBox="1"/>
          <p:nvPr/>
        </p:nvSpPr>
        <p:spPr>
          <a:xfrm>
            <a:off x="1833616" y="3098689"/>
            <a:ext cx="4342218" cy="145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42C4C84-7475-E0B9-8258-2A1BD62F5FE3}"/>
              </a:ext>
            </a:extLst>
          </p:cNvPr>
          <p:cNvGrpSpPr/>
          <p:nvPr/>
        </p:nvGrpSpPr>
        <p:grpSpPr>
          <a:xfrm>
            <a:off x="6438070" y="2139496"/>
            <a:ext cx="4601254" cy="2385774"/>
            <a:chOff x="6314521" y="2164338"/>
            <a:chExt cx="4601254" cy="238577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E2CDC31-895D-D41A-8C41-99DBB7E68946}"/>
                </a:ext>
              </a:extLst>
            </p:cNvPr>
            <p:cNvGrpSpPr/>
            <p:nvPr/>
          </p:nvGrpSpPr>
          <p:grpSpPr>
            <a:xfrm>
              <a:off x="7431372" y="2167792"/>
              <a:ext cx="1531795" cy="1667251"/>
              <a:chOff x="3401304" y="797153"/>
              <a:chExt cx="3171988" cy="345248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72A4DE12-3037-C064-C1EE-DE935EF2732F}"/>
                  </a:ext>
                </a:extLst>
              </p:cNvPr>
              <p:cNvSpPr/>
              <p:nvPr/>
            </p:nvSpPr>
            <p:spPr>
              <a:xfrm>
                <a:off x="3401304" y="797153"/>
                <a:ext cx="3171988" cy="3452485"/>
              </a:xfrm>
              <a:custGeom>
                <a:avLst/>
                <a:gdLst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258670 w 3171988"/>
                  <a:gd name="connsiteY46" fmla="*/ 3435726 h 3474203"/>
                  <a:gd name="connsiteX47" fmla="*/ 0 w 3171988"/>
                  <a:gd name="connsiteY47" fmla="*/ 3216514 h 3474203"/>
                  <a:gd name="connsiteX48" fmla="*/ 230638 w 3171988"/>
                  <a:gd name="connsiteY48" fmla="*/ 3170754 h 3474203"/>
                  <a:gd name="connsiteX49" fmla="*/ 741059 w 3171988"/>
                  <a:gd name="connsiteY49" fmla="*/ 3031897 h 3474203"/>
                  <a:gd name="connsiteX50" fmla="*/ 1307558 w 3171988"/>
                  <a:gd name="connsiteY50" fmla="*/ 2785973 h 3474203"/>
                  <a:gd name="connsiteX51" fmla="*/ 1587861 w 3171988"/>
                  <a:gd name="connsiteY51" fmla="*/ 2605504 h 3474203"/>
                  <a:gd name="connsiteX52" fmla="*/ 1445165 w 3171988"/>
                  <a:gd name="connsiteY52" fmla="*/ 2519154 h 3474203"/>
                  <a:gd name="connsiteX53" fmla="*/ 1410607 w 3171988"/>
                  <a:gd name="connsiteY53" fmla="*/ 2512814 h 3474203"/>
                  <a:gd name="connsiteX54" fmla="*/ 1243979 w 3171988"/>
                  <a:gd name="connsiteY54" fmla="*/ 2648635 h 3474203"/>
                  <a:gd name="connsiteX55" fmla="*/ 1149502 w 3171988"/>
                  <a:gd name="connsiteY55" fmla="*/ 2565410 h 3474203"/>
                  <a:gd name="connsiteX56" fmla="*/ 971266 w 3171988"/>
                  <a:gd name="connsiteY56" fmla="*/ 2403961 h 3474203"/>
                  <a:gd name="connsiteX57" fmla="*/ 984125 w 3171988"/>
                  <a:gd name="connsiteY57" fmla="*/ 2371993 h 3474203"/>
                  <a:gd name="connsiteX58" fmla="*/ 1362565 w 3171988"/>
                  <a:gd name="connsiteY58" fmla="*/ 2054275 h 3474203"/>
                  <a:gd name="connsiteX59" fmla="*/ 1617507 w 3171988"/>
                  <a:gd name="connsiteY59" fmla="*/ 1789242 h 3474203"/>
                  <a:gd name="connsiteX60" fmla="*/ 1799138 w 3171988"/>
                  <a:gd name="connsiteY60" fmla="*/ 1816477 h 3474203"/>
                  <a:gd name="connsiteX61" fmla="*/ 1625009 w 3171988"/>
                  <a:gd name="connsiteY61" fmla="*/ 1598414 h 3474203"/>
                  <a:gd name="connsiteX62" fmla="*/ 1606524 w 3171988"/>
                  <a:gd name="connsiteY62" fmla="*/ 1538764 h 3474203"/>
                  <a:gd name="connsiteX63" fmla="*/ 1672425 w 3171988"/>
                  <a:gd name="connsiteY63" fmla="*/ 1462326 h 3474203"/>
                  <a:gd name="connsiteX64" fmla="*/ 1912366 w 3171988"/>
                  <a:gd name="connsiteY64" fmla="*/ 1246674 h 3474203"/>
                  <a:gd name="connsiteX65" fmla="*/ 2037471 w 3171988"/>
                  <a:gd name="connsiteY65" fmla="*/ 1130677 h 3474203"/>
                  <a:gd name="connsiteX66" fmla="*/ 2084262 w 3171988"/>
                  <a:gd name="connsiteY66" fmla="*/ 1069241 h 3474203"/>
                  <a:gd name="connsiteX67" fmla="*/ 2099621 w 3171988"/>
                  <a:gd name="connsiteY67" fmla="*/ 938153 h 3474203"/>
                  <a:gd name="connsiteX68" fmla="*/ 1892274 w 3171988"/>
                  <a:gd name="connsiteY68" fmla="*/ 988784 h 3474203"/>
                  <a:gd name="connsiteX69" fmla="*/ 1800120 w 3171988"/>
                  <a:gd name="connsiteY69" fmla="*/ 959406 h 3474203"/>
                  <a:gd name="connsiteX70" fmla="*/ 1744130 w 3171988"/>
                  <a:gd name="connsiteY70" fmla="*/ 765631 h 3474203"/>
                  <a:gd name="connsiteX71" fmla="*/ 1717877 w 3171988"/>
                  <a:gd name="connsiteY71" fmla="*/ 625078 h 3474203"/>
                  <a:gd name="connsiteX72" fmla="*/ 2151056 w 3171988"/>
                  <a:gd name="connsiteY72" fmla="*/ 482025 h 3474203"/>
                  <a:gd name="connsiteX73" fmla="*/ 2179542 w 3171988"/>
                  <a:gd name="connsiteY73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0 w 3171988"/>
                  <a:gd name="connsiteY46" fmla="*/ 3216514 h 3474203"/>
                  <a:gd name="connsiteX47" fmla="*/ 230638 w 3171988"/>
                  <a:gd name="connsiteY47" fmla="*/ 3170754 h 3474203"/>
                  <a:gd name="connsiteX48" fmla="*/ 741059 w 3171988"/>
                  <a:gd name="connsiteY48" fmla="*/ 3031897 h 3474203"/>
                  <a:gd name="connsiteX49" fmla="*/ 1307558 w 3171988"/>
                  <a:gd name="connsiteY49" fmla="*/ 2785973 h 3474203"/>
                  <a:gd name="connsiteX50" fmla="*/ 1587861 w 3171988"/>
                  <a:gd name="connsiteY50" fmla="*/ 2605504 h 3474203"/>
                  <a:gd name="connsiteX51" fmla="*/ 1445165 w 3171988"/>
                  <a:gd name="connsiteY51" fmla="*/ 2519154 h 3474203"/>
                  <a:gd name="connsiteX52" fmla="*/ 1410607 w 3171988"/>
                  <a:gd name="connsiteY52" fmla="*/ 2512814 h 3474203"/>
                  <a:gd name="connsiteX53" fmla="*/ 1243979 w 3171988"/>
                  <a:gd name="connsiteY53" fmla="*/ 2648635 h 3474203"/>
                  <a:gd name="connsiteX54" fmla="*/ 1149502 w 3171988"/>
                  <a:gd name="connsiteY54" fmla="*/ 2565410 h 3474203"/>
                  <a:gd name="connsiteX55" fmla="*/ 971266 w 3171988"/>
                  <a:gd name="connsiteY55" fmla="*/ 2403961 h 3474203"/>
                  <a:gd name="connsiteX56" fmla="*/ 984125 w 3171988"/>
                  <a:gd name="connsiteY56" fmla="*/ 2371993 h 3474203"/>
                  <a:gd name="connsiteX57" fmla="*/ 1362565 w 3171988"/>
                  <a:gd name="connsiteY57" fmla="*/ 2054275 h 3474203"/>
                  <a:gd name="connsiteX58" fmla="*/ 1617507 w 3171988"/>
                  <a:gd name="connsiteY58" fmla="*/ 1789242 h 3474203"/>
                  <a:gd name="connsiteX59" fmla="*/ 1799138 w 3171988"/>
                  <a:gd name="connsiteY59" fmla="*/ 1816477 h 3474203"/>
                  <a:gd name="connsiteX60" fmla="*/ 1625009 w 3171988"/>
                  <a:gd name="connsiteY60" fmla="*/ 1598414 h 3474203"/>
                  <a:gd name="connsiteX61" fmla="*/ 1606524 w 3171988"/>
                  <a:gd name="connsiteY61" fmla="*/ 1538764 h 3474203"/>
                  <a:gd name="connsiteX62" fmla="*/ 1672425 w 3171988"/>
                  <a:gd name="connsiteY62" fmla="*/ 1462326 h 3474203"/>
                  <a:gd name="connsiteX63" fmla="*/ 1912366 w 3171988"/>
                  <a:gd name="connsiteY63" fmla="*/ 1246674 h 3474203"/>
                  <a:gd name="connsiteX64" fmla="*/ 2037471 w 3171988"/>
                  <a:gd name="connsiteY64" fmla="*/ 1130677 h 3474203"/>
                  <a:gd name="connsiteX65" fmla="*/ 2084262 w 3171988"/>
                  <a:gd name="connsiteY65" fmla="*/ 1069241 h 3474203"/>
                  <a:gd name="connsiteX66" fmla="*/ 2099621 w 3171988"/>
                  <a:gd name="connsiteY66" fmla="*/ 938153 h 3474203"/>
                  <a:gd name="connsiteX67" fmla="*/ 1892274 w 3171988"/>
                  <a:gd name="connsiteY67" fmla="*/ 988784 h 3474203"/>
                  <a:gd name="connsiteX68" fmla="*/ 1800120 w 3171988"/>
                  <a:gd name="connsiteY68" fmla="*/ 959406 h 3474203"/>
                  <a:gd name="connsiteX69" fmla="*/ 1744130 w 3171988"/>
                  <a:gd name="connsiteY69" fmla="*/ 765631 h 3474203"/>
                  <a:gd name="connsiteX70" fmla="*/ 1717877 w 3171988"/>
                  <a:gd name="connsiteY70" fmla="*/ 625078 h 3474203"/>
                  <a:gd name="connsiteX71" fmla="*/ 2151056 w 3171988"/>
                  <a:gd name="connsiteY71" fmla="*/ 482025 h 3474203"/>
                  <a:gd name="connsiteX72" fmla="*/ 2179542 w 3171988"/>
                  <a:gd name="connsiteY72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0 w 3171988"/>
                  <a:gd name="connsiteY45" fmla="*/ 3216514 h 3474203"/>
                  <a:gd name="connsiteX46" fmla="*/ 230638 w 3171988"/>
                  <a:gd name="connsiteY46" fmla="*/ 3170754 h 3474203"/>
                  <a:gd name="connsiteX47" fmla="*/ 741059 w 3171988"/>
                  <a:gd name="connsiteY47" fmla="*/ 3031897 h 3474203"/>
                  <a:gd name="connsiteX48" fmla="*/ 1307558 w 3171988"/>
                  <a:gd name="connsiteY48" fmla="*/ 2785973 h 3474203"/>
                  <a:gd name="connsiteX49" fmla="*/ 1587861 w 3171988"/>
                  <a:gd name="connsiteY49" fmla="*/ 2605504 h 3474203"/>
                  <a:gd name="connsiteX50" fmla="*/ 1445165 w 3171988"/>
                  <a:gd name="connsiteY50" fmla="*/ 2519154 h 3474203"/>
                  <a:gd name="connsiteX51" fmla="*/ 1410607 w 3171988"/>
                  <a:gd name="connsiteY51" fmla="*/ 2512814 h 3474203"/>
                  <a:gd name="connsiteX52" fmla="*/ 1243979 w 3171988"/>
                  <a:gd name="connsiteY52" fmla="*/ 2648635 h 3474203"/>
                  <a:gd name="connsiteX53" fmla="*/ 1149502 w 3171988"/>
                  <a:gd name="connsiteY53" fmla="*/ 2565410 h 3474203"/>
                  <a:gd name="connsiteX54" fmla="*/ 971266 w 3171988"/>
                  <a:gd name="connsiteY54" fmla="*/ 2403961 h 3474203"/>
                  <a:gd name="connsiteX55" fmla="*/ 984125 w 3171988"/>
                  <a:gd name="connsiteY55" fmla="*/ 2371993 h 3474203"/>
                  <a:gd name="connsiteX56" fmla="*/ 1362565 w 3171988"/>
                  <a:gd name="connsiteY56" fmla="*/ 2054275 h 3474203"/>
                  <a:gd name="connsiteX57" fmla="*/ 1617507 w 3171988"/>
                  <a:gd name="connsiteY57" fmla="*/ 1789242 h 3474203"/>
                  <a:gd name="connsiteX58" fmla="*/ 1799138 w 3171988"/>
                  <a:gd name="connsiteY58" fmla="*/ 1816477 h 3474203"/>
                  <a:gd name="connsiteX59" fmla="*/ 1625009 w 3171988"/>
                  <a:gd name="connsiteY59" fmla="*/ 1598414 h 3474203"/>
                  <a:gd name="connsiteX60" fmla="*/ 1606524 w 3171988"/>
                  <a:gd name="connsiteY60" fmla="*/ 1538764 h 3474203"/>
                  <a:gd name="connsiteX61" fmla="*/ 1672425 w 3171988"/>
                  <a:gd name="connsiteY61" fmla="*/ 1462326 h 3474203"/>
                  <a:gd name="connsiteX62" fmla="*/ 1912366 w 3171988"/>
                  <a:gd name="connsiteY62" fmla="*/ 1246674 h 3474203"/>
                  <a:gd name="connsiteX63" fmla="*/ 2037471 w 3171988"/>
                  <a:gd name="connsiteY63" fmla="*/ 1130677 h 3474203"/>
                  <a:gd name="connsiteX64" fmla="*/ 2084262 w 3171988"/>
                  <a:gd name="connsiteY64" fmla="*/ 1069241 h 3474203"/>
                  <a:gd name="connsiteX65" fmla="*/ 2099621 w 3171988"/>
                  <a:gd name="connsiteY65" fmla="*/ 938153 h 3474203"/>
                  <a:gd name="connsiteX66" fmla="*/ 1892274 w 3171988"/>
                  <a:gd name="connsiteY66" fmla="*/ 988784 h 3474203"/>
                  <a:gd name="connsiteX67" fmla="*/ 1800120 w 3171988"/>
                  <a:gd name="connsiteY67" fmla="*/ 959406 h 3474203"/>
                  <a:gd name="connsiteX68" fmla="*/ 1744130 w 3171988"/>
                  <a:gd name="connsiteY68" fmla="*/ 765631 h 3474203"/>
                  <a:gd name="connsiteX69" fmla="*/ 1717877 w 3171988"/>
                  <a:gd name="connsiteY69" fmla="*/ 625078 h 3474203"/>
                  <a:gd name="connsiteX70" fmla="*/ 2151056 w 3171988"/>
                  <a:gd name="connsiteY70" fmla="*/ 482025 h 3474203"/>
                  <a:gd name="connsiteX71" fmla="*/ 2179542 w 3171988"/>
                  <a:gd name="connsiteY71" fmla="*/ 0 h 3474203"/>
                  <a:gd name="connsiteX0" fmla="*/ 2119535 w 3171988"/>
                  <a:gd name="connsiteY0" fmla="*/ 2154198 h 3452485"/>
                  <a:gd name="connsiteX1" fmla="*/ 1867807 w 3171988"/>
                  <a:gd name="connsiteY1" fmla="*/ 2185184 h 3452485"/>
                  <a:gd name="connsiteX2" fmla="*/ 1770473 w 3171988"/>
                  <a:gd name="connsiteY2" fmla="*/ 2212598 h 3452485"/>
                  <a:gd name="connsiteX3" fmla="*/ 1669300 w 3171988"/>
                  <a:gd name="connsiteY3" fmla="*/ 2303949 h 3452485"/>
                  <a:gd name="connsiteX4" fmla="*/ 1851555 w 3171988"/>
                  <a:gd name="connsiteY4" fmla="*/ 2398336 h 3452485"/>
                  <a:gd name="connsiteX5" fmla="*/ 2053098 w 3171988"/>
                  <a:gd name="connsiteY5" fmla="*/ 2218135 h 3452485"/>
                  <a:gd name="connsiteX6" fmla="*/ 2119535 w 3171988"/>
                  <a:gd name="connsiteY6" fmla="*/ 2154198 h 3452485"/>
                  <a:gd name="connsiteX7" fmla="*/ 2069886 w 3171988"/>
                  <a:gd name="connsiteY7" fmla="*/ 1507242 h 3452485"/>
                  <a:gd name="connsiteX8" fmla="*/ 1990768 w 3171988"/>
                  <a:gd name="connsiteY8" fmla="*/ 1601807 h 3452485"/>
                  <a:gd name="connsiteX9" fmla="*/ 1837714 w 3171988"/>
                  <a:gd name="connsiteY9" fmla="*/ 1806119 h 3452485"/>
                  <a:gd name="connsiteX10" fmla="*/ 1947103 w 3171988"/>
                  <a:gd name="connsiteY10" fmla="*/ 1795403 h 3452485"/>
                  <a:gd name="connsiteX11" fmla="*/ 1853965 w 3171988"/>
                  <a:gd name="connsiteY11" fmla="*/ 1897380 h 3452485"/>
                  <a:gd name="connsiteX12" fmla="*/ 2153199 w 3171988"/>
                  <a:gd name="connsiteY12" fmla="*/ 1893719 h 3452485"/>
                  <a:gd name="connsiteX13" fmla="*/ 2035239 w 3171988"/>
                  <a:gd name="connsiteY13" fmla="*/ 1792367 h 3452485"/>
                  <a:gd name="connsiteX14" fmla="*/ 2069886 w 3171988"/>
                  <a:gd name="connsiteY14" fmla="*/ 1507242 h 3452485"/>
                  <a:gd name="connsiteX15" fmla="*/ 2445021 w 3171988"/>
                  <a:gd name="connsiteY15" fmla="*/ 1293465 h 3452485"/>
                  <a:gd name="connsiteX16" fmla="*/ 2391771 w 3171988"/>
                  <a:gd name="connsiteY16" fmla="*/ 1715394 h 3452485"/>
                  <a:gd name="connsiteX17" fmla="*/ 2636207 w 3171988"/>
                  <a:gd name="connsiteY17" fmla="*/ 1409045 h 3452485"/>
                  <a:gd name="connsiteX18" fmla="*/ 2445021 w 3171988"/>
                  <a:gd name="connsiteY18" fmla="*/ 1293465 h 3452485"/>
                  <a:gd name="connsiteX19" fmla="*/ 2179542 w 3171988"/>
                  <a:gd name="connsiteY19" fmla="*/ 0 h 3452485"/>
                  <a:gd name="connsiteX20" fmla="*/ 2223833 w 3171988"/>
                  <a:gd name="connsiteY20" fmla="*/ 8215 h 3452485"/>
                  <a:gd name="connsiteX21" fmla="*/ 2502797 w 3171988"/>
                  <a:gd name="connsiteY21" fmla="*/ 104835 h 3452485"/>
                  <a:gd name="connsiteX22" fmla="*/ 2561107 w 3171988"/>
                  <a:gd name="connsiteY22" fmla="*/ 135553 h 3452485"/>
                  <a:gd name="connsiteX23" fmla="*/ 2542266 w 3171988"/>
                  <a:gd name="connsiteY23" fmla="*/ 385852 h 3452485"/>
                  <a:gd name="connsiteX24" fmla="*/ 2810960 w 3171988"/>
                  <a:gd name="connsiteY24" fmla="*/ 351026 h 3452485"/>
                  <a:gd name="connsiteX25" fmla="*/ 2796226 w 3171988"/>
                  <a:gd name="connsiteY25" fmla="*/ 506938 h 3452485"/>
                  <a:gd name="connsiteX26" fmla="*/ 2768276 w 3171988"/>
                  <a:gd name="connsiteY26" fmla="*/ 702588 h 3452485"/>
                  <a:gd name="connsiteX27" fmla="*/ 2734522 w 3171988"/>
                  <a:gd name="connsiteY27" fmla="*/ 735985 h 3452485"/>
                  <a:gd name="connsiteX28" fmla="*/ 2504850 w 3171988"/>
                  <a:gd name="connsiteY28" fmla="*/ 812155 h 3452485"/>
                  <a:gd name="connsiteX29" fmla="*/ 2488509 w 3171988"/>
                  <a:gd name="connsiteY29" fmla="*/ 936456 h 3452485"/>
                  <a:gd name="connsiteX30" fmla="*/ 2638617 w 3171988"/>
                  <a:gd name="connsiteY30" fmla="*/ 995571 h 3452485"/>
                  <a:gd name="connsiteX31" fmla="*/ 3110462 w 3171988"/>
                  <a:gd name="connsiteY31" fmla="*/ 1220063 h 3452485"/>
                  <a:gd name="connsiteX32" fmla="*/ 3171988 w 3171988"/>
                  <a:gd name="connsiteY32" fmla="*/ 1255603 h 3452485"/>
                  <a:gd name="connsiteX33" fmla="*/ 3072868 w 3171988"/>
                  <a:gd name="connsiteY33" fmla="*/ 1398300 h 3452485"/>
                  <a:gd name="connsiteX34" fmla="*/ 2949281 w 3171988"/>
                  <a:gd name="connsiteY34" fmla="*/ 1551355 h 3452485"/>
                  <a:gd name="connsiteX35" fmla="*/ 2394837 w 3171988"/>
                  <a:gd name="connsiteY35" fmla="*/ 1749147 h 3452485"/>
                  <a:gd name="connsiteX36" fmla="*/ 2383139 w 3171988"/>
                  <a:gd name="connsiteY36" fmla="*/ 1863804 h 3452485"/>
                  <a:gd name="connsiteX37" fmla="*/ 2615221 w 3171988"/>
                  <a:gd name="connsiteY37" fmla="*/ 1974265 h 3452485"/>
                  <a:gd name="connsiteX38" fmla="*/ 2737022 w 3171988"/>
                  <a:gd name="connsiteY38" fmla="*/ 2079457 h 3452485"/>
                  <a:gd name="connsiteX39" fmla="*/ 2712912 w 3171988"/>
                  <a:gd name="connsiteY39" fmla="*/ 2154734 h 3452485"/>
                  <a:gd name="connsiteX40" fmla="*/ 2385907 w 3171988"/>
                  <a:gd name="connsiteY40" fmla="*/ 2577644 h 3452485"/>
                  <a:gd name="connsiteX41" fmla="*/ 1864592 w 3171988"/>
                  <a:gd name="connsiteY41" fmla="*/ 3092172 h 3452485"/>
                  <a:gd name="connsiteX42" fmla="*/ 1679658 w 3171988"/>
                  <a:gd name="connsiteY42" fmla="*/ 3246388 h 3452485"/>
                  <a:gd name="connsiteX43" fmla="*/ 1302915 w 3171988"/>
                  <a:gd name="connsiteY43" fmla="*/ 3452485 h 3452485"/>
                  <a:gd name="connsiteX44" fmla="*/ 0 w 3171988"/>
                  <a:gd name="connsiteY44" fmla="*/ 3216514 h 3452485"/>
                  <a:gd name="connsiteX45" fmla="*/ 230638 w 3171988"/>
                  <a:gd name="connsiteY45" fmla="*/ 3170754 h 3452485"/>
                  <a:gd name="connsiteX46" fmla="*/ 741059 w 3171988"/>
                  <a:gd name="connsiteY46" fmla="*/ 3031897 h 3452485"/>
                  <a:gd name="connsiteX47" fmla="*/ 1307558 w 3171988"/>
                  <a:gd name="connsiteY47" fmla="*/ 2785973 h 3452485"/>
                  <a:gd name="connsiteX48" fmla="*/ 1587861 w 3171988"/>
                  <a:gd name="connsiteY48" fmla="*/ 2605504 h 3452485"/>
                  <a:gd name="connsiteX49" fmla="*/ 1445165 w 3171988"/>
                  <a:gd name="connsiteY49" fmla="*/ 2519154 h 3452485"/>
                  <a:gd name="connsiteX50" fmla="*/ 1410607 w 3171988"/>
                  <a:gd name="connsiteY50" fmla="*/ 2512814 h 3452485"/>
                  <a:gd name="connsiteX51" fmla="*/ 1243979 w 3171988"/>
                  <a:gd name="connsiteY51" fmla="*/ 2648635 h 3452485"/>
                  <a:gd name="connsiteX52" fmla="*/ 1149502 w 3171988"/>
                  <a:gd name="connsiteY52" fmla="*/ 2565410 h 3452485"/>
                  <a:gd name="connsiteX53" fmla="*/ 971266 w 3171988"/>
                  <a:gd name="connsiteY53" fmla="*/ 2403961 h 3452485"/>
                  <a:gd name="connsiteX54" fmla="*/ 984125 w 3171988"/>
                  <a:gd name="connsiteY54" fmla="*/ 2371993 h 3452485"/>
                  <a:gd name="connsiteX55" fmla="*/ 1362565 w 3171988"/>
                  <a:gd name="connsiteY55" fmla="*/ 2054275 h 3452485"/>
                  <a:gd name="connsiteX56" fmla="*/ 1617507 w 3171988"/>
                  <a:gd name="connsiteY56" fmla="*/ 1789242 h 3452485"/>
                  <a:gd name="connsiteX57" fmla="*/ 1799138 w 3171988"/>
                  <a:gd name="connsiteY57" fmla="*/ 1816477 h 3452485"/>
                  <a:gd name="connsiteX58" fmla="*/ 1625009 w 3171988"/>
                  <a:gd name="connsiteY58" fmla="*/ 1598414 h 3452485"/>
                  <a:gd name="connsiteX59" fmla="*/ 1606524 w 3171988"/>
                  <a:gd name="connsiteY59" fmla="*/ 1538764 h 3452485"/>
                  <a:gd name="connsiteX60" fmla="*/ 1672425 w 3171988"/>
                  <a:gd name="connsiteY60" fmla="*/ 1462326 h 3452485"/>
                  <a:gd name="connsiteX61" fmla="*/ 1912366 w 3171988"/>
                  <a:gd name="connsiteY61" fmla="*/ 1246674 h 3452485"/>
                  <a:gd name="connsiteX62" fmla="*/ 2037471 w 3171988"/>
                  <a:gd name="connsiteY62" fmla="*/ 1130677 h 3452485"/>
                  <a:gd name="connsiteX63" fmla="*/ 2084262 w 3171988"/>
                  <a:gd name="connsiteY63" fmla="*/ 1069241 h 3452485"/>
                  <a:gd name="connsiteX64" fmla="*/ 2099621 w 3171988"/>
                  <a:gd name="connsiteY64" fmla="*/ 938153 h 3452485"/>
                  <a:gd name="connsiteX65" fmla="*/ 1892274 w 3171988"/>
                  <a:gd name="connsiteY65" fmla="*/ 988784 h 3452485"/>
                  <a:gd name="connsiteX66" fmla="*/ 1800120 w 3171988"/>
                  <a:gd name="connsiteY66" fmla="*/ 959406 h 3452485"/>
                  <a:gd name="connsiteX67" fmla="*/ 1744130 w 3171988"/>
                  <a:gd name="connsiteY67" fmla="*/ 765631 h 3452485"/>
                  <a:gd name="connsiteX68" fmla="*/ 1717877 w 3171988"/>
                  <a:gd name="connsiteY68" fmla="*/ 625078 h 3452485"/>
                  <a:gd name="connsiteX69" fmla="*/ 2151056 w 3171988"/>
                  <a:gd name="connsiteY69" fmla="*/ 482025 h 3452485"/>
                  <a:gd name="connsiteX70" fmla="*/ 2179542 w 3171988"/>
                  <a:gd name="connsiteY70" fmla="*/ 0 h 345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171988" h="3452485">
                    <a:moveTo>
                      <a:pt x="2119535" y="2154198"/>
                    </a:moveTo>
                    <a:cubicBezTo>
                      <a:pt x="2035506" y="2162503"/>
                      <a:pt x="1952103" y="2177772"/>
                      <a:pt x="1867807" y="2185184"/>
                    </a:cubicBezTo>
                    <a:cubicBezTo>
                      <a:pt x="1835213" y="2192596"/>
                      <a:pt x="1794851" y="2185184"/>
                      <a:pt x="1770473" y="2212598"/>
                    </a:cubicBezTo>
                    <a:cubicBezTo>
                      <a:pt x="1738415" y="2244924"/>
                      <a:pt x="1704215" y="2274838"/>
                      <a:pt x="1669300" y="2303949"/>
                    </a:cubicBezTo>
                    <a:cubicBezTo>
                      <a:pt x="1729575" y="2336274"/>
                      <a:pt x="1790297" y="2367975"/>
                      <a:pt x="1851555" y="2398336"/>
                    </a:cubicBezTo>
                    <a:lnTo>
                      <a:pt x="2053098" y="2218135"/>
                    </a:lnTo>
                    <a:cubicBezTo>
                      <a:pt x="2075958" y="2197507"/>
                      <a:pt x="2101407" y="2179380"/>
                      <a:pt x="2119535" y="2154198"/>
                    </a:cubicBezTo>
                    <a:close/>
                    <a:moveTo>
                      <a:pt x="2069886" y="1507242"/>
                    </a:moveTo>
                    <a:cubicBezTo>
                      <a:pt x="2041042" y="1536621"/>
                      <a:pt x="2018004" y="1571000"/>
                      <a:pt x="1990768" y="1601807"/>
                    </a:cubicBezTo>
                    <a:cubicBezTo>
                      <a:pt x="1938083" y="1668602"/>
                      <a:pt x="1881648" y="1733074"/>
                      <a:pt x="1837714" y="1806119"/>
                    </a:cubicBezTo>
                    <a:cubicBezTo>
                      <a:pt x="1874147" y="1802190"/>
                      <a:pt x="1910223" y="1795224"/>
                      <a:pt x="1947103" y="1795403"/>
                    </a:cubicBezTo>
                    <a:cubicBezTo>
                      <a:pt x="1915045" y="1828443"/>
                      <a:pt x="1878433" y="1858000"/>
                      <a:pt x="1853965" y="1897380"/>
                    </a:cubicBezTo>
                    <a:lnTo>
                      <a:pt x="2153199" y="1893719"/>
                    </a:lnTo>
                    <a:cubicBezTo>
                      <a:pt x="2139358" y="1835676"/>
                      <a:pt x="2056491" y="1843623"/>
                      <a:pt x="2035239" y="1792367"/>
                    </a:cubicBezTo>
                    <a:cubicBezTo>
                      <a:pt x="2051579" y="1698159"/>
                      <a:pt x="2067475" y="1602968"/>
                      <a:pt x="2069886" y="1507242"/>
                    </a:cubicBezTo>
                    <a:close/>
                    <a:moveTo>
                      <a:pt x="2445021" y="1293465"/>
                    </a:moveTo>
                    <a:cubicBezTo>
                      <a:pt x="2431359" y="1390888"/>
                      <a:pt x="2400879" y="1617346"/>
                      <a:pt x="2391771" y="1715394"/>
                    </a:cubicBezTo>
                    <a:lnTo>
                      <a:pt x="2636207" y="1409045"/>
                    </a:lnTo>
                    <a:cubicBezTo>
                      <a:pt x="2594148" y="1390382"/>
                      <a:pt x="2483777" y="1317933"/>
                      <a:pt x="2445021" y="1293465"/>
                    </a:cubicBezTo>
                    <a:close/>
                    <a:moveTo>
                      <a:pt x="2179542" y="0"/>
                    </a:moveTo>
                    <a:cubicBezTo>
                      <a:pt x="2194454" y="1161"/>
                      <a:pt x="2209635" y="2768"/>
                      <a:pt x="2223833" y="8215"/>
                    </a:cubicBezTo>
                    <a:lnTo>
                      <a:pt x="2502797" y="104835"/>
                    </a:lnTo>
                    <a:cubicBezTo>
                      <a:pt x="2523424" y="112425"/>
                      <a:pt x="2542891" y="123051"/>
                      <a:pt x="2561107" y="135553"/>
                    </a:cubicBezTo>
                    <a:cubicBezTo>
                      <a:pt x="2566912" y="219581"/>
                      <a:pt x="2552089" y="302806"/>
                      <a:pt x="2542266" y="385852"/>
                    </a:cubicBezTo>
                    <a:cubicBezTo>
                      <a:pt x="2631116" y="370761"/>
                      <a:pt x="2720324" y="348883"/>
                      <a:pt x="2810960" y="351026"/>
                    </a:cubicBezTo>
                    <a:cubicBezTo>
                      <a:pt x="2817033" y="403622"/>
                      <a:pt x="2802120" y="455146"/>
                      <a:pt x="2796226" y="506938"/>
                    </a:cubicBezTo>
                    <a:cubicBezTo>
                      <a:pt x="2789708" y="572572"/>
                      <a:pt x="2776760" y="637223"/>
                      <a:pt x="2768276" y="702588"/>
                    </a:cubicBezTo>
                    <a:cubicBezTo>
                      <a:pt x="2768991" y="721608"/>
                      <a:pt x="2750238" y="731520"/>
                      <a:pt x="2734522" y="735985"/>
                    </a:cubicBezTo>
                    <a:cubicBezTo>
                      <a:pt x="2657548" y="760274"/>
                      <a:pt x="2582449" y="790010"/>
                      <a:pt x="2504850" y="812155"/>
                    </a:cubicBezTo>
                    <a:cubicBezTo>
                      <a:pt x="2496635" y="853142"/>
                      <a:pt x="2492617" y="894844"/>
                      <a:pt x="2488509" y="936456"/>
                    </a:cubicBezTo>
                    <a:cubicBezTo>
                      <a:pt x="2541463" y="947886"/>
                      <a:pt x="2588075" y="977086"/>
                      <a:pt x="2638617" y="995571"/>
                    </a:cubicBezTo>
                    <a:cubicBezTo>
                      <a:pt x="2796405" y="1069330"/>
                      <a:pt x="2955443" y="1140678"/>
                      <a:pt x="3110462" y="1220063"/>
                    </a:cubicBezTo>
                    <a:cubicBezTo>
                      <a:pt x="3131625" y="1230779"/>
                      <a:pt x="3152253" y="1242477"/>
                      <a:pt x="3171988" y="1255603"/>
                    </a:cubicBezTo>
                    <a:cubicBezTo>
                      <a:pt x="3146091" y="1307753"/>
                      <a:pt x="3107337" y="1351776"/>
                      <a:pt x="3072868" y="1398300"/>
                    </a:cubicBezTo>
                    <a:cubicBezTo>
                      <a:pt x="3031166" y="1448931"/>
                      <a:pt x="2994019" y="1503402"/>
                      <a:pt x="2949281" y="1551355"/>
                    </a:cubicBezTo>
                    <a:cubicBezTo>
                      <a:pt x="2836276" y="1609829"/>
                      <a:pt x="2489194" y="1697072"/>
                      <a:pt x="2394837" y="1749147"/>
                    </a:cubicBezTo>
                    <a:cubicBezTo>
                      <a:pt x="2390997" y="1787366"/>
                      <a:pt x="2383853" y="1825317"/>
                      <a:pt x="2383139" y="1863804"/>
                    </a:cubicBezTo>
                    <a:cubicBezTo>
                      <a:pt x="2468685" y="1879342"/>
                      <a:pt x="2542712" y="1928991"/>
                      <a:pt x="2615221" y="1974265"/>
                    </a:cubicBezTo>
                    <a:cubicBezTo>
                      <a:pt x="2657637" y="2006679"/>
                      <a:pt x="2710054" y="2031325"/>
                      <a:pt x="2737022" y="2079457"/>
                    </a:cubicBezTo>
                    <a:cubicBezTo>
                      <a:pt x="2744077" y="2106156"/>
                      <a:pt x="2723360" y="2131159"/>
                      <a:pt x="2712912" y="2154734"/>
                    </a:cubicBezTo>
                    <a:cubicBezTo>
                      <a:pt x="2623079" y="2309485"/>
                      <a:pt x="2501547" y="2442180"/>
                      <a:pt x="2385907" y="2577644"/>
                    </a:cubicBezTo>
                    <a:cubicBezTo>
                      <a:pt x="2220708" y="2757577"/>
                      <a:pt x="2048186" y="2930991"/>
                      <a:pt x="1864592" y="3092172"/>
                    </a:cubicBezTo>
                    <a:cubicBezTo>
                      <a:pt x="1806728" y="3147894"/>
                      <a:pt x="1741541" y="3195310"/>
                      <a:pt x="1679658" y="3246388"/>
                    </a:cubicBezTo>
                    <a:cubicBezTo>
                      <a:pt x="1568394" y="3337114"/>
                      <a:pt x="1445343" y="3421678"/>
                      <a:pt x="1302915" y="3452485"/>
                    </a:cubicBezTo>
                    <a:cubicBezTo>
                      <a:pt x="1022972" y="3447506"/>
                      <a:pt x="178713" y="3263469"/>
                      <a:pt x="0" y="3216514"/>
                    </a:cubicBezTo>
                    <a:lnTo>
                      <a:pt x="230638" y="3170754"/>
                    </a:lnTo>
                    <a:cubicBezTo>
                      <a:pt x="401463" y="3127266"/>
                      <a:pt x="572823" y="3084850"/>
                      <a:pt x="741059" y="3031897"/>
                    </a:cubicBezTo>
                    <a:cubicBezTo>
                      <a:pt x="937155" y="2968318"/>
                      <a:pt x="1128875" y="2889201"/>
                      <a:pt x="1307558" y="2785973"/>
                    </a:cubicBezTo>
                    <a:cubicBezTo>
                      <a:pt x="1405070" y="2732752"/>
                      <a:pt x="1499636" y="2673281"/>
                      <a:pt x="1587861" y="2605504"/>
                    </a:cubicBezTo>
                    <a:lnTo>
                      <a:pt x="1445165" y="2519154"/>
                    </a:lnTo>
                    <a:cubicBezTo>
                      <a:pt x="1434985" y="2514154"/>
                      <a:pt x="1421233" y="2503081"/>
                      <a:pt x="1410607" y="2512814"/>
                    </a:cubicBezTo>
                    <a:cubicBezTo>
                      <a:pt x="1356671" y="2560052"/>
                      <a:pt x="1301754" y="2606308"/>
                      <a:pt x="1243979" y="2648635"/>
                    </a:cubicBezTo>
                    <a:cubicBezTo>
                      <a:pt x="1212011" y="2621399"/>
                      <a:pt x="1179863" y="2594432"/>
                      <a:pt x="1149502" y="2565410"/>
                    </a:cubicBezTo>
                    <a:cubicBezTo>
                      <a:pt x="1086727" y="2515493"/>
                      <a:pt x="1025380" y="2463254"/>
                      <a:pt x="971266" y="2403961"/>
                    </a:cubicBezTo>
                    <a:cubicBezTo>
                      <a:pt x="961354" y="2392264"/>
                      <a:pt x="974838" y="2378958"/>
                      <a:pt x="984125" y="2371993"/>
                    </a:cubicBezTo>
                    <a:cubicBezTo>
                      <a:pt x="1112802" y="2269212"/>
                      <a:pt x="1238710" y="2162860"/>
                      <a:pt x="1362565" y="2054275"/>
                    </a:cubicBezTo>
                    <a:cubicBezTo>
                      <a:pt x="1452219" y="1970693"/>
                      <a:pt x="1542409" y="1886486"/>
                      <a:pt x="1617507" y="1789242"/>
                    </a:cubicBezTo>
                    <a:cubicBezTo>
                      <a:pt x="1677962" y="1798975"/>
                      <a:pt x="1737166" y="1820317"/>
                      <a:pt x="1799138" y="1816477"/>
                    </a:cubicBezTo>
                    <a:cubicBezTo>
                      <a:pt x="1742344" y="1742807"/>
                      <a:pt x="1680372" y="1673156"/>
                      <a:pt x="1625009" y="1598414"/>
                    </a:cubicBezTo>
                    <a:cubicBezTo>
                      <a:pt x="1614025" y="1581090"/>
                      <a:pt x="1596255" y="1560284"/>
                      <a:pt x="1606524" y="1538764"/>
                    </a:cubicBezTo>
                    <a:cubicBezTo>
                      <a:pt x="1623312" y="1509296"/>
                      <a:pt x="1648315" y="1485721"/>
                      <a:pt x="1672425" y="1462326"/>
                    </a:cubicBezTo>
                    <a:cubicBezTo>
                      <a:pt x="1750471" y="1388209"/>
                      <a:pt x="1830659" y="1316593"/>
                      <a:pt x="1912366" y="1246674"/>
                    </a:cubicBezTo>
                    <a:cubicBezTo>
                      <a:pt x="1954157" y="1208097"/>
                      <a:pt x="1994340" y="1167825"/>
                      <a:pt x="2037471" y="1130677"/>
                    </a:cubicBezTo>
                    <a:cubicBezTo>
                      <a:pt x="2056134" y="1112907"/>
                      <a:pt x="2081405" y="1097280"/>
                      <a:pt x="2084262" y="1069241"/>
                    </a:cubicBezTo>
                    <a:cubicBezTo>
                      <a:pt x="2089084" y="1025485"/>
                      <a:pt x="2097568" y="982176"/>
                      <a:pt x="2099621" y="938153"/>
                    </a:cubicBezTo>
                    <a:cubicBezTo>
                      <a:pt x="2034078" y="966728"/>
                      <a:pt x="1962283" y="976819"/>
                      <a:pt x="1892274" y="988784"/>
                    </a:cubicBezTo>
                    <a:cubicBezTo>
                      <a:pt x="1860306" y="993517"/>
                      <a:pt x="1814318" y="995928"/>
                      <a:pt x="1800120" y="959406"/>
                    </a:cubicBezTo>
                    <a:cubicBezTo>
                      <a:pt x="1773241" y="897612"/>
                      <a:pt x="1760204" y="830818"/>
                      <a:pt x="1744130" y="765631"/>
                    </a:cubicBezTo>
                    <a:cubicBezTo>
                      <a:pt x="1735469" y="718751"/>
                      <a:pt x="1720556" y="672852"/>
                      <a:pt x="1717877" y="625078"/>
                    </a:cubicBezTo>
                    <a:cubicBezTo>
                      <a:pt x="1858788" y="567660"/>
                      <a:pt x="2004877" y="523548"/>
                      <a:pt x="2151056" y="482025"/>
                    </a:cubicBezTo>
                    <a:cubicBezTo>
                      <a:pt x="2170880" y="322362"/>
                      <a:pt x="2179006" y="161002"/>
                      <a:pt x="2179542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7D28830F-50A8-9680-3858-2876E7C6964D}"/>
                  </a:ext>
                </a:extLst>
              </p:cNvPr>
              <p:cNvSpPr/>
              <p:nvPr/>
            </p:nvSpPr>
            <p:spPr>
              <a:xfrm>
                <a:off x="3887955" y="965477"/>
                <a:ext cx="1344721" cy="1854395"/>
              </a:xfrm>
              <a:custGeom>
                <a:avLst/>
                <a:gdLst>
                  <a:gd name="connsiteX0" fmla="*/ 608379 w 1344721"/>
                  <a:gd name="connsiteY0" fmla="*/ 0 h 1854395"/>
                  <a:gd name="connsiteX1" fmla="*/ 913150 w 1344721"/>
                  <a:gd name="connsiteY1" fmla="*/ 92869 h 1854395"/>
                  <a:gd name="connsiteX2" fmla="*/ 983337 w 1344721"/>
                  <a:gd name="connsiteY2" fmla="*/ 129302 h 1854395"/>
                  <a:gd name="connsiteX3" fmla="*/ 983069 w 1344721"/>
                  <a:gd name="connsiteY3" fmla="*/ 335131 h 1854395"/>
                  <a:gd name="connsiteX4" fmla="*/ 1141571 w 1344721"/>
                  <a:gd name="connsiteY4" fmla="*/ 317808 h 1854395"/>
                  <a:gd name="connsiteX5" fmla="*/ 1199971 w 1344721"/>
                  <a:gd name="connsiteY5" fmla="*/ 341650 h 1854395"/>
                  <a:gd name="connsiteX6" fmla="*/ 1187202 w 1344721"/>
                  <a:gd name="connsiteY6" fmla="*/ 588645 h 1854395"/>
                  <a:gd name="connsiteX7" fmla="*/ 1163985 w 1344721"/>
                  <a:gd name="connsiteY7" fmla="*/ 646867 h 1854395"/>
                  <a:gd name="connsiteX8" fmla="*/ 972264 w 1344721"/>
                  <a:gd name="connsiteY8" fmla="*/ 703838 h 1854395"/>
                  <a:gd name="connsiteX9" fmla="*/ 963870 w 1344721"/>
                  <a:gd name="connsiteY9" fmla="*/ 838766 h 1854395"/>
                  <a:gd name="connsiteX10" fmla="*/ 1020306 w 1344721"/>
                  <a:gd name="connsiteY10" fmla="*/ 825907 h 1854395"/>
                  <a:gd name="connsiteX11" fmla="*/ 1289983 w 1344721"/>
                  <a:gd name="connsiteY11" fmla="*/ 957709 h 1854395"/>
                  <a:gd name="connsiteX12" fmla="*/ 1344722 w 1344721"/>
                  <a:gd name="connsiteY12" fmla="*/ 992624 h 1854395"/>
                  <a:gd name="connsiteX13" fmla="*/ 1330345 w 1344721"/>
                  <a:gd name="connsiteY13" fmla="*/ 1045488 h 1854395"/>
                  <a:gd name="connsiteX14" fmla="*/ 1168450 w 1344721"/>
                  <a:gd name="connsiteY14" fmla="*/ 1258907 h 1854395"/>
                  <a:gd name="connsiteX15" fmla="*/ 1143357 w 1344721"/>
                  <a:gd name="connsiteY15" fmla="*/ 1271677 h 1854395"/>
                  <a:gd name="connsiteX16" fmla="*/ 952530 w 1344721"/>
                  <a:gd name="connsiteY16" fmla="*/ 1139785 h 1854395"/>
                  <a:gd name="connsiteX17" fmla="*/ 939939 w 1344721"/>
                  <a:gd name="connsiteY17" fmla="*/ 1704499 h 1854395"/>
                  <a:gd name="connsiteX18" fmla="*/ 862965 w 1344721"/>
                  <a:gd name="connsiteY18" fmla="*/ 1828354 h 1854395"/>
                  <a:gd name="connsiteX19" fmla="*/ 782508 w 1344721"/>
                  <a:gd name="connsiteY19" fmla="*/ 1847463 h 1854395"/>
                  <a:gd name="connsiteX20" fmla="*/ 538906 w 1344721"/>
                  <a:gd name="connsiteY20" fmla="*/ 1734681 h 1854395"/>
                  <a:gd name="connsiteX21" fmla="*/ 572929 w 1344721"/>
                  <a:gd name="connsiteY21" fmla="*/ 1372850 h 1854395"/>
                  <a:gd name="connsiteX22" fmla="*/ 522744 w 1344721"/>
                  <a:gd name="connsiteY22" fmla="*/ 1434644 h 1854395"/>
                  <a:gd name="connsiteX23" fmla="*/ 398710 w 1344721"/>
                  <a:gd name="connsiteY23" fmla="*/ 1596271 h 1854395"/>
                  <a:gd name="connsiteX24" fmla="*/ 293162 w 1344721"/>
                  <a:gd name="connsiteY24" fmla="*/ 1721822 h 1854395"/>
                  <a:gd name="connsiteX25" fmla="*/ 233958 w 1344721"/>
                  <a:gd name="connsiteY25" fmla="*/ 1674049 h 1854395"/>
                  <a:gd name="connsiteX26" fmla="*/ 2679 w 1344721"/>
                  <a:gd name="connsiteY26" fmla="*/ 1436608 h 1854395"/>
                  <a:gd name="connsiteX27" fmla="*/ 43398 w 1344721"/>
                  <a:gd name="connsiteY27" fmla="*/ 1392853 h 1854395"/>
                  <a:gd name="connsiteX28" fmla="*/ 484257 w 1344721"/>
                  <a:gd name="connsiteY28" fmla="*/ 976283 h 1854395"/>
                  <a:gd name="connsiteX29" fmla="*/ 587305 w 1344721"/>
                  <a:gd name="connsiteY29" fmla="*/ 839212 h 1854395"/>
                  <a:gd name="connsiteX30" fmla="*/ 452378 w 1344721"/>
                  <a:gd name="connsiteY30" fmla="*/ 872609 h 1854395"/>
                  <a:gd name="connsiteX31" fmla="*/ 176629 w 1344721"/>
                  <a:gd name="connsiteY31" fmla="*/ 930384 h 1854395"/>
                  <a:gd name="connsiteX32" fmla="*/ 138053 w 1344721"/>
                  <a:gd name="connsiteY32" fmla="*/ 904131 h 1854395"/>
                  <a:gd name="connsiteX33" fmla="*/ 0 w 1344721"/>
                  <a:gd name="connsiteY33" fmla="*/ 602575 h 1854395"/>
                  <a:gd name="connsiteX34" fmla="*/ 103227 w 1344721"/>
                  <a:gd name="connsiteY34" fmla="*/ 567750 h 1854395"/>
                  <a:gd name="connsiteX35" fmla="*/ 611058 w 1344721"/>
                  <a:gd name="connsiteY35" fmla="*/ 425946 h 1854395"/>
                  <a:gd name="connsiteX36" fmla="*/ 615791 w 1344721"/>
                  <a:gd name="connsiteY36" fmla="*/ 275749 h 1854395"/>
                  <a:gd name="connsiteX37" fmla="*/ 608379 w 1344721"/>
                  <a:gd name="connsiteY37" fmla="*/ 0 h 185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44721" h="1854395">
                    <a:moveTo>
                      <a:pt x="608379" y="0"/>
                    </a:moveTo>
                    <a:cubicBezTo>
                      <a:pt x="710893" y="27861"/>
                      <a:pt x="812512" y="58936"/>
                      <a:pt x="913150" y="92869"/>
                    </a:cubicBezTo>
                    <a:cubicBezTo>
                      <a:pt x="937171" y="102870"/>
                      <a:pt x="965121" y="109389"/>
                      <a:pt x="983337" y="129302"/>
                    </a:cubicBezTo>
                    <a:cubicBezTo>
                      <a:pt x="1001911" y="196542"/>
                      <a:pt x="983069" y="266730"/>
                      <a:pt x="983069" y="335131"/>
                    </a:cubicBezTo>
                    <a:cubicBezTo>
                      <a:pt x="1035754" y="328434"/>
                      <a:pt x="1088708" y="323701"/>
                      <a:pt x="1141571" y="317808"/>
                    </a:cubicBezTo>
                    <a:cubicBezTo>
                      <a:pt x="1163717" y="314414"/>
                      <a:pt x="1185595" y="325219"/>
                      <a:pt x="1199971" y="341650"/>
                    </a:cubicBezTo>
                    <a:cubicBezTo>
                      <a:pt x="1205686" y="424071"/>
                      <a:pt x="1193274" y="506492"/>
                      <a:pt x="1187202" y="588645"/>
                    </a:cubicBezTo>
                    <a:cubicBezTo>
                      <a:pt x="1180951" y="607844"/>
                      <a:pt x="1187023" y="638294"/>
                      <a:pt x="1163985" y="646867"/>
                    </a:cubicBezTo>
                    <a:cubicBezTo>
                      <a:pt x="1101209" y="669369"/>
                      <a:pt x="1034594" y="680085"/>
                      <a:pt x="972264" y="703838"/>
                    </a:cubicBezTo>
                    <a:cubicBezTo>
                      <a:pt x="962442" y="747058"/>
                      <a:pt x="967799" y="794117"/>
                      <a:pt x="963870" y="838766"/>
                    </a:cubicBezTo>
                    <a:cubicBezTo>
                      <a:pt x="981462" y="831175"/>
                      <a:pt x="1000393" y="813673"/>
                      <a:pt x="1020306" y="825907"/>
                    </a:cubicBezTo>
                    <a:cubicBezTo>
                      <a:pt x="1110764" y="868591"/>
                      <a:pt x="1200507" y="912971"/>
                      <a:pt x="1289983" y="957709"/>
                    </a:cubicBezTo>
                    <a:cubicBezTo>
                      <a:pt x="1309360" y="967442"/>
                      <a:pt x="1327487" y="979497"/>
                      <a:pt x="1344722" y="992624"/>
                    </a:cubicBezTo>
                    <a:cubicBezTo>
                      <a:pt x="1342846" y="1010930"/>
                      <a:pt x="1340524" y="1029682"/>
                      <a:pt x="1330345" y="1045488"/>
                    </a:cubicBezTo>
                    <a:cubicBezTo>
                      <a:pt x="1285339" y="1122908"/>
                      <a:pt x="1230422" y="1194346"/>
                      <a:pt x="1168450" y="1258907"/>
                    </a:cubicBezTo>
                    <a:cubicBezTo>
                      <a:pt x="1161306" y="1264533"/>
                      <a:pt x="1153984" y="1276767"/>
                      <a:pt x="1143357" y="1271677"/>
                    </a:cubicBezTo>
                    <a:cubicBezTo>
                      <a:pt x="1077367" y="1231493"/>
                      <a:pt x="1017806" y="1181308"/>
                      <a:pt x="952530" y="1139785"/>
                    </a:cubicBezTo>
                    <a:cubicBezTo>
                      <a:pt x="948065" y="1327934"/>
                      <a:pt x="955298" y="1516618"/>
                      <a:pt x="939939" y="1704499"/>
                    </a:cubicBezTo>
                    <a:cubicBezTo>
                      <a:pt x="940296" y="1757720"/>
                      <a:pt x="893772" y="1791117"/>
                      <a:pt x="862965" y="1828354"/>
                    </a:cubicBezTo>
                    <a:cubicBezTo>
                      <a:pt x="844123" y="1853803"/>
                      <a:pt x="810816" y="1861483"/>
                      <a:pt x="782508" y="1847463"/>
                    </a:cubicBezTo>
                    <a:cubicBezTo>
                      <a:pt x="700713" y="1811209"/>
                      <a:pt x="618827" y="1774865"/>
                      <a:pt x="538906" y="1734681"/>
                    </a:cubicBezTo>
                    <a:cubicBezTo>
                      <a:pt x="556141" y="1614756"/>
                      <a:pt x="567124" y="1493758"/>
                      <a:pt x="572929" y="1372850"/>
                    </a:cubicBezTo>
                    <a:cubicBezTo>
                      <a:pt x="551408" y="1389192"/>
                      <a:pt x="539621" y="1414105"/>
                      <a:pt x="522744" y="1434644"/>
                    </a:cubicBezTo>
                    <a:cubicBezTo>
                      <a:pt x="481042" y="1488222"/>
                      <a:pt x="438805" y="1541443"/>
                      <a:pt x="398710" y="1596271"/>
                    </a:cubicBezTo>
                    <a:cubicBezTo>
                      <a:pt x="363885" y="1638419"/>
                      <a:pt x="333791" y="1684853"/>
                      <a:pt x="293162" y="1721822"/>
                    </a:cubicBezTo>
                    <a:cubicBezTo>
                      <a:pt x="271552" y="1708338"/>
                      <a:pt x="251996" y="1691997"/>
                      <a:pt x="233958" y="1674049"/>
                    </a:cubicBezTo>
                    <a:cubicBezTo>
                      <a:pt x="154216" y="1597878"/>
                      <a:pt x="66883" y="1527155"/>
                      <a:pt x="2679" y="1436608"/>
                    </a:cubicBezTo>
                    <a:cubicBezTo>
                      <a:pt x="15359" y="1421249"/>
                      <a:pt x="28486" y="1406158"/>
                      <a:pt x="43398" y="1392853"/>
                    </a:cubicBezTo>
                    <a:cubicBezTo>
                      <a:pt x="191720" y="1255514"/>
                      <a:pt x="339417" y="1117372"/>
                      <a:pt x="484257" y="976283"/>
                    </a:cubicBezTo>
                    <a:cubicBezTo>
                      <a:pt x="523815" y="935206"/>
                      <a:pt x="567482" y="894219"/>
                      <a:pt x="587305" y="839212"/>
                    </a:cubicBezTo>
                    <a:cubicBezTo>
                      <a:pt x="540871" y="843409"/>
                      <a:pt x="497651" y="862697"/>
                      <a:pt x="452378" y="872609"/>
                    </a:cubicBezTo>
                    <a:cubicBezTo>
                      <a:pt x="360581" y="892344"/>
                      <a:pt x="270123" y="919669"/>
                      <a:pt x="176629" y="930384"/>
                    </a:cubicBezTo>
                    <a:cubicBezTo>
                      <a:pt x="159931" y="929848"/>
                      <a:pt x="145197" y="918865"/>
                      <a:pt x="138053" y="904131"/>
                    </a:cubicBezTo>
                    <a:cubicBezTo>
                      <a:pt x="84296" y="807333"/>
                      <a:pt x="41523" y="704999"/>
                      <a:pt x="0" y="602575"/>
                    </a:cubicBezTo>
                    <a:cubicBezTo>
                      <a:pt x="32593" y="586145"/>
                      <a:pt x="68312" y="577929"/>
                      <a:pt x="103227" y="567750"/>
                    </a:cubicBezTo>
                    <a:cubicBezTo>
                      <a:pt x="271373" y="516850"/>
                      <a:pt x="440144" y="466576"/>
                      <a:pt x="611058" y="425946"/>
                    </a:cubicBezTo>
                    <a:cubicBezTo>
                      <a:pt x="612219" y="375851"/>
                      <a:pt x="618024" y="325844"/>
                      <a:pt x="615791" y="275749"/>
                    </a:cubicBezTo>
                    <a:cubicBezTo>
                      <a:pt x="609808" y="183952"/>
                      <a:pt x="610880" y="91886"/>
                      <a:pt x="608379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3E302A9-4B0C-1CF0-9CD2-3A93B139B0B1}"/>
                </a:ext>
              </a:extLst>
            </p:cNvPr>
            <p:cNvGrpSpPr/>
            <p:nvPr/>
          </p:nvGrpSpPr>
          <p:grpSpPr>
            <a:xfrm>
              <a:off x="6314521" y="2164338"/>
              <a:ext cx="1457731" cy="1520614"/>
              <a:chOff x="1528821" y="1136412"/>
              <a:chExt cx="2632919" cy="2746496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1E9485C4-8985-11E1-24CB-7201557F2D04}"/>
                  </a:ext>
                </a:extLst>
              </p:cNvPr>
              <p:cNvSpPr/>
              <p:nvPr/>
            </p:nvSpPr>
            <p:spPr>
              <a:xfrm>
                <a:off x="1528821" y="1136412"/>
                <a:ext cx="2632919" cy="2746496"/>
              </a:xfrm>
              <a:custGeom>
                <a:avLst/>
                <a:gdLst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18337 w 2632919"/>
                  <a:gd name="connsiteY17" fmla="*/ 1067587 h 2746496"/>
                  <a:gd name="connsiteX18" fmla="*/ 1761177 w 2632919"/>
                  <a:gd name="connsiteY18" fmla="*/ 900985 h 2746496"/>
                  <a:gd name="connsiteX19" fmla="*/ 1761738 w 2632919"/>
                  <a:gd name="connsiteY19" fmla="*/ 900805 h 2746496"/>
                  <a:gd name="connsiteX20" fmla="*/ 1765837 w 2632919"/>
                  <a:gd name="connsiteY20" fmla="*/ 882863 h 2746496"/>
                  <a:gd name="connsiteX21" fmla="*/ 1773179 w 2632919"/>
                  <a:gd name="connsiteY21" fmla="*/ 854312 h 2746496"/>
                  <a:gd name="connsiteX22" fmla="*/ 1772327 w 2632919"/>
                  <a:gd name="connsiteY22" fmla="*/ 854460 h 2746496"/>
                  <a:gd name="connsiteX23" fmla="*/ 1774150 w 2632919"/>
                  <a:gd name="connsiteY23" fmla="*/ 846479 h 2746496"/>
                  <a:gd name="connsiteX24" fmla="*/ 1784419 w 2632919"/>
                  <a:gd name="connsiteY24" fmla="*/ 791684 h 2746496"/>
                  <a:gd name="connsiteX25" fmla="*/ 1519693 w 2632919"/>
                  <a:gd name="connsiteY25" fmla="*/ 404 h 2746496"/>
                  <a:gd name="connsiteX26" fmla="*/ 1588859 w 2632919"/>
                  <a:gd name="connsiteY26" fmla="*/ 24803 h 2746496"/>
                  <a:gd name="connsiteX27" fmla="*/ 1892737 w 2632919"/>
                  <a:gd name="connsiteY27" fmla="*/ 176161 h 2746496"/>
                  <a:gd name="connsiteX28" fmla="*/ 1926848 w 2632919"/>
                  <a:gd name="connsiteY28" fmla="*/ 235097 h 2746496"/>
                  <a:gd name="connsiteX29" fmla="*/ 1729859 w 2632919"/>
                  <a:gd name="connsiteY29" fmla="*/ 406279 h 2746496"/>
                  <a:gd name="connsiteX30" fmla="*/ 1321326 w 2632919"/>
                  <a:gd name="connsiteY30" fmla="*/ 666401 h 2746496"/>
                  <a:gd name="connsiteX31" fmla="*/ 1460272 w 2632919"/>
                  <a:gd name="connsiteY31" fmla="*/ 631039 h 2746496"/>
                  <a:gd name="connsiteX32" fmla="*/ 2062847 w 2632919"/>
                  <a:gd name="connsiteY32" fmla="*/ 411190 h 2746496"/>
                  <a:gd name="connsiteX33" fmla="*/ 2262337 w 2632919"/>
                  <a:gd name="connsiteY33" fmla="*/ 577997 h 2746496"/>
                  <a:gd name="connsiteX34" fmla="*/ 2237780 w 2632919"/>
                  <a:gd name="connsiteY34" fmla="*/ 691582 h 2746496"/>
                  <a:gd name="connsiteX35" fmla="*/ 2089190 w 2632919"/>
                  <a:gd name="connsiteY35" fmla="*/ 1214237 h 2746496"/>
                  <a:gd name="connsiteX36" fmla="*/ 2071509 w 2632919"/>
                  <a:gd name="connsiteY36" fmla="*/ 1256653 h 2746496"/>
                  <a:gd name="connsiteX37" fmla="*/ 2000339 w 2632919"/>
                  <a:gd name="connsiteY37" fmla="*/ 1272637 h 2746496"/>
                  <a:gd name="connsiteX38" fmla="*/ 1443573 w 2632919"/>
                  <a:gd name="connsiteY38" fmla="*/ 1396671 h 2746496"/>
                  <a:gd name="connsiteX39" fmla="*/ 1391335 w 2632919"/>
                  <a:gd name="connsiteY39" fmla="*/ 1418280 h 2746496"/>
                  <a:gd name="connsiteX40" fmla="*/ 1387406 w 2632919"/>
                  <a:gd name="connsiteY40" fmla="*/ 1505523 h 2746496"/>
                  <a:gd name="connsiteX41" fmla="*/ 1962835 w 2632919"/>
                  <a:gd name="connsiteY41" fmla="*/ 1338003 h 2746496"/>
                  <a:gd name="connsiteX42" fmla="*/ 2107228 w 2632919"/>
                  <a:gd name="connsiteY42" fmla="*/ 1312196 h 2746496"/>
                  <a:gd name="connsiteX43" fmla="*/ 2257961 w 2632919"/>
                  <a:gd name="connsiteY43" fmla="*/ 1357291 h 2746496"/>
                  <a:gd name="connsiteX44" fmla="*/ 2349758 w 2632919"/>
                  <a:gd name="connsiteY44" fmla="*/ 1418816 h 2746496"/>
                  <a:gd name="connsiteX45" fmla="*/ 2333506 w 2632919"/>
                  <a:gd name="connsiteY45" fmla="*/ 1518204 h 2746496"/>
                  <a:gd name="connsiteX46" fmla="*/ 2192328 w 2632919"/>
                  <a:gd name="connsiteY46" fmla="*/ 1856728 h 2746496"/>
                  <a:gd name="connsiteX47" fmla="*/ 2245817 w 2632919"/>
                  <a:gd name="connsiteY47" fmla="*/ 1899858 h 2746496"/>
                  <a:gd name="connsiteX48" fmla="*/ 2231886 w 2632919"/>
                  <a:gd name="connsiteY48" fmla="*/ 1971921 h 2746496"/>
                  <a:gd name="connsiteX49" fmla="*/ 2213491 w 2632919"/>
                  <a:gd name="connsiteY49" fmla="*/ 2036840 h 2746496"/>
                  <a:gd name="connsiteX50" fmla="*/ 2126516 w 2632919"/>
                  <a:gd name="connsiteY50" fmla="*/ 2050502 h 2746496"/>
                  <a:gd name="connsiteX51" fmla="*/ 1745307 w 2632919"/>
                  <a:gd name="connsiteY51" fmla="*/ 2105063 h 2746496"/>
                  <a:gd name="connsiteX52" fmla="*/ 1221849 w 2632919"/>
                  <a:gd name="connsiteY52" fmla="*/ 2206147 h 2746496"/>
                  <a:gd name="connsiteX53" fmla="*/ 1700570 w 2632919"/>
                  <a:gd name="connsiteY53" fmla="*/ 2212130 h 2746496"/>
                  <a:gd name="connsiteX54" fmla="*/ 2335024 w 2632919"/>
                  <a:gd name="connsiteY54" fmla="*/ 2124797 h 2746496"/>
                  <a:gd name="connsiteX55" fmla="*/ 2632919 w 2632919"/>
                  <a:gd name="connsiteY55" fmla="*/ 2090865 h 2746496"/>
                  <a:gd name="connsiteX56" fmla="*/ 2410212 w 2632919"/>
                  <a:gd name="connsiteY56" fmla="*/ 2408404 h 2746496"/>
                  <a:gd name="connsiteX57" fmla="*/ 1877199 w 2632919"/>
                  <a:gd name="connsiteY57" fmla="*/ 2734606 h 2746496"/>
                  <a:gd name="connsiteX58" fmla="*/ 1723966 w 2632919"/>
                  <a:gd name="connsiteY58" fmla="*/ 2741660 h 2746496"/>
                  <a:gd name="connsiteX59" fmla="*/ 1124248 w 2632919"/>
                  <a:gd name="connsiteY59" fmla="*/ 2605840 h 2746496"/>
                  <a:gd name="connsiteX60" fmla="*/ 747147 w 2632919"/>
                  <a:gd name="connsiteY60" fmla="*/ 2482610 h 2746496"/>
                  <a:gd name="connsiteX61" fmla="*/ 544800 w 2632919"/>
                  <a:gd name="connsiteY61" fmla="*/ 2719425 h 2746496"/>
                  <a:gd name="connsiteX62" fmla="*/ 246192 w 2632919"/>
                  <a:gd name="connsiteY62" fmla="*/ 2474305 h 2746496"/>
                  <a:gd name="connsiteX63" fmla="*/ 196453 w 2632919"/>
                  <a:gd name="connsiteY63" fmla="*/ 2426710 h 2746496"/>
                  <a:gd name="connsiteX64" fmla="*/ 194221 w 2632919"/>
                  <a:gd name="connsiteY64" fmla="*/ 2371346 h 2746496"/>
                  <a:gd name="connsiteX65" fmla="*/ 361563 w 2632919"/>
                  <a:gd name="connsiteY65" fmla="*/ 2234633 h 2746496"/>
                  <a:gd name="connsiteX66" fmla="*/ 597485 w 2632919"/>
                  <a:gd name="connsiteY66" fmla="*/ 2052020 h 2746496"/>
                  <a:gd name="connsiteX67" fmla="*/ 516493 w 2632919"/>
                  <a:gd name="connsiteY67" fmla="*/ 1927719 h 2746496"/>
                  <a:gd name="connsiteX68" fmla="*/ 458986 w 2632919"/>
                  <a:gd name="connsiteY68" fmla="*/ 1819223 h 2746496"/>
                  <a:gd name="connsiteX69" fmla="*/ 523458 w 2632919"/>
                  <a:gd name="connsiteY69" fmla="*/ 1647595 h 2746496"/>
                  <a:gd name="connsiteX70" fmla="*/ 287536 w 2632919"/>
                  <a:gd name="connsiteY70" fmla="*/ 1785112 h 2746496"/>
                  <a:gd name="connsiteX71" fmla="*/ 182076 w 2632919"/>
                  <a:gd name="connsiteY71" fmla="*/ 1825028 h 2746496"/>
                  <a:gd name="connsiteX72" fmla="*/ 136624 w 2632919"/>
                  <a:gd name="connsiteY72" fmla="*/ 1743500 h 2746496"/>
                  <a:gd name="connsiteX73" fmla="*/ 20628 w 2632919"/>
                  <a:gd name="connsiteY73" fmla="*/ 1521775 h 2746496"/>
                  <a:gd name="connsiteX74" fmla="*/ 0 w 2632919"/>
                  <a:gd name="connsiteY74" fmla="*/ 1447391 h 2746496"/>
                  <a:gd name="connsiteX75" fmla="*/ 222885 w 2632919"/>
                  <a:gd name="connsiteY75" fmla="*/ 1363273 h 2746496"/>
                  <a:gd name="connsiteX76" fmla="*/ 560070 w 2632919"/>
                  <a:gd name="connsiteY76" fmla="*/ 1227185 h 2746496"/>
                  <a:gd name="connsiteX77" fmla="*/ 714822 w 2632919"/>
                  <a:gd name="connsiteY77" fmla="*/ 1162356 h 2746496"/>
                  <a:gd name="connsiteX78" fmla="*/ 846892 w 2632919"/>
                  <a:gd name="connsiteY78" fmla="*/ 1230311 h 2746496"/>
                  <a:gd name="connsiteX79" fmla="*/ 943868 w 2632919"/>
                  <a:gd name="connsiteY79" fmla="*/ 1296122 h 2746496"/>
                  <a:gd name="connsiteX80" fmla="*/ 944939 w 2632919"/>
                  <a:gd name="connsiteY80" fmla="*/ 1354076 h 2746496"/>
                  <a:gd name="connsiteX81" fmla="*/ 739914 w 2632919"/>
                  <a:gd name="connsiteY81" fmla="*/ 1774664 h 2746496"/>
                  <a:gd name="connsiteX82" fmla="*/ 738753 w 2632919"/>
                  <a:gd name="connsiteY82" fmla="*/ 1812437 h 2746496"/>
                  <a:gd name="connsiteX83" fmla="*/ 962620 w 2632919"/>
                  <a:gd name="connsiteY83" fmla="*/ 1999603 h 2746496"/>
                  <a:gd name="connsiteX84" fmla="*/ 968246 w 2632919"/>
                  <a:gd name="connsiteY84" fmla="*/ 2029607 h 2746496"/>
                  <a:gd name="connsiteX85" fmla="*/ 902523 w 2632919"/>
                  <a:gd name="connsiteY85" fmla="*/ 2155248 h 2746496"/>
                  <a:gd name="connsiteX86" fmla="*/ 1084421 w 2632919"/>
                  <a:gd name="connsiteY86" fmla="*/ 2188913 h 2746496"/>
                  <a:gd name="connsiteX87" fmla="*/ 1180594 w 2632919"/>
                  <a:gd name="connsiteY87" fmla="*/ 2199807 h 2746496"/>
                  <a:gd name="connsiteX88" fmla="*/ 1126659 w 2632919"/>
                  <a:gd name="connsiteY88" fmla="*/ 2163552 h 2746496"/>
                  <a:gd name="connsiteX89" fmla="*/ 1121747 w 2632919"/>
                  <a:gd name="connsiteY89" fmla="*/ 2044966 h 2746496"/>
                  <a:gd name="connsiteX90" fmla="*/ 971014 w 2632919"/>
                  <a:gd name="connsiteY90" fmla="*/ 1862622 h 2746496"/>
                  <a:gd name="connsiteX91" fmla="*/ 983873 w 2632919"/>
                  <a:gd name="connsiteY91" fmla="*/ 1765645 h 2746496"/>
                  <a:gd name="connsiteX92" fmla="*/ 1042362 w 2632919"/>
                  <a:gd name="connsiteY92" fmla="*/ 1087078 h 2746496"/>
                  <a:gd name="connsiteX93" fmla="*/ 1047363 w 2632919"/>
                  <a:gd name="connsiteY93" fmla="*/ 811776 h 2746496"/>
                  <a:gd name="connsiteX94" fmla="*/ 987624 w 2632919"/>
                  <a:gd name="connsiteY94" fmla="*/ 834011 h 2746496"/>
                  <a:gd name="connsiteX95" fmla="*/ 918061 w 2632919"/>
                  <a:gd name="connsiteY95" fmla="*/ 713282 h 2746496"/>
                  <a:gd name="connsiteX96" fmla="*/ 1161127 w 2632919"/>
                  <a:gd name="connsiteY96" fmla="*/ 427174 h 2746496"/>
                  <a:gd name="connsiteX97" fmla="*/ 1427679 w 2632919"/>
                  <a:gd name="connsiteY97" fmla="*/ 86239 h 2746496"/>
                  <a:gd name="connsiteX98" fmla="*/ 1495276 w 2632919"/>
                  <a:gd name="connsiteY98" fmla="*/ 1853 h 2746496"/>
                  <a:gd name="connsiteX99" fmla="*/ 1519693 w 2632919"/>
                  <a:gd name="connsiteY99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61177 w 2632919"/>
                  <a:gd name="connsiteY17" fmla="*/ 900985 h 2746496"/>
                  <a:gd name="connsiteX18" fmla="*/ 1761738 w 2632919"/>
                  <a:gd name="connsiteY18" fmla="*/ 900805 h 2746496"/>
                  <a:gd name="connsiteX19" fmla="*/ 1765837 w 2632919"/>
                  <a:gd name="connsiteY19" fmla="*/ 882863 h 2746496"/>
                  <a:gd name="connsiteX20" fmla="*/ 1773179 w 2632919"/>
                  <a:gd name="connsiteY20" fmla="*/ 854312 h 2746496"/>
                  <a:gd name="connsiteX21" fmla="*/ 1772327 w 2632919"/>
                  <a:gd name="connsiteY21" fmla="*/ 854460 h 2746496"/>
                  <a:gd name="connsiteX22" fmla="*/ 1774150 w 2632919"/>
                  <a:gd name="connsiteY22" fmla="*/ 846479 h 2746496"/>
                  <a:gd name="connsiteX23" fmla="*/ 1784419 w 2632919"/>
                  <a:gd name="connsiteY23" fmla="*/ 791684 h 2746496"/>
                  <a:gd name="connsiteX24" fmla="*/ 1519693 w 2632919"/>
                  <a:gd name="connsiteY24" fmla="*/ 404 h 2746496"/>
                  <a:gd name="connsiteX25" fmla="*/ 1588859 w 2632919"/>
                  <a:gd name="connsiteY25" fmla="*/ 24803 h 2746496"/>
                  <a:gd name="connsiteX26" fmla="*/ 1892737 w 2632919"/>
                  <a:gd name="connsiteY26" fmla="*/ 176161 h 2746496"/>
                  <a:gd name="connsiteX27" fmla="*/ 1926848 w 2632919"/>
                  <a:gd name="connsiteY27" fmla="*/ 235097 h 2746496"/>
                  <a:gd name="connsiteX28" fmla="*/ 1729859 w 2632919"/>
                  <a:gd name="connsiteY28" fmla="*/ 406279 h 2746496"/>
                  <a:gd name="connsiteX29" fmla="*/ 1321326 w 2632919"/>
                  <a:gd name="connsiteY29" fmla="*/ 666401 h 2746496"/>
                  <a:gd name="connsiteX30" fmla="*/ 1460272 w 2632919"/>
                  <a:gd name="connsiteY30" fmla="*/ 631039 h 2746496"/>
                  <a:gd name="connsiteX31" fmla="*/ 2062847 w 2632919"/>
                  <a:gd name="connsiteY31" fmla="*/ 411190 h 2746496"/>
                  <a:gd name="connsiteX32" fmla="*/ 2262337 w 2632919"/>
                  <a:gd name="connsiteY32" fmla="*/ 577997 h 2746496"/>
                  <a:gd name="connsiteX33" fmla="*/ 2237780 w 2632919"/>
                  <a:gd name="connsiteY33" fmla="*/ 691582 h 2746496"/>
                  <a:gd name="connsiteX34" fmla="*/ 2089190 w 2632919"/>
                  <a:gd name="connsiteY34" fmla="*/ 1214237 h 2746496"/>
                  <a:gd name="connsiteX35" fmla="*/ 2071509 w 2632919"/>
                  <a:gd name="connsiteY35" fmla="*/ 1256653 h 2746496"/>
                  <a:gd name="connsiteX36" fmla="*/ 2000339 w 2632919"/>
                  <a:gd name="connsiteY36" fmla="*/ 1272637 h 2746496"/>
                  <a:gd name="connsiteX37" fmla="*/ 1443573 w 2632919"/>
                  <a:gd name="connsiteY37" fmla="*/ 1396671 h 2746496"/>
                  <a:gd name="connsiteX38" fmla="*/ 1391335 w 2632919"/>
                  <a:gd name="connsiteY38" fmla="*/ 1418280 h 2746496"/>
                  <a:gd name="connsiteX39" fmla="*/ 1387406 w 2632919"/>
                  <a:gd name="connsiteY39" fmla="*/ 1505523 h 2746496"/>
                  <a:gd name="connsiteX40" fmla="*/ 1962835 w 2632919"/>
                  <a:gd name="connsiteY40" fmla="*/ 1338003 h 2746496"/>
                  <a:gd name="connsiteX41" fmla="*/ 2107228 w 2632919"/>
                  <a:gd name="connsiteY41" fmla="*/ 1312196 h 2746496"/>
                  <a:gd name="connsiteX42" fmla="*/ 2257961 w 2632919"/>
                  <a:gd name="connsiteY42" fmla="*/ 1357291 h 2746496"/>
                  <a:gd name="connsiteX43" fmla="*/ 2349758 w 2632919"/>
                  <a:gd name="connsiteY43" fmla="*/ 1418816 h 2746496"/>
                  <a:gd name="connsiteX44" fmla="*/ 2333506 w 2632919"/>
                  <a:gd name="connsiteY44" fmla="*/ 1518204 h 2746496"/>
                  <a:gd name="connsiteX45" fmla="*/ 2192328 w 2632919"/>
                  <a:gd name="connsiteY45" fmla="*/ 1856728 h 2746496"/>
                  <a:gd name="connsiteX46" fmla="*/ 2245817 w 2632919"/>
                  <a:gd name="connsiteY46" fmla="*/ 1899858 h 2746496"/>
                  <a:gd name="connsiteX47" fmla="*/ 2231886 w 2632919"/>
                  <a:gd name="connsiteY47" fmla="*/ 1971921 h 2746496"/>
                  <a:gd name="connsiteX48" fmla="*/ 2213491 w 2632919"/>
                  <a:gd name="connsiteY48" fmla="*/ 2036840 h 2746496"/>
                  <a:gd name="connsiteX49" fmla="*/ 2126516 w 2632919"/>
                  <a:gd name="connsiteY49" fmla="*/ 2050502 h 2746496"/>
                  <a:gd name="connsiteX50" fmla="*/ 1745307 w 2632919"/>
                  <a:gd name="connsiteY50" fmla="*/ 2105063 h 2746496"/>
                  <a:gd name="connsiteX51" fmla="*/ 1221849 w 2632919"/>
                  <a:gd name="connsiteY51" fmla="*/ 2206147 h 2746496"/>
                  <a:gd name="connsiteX52" fmla="*/ 1700570 w 2632919"/>
                  <a:gd name="connsiteY52" fmla="*/ 2212130 h 2746496"/>
                  <a:gd name="connsiteX53" fmla="*/ 2335024 w 2632919"/>
                  <a:gd name="connsiteY53" fmla="*/ 2124797 h 2746496"/>
                  <a:gd name="connsiteX54" fmla="*/ 2632919 w 2632919"/>
                  <a:gd name="connsiteY54" fmla="*/ 2090865 h 2746496"/>
                  <a:gd name="connsiteX55" fmla="*/ 2410212 w 2632919"/>
                  <a:gd name="connsiteY55" fmla="*/ 2408404 h 2746496"/>
                  <a:gd name="connsiteX56" fmla="*/ 1877199 w 2632919"/>
                  <a:gd name="connsiteY56" fmla="*/ 2734606 h 2746496"/>
                  <a:gd name="connsiteX57" fmla="*/ 1723966 w 2632919"/>
                  <a:gd name="connsiteY57" fmla="*/ 2741660 h 2746496"/>
                  <a:gd name="connsiteX58" fmla="*/ 1124248 w 2632919"/>
                  <a:gd name="connsiteY58" fmla="*/ 2605840 h 2746496"/>
                  <a:gd name="connsiteX59" fmla="*/ 747147 w 2632919"/>
                  <a:gd name="connsiteY59" fmla="*/ 2482610 h 2746496"/>
                  <a:gd name="connsiteX60" fmla="*/ 544800 w 2632919"/>
                  <a:gd name="connsiteY60" fmla="*/ 2719425 h 2746496"/>
                  <a:gd name="connsiteX61" fmla="*/ 246192 w 2632919"/>
                  <a:gd name="connsiteY61" fmla="*/ 2474305 h 2746496"/>
                  <a:gd name="connsiteX62" fmla="*/ 196453 w 2632919"/>
                  <a:gd name="connsiteY62" fmla="*/ 2426710 h 2746496"/>
                  <a:gd name="connsiteX63" fmla="*/ 194221 w 2632919"/>
                  <a:gd name="connsiteY63" fmla="*/ 2371346 h 2746496"/>
                  <a:gd name="connsiteX64" fmla="*/ 361563 w 2632919"/>
                  <a:gd name="connsiteY64" fmla="*/ 2234633 h 2746496"/>
                  <a:gd name="connsiteX65" fmla="*/ 597485 w 2632919"/>
                  <a:gd name="connsiteY65" fmla="*/ 2052020 h 2746496"/>
                  <a:gd name="connsiteX66" fmla="*/ 516493 w 2632919"/>
                  <a:gd name="connsiteY66" fmla="*/ 1927719 h 2746496"/>
                  <a:gd name="connsiteX67" fmla="*/ 458986 w 2632919"/>
                  <a:gd name="connsiteY67" fmla="*/ 1819223 h 2746496"/>
                  <a:gd name="connsiteX68" fmla="*/ 523458 w 2632919"/>
                  <a:gd name="connsiteY68" fmla="*/ 1647595 h 2746496"/>
                  <a:gd name="connsiteX69" fmla="*/ 287536 w 2632919"/>
                  <a:gd name="connsiteY69" fmla="*/ 1785112 h 2746496"/>
                  <a:gd name="connsiteX70" fmla="*/ 182076 w 2632919"/>
                  <a:gd name="connsiteY70" fmla="*/ 1825028 h 2746496"/>
                  <a:gd name="connsiteX71" fmla="*/ 136624 w 2632919"/>
                  <a:gd name="connsiteY71" fmla="*/ 1743500 h 2746496"/>
                  <a:gd name="connsiteX72" fmla="*/ 20628 w 2632919"/>
                  <a:gd name="connsiteY72" fmla="*/ 1521775 h 2746496"/>
                  <a:gd name="connsiteX73" fmla="*/ 0 w 2632919"/>
                  <a:gd name="connsiteY73" fmla="*/ 1447391 h 2746496"/>
                  <a:gd name="connsiteX74" fmla="*/ 222885 w 2632919"/>
                  <a:gd name="connsiteY74" fmla="*/ 1363273 h 2746496"/>
                  <a:gd name="connsiteX75" fmla="*/ 560070 w 2632919"/>
                  <a:gd name="connsiteY75" fmla="*/ 1227185 h 2746496"/>
                  <a:gd name="connsiteX76" fmla="*/ 714822 w 2632919"/>
                  <a:gd name="connsiteY76" fmla="*/ 1162356 h 2746496"/>
                  <a:gd name="connsiteX77" fmla="*/ 846892 w 2632919"/>
                  <a:gd name="connsiteY77" fmla="*/ 1230311 h 2746496"/>
                  <a:gd name="connsiteX78" fmla="*/ 943868 w 2632919"/>
                  <a:gd name="connsiteY78" fmla="*/ 1296122 h 2746496"/>
                  <a:gd name="connsiteX79" fmla="*/ 944939 w 2632919"/>
                  <a:gd name="connsiteY79" fmla="*/ 1354076 h 2746496"/>
                  <a:gd name="connsiteX80" fmla="*/ 739914 w 2632919"/>
                  <a:gd name="connsiteY80" fmla="*/ 1774664 h 2746496"/>
                  <a:gd name="connsiteX81" fmla="*/ 738753 w 2632919"/>
                  <a:gd name="connsiteY81" fmla="*/ 1812437 h 2746496"/>
                  <a:gd name="connsiteX82" fmla="*/ 962620 w 2632919"/>
                  <a:gd name="connsiteY82" fmla="*/ 1999603 h 2746496"/>
                  <a:gd name="connsiteX83" fmla="*/ 968246 w 2632919"/>
                  <a:gd name="connsiteY83" fmla="*/ 2029607 h 2746496"/>
                  <a:gd name="connsiteX84" fmla="*/ 902523 w 2632919"/>
                  <a:gd name="connsiteY84" fmla="*/ 2155248 h 2746496"/>
                  <a:gd name="connsiteX85" fmla="*/ 1084421 w 2632919"/>
                  <a:gd name="connsiteY85" fmla="*/ 2188913 h 2746496"/>
                  <a:gd name="connsiteX86" fmla="*/ 1180594 w 2632919"/>
                  <a:gd name="connsiteY86" fmla="*/ 2199807 h 2746496"/>
                  <a:gd name="connsiteX87" fmla="*/ 1126659 w 2632919"/>
                  <a:gd name="connsiteY87" fmla="*/ 2163552 h 2746496"/>
                  <a:gd name="connsiteX88" fmla="*/ 1121747 w 2632919"/>
                  <a:gd name="connsiteY88" fmla="*/ 2044966 h 2746496"/>
                  <a:gd name="connsiteX89" fmla="*/ 971014 w 2632919"/>
                  <a:gd name="connsiteY89" fmla="*/ 1862622 h 2746496"/>
                  <a:gd name="connsiteX90" fmla="*/ 983873 w 2632919"/>
                  <a:gd name="connsiteY90" fmla="*/ 1765645 h 2746496"/>
                  <a:gd name="connsiteX91" fmla="*/ 1042362 w 2632919"/>
                  <a:gd name="connsiteY91" fmla="*/ 1087078 h 2746496"/>
                  <a:gd name="connsiteX92" fmla="*/ 1047363 w 2632919"/>
                  <a:gd name="connsiteY92" fmla="*/ 811776 h 2746496"/>
                  <a:gd name="connsiteX93" fmla="*/ 987624 w 2632919"/>
                  <a:gd name="connsiteY93" fmla="*/ 834011 h 2746496"/>
                  <a:gd name="connsiteX94" fmla="*/ 918061 w 2632919"/>
                  <a:gd name="connsiteY94" fmla="*/ 713282 h 2746496"/>
                  <a:gd name="connsiteX95" fmla="*/ 1161127 w 2632919"/>
                  <a:gd name="connsiteY95" fmla="*/ 427174 h 2746496"/>
                  <a:gd name="connsiteX96" fmla="*/ 1427679 w 2632919"/>
                  <a:gd name="connsiteY96" fmla="*/ 86239 h 2746496"/>
                  <a:gd name="connsiteX97" fmla="*/ 1495276 w 2632919"/>
                  <a:gd name="connsiteY97" fmla="*/ 1853 h 2746496"/>
                  <a:gd name="connsiteX98" fmla="*/ 1519693 w 2632919"/>
                  <a:gd name="connsiteY98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2410212 w 2632919"/>
                  <a:gd name="connsiteY54" fmla="*/ 2408404 h 2746496"/>
                  <a:gd name="connsiteX55" fmla="*/ 1877199 w 2632919"/>
                  <a:gd name="connsiteY55" fmla="*/ 2734606 h 2746496"/>
                  <a:gd name="connsiteX56" fmla="*/ 1723966 w 2632919"/>
                  <a:gd name="connsiteY56" fmla="*/ 2741660 h 2746496"/>
                  <a:gd name="connsiteX57" fmla="*/ 1124248 w 2632919"/>
                  <a:gd name="connsiteY57" fmla="*/ 2605840 h 2746496"/>
                  <a:gd name="connsiteX58" fmla="*/ 747147 w 2632919"/>
                  <a:gd name="connsiteY58" fmla="*/ 2482610 h 2746496"/>
                  <a:gd name="connsiteX59" fmla="*/ 544800 w 2632919"/>
                  <a:gd name="connsiteY59" fmla="*/ 2719425 h 2746496"/>
                  <a:gd name="connsiteX60" fmla="*/ 246192 w 2632919"/>
                  <a:gd name="connsiteY60" fmla="*/ 2474305 h 2746496"/>
                  <a:gd name="connsiteX61" fmla="*/ 196453 w 2632919"/>
                  <a:gd name="connsiteY61" fmla="*/ 2426710 h 2746496"/>
                  <a:gd name="connsiteX62" fmla="*/ 194221 w 2632919"/>
                  <a:gd name="connsiteY62" fmla="*/ 2371346 h 2746496"/>
                  <a:gd name="connsiteX63" fmla="*/ 361563 w 2632919"/>
                  <a:gd name="connsiteY63" fmla="*/ 2234633 h 2746496"/>
                  <a:gd name="connsiteX64" fmla="*/ 597485 w 2632919"/>
                  <a:gd name="connsiteY64" fmla="*/ 2052020 h 2746496"/>
                  <a:gd name="connsiteX65" fmla="*/ 516493 w 2632919"/>
                  <a:gd name="connsiteY65" fmla="*/ 1927719 h 2746496"/>
                  <a:gd name="connsiteX66" fmla="*/ 458986 w 2632919"/>
                  <a:gd name="connsiteY66" fmla="*/ 1819223 h 2746496"/>
                  <a:gd name="connsiteX67" fmla="*/ 523458 w 2632919"/>
                  <a:gd name="connsiteY67" fmla="*/ 1647595 h 2746496"/>
                  <a:gd name="connsiteX68" fmla="*/ 287536 w 2632919"/>
                  <a:gd name="connsiteY68" fmla="*/ 1785112 h 2746496"/>
                  <a:gd name="connsiteX69" fmla="*/ 182076 w 2632919"/>
                  <a:gd name="connsiteY69" fmla="*/ 1825028 h 2746496"/>
                  <a:gd name="connsiteX70" fmla="*/ 136624 w 2632919"/>
                  <a:gd name="connsiteY70" fmla="*/ 1743500 h 2746496"/>
                  <a:gd name="connsiteX71" fmla="*/ 20628 w 2632919"/>
                  <a:gd name="connsiteY71" fmla="*/ 1521775 h 2746496"/>
                  <a:gd name="connsiteX72" fmla="*/ 0 w 2632919"/>
                  <a:gd name="connsiteY72" fmla="*/ 1447391 h 2746496"/>
                  <a:gd name="connsiteX73" fmla="*/ 222885 w 2632919"/>
                  <a:gd name="connsiteY73" fmla="*/ 1363273 h 2746496"/>
                  <a:gd name="connsiteX74" fmla="*/ 560070 w 2632919"/>
                  <a:gd name="connsiteY74" fmla="*/ 1227185 h 2746496"/>
                  <a:gd name="connsiteX75" fmla="*/ 714822 w 2632919"/>
                  <a:gd name="connsiteY75" fmla="*/ 1162356 h 2746496"/>
                  <a:gd name="connsiteX76" fmla="*/ 846892 w 2632919"/>
                  <a:gd name="connsiteY76" fmla="*/ 1230311 h 2746496"/>
                  <a:gd name="connsiteX77" fmla="*/ 943868 w 2632919"/>
                  <a:gd name="connsiteY77" fmla="*/ 1296122 h 2746496"/>
                  <a:gd name="connsiteX78" fmla="*/ 944939 w 2632919"/>
                  <a:gd name="connsiteY78" fmla="*/ 1354076 h 2746496"/>
                  <a:gd name="connsiteX79" fmla="*/ 739914 w 2632919"/>
                  <a:gd name="connsiteY79" fmla="*/ 1774664 h 2746496"/>
                  <a:gd name="connsiteX80" fmla="*/ 738753 w 2632919"/>
                  <a:gd name="connsiteY80" fmla="*/ 1812437 h 2746496"/>
                  <a:gd name="connsiteX81" fmla="*/ 962620 w 2632919"/>
                  <a:gd name="connsiteY81" fmla="*/ 1999603 h 2746496"/>
                  <a:gd name="connsiteX82" fmla="*/ 968246 w 2632919"/>
                  <a:gd name="connsiteY82" fmla="*/ 2029607 h 2746496"/>
                  <a:gd name="connsiteX83" fmla="*/ 902523 w 2632919"/>
                  <a:gd name="connsiteY83" fmla="*/ 2155248 h 2746496"/>
                  <a:gd name="connsiteX84" fmla="*/ 1084421 w 2632919"/>
                  <a:gd name="connsiteY84" fmla="*/ 2188913 h 2746496"/>
                  <a:gd name="connsiteX85" fmla="*/ 1180594 w 2632919"/>
                  <a:gd name="connsiteY85" fmla="*/ 2199807 h 2746496"/>
                  <a:gd name="connsiteX86" fmla="*/ 1126659 w 2632919"/>
                  <a:gd name="connsiteY86" fmla="*/ 2163552 h 2746496"/>
                  <a:gd name="connsiteX87" fmla="*/ 1121747 w 2632919"/>
                  <a:gd name="connsiteY87" fmla="*/ 2044966 h 2746496"/>
                  <a:gd name="connsiteX88" fmla="*/ 971014 w 2632919"/>
                  <a:gd name="connsiteY88" fmla="*/ 1862622 h 2746496"/>
                  <a:gd name="connsiteX89" fmla="*/ 983873 w 2632919"/>
                  <a:gd name="connsiteY89" fmla="*/ 1765645 h 2746496"/>
                  <a:gd name="connsiteX90" fmla="*/ 1042362 w 2632919"/>
                  <a:gd name="connsiteY90" fmla="*/ 1087078 h 2746496"/>
                  <a:gd name="connsiteX91" fmla="*/ 1047363 w 2632919"/>
                  <a:gd name="connsiteY91" fmla="*/ 811776 h 2746496"/>
                  <a:gd name="connsiteX92" fmla="*/ 987624 w 2632919"/>
                  <a:gd name="connsiteY92" fmla="*/ 834011 h 2746496"/>
                  <a:gd name="connsiteX93" fmla="*/ 918061 w 2632919"/>
                  <a:gd name="connsiteY93" fmla="*/ 713282 h 2746496"/>
                  <a:gd name="connsiteX94" fmla="*/ 1161127 w 2632919"/>
                  <a:gd name="connsiteY94" fmla="*/ 427174 h 2746496"/>
                  <a:gd name="connsiteX95" fmla="*/ 1427679 w 2632919"/>
                  <a:gd name="connsiteY95" fmla="*/ 86239 h 2746496"/>
                  <a:gd name="connsiteX96" fmla="*/ 1495276 w 2632919"/>
                  <a:gd name="connsiteY96" fmla="*/ 1853 h 2746496"/>
                  <a:gd name="connsiteX97" fmla="*/ 1519693 w 2632919"/>
                  <a:gd name="connsiteY97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1877199 w 2632919"/>
                  <a:gd name="connsiteY54" fmla="*/ 2734606 h 2746496"/>
                  <a:gd name="connsiteX55" fmla="*/ 1723966 w 2632919"/>
                  <a:gd name="connsiteY55" fmla="*/ 2741660 h 2746496"/>
                  <a:gd name="connsiteX56" fmla="*/ 1124248 w 2632919"/>
                  <a:gd name="connsiteY56" fmla="*/ 2605840 h 2746496"/>
                  <a:gd name="connsiteX57" fmla="*/ 747147 w 2632919"/>
                  <a:gd name="connsiteY57" fmla="*/ 2482610 h 2746496"/>
                  <a:gd name="connsiteX58" fmla="*/ 544800 w 2632919"/>
                  <a:gd name="connsiteY58" fmla="*/ 2719425 h 2746496"/>
                  <a:gd name="connsiteX59" fmla="*/ 246192 w 2632919"/>
                  <a:gd name="connsiteY59" fmla="*/ 2474305 h 2746496"/>
                  <a:gd name="connsiteX60" fmla="*/ 196453 w 2632919"/>
                  <a:gd name="connsiteY60" fmla="*/ 2426710 h 2746496"/>
                  <a:gd name="connsiteX61" fmla="*/ 194221 w 2632919"/>
                  <a:gd name="connsiteY61" fmla="*/ 2371346 h 2746496"/>
                  <a:gd name="connsiteX62" fmla="*/ 361563 w 2632919"/>
                  <a:gd name="connsiteY62" fmla="*/ 2234633 h 2746496"/>
                  <a:gd name="connsiteX63" fmla="*/ 597485 w 2632919"/>
                  <a:gd name="connsiteY63" fmla="*/ 2052020 h 2746496"/>
                  <a:gd name="connsiteX64" fmla="*/ 516493 w 2632919"/>
                  <a:gd name="connsiteY64" fmla="*/ 1927719 h 2746496"/>
                  <a:gd name="connsiteX65" fmla="*/ 458986 w 2632919"/>
                  <a:gd name="connsiteY65" fmla="*/ 1819223 h 2746496"/>
                  <a:gd name="connsiteX66" fmla="*/ 523458 w 2632919"/>
                  <a:gd name="connsiteY66" fmla="*/ 1647595 h 2746496"/>
                  <a:gd name="connsiteX67" fmla="*/ 287536 w 2632919"/>
                  <a:gd name="connsiteY67" fmla="*/ 1785112 h 2746496"/>
                  <a:gd name="connsiteX68" fmla="*/ 182076 w 2632919"/>
                  <a:gd name="connsiteY68" fmla="*/ 1825028 h 2746496"/>
                  <a:gd name="connsiteX69" fmla="*/ 136624 w 2632919"/>
                  <a:gd name="connsiteY69" fmla="*/ 1743500 h 2746496"/>
                  <a:gd name="connsiteX70" fmla="*/ 20628 w 2632919"/>
                  <a:gd name="connsiteY70" fmla="*/ 1521775 h 2746496"/>
                  <a:gd name="connsiteX71" fmla="*/ 0 w 2632919"/>
                  <a:gd name="connsiteY71" fmla="*/ 1447391 h 2746496"/>
                  <a:gd name="connsiteX72" fmla="*/ 222885 w 2632919"/>
                  <a:gd name="connsiteY72" fmla="*/ 1363273 h 2746496"/>
                  <a:gd name="connsiteX73" fmla="*/ 560070 w 2632919"/>
                  <a:gd name="connsiteY73" fmla="*/ 1227185 h 2746496"/>
                  <a:gd name="connsiteX74" fmla="*/ 714822 w 2632919"/>
                  <a:gd name="connsiteY74" fmla="*/ 1162356 h 2746496"/>
                  <a:gd name="connsiteX75" fmla="*/ 846892 w 2632919"/>
                  <a:gd name="connsiteY75" fmla="*/ 1230311 h 2746496"/>
                  <a:gd name="connsiteX76" fmla="*/ 943868 w 2632919"/>
                  <a:gd name="connsiteY76" fmla="*/ 1296122 h 2746496"/>
                  <a:gd name="connsiteX77" fmla="*/ 944939 w 2632919"/>
                  <a:gd name="connsiteY77" fmla="*/ 1354076 h 2746496"/>
                  <a:gd name="connsiteX78" fmla="*/ 739914 w 2632919"/>
                  <a:gd name="connsiteY78" fmla="*/ 1774664 h 2746496"/>
                  <a:gd name="connsiteX79" fmla="*/ 738753 w 2632919"/>
                  <a:gd name="connsiteY79" fmla="*/ 1812437 h 2746496"/>
                  <a:gd name="connsiteX80" fmla="*/ 962620 w 2632919"/>
                  <a:gd name="connsiteY80" fmla="*/ 1999603 h 2746496"/>
                  <a:gd name="connsiteX81" fmla="*/ 968246 w 2632919"/>
                  <a:gd name="connsiteY81" fmla="*/ 2029607 h 2746496"/>
                  <a:gd name="connsiteX82" fmla="*/ 902523 w 2632919"/>
                  <a:gd name="connsiteY82" fmla="*/ 2155248 h 2746496"/>
                  <a:gd name="connsiteX83" fmla="*/ 1084421 w 2632919"/>
                  <a:gd name="connsiteY83" fmla="*/ 2188913 h 2746496"/>
                  <a:gd name="connsiteX84" fmla="*/ 1180594 w 2632919"/>
                  <a:gd name="connsiteY84" fmla="*/ 2199807 h 2746496"/>
                  <a:gd name="connsiteX85" fmla="*/ 1126659 w 2632919"/>
                  <a:gd name="connsiteY85" fmla="*/ 2163552 h 2746496"/>
                  <a:gd name="connsiteX86" fmla="*/ 1121747 w 2632919"/>
                  <a:gd name="connsiteY86" fmla="*/ 2044966 h 2746496"/>
                  <a:gd name="connsiteX87" fmla="*/ 971014 w 2632919"/>
                  <a:gd name="connsiteY87" fmla="*/ 1862622 h 2746496"/>
                  <a:gd name="connsiteX88" fmla="*/ 983873 w 2632919"/>
                  <a:gd name="connsiteY88" fmla="*/ 1765645 h 2746496"/>
                  <a:gd name="connsiteX89" fmla="*/ 1042362 w 2632919"/>
                  <a:gd name="connsiteY89" fmla="*/ 1087078 h 2746496"/>
                  <a:gd name="connsiteX90" fmla="*/ 1047363 w 2632919"/>
                  <a:gd name="connsiteY90" fmla="*/ 811776 h 2746496"/>
                  <a:gd name="connsiteX91" fmla="*/ 987624 w 2632919"/>
                  <a:gd name="connsiteY91" fmla="*/ 834011 h 2746496"/>
                  <a:gd name="connsiteX92" fmla="*/ 918061 w 2632919"/>
                  <a:gd name="connsiteY92" fmla="*/ 713282 h 2746496"/>
                  <a:gd name="connsiteX93" fmla="*/ 1161127 w 2632919"/>
                  <a:gd name="connsiteY93" fmla="*/ 427174 h 2746496"/>
                  <a:gd name="connsiteX94" fmla="*/ 1427679 w 2632919"/>
                  <a:gd name="connsiteY94" fmla="*/ 86239 h 2746496"/>
                  <a:gd name="connsiteX95" fmla="*/ 1495276 w 2632919"/>
                  <a:gd name="connsiteY95" fmla="*/ 1853 h 2746496"/>
                  <a:gd name="connsiteX96" fmla="*/ 1519693 w 2632919"/>
                  <a:gd name="connsiteY96" fmla="*/ 404 h 274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2632919" h="2746496">
                    <a:moveTo>
                      <a:pt x="1856304" y="1641433"/>
                    </a:moveTo>
                    <a:cubicBezTo>
                      <a:pt x="1814512" y="1644737"/>
                      <a:pt x="1773972" y="1656167"/>
                      <a:pt x="1733877" y="1667597"/>
                    </a:cubicBezTo>
                    <a:cubicBezTo>
                      <a:pt x="1654314" y="1692243"/>
                      <a:pt x="1573590" y="1713317"/>
                      <a:pt x="1495723" y="1743142"/>
                    </a:cubicBezTo>
                    <a:cubicBezTo>
                      <a:pt x="1457861" y="1758412"/>
                      <a:pt x="1415356" y="1765199"/>
                      <a:pt x="1381066" y="1787702"/>
                    </a:cubicBezTo>
                    <a:cubicBezTo>
                      <a:pt x="1374457" y="1827081"/>
                      <a:pt x="1371243" y="1867087"/>
                      <a:pt x="1371779" y="1907091"/>
                    </a:cubicBezTo>
                    <a:cubicBezTo>
                      <a:pt x="1507063" y="1865390"/>
                      <a:pt x="1645206" y="1834136"/>
                      <a:pt x="1782366" y="1799489"/>
                    </a:cubicBezTo>
                    <a:cubicBezTo>
                      <a:pt x="1792099" y="1795649"/>
                      <a:pt x="1808172" y="1796542"/>
                      <a:pt x="1811298" y="1783772"/>
                    </a:cubicBezTo>
                    <a:cubicBezTo>
                      <a:pt x="1826746" y="1736535"/>
                      <a:pt x="1841391" y="1688939"/>
                      <a:pt x="1856304" y="1641433"/>
                    </a:cubicBezTo>
                    <a:close/>
                    <a:moveTo>
                      <a:pt x="1784419" y="791684"/>
                    </a:moveTo>
                    <a:cubicBezTo>
                      <a:pt x="1655564" y="824546"/>
                      <a:pt x="1530459" y="871516"/>
                      <a:pt x="1405533" y="916968"/>
                    </a:cubicBezTo>
                    <a:cubicBezTo>
                      <a:pt x="1403033" y="951168"/>
                      <a:pt x="1403836" y="985458"/>
                      <a:pt x="1404550" y="1019748"/>
                    </a:cubicBezTo>
                    <a:lnTo>
                      <a:pt x="1408054" y="1177490"/>
                    </a:lnTo>
                    <a:lnTo>
                      <a:pt x="1406158" y="1178161"/>
                    </a:lnTo>
                    <a:cubicBezTo>
                      <a:pt x="1405711" y="1195038"/>
                      <a:pt x="1405176" y="1212005"/>
                      <a:pt x="1405087" y="1228882"/>
                    </a:cubicBezTo>
                    <a:cubicBezTo>
                      <a:pt x="1507331" y="1205486"/>
                      <a:pt x="1605826" y="1168428"/>
                      <a:pt x="1707892" y="1144139"/>
                    </a:cubicBezTo>
                    <a:cubicBezTo>
                      <a:pt x="1712982" y="1118064"/>
                      <a:pt x="1718965" y="1092258"/>
                      <a:pt x="1722805" y="1066004"/>
                    </a:cubicBezTo>
                    <a:lnTo>
                      <a:pt x="1761177" y="900985"/>
                    </a:lnTo>
                    <a:lnTo>
                      <a:pt x="1761738" y="900805"/>
                    </a:lnTo>
                    <a:lnTo>
                      <a:pt x="1765837" y="882863"/>
                    </a:lnTo>
                    <a:lnTo>
                      <a:pt x="1773179" y="854312"/>
                    </a:lnTo>
                    <a:lnTo>
                      <a:pt x="1772327" y="854460"/>
                    </a:lnTo>
                    <a:lnTo>
                      <a:pt x="1774150" y="846479"/>
                    </a:lnTo>
                    <a:cubicBezTo>
                      <a:pt x="1778325" y="828363"/>
                      <a:pt x="1782142" y="810169"/>
                      <a:pt x="1784419" y="791684"/>
                    </a:cubicBezTo>
                    <a:close/>
                    <a:moveTo>
                      <a:pt x="1519693" y="404"/>
                    </a:moveTo>
                    <a:cubicBezTo>
                      <a:pt x="1543804" y="2786"/>
                      <a:pt x="1566959" y="15226"/>
                      <a:pt x="1588859" y="24803"/>
                    </a:cubicBezTo>
                    <a:cubicBezTo>
                      <a:pt x="1690211" y="74988"/>
                      <a:pt x="1793260" y="122136"/>
                      <a:pt x="1892737" y="176161"/>
                    </a:cubicBezTo>
                    <a:cubicBezTo>
                      <a:pt x="1912025" y="187680"/>
                      <a:pt x="1945779" y="209558"/>
                      <a:pt x="1926848" y="235097"/>
                    </a:cubicBezTo>
                    <a:cubicBezTo>
                      <a:pt x="1873091" y="304391"/>
                      <a:pt x="1798975" y="353683"/>
                      <a:pt x="1729859" y="406279"/>
                    </a:cubicBezTo>
                    <a:cubicBezTo>
                      <a:pt x="1600736" y="503702"/>
                      <a:pt x="1460450" y="584337"/>
                      <a:pt x="1321326" y="666401"/>
                    </a:cubicBezTo>
                    <a:cubicBezTo>
                      <a:pt x="1370618" y="670955"/>
                      <a:pt x="1415177" y="646845"/>
                      <a:pt x="1460272" y="631039"/>
                    </a:cubicBezTo>
                    <a:cubicBezTo>
                      <a:pt x="1661011" y="557548"/>
                      <a:pt x="1859875" y="478699"/>
                      <a:pt x="2062847" y="411190"/>
                    </a:cubicBezTo>
                    <a:cubicBezTo>
                      <a:pt x="2133838" y="460661"/>
                      <a:pt x="2203401" y="514507"/>
                      <a:pt x="2262337" y="577997"/>
                    </a:cubicBezTo>
                    <a:cubicBezTo>
                      <a:pt x="2266712" y="616752"/>
                      <a:pt x="2246531" y="654167"/>
                      <a:pt x="2237780" y="691582"/>
                    </a:cubicBezTo>
                    <a:cubicBezTo>
                      <a:pt x="2187595" y="865622"/>
                      <a:pt x="2135624" y="1039126"/>
                      <a:pt x="2089190" y="1214237"/>
                    </a:cubicBezTo>
                    <a:cubicBezTo>
                      <a:pt x="2084636" y="1228882"/>
                      <a:pt x="2079278" y="1243348"/>
                      <a:pt x="2071509" y="1256653"/>
                    </a:cubicBezTo>
                    <a:cubicBezTo>
                      <a:pt x="2049185" y="1266833"/>
                      <a:pt x="2024271" y="1268530"/>
                      <a:pt x="2000339" y="1272637"/>
                    </a:cubicBezTo>
                    <a:cubicBezTo>
                      <a:pt x="1812816" y="1304695"/>
                      <a:pt x="1627168" y="1347021"/>
                      <a:pt x="1443573" y="1396671"/>
                    </a:cubicBezTo>
                    <a:cubicBezTo>
                      <a:pt x="1426607" y="1404261"/>
                      <a:pt x="1402765" y="1402743"/>
                      <a:pt x="1391335" y="1418280"/>
                    </a:cubicBezTo>
                    <a:cubicBezTo>
                      <a:pt x="1388031" y="1447212"/>
                      <a:pt x="1387584" y="1476413"/>
                      <a:pt x="1387406" y="1505523"/>
                    </a:cubicBezTo>
                    <a:cubicBezTo>
                      <a:pt x="1578055" y="1445873"/>
                      <a:pt x="1768257" y="1383901"/>
                      <a:pt x="1962835" y="1338003"/>
                    </a:cubicBezTo>
                    <a:cubicBezTo>
                      <a:pt x="2010430" y="1327198"/>
                      <a:pt x="2057936" y="1312285"/>
                      <a:pt x="2107228" y="1312196"/>
                    </a:cubicBezTo>
                    <a:cubicBezTo>
                      <a:pt x="2161074" y="1310142"/>
                      <a:pt x="2209919" y="1336752"/>
                      <a:pt x="2257961" y="1357291"/>
                    </a:cubicBezTo>
                    <a:cubicBezTo>
                      <a:pt x="2290197" y="1374614"/>
                      <a:pt x="2327613" y="1388098"/>
                      <a:pt x="2349758" y="1418816"/>
                    </a:cubicBezTo>
                    <a:cubicBezTo>
                      <a:pt x="2360384" y="1452302"/>
                      <a:pt x="2341721" y="1486057"/>
                      <a:pt x="2333506" y="1518204"/>
                    </a:cubicBezTo>
                    <a:cubicBezTo>
                      <a:pt x="2291983" y="1633129"/>
                      <a:pt x="2252871" y="1750197"/>
                      <a:pt x="2192328" y="1856728"/>
                    </a:cubicBezTo>
                    <a:cubicBezTo>
                      <a:pt x="2210187" y="1870748"/>
                      <a:pt x="2233940" y="1879499"/>
                      <a:pt x="2245817" y="1899858"/>
                    </a:cubicBezTo>
                    <a:cubicBezTo>
                      <a:pt x="2246441" y="1924594"/>
                      <a:pt x="2235190" y="1947632"/>
                      <a:pt x="2231886" y="1971921"/>
                    </a:cubicBezTo>
                    <a:cubicBezTo>
                      <a:pt x="2226886" y="1993620"/>
                      <a:pt x="2227154" y="2018266"/>
                      <a:pt x="2213491" y="2036840"/>
                    </a:cubicBezTo>
                    <a:cubicBezTo>
                      <a:pt x="2185273" y="2045859"/>
                      <a:pt x="2155537" y="2046216"/>
                      <a:pt x="2126516" y="2050502"/>
                    </a:cubicBezTo>
                    <a:cubicBezTo>
                      <a:pt x="1999446" y="2068808"/>
                      <a:pt x="1871663" y="2082292"/>
                      <a:pt x="1745307" y="2105063"/>
                    </a:cubicBezTo>
                    <a:cubicBezTo>
                      <a:pt x="1569839" y="2133370"/>
                      <a:pt x="1393388" y="2158909"/>
                      <a:pt x="1221849" y="2206147"/>
                    </a:cubicBezTo>
                    <a:cubicBezTo>
                      <a:pt x="1379547" y="2235436"/>
                      <a:pt x="1541889" y="2232400"/>
                      <a:pt x="1700570" y="2212130"/>
                    </a:cubicBezTo>
                    <a:cubicBezTo>
                      <a:pt x="1912382" y="2185787"/>
                      <a:pt x="2123569" y="2153908"/>
                      <a:pt x="2335024" y="2124797"/>
                    </a:cubicBezTo>
                    <a:cubicBezTo>
                      <a:pt x="2433965" y="2111314"/>
                      <a:pt x="2532995" y="2095151"/>
                      <a:pt x="2632919" y="2090865"/>
                    </a:cubicBezTo>
                    <a:cubicBezTo>
                      <a:pt x="2556615" y="2192500"/>
                      <a:pt x="2028691" y="2626140"/>
                      <a:pt x="1877199" y="2734606"/>
                    </a:cubicBezTo>
                    <a:cubicBezTo>
                      <a:pt x="1827639" y="2749965"/>
                      <a:pt x="1774865" y="2748268"/>
                      <a:pt x="1723966" y="2741660"/>
                    </a:cubicBezTo>
                    <a:cubicBezTo>
                      <a:pt x="1521619" y="2707995"/>
                      <a:pt x="1322308" y="2658882"/>
                      <a:pt x="1124248" y="2605840"/>
                    </a:cubicBezTo>
                    <a:cubicBezTo>
                      <a:pt x="997178" y="2569139"/>
                      <a:pt x="871806" y="2526723"/>
                      <a:pt x="747147" y="2482610"/>
                    </a:cubicBezTo>
                    <a:cubicBezTo>
                      <a:pt x="681157" y="2562531"/>
                      <a:pt x="625078" y="2652720"/>
                      <a:pt x="544800" y="2719425"/>
                    </a:cubicBezTo>
                    <a:cubicBezTo>
                      <a:pt x="439698" y="2644952"/>
                      <a:pt x="342900" y="2559227"/>
                      <a:pt x="246192" y="2474305"/>
                    </a:cubicBezTo>
                    <a:cubicBezTo>
                      <a:pt x="229047" y="2459036"/>
                      <a:pt x="211187" y="2444301"/>
                      <a:pt x="196453" y="2426710"/>
                    </a:cubicBezTo>
                    <a:cubicBezTo>
                      <a:pt x="184130" y="2411440"/>
                      <a:pt x="176272" y="2385723"/>
                      <a:pt x="194221" y="2371346"/>
                    </a:cubicBezTo>
                    <a:cubicBezTo>
                      <a:pt x="243513" y="2318304"/>
                      <a:pt x="305842" y="2280353"/>
                      <a:pt x="361563" y="2234633"/>
                    </a:cubicBezTo>
                    <a:cubicBezTo>
                      <a:pt x="441484" y="2175429"/>
                      <a:pt x="518815" y="2112832"/>
                      <a:pt x="597485" y="2052020"/>
                    </a:cubicBezTo>
                    <a:cubicBezTo>
                      <a:pt x="568821" y="2011658"/>
                      <a:pt x="538817" y="1972100"/>
                      <a:pt x="516493" y="1927719"/>
                    </a:cubicBezTo>
                    <a:cubicBezTo>
                      <a:pt x="498187" y="1891107"/>
                      <a:pt x="470863" y="1858693"/>
                      <a:pt x="458986" y="1819223"/>
                    </a:cubicBezTo>
                    <a:cubicBezTo>
                      <a:pt x="467380" y="1758323"/>
                      <a:pt x="499705" y="1703673"/>
                      <a:pt x="523458" y="1647595"/>
                    </a:cubicBezTo>
                    <a:cubicBezTo>
                      <a:pt x="445591" y="1694743"/>
                      <a:pt x="369153" y="1744571"/>
                      <a:pt x="287536" y="1785112"/>
                    </a:cubicBezTo>
                    <a:cubicBezTo>
                      <a:pt x="253871" y="1801096"/>
                      <a:pt x="221278" y="1827617"/>
                      <a:pt x="182076" y="1825028"/>
                    </a:cubicBezTo>
                    <a:cubicBezTo>
                      <a:pt x="159484" y="1803061"/>
                      <a:pt x="152341" y="1770199"/>
                      <a:pt x="136624" y="1743500"/>
                    </a:cubicBezTo>
                    <a:cubicBezTo>
                      <a:pt x="96709" y="1670187"/>
                      <a:pt x="57150" y="1596785"/>
                      <a:pt x="20628" y="1521775"/>
                    </a:cubicBezTo>
                    <a:cubicBezTo>
                      <a:pt x="9198" y="1498380"/>
                      <a:pt x="536" y="1473555"/>
                      <a:pt x="0" y="1447391"/>
                    </a:cubicBezTo>
                    <a:cubicBezTo>
                      <a:pt x="75813" y="1423460"/>
                      <a:pt x="147876" y="1389437"/>
                      <a:pt x="222885" y="1363273"/>
                    </a:cubicBezTo>
                    <a:cubicBezTo>
                      <a:pt x="336739" y="1321661"/>
                      <a:pt x="447467" y="1272101"/>
                      <a:pt x="560070" y="1227185"/>
                    </a:cubicBezTo>
                    <a:cubicBezTo>
                      <a:pt x="611862" y="1206111"/>
                      <a:pt x="664190" y="1186198"/>
                      <a:pt x="714822" y="1162356"/>
                    </a:cubicBezTo>
                    <a:cubicBezTo>
                      <a:pt x="760720" y="1181108"/>
                      <a:pt x="803404" y="1206647"/>
                      <a:pt x="846892" y="1230311"/>
                    </a:cubicBezTo>
                    <a:cubicBezTo>
                      <a:pt x="880646" y="1249867"/>
                      <a:pt x="917079" y="1267101"/>
                      <a:pt x="943868" y="1296122"/>
                    </a:cubicBezTo>
                    <a:cubicBezTo>
                      <a:pt x="958245" y="1312196"/>
                      <a:pt x="948422" y="1335681"/>
                      <a:pt x="944939" y="1354076"/>
                    </a:cubicBezTo>
                    <a:cubicBezTo>
                      <a:pt x="904488" y="1506506"/>
                      <a:pt x="807780" y="1634468"/>
                      <a:pt x="739914" y="1774664"/>
                    </a:cubicBezTo>
                    <a:cubicBezTo>
                      <a:pt x="735717" y="1786630"/>
                      <a:pt x="726073" y="1802168"/>
                      <a:pt x="738753" y="1812437"/>
                    </a:cubicBezTo>
                    <a:cubicBezTo>
                      <a:pt x="807154" y="1881910"/>
                      <a:pt x="896273" y="1927719"/>
                      <a:pt x="962620" y="1999603"/>
                    </a:cubicBezTo>
                    <a:cubicBezTo>
                      <a:pt x="971282" y="2007104"/>
                      <a:pt x="973068" y="2019427"/>
                      <a:pt x="968246" y="2029607"/>
                    </a:cubicBezTo>
                    <a:cubicBezTo>
                      <a:pt x="950565" y="2073541"/>
                      <a:pt x="925026" y="2113725"/>
                      <a:pt x="902523" y="2155248"/>
                    </a:cubicBezTo>
                    <a:cubicBezTo>
                      <a:pt x="962531" y="2169535"/>
                      <a:pt x="1023878" y="2177215"/>
                      <a:pt x="1084421" y="2188913"/>
                    </a:cubicBezTo>
                    <a:cubicBezTo>
                      <a:pt x="1116211" y="2194628"/>
                      <a:pt x="1148090" y="2200521"/>
                      <a:pt x="1180594" y="2199807"/>
                    </a:cubicBezTo>
                    <a:cubicBezTo>
                      <a:pt x="1171932" y="2177036"/>
                      <a:pt x="1146304" y="2172839"/>
                      <a:pt x="1126659" y="2163552"/>
                    </a:cubicBezTo>
                    <a:cubicBezTo>
                      <a:pt x="1119961" y="2124351"/>
                      <a:pt x="1122819" y="2084435"/>
                      <a:pt x="1121747" y="2044966"/>
                    </a:cubicBezTo>
                    <a:cubicBezTo>
                      <a:pt x="1059865" y="1994960"/>
                      <a:pt x="1009144" y="1932184"/>
                      <a:pt x="971014" y="1862622"/>
                    </a:cubicBezTo>
                    <a:cubicBezTo>
                      <a:pt x="970300" y="1830028"/>
                      <a:pt x="980748" y="1798060"/>
                      <a:pt x="983873" y="1765645"/>
                    </a:cubicBezTo>
                    <a:cubicBezTo>
                      <a:pt x="1002982" y="1539456"/>
                      <a:pt x="1042630" y="1314607"/>
                      <a:pt x="1042362" y="1087078"/>
                    </a:cubicBezTo>
                    <a:cubicBezTo>
                      <a:pt x="1047720" y="995460"/>
                      <a:pt x="1048792" y="903573"/>
                      <a:pt x="1047363" y="811776"/>
                    </a:cubicBezTo>
                    <a:cubicBezTo>
                      <a:pt x="1026468" y="816330"/>
                      <a:pt x="1006822" y="824903"/>
                      <a:pt x="987624" y="834011"/>
                    </a:cubicBezTo>
                    <a:cubicBezTo>
                      <a:pt x="981105" y="786237"/>
                      <a:pt x="935742" y="756858"/>
                      <a:pt x="918061" y="713282"/>
                    </a:cubicBezTo>
                    <a:cubicBezTo>
                      <a:pt x="997089" y="616305"/>
                      <a:pt x="1082635" y="524687"/>
                      <a:pt x="1161127" y="427174"/>
                    </a:cubicBezTo>
                    <a:cubicBezTo>
                      <a:pt x="1255246" y="317786"/>
                      <a:pt x="1339275" y="200271"/>
                      <a:pt x="1427679" y="86239"/>
                    </a:cubicBezTo>
                    <a:cubicBezTo>
                      <a:pt x="1450092" y="58110"/>
                      <a:pt x="1468130" y="25963"/>
                      <a:pt x="1495276" y="1853"/>
                    </a:cubicBezTo>
                    <a:cubicBezTo>
                      <a:pt x="1503514" y="-67"/>
                      <a:pt x="1511657" y="-390"/>
                      <a:pt x="1519693" y="404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DAF6EDAB-F9F7-A877-8D80-CC16C3C82568}"/>
                  </a:ext>
                </a:extLst>
              </p:cNvPr>
              <p:cNvSpPr/>
              <p:nvPr/>
            </p:nvSpPr>
            <p:spPr>
              <a:xfrm>
                <a:off x="1834696" y="1645984"/>
                <a:ext cx="619576" cy="684485"/>
              </a:xfrm>
              <a:custGeom>
                <a:avLst/>
                <a:gdLst>
                  <a:gd name="connsiteX0" fmla="*/ 259910 w 619576"/>
                  <a:gd name="connsiteY0" fmla="*/ 10562 h 684485"/>
                  <a:gd name="connsiteX1" fmla="*/ 336794 w 619576"/>
                  <a:gd name="connsiteY1" fmla="*/ 14848 h 684485"/>
                  <a:gd name="connsiteX2" fmla="*/ 579950 w 619576"/>
                  <a:gd name="connsiteY2" fmla="*/ 289436 h 684485"/>
                  <a:gd name="connsiteX3" fmla="*/ 618169 w 619576"/>
                  <a:gd name="connsiteY3" fmla="*/ 384626 h 684485"/>
                  <a:gd name="connsiteX4" fmla="*/ 367870 w 619576"/>
                  <a:gd name="connsiteY4" fmla="*/ 519375 h 684485"/>
                  <a:gd name="connsiteX5" fmla="*/ 33989 w 619576"/>
                  <a:gd name="connsiteY5" fmla="*/ 684485 h 684485"/>
                  <a:gd name="connsiteX6" fmla="*/ 194991 w 619576"/>
                  <a:gd name="connsiteY6" fmla="*/ 453653 h 684485"/>
                  <a:gd name="connsiteX7" fmla="*/ 179007 w 619576"/>
                  <a:gd name="connsiteY7" fmla="*/ 405432 h 684485"/>
                  <a:gd name="connsiteX8" fmla="*/ 3628 w 619576"/>
                  <a:gd name="connsiteY8" fmla="*/ 161473 h 684485"/>
                  <a:gd name="connsiteX9" fmla="*/ 30506 w 619576"/>
                  <a:gd name="connsiteY9" fmla="*/ 119950 h 684485"/>
                  <a:gd name="connsiteX10" fmla="*/ 259910 w 619576"/>
                  <a:gd name="connsiteY10" fmla="*/ 10562 h 68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576" h="684485">
                    <a:moveTo>
                      <a:pt x="259910" y="10562"/>
                    </a:moveTo>
                    <a:cubicBezTo>
                      <a:pt x="284288" y="739"/>
                      <a:pt x="317060" y="-8994"/>
                      <a:pt x="336794" y="14848"/>
                    </a:cubicBezTo>
                    <a:cubicBezTo>
                      <a:pt x="426091" y="98519"/>
                      <a:pt x="505208" y="192727"/>
                      <a:pt x="579950" y="289436"/>
                    </a:cubicBezTo>
                    <a:cubicBezTo>
                      <a:pt x="597988" y="317743"/>
                      <a:pt x="626206" y="348461"/>
                      <a:pt x="618169" y="384626"/>
                    </a:cubicBezTo>
                    <a:cubicBezTo>
                      <a:pt x="538427" y="435793"/>
                      <a:pt x="450469" y="472941"/>
                      <a:pt x="367870" y="519375"/>
                    </a:cubicBezTo>
                    <a:cubicBezTo>
                      <a:pt x="257677" y="576615"/>
                      <a:pt x="147932" y="634836"/>
                      <a:pt x="33989" y="684485"/>
                    </a:cubicBezTo>
                    <a:cubicBezTo>
                      <a:pt x="91942" y="610726"/>
                      <a:pt x="148200" y="535092"/>
                      <a:pt x="194991" y="453653"/>
                    </a:cubicBezTo>
                    <a:cubicBezTo>
                      <a:pt x="208118" y="435704"/>
                      <a:pt x="187669" y="419720"/>
                      <a:pt x="179007" y="405432"/>
                    </a:cubicBezTo>
                    <a:cubicBezTo>
                      <a:pt x="120875" y="323905"/>
                      <a:pt x="60421" y="243894"/>
                      <a:pt x="3628" y="161473"/>
                    </a:cubicBezTo>
                    <a:cubicBezTo>
                      <a:pt x="-9409" y="140935"/>
                      <a:pt x="15772" y="128434"/>
                      <a:pt x="30506" y="119950"/>
                    </a:cubicBezTo>
                    <a:cubicBezTo>
                      <a:pt x="105962" y="81374"/>
                      <a:pt x="181507" y="42798"/>
                      <a:pt x="259910" y="10562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777FC68-8300-46B6-767E-F33032CA1EEF}"/>
                </a:ext>
              </a:extLst>
            </p:cNvPr>
            <p:cNvGrpSpPr/>
            <p:nvPr/>
          </p:nvGrpSpPr>
          <p:grpSpPr>
            <a:xfrm>
              <a:off x="8376722" y="3148224"/>
              <a:ext cx="2539053" cy="1401888"/>
              <a:chOff x="5227855" y="3001000"/>
              <a:chExt cx="5017881" cy="2770524"/>
            </a:xfrm>
            <a:solidFill>
              <a:schemeClr val="tx1">
                <a:lumMod val="95000"/>
                <a:lumOff val="5000"/>
              </a:schemeClr>
            </a:solidFill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9A3813F-0B98-2E59-22B4-398564B0CE33}"/>
                  </a:ext>
                </a:extLst>
              </p:cNvPr>
              <p:cNvGrpSpPr/>
              <p:nvPr/>
            </p:nvGrpSpPr>
            <p:grpSpPr>
              <a:xfrm>
                <a:off x="7594543" y="3001000"/>
                <a:ext cx="2651193" cy="2770524"/>
                <a:chOff x="7594543" y="3001000"/>
                <a:chExt cx="2651193" cy="2770524"/>
              </a:xfrm>
              <a:grpFill/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6311C0AF-E304-F575-F9FA-47842F8EF3AD}"/>
                    </a:ext>
                  </a:extLst>
                </p:cNvPr>
                <p:cNvSpPr/>
                <p:nvPr/>
              </p:nvSpPr>
              <p:spPr>
                <a:xfrm>
                  <a:off x="7594543" y="3001000"/>
                  <a:ext cx="2651193" cy="2770524"/>
                </a:xfrm>
                <a:custGeom>
                  <a:avLst/>
                  <a:gdLst>
                    <a:gd name="connsiteX0" fmla="*/ 804334 w 2651193"/>
                    <a:gd name="connsiteY0" fmla="*/ 0 h 2770524"/>
                    <a:gd name="connsiteX1" fmla="*/ 1025433 w 2651193"/>
                    <a:gd name="connsiteY1" fmla="*/ 114657 h 2770524"/>
                    <a:gd name="connsiteX2" fmla="*/ 1228494 w 2651193"/>
                    <a:gd name="connsiteY2" fmla="*/ 235208 h 2770524"/>
                    <a:gd name="connsiteX3" fmla="*/ 1163753 w 2651193"/>
                    <a:gd name="connsiteY3" fmla="*/ 344239 h 2770524"/>
                    <a:gd name="connsiteX4" fmla="*/ 976676 w 2651193"/>
                    <a:gd name="connsiteY4" fmla="*/ 585966 h 2770524"/>
                    <a:gd name="connsiteX5" fmla="*/ 735039 w 2651193"/>
                    <a:gd name="connsiteY5" fmla="*/ 853232 h 2770524"/>
                    <a:gd name="connsiteX6" fmla="*/ 699945 w 2651193"/>
                    <a:gd name="connsiteY6" fmla="*/ 901273 h 2770524"/>
                    <a:gd name="connsiteX7" fmla="*/ 916937 w 2651193"/>
                    <a:gd name="connsiteY7" fmla="*/ 751076 h 2770524"/>
                    <a:gd name="connsiteX8" fmla="*/ 1215277 w 2651193"/>
                    <a:gd name="connsiteY8" fmla="*/ 933778 h 2770524"/>
                    <a:gd name="connsiteX9" fmla="*/ 1223314 w 2651193"/>
                    <a:gd name="connsiteY9" fmla="*/ 967085 h 2770524"/>
                    <a:gd name="connsiteX10" fmla="*/ 1094905 w 2651193"/>
                    <a:gd name="connsiteY10" fmla="*/ 1168896 h 2770524"/>
                    <a:gd name="connsiteX11" fmla="*/ 1254301 w 2651193"/>
                    <a:gd name="connsiteY11" fmla="*/ 1113175 h 2770524"/>
                    <a:gd name="connsiteX12" fmla="*/ 2427572 w 2651193"/>
                    <a:gd name="connsiteY12" fmla="*/ 760631 h 2770524"/>
                    <a:gd name="connsiteX13" fmla="*/ 2539729 w 2651193"/>
                    <a:gd name="connsiteY13" fmla="*/ 733574 h 2770524"/>
                    <a:gd name="connsiteX14" fmla="*/ 2649386 w 2651193"/>
                    <a:gd name="connsiteY14" fmla="*/ 1162109 h 2770524"/>
                    <a:gd name="connsiteX15" fmla="*/ 2624382 w 2651193"/>
                    <a:gd name="connsiteY15" fmla="*/ 1206490 h 2770524"/>
                    <a:gd name="connsiteX16" fmla="*/ 2446503 w 2651193"/>
                    <a:gd name="connsiteY16" fmla="*/ 1262122 h 2770524"/>
                    <a:gd name="connsiteX17" fmla="*/ 2230762 w 2651193"/>
                    <a:gd name="connsiteY17" fmla="*/ 1326594 h 2770524"/>
                    <a:gd name="connsiteX18" fmla="*/ 2242103 w 2651193"/>
                    <a:gd name="connsiteY18" fmla="*/ 1544300 h 2770524"/>
                    <a:gd name="connsiteX19" fmla="*/ 2250943 w 2651193"/>
                    <a:gd name="connsiteY19" fmla="*/ 1838891 h 2770524"/>
                    <a:gd name="connsiteX20" fmla="*/ 2226744 w 2651193"/>
                    <a:gd name="connsiteY20" fmla="*/ 2330827 h 2770524"/>
                    <a:gd name="connsiteX21" fmla="*/ 2131464 w 2651193"/>
                    <a:gd name="connsiteY21" fmla="*/ 2624882 h 2770524"/>
                    <a:gd name="connsiteX22" fmla="*/ 1899381 w 2651193"/>
                    <a:gd name="connsiteY22" fmla="*/ 2766953 h 2770524"/>
                    <a:gd name="connsiteX23" fmla="*/ 1698553 w 2651193"/>
                    <a:gd name="connsiteY23" fmla="*/ 2709714 h 2770524"/>
                    <a:gd name="connsiteX24" fmla="*/ 1553088 w 2651193"/>
                    <a:gd name="connsiteY24" fmla="*/ 2586931 h 2770524"/>
                    <a:gd name="connsiteX25" fmla="*/ 1248407 w 2651193"/>
                    <a:gd name="connsiteY25" fmla="*/ 2181701 h 2770524"/>
                    <a:gd name="connsiteX26" fmla="*/ 1646581 w 2651193"/>
                    <a:gd name="connsiteY26" fmla="*/ 2236708 h 2770524"/>
                    <a:gd name="connsiteX27" fmla="*/ 1752577 w 2651193"/>
                    <a:gd name="connsiteY27" fmla="*/ 1475095 h 2770524"/>
                    <a:gd name="connsiteX28" fmla="*/ 1092941 w 2651193"/>
                    <a:gd name="connsiteY28" fmla="*/ 1700837 h 2770524"/>
                    <a:gd name="connsiteX29" fmla="*/ 1031058 w 2651193"/>
                    <a:gd name="connsiteY29" fmla="*/ 1689229 h 2770524"/>
                    <a:gd name="connsiteX30" fmla="*/ 961049 w 2651193"/>
                    <a:gd name="connsiteY30" fmla="*/ 1383119 h 2770524"/>
                    <a:gd name="connsiteX31" fmla="*/ 873896 w 2651193"/>
                    <a:gd name="connsiteY31" fmla="*/ 1492865 h 2770524"/>
                    <a:gd name="connsiteX32" fmla="*/ 873628 w 2651193"/>
                    <a:gd name="connsiteY32" fmla="*/ 1847820 h 2770524"/>
                    <a:gd name="connsiteX33" fmla="*/ 868895 w 2651193"/>
                    <a:gd name="connsiteY33" fmla="*/ 2452092 h 2770524"/>
                    <a:gd name="connsiteX34" fmla="*/ 822818 w 2651193"/>
                    <a:gd name="connsiteY34" fmla="*/ 2486650 h 2770524"/>
                    <a:gd name="connsiteX35" fmla="*/ 448039 w 2651193"/>
                    <a:gd name="connsiteY35" fmla="*/ 2486025 h 2770524"/>
                    <a:gd name="connsiteX36" fmla="*/ 446967 w 2651193"/>
                    <a:gd name="connsiteY36" fmla="*/ 2357348 h 2770524"/>
                    <a:gd name="connsiteX37" fmla="*/ 457862 w 2651193"/>
                    <a:gd name="connsiteY37" fmla="*/ 2053292 h 2770524"/>
                    <a:gd name="connsiteX38" fmla="*/ 466166 w 2651193"/>
                    <a:gd name="connsiteY38" fmla="*/ 1931491 h 2770524"/>
                    <a:gd name="connsiteX39" fmla="*/ 309629 w 2651193"/>
                    <a:gd name="connsiteY39" fmla="*/ 2106781 h 2770524"/>
                    <a:gd name="connsiteX40" fmla="*/ 267748 w 2651193"/>
                    <a:gd name="connsiteY40" fmla="*/ 2095351 h 2770524"/>
                    <a:gd name="connsiteX41" fmla="*/ 58347 w 2651193"/>
                    <a:gd name="connsiteY41" fmla="*/ 1911846 h 2770524"/>
                    <a:gd name="connsiteX42" fmla="*/ 3072 w 2651193"/>
                    <a:gd name="connsiteY42" fmla="*/ 1856035 h 2770524"/>
                    <a:gd name="connsiteX43" fmla="*/ 24236 w 2651193"/>
                    <a:gd name="connsiteY43" fmla="*/ 1821121 h 2770524"/>
                    <a:gd name="connsiteX44" fmla="*/ 705035 w 2651193"/>
                    <a:gd name="connsiteY44" fmla="*/ 1019324 h 2770524"/>
                    <a:gd name="connsiteX45" fmla="*/ 825318 w 2651193"/>
                    <a:gd name="connsiteY45" fmla="*/ 855375 h 2770524"/>
                    <a:gd name="connsiteX46" fmla="*/ 582342 w 2651193"/>
                    <a:gd name="connsiteY46" fmla="*/ 1075492 h 2770524"/>
                    <a:gd name="connsiteX47" fmla="*/ 361778 w 2651193"/>
                    <a:gd name="connsiteY47" fmla="*/ 1275427 h 2770524"/>
                    <a:gd name="connsiteX48" fmla="*/ 323470 w 2651193"/>
                    <a:gd name="connsiteY48" fmla="*/ 1272034 h 2770524"/>
                    <a:gd name="connsiteX49" fmla="*/ 23164 w 2651193"/>
                    <a:gd name="connsiteY49" fmla="*/ 1027539 h 2770524"/>
                    <a:gd name="connsiteX50" fmla="*/ 8073 w 2651193"/>
                    <a:gd name="connsiteY50" fmla="*/ 967710 h 2770524"/>
                    <a:gd name="connsiteX51" fmla="*/ 279893 w 2651193"/>
                    <a:gd name="connsiteY51" fmla="*/ 648920 h 2770524"/>
                    <a:gd name="connsiteX52" fmla="*/ 740397 w 2651193"/>
                    <a:gd name="connsiteY52" fmla="*/ 81796 h 2770524"/>
                    <a:gd name="connsiteX53" fmla="*/ 804334 w 2651193"/>
                    <a:gd name="connsiteY53" fmla="*/ 0 h 277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651193" h="2770524">
                      <a:moveTo>
                        <a:pt x="804334" y="0"/>
                      </a:moveTo>
                      <a:cubicBezTo>
                        <a:pt x="881575" y="30718"/>
                        <a:pt x="952299" y="75456"/>
                        <a:pt x="1025433" y="114657"/>
                      </a:cubicBezTo>
                      <a:cubicBezTo>
                        <a:pt x="1093209" y="154483"/>
                        <a:pt x="1165540" y="187702"/>
                        <a:pt x="1228494" y="235208"/>
                      </a:cubicBezTo>
                      <a:cubicBezTo>
                        <a:pt x="1222957" y="278874"/>
                        <a:pt x="1187506" y="309592"/>
                        <a:pt x="1163753" y="344239"/>
                      </a:cubicBezTo>
                      <a:cubicBezTo>
                        <a:pt x="1105889" y="428178"/>
                        <a:pt x="1039899" y="506045"/>
                        <a:pt x="976676" y="585966"/>
                      </a:cubicBezTo>
                      <a:cubicBezTo>
                        <a:pt x="896756" y="675531"/>
                        <a:pt x="816478" y="765006"/>
                        <a:pt x="735039" y="853232"/>
                      </a:cubicBezTo>
                      <a:cubicBezTo>
                        <a:pt x="722002" y="868233"/>
                        <a:pt x="710304" y="884396"/>
                        <a:pt x="699945" y="901273"/>
                      </a:cubicBezTo>
                      <a:cubicBezTo>
                        <a:pt x="779419" y="862072"/>
                        <a:pt x="840588" y="795278"/>
                        <a:pt x="916937" y="751076"/>
                      </a:cubicBezTo>
                      <a:cubicBezTo>
                        <a:pt x="1017039" y="810994"/>
                        <a:pt x="1115533" y="873413"/>
                        <a:pt x="1215277" y="933778"/>
                      </a:cubicBezTo>
                      <a:cubicBezTo>
                        <a:pt x="1230012" y="938957"/>
                        <a:pt x="1231262" y="955477"/>
                        <a:pt x="1223314" y="967085"/>
                      </a:cubicBezTo>
                      <a:cubicBezTo>
                        <a:pt x="1186345" y="1037897"/>
                        <a:pt x="1134464" y="1099602"/>
                        <a:pt x="1094905" y="1168896"/>
                      </a:cubicBezTo>
                      <a:cubicBezTo>
                        <a:pt x="1150359" y="1157466"/>
                        <a:pt x="1200722" y="1130499"/>
                        <a:pt x="1254301" y="1113175"/>
                      </a:cubicBezTo>
                      <a:cubicBezTo>
                        <a:pt x="1639705" y="977622"/>
                        <a:pt x="2033237" y="866894"/>
                        <a:pt x="2427572" y="760631"/>
                      </a:cubicBezTo>
                      <a:cubicBezTo>
                        <a:pt x="2464630" y="750808"/>
                        <a:pt x="2501064" y="736520"/>
                        <a:pt x="2539729" y="733574"/>
                      </a:cubicBezTo>
                      <a:cubicBezTo>
                        <a:pt x="2579912" y="875377"/>
                        <a:pt x="2612685" y="1019324"/>
                        <a:pt x="2649386" y="1162109"/>
                      </a:cubicBezTo>
                      <a:cubicBezTo>
                        <a:pt x="2656618" y="1181130"/>
                        <a:pt x="2640903" y="1199168"/>
                        <a:pt x="2624382" y="1206490"/>
                      </a:cubicBezTo>
                      <a:cubicBezTo>
                        <a:pt x="2568393" y="1234351"/>
                        <a:pt x="2505797" y="1243905"/>
                        <a:pt x="2446503" y="1262122"/>
                      </a:cubicBezTo>
                      <a:cubicBezTo>
                        <a:pt x="2374440" y="1283017"/>
                        <a:pt x="2303271" y="1307396"/>
                        <a:pt x="2230762" y="1326594"/>
                      </a:cubicBezTo>
                      <a:cubicBezTo>
                        <a:pt x="2228708" y="1399103"/>
                        <a:pt x="2240405" y="1471612"/>
                        <a:pt x="2242103" y="1544300"/>
                      </a:cubicBezTo>
                      <a:cubicBezTo>
                        <a:pt x="2243709" y="1642616"/>
                        <a:pt x="2252104" y="1740575"/>
                        <a:pt x="2250943" y="1838891"/>
                      </a:cubicBezTo>
                      <a:cubicBezTo>
                        <a:pt x="2252372" y="2003108"/>
                        <a:pt x="2253086" y="2168218"/>
                        <a:pt x="2226744" y="2330827"/>
                      </a:cubicBezTo>
                      <a:cubicBezTo>
                        <a:pt x="2210402" y="2432625"/>
                        <a:pt x="2191560" y="2538531"/>
                        <a:pt x="2131464" y="2624882"/>
                      </a:cubicBezTo>
                      <a:cubicBezTo>
                        <a:pt x="2080207" y="2704088"/>
                        <a:pt x="1989124" y="2747754"/>
                        <a:pt x="1899381" y="2766953"/>
                      </a:cubicBezTo>
                      <a:cubicBezTo>
                        <a:pt x="1827051" y="2782223"/>
                        <a:pt x="1758470" y="2745790"/>
                        <a:pt x="1698553" y="2709714"/>
                      </a:cubicBezTo>
                      <a:cubicBezTo>
                        <a:pt x="1642563" y="2678549"/>
                        <a:pt x="1598272" y="2631400"/>
                        <a:pt x="1553088" y="2586931"/>
                      </a:cubicBezTo>
                      <a:cubicBezTo>
                        <a:pt x="1436912" y="2463701"/>
                        <a:pt x="1337436" y="2325290"/>
                        <a:pt x="1248407" y="2181701"/>
                      </a:cubicBezTo>
                      <a:cubicBezTo>
                        <a:pt x="1380655" y="2202865"/>
                        <a:pt x="1511743" y="2236172"/>
                        <a:pt x="1646581" y="2236708"/>
                      </a:cubicBezTo>
                      <a:cubicBezTo>
                        <a:pt x="1707572" y="1987123"/>
                        <a:pt x="1731234" y="1730484"/>
                        <a:pt x="1752577" y="1475095"/>
                      </a:cubicBezTo>
                      <a:cubicBezTo>
                        <a:pt x="1531121" y="1545729"/>
                        <a:pt x="1314487" y="1630561"/>
                        <a:pt x="1092941" y="1700837"/>
                      </a:cubicBezTo>
                      <a:cubicBezTo>
                        <a:pt x="1072581" y="1707535"/>
                        <a:pt x="1039452" y="1717268"/>
                        <a:pt x="1031058" y="1689229"/>
                      </a:cubicBezTo>
                      <a:cubicBezTo>
                        <a:pt x="1002840" y="1588413"/>
                        <a:pt x="985160" y="1484918"/>
                        <a:pt x="961049" y="1383119"/>
                      </a:cubicBezTo>
                      <a:cubicBezTo>
                        <a:pt x="930688" y="1418481"/>
                        <a:pt x="898542" y="1453217"/>
                        <a:pt x="873896" y="1492865"/>
                      </a:cubicBezTo>
                      <a:cubicBezTo>
                        <a:pt x="879164" y="1611094"/>
                        <a:pt x="872645" y="1729502"/>
                        <a:pt x="873628" y="1847820"/>
                      </a:cubicBezTo>
                      <a:cubicBezTo>
                        <a:pt x="867198" y="2049185"/>
                        <a:pt x="873181" y="2250728"/>
                        <a:pt x="868895" y="2452092"/>
                      </a:cubicBezTo>
                      <a:cubicBezTo>
                        <a:pt x="871038" y="2477363"/>
                        <a:pt x="844160" y="2488794"/>
                        <a:pt x="822818" y="2486650"/>
                      </a:cubicBezTo>
                      <a:cubicBezTo>
                        <a:pt x="697981" y="2489508"/>
                        <a:pt x="572876" y="2488704"/>
                        <a:pt x="448039" y="2486025"/>
                      </a:cubicBezTo>
                      <a:cubicBezTo>
                        <a:pt x="431073" y="2444681"/>
                        <a:pt x="446788" y="2400032"/>
                        <a:pt x="446967" y="2357348"/>
                      </a:cubicBezTo>
                      <a:cubicBezTo>
                        <a:pt x="448753" y="2255818"/>
                        <a:pt x="459111" y="2154823"/>
                        <a:pt x="457862" y="2053292"/>
                      </a:cubicBezTo>
                      <a:cubicBezTo>
                        <a:pt x="459201" y="2012662"/>
                        <a:pt x="455361" y="1971229"/>
                        <a:pt x="466166" y="1931491"/>
                      </a:cubicBezTo>
                      <a:cubicBezTo>
                        <a:pt x="412766" y="1988820"/>
                        <a:pt x="365439" y="2051775"/>
                        <a:pt x="309629" y="2106781"/>
                      </a:cubicBezTo>
                      <a:cubicBezTo>
                        <a:pt x="295609" y="2121872"/>
                        <a:pt x="279446" y="2103834"/>
                        <a:pt x="267748" y="2095351"/>
                      </a:cubicBezTo>
                      <a:cubicBezTo>
                        <a:pt x="196757" y="2035522"/>
                        <a:pt x="127731" y="1973461"/>
                        <a:pt x="58347" y="1911846"/>
                      </a:cubicBezTo>
                      <a:cubicBezTo>
                        <a:pt x="38613" y="1894612"/>
                        <a:pt x="17360" y="1878360"/>
                        <a:pt x="3072" y="1856035"/>
                      </a:cubicBezTo>
                      <a:cubicBezTo>
                        <a:pt x="5037" y="1842105"/>
                        <a:pt x="15485" y="1831389"/>
                        <a:pt x="24236" y="1821121"/>
                      </a:cubicBezTo>
                      <a:cubicBezTo>
                        <a:pt x="264534" y="1565642"/>
                        <a:pt x="485275" y="1292572"/>
                        <a:pt x="705035" y="1019324"/>
                      </a:cubicBezTo>
                      <a:cubicBezTo>
                        <a:pt x="744058" y="963871"/>
                        <a:pt x="792011" y="914757"/>
                        <a:pt x="825318" y="855375"/>
                      </a:cubicBezTo>
                      <a:cubicBezTo>
                        <a:pt x="743522" y="927884"/>
                        <a:pt x="663245" y="1002000"/>
                        <a:pt x="582342" y="1075492"/>
                      </a:cubicBezTo>
                      <a:cubicBezTo>
                        <a:pt x="509832" y="1143268"/>
                        <a:pt x="440270" y="1214527"/>
                        <a:pt x="361778" y="1275427"/>
                      </a:cubicBezTo>
                      <a:cubicBezTo>
                        <a:pt x="350080" y="1286143"/>
                        <a:pt x="333471" y="1282928"/>
                        <a:pt x="323470" y="1272034"/>
                      </a:cubicBezTo>
                      <a:cubicBezTo>
                        <a:pt x="223725" y="1190149"/>
                        <a:pt x="119694" y="1113264"/>
                        <a:pt x="23164" y="1027539"/>
                      </a:cubicBezTo>
                      <a:cubicBezTo>
                        <a:pt x="5394" y="1013698"/>
                        <a:pt x="-9965" y="987802"/>
                        <a:pt x="8073" y="967710"/>
                      </a:cubicBezTo>
                      <a:cubicBezTo>
                        <a:pt x="95227" y="858589"/>
                        <a:pt x="189882" y="755720"/>
                        <a:pt x="279893" y="648920"/>
                      </a:cubicBezTo>
                      <a:cubicBezTo>
                        <a:pt x="437859" y="463540"/>
                        <a:pt x="593146" y="275838"/>
                        <a:pt x="740397" y="81796"/>
                      </a:cubicBezTo>
                      <a:cubicBezTo>
                        <a:pt x="761203" y="54114"/>
                        <a:pt x="780580" y="25360"/>
                        <a:pt x="804334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0ABBD263-170E-F0F6-79BD-7627D9B5E940}"/>
                    </a:ext>
                  </a:extLst>
                </p:cNvPr>
                <p:cNvSpPr/>
                <p:nvPr/>
              </p:nvSpPr>
              <p:spPr>
                <a:xfrm>
                  <a:off x="8899447" y="3109943"/>
                  <a:ext cx="1072203" cy="703122"/>
                </a:xfrm>
                <a:custGeom>
                  <a:avLst/>
                  <a:gdLst>
                    <a:gd name="connsiteX0" fmla="*/ 36371 w 1072203"/>
                    <a:gd name="connsiteY0" fmla="*/ 218687 h 703122"/>
                    <a:gd name="connsiteX1" fmla="*/ 989615 w 1072203"/>
                    <a:gd name="connsiteY1" fmla="*/ 2231 h 703122"/>
                    <a:gd name="connsiteX2" fmla="*/ 1036406 w 1072203"/>
                    <a:gd name="connsiteY2" fmla="*/ 534 h 703122"/>
                    <a:gd name="connsiteX3" fmla="*/ 1061498 w 1072203"/>
                    <a:gd name="connsiteY3" fmla="*/ 265657 h 703122"/>
                    <a:gd name="connsiteX4" fmla="*/ 1071322 w 1072203"/>
                    <a:gd name="connsiteY4" fmla="*/ 443268 h 703122"/>
                    <a:gd name="connsiteX5" fmla="*/ 826380 w 1072203"/>
                    <a:gd name="connsiteY5" fmla="*/ 524439 h 703122"/>
                    <a:gd name="connsiteX6" fmla="*/ 465175 w 1072203"/>
                    <a:gd name="connsiteY6" fmla="*/ 636864 h 703122"/>
                    <a:gd name="connsiteX7" fmla="*/ 254969 w 1072203"/>
                    <a:gd name="connsiteY7" fmla="*/ 703122 h 703122"/>
                    <a:gd name="connsiteX8" fmla="*/ 443475 w 1072203"/>
                    <a:gd name="connsiteY8" fmla="*/ 589894 h 703122"/>
                    <a:gd name="connsiteX9" fmla="*/ 121560 w 1072203"/>
                    <a:gd name="connsiteY9" fmla="*/ 679905 h 703122"/>
                    <a:gd name="connsiteX10" fmla="*/ 65839 w 1072203"/>
                    <a:gd name="connsiteY10" fmla="*/ 671690 h 703122"/>
                    <a:gd name="connsiteX11" fmla="*/ 473 w 1072203"/>
                    <a:gd name="connsiteY11" fmla="*/ 246547 h 703122"/>
                    <a:gd name="connsiteX12" fmla="*/ 36371 w 1072203"/>
                    <a:gd name="connsiteY12" fmla="*/ 218687 h 70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72203" h="703122">
                      <a:moveTo>
                        <a:pt x="36371" y="218687"/>
                      </a:moveTo>
                      <a:cubicBezTo>
                        <a:pt x="351232" y="134301"/>
                        <a:pt x="671985" y="74651"/>
                        <a:pt x="989615" y="2231"/>
                      </a:cubicBezTo>
                      <a:cubicBezTo>
                        <a:pt x="1004974" y="-626"/>
                        <a:pt x="1020690" y="-180"/>
                        <a:pt x="1036406" y="534"/>
                      </a:cubicBezTo>
                      <a:cubicBezTo>
                        <a:pt x="1048908" y="88403"/>
                        <a:pt x="1052123" y="177342"/>
                        <a:pt x="1061498" y="265657"/>
                      </a:cubicBezTo>
                      <a:cubicBezTo>
                        <a:pt x="1064981" y="324861"/>
                        <a:pt x="1075250" y="383797"/>
                        <a:pt x="1071322" y="443268"/>
                      </a:cubicBezTo>
                      <a:cubicBezTo>
                        <a:pt x="993454" y="480684"/>
                        <a:pt x="907998" y="497293"/>
                        <a:pt x="826380" y="524439"/>
                      </a:cubicBezTo>
                      <a:cubicBezTo>
                        <a:pt x="704847" y="558283"/>
                        <a:pt x="584475" y="596055"/>
                        <a:pt x="465175" y="636864"/>
                      </a:cubicBezTo>
                      <a:cubicBezTo>
                        <a:pt x="395433" y="659992"/>
                        <a:pt x="326496" y="686335"/>
                        <a:pt x="254969" y="703122"/>
                      </a:cubicBezTo>
                      <a:cubicBezTo>
                        <a:pt x="317924" y="665618"/>
                        <a:pt x="380343" y="627220"/>
                        <a:pt x="443475" y="589894"/>
                      </a:cubicBezTo>
                      <a:cubicBezTo>
                        <a:pt x="335961" y="619272"/>
                        <a:pt x="228806" y="649723"/>
                        <a:pt x="121560" y="679905"/>
                      </a:cubicBezTo>
                      <a:cubicBezTo>
                        <a:pt x="103344" y="682852"/>
                        <a:pt x="71821" y="699372"/>
                        <a:pt x="65839" y="671690"/>
                      </a:cubicBezTo>
                      <a:cubicBezTo>
                        <a:pt x="45926" y="529708"/>
                        <a:pt x="16368" y="389065"/>
                        <a:pt x="473" y="246547"/>
                      </a:cubicBezTo>
                      <a:cubicBezTo>
                        <a:pt x="-3902" y="225741"/>
                        <a:pt x="23155" y="224848"/>
                        <a:pt x="36371" y="218687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63401FF2-113D-63BC-4884-6185CA049B08}"/>
                  </a:ext>
                </a:extLst>
              </p:cNvPr>
              <p:cNvSpPr/>
              <p:nvPr/>
            </p:nvSpPr>
            <p:spPr>
              <a:xfrm>
                <a:off x="5892938" y="3188681"/>
                <a:ext cx="578197" cy="586879"/>
              </a:xfrm>
              <a:custGeom>
                <a:avLst/>
                <a:gdLst>
                  <a:gd name="connsiteX0" fmla="*/ 401390 w 578197"/>
                  <a:gd name="connsiteY0" fmla="*/ 4753 h 586879"/>
                  <a:gd name="connsiteX1" fmla="*/ 431572 w 578197"/>
                  <a:gd name="connsiteY1" fmla="*/ 8771 h 586879"/>
                  <a:gd name="connsiteX2" fmla="*/ 539353 w 578197"/>
                  <a:gd name="connsiteY2" fmla="*/ 308898 h 586879"/>
                  <a:gd name="connsiteX3" fmla="*/ 578197 w 578197"/>
                  <a:gd name="connsiteY3" fmla="*/ 445344 h 586879"/>
                  <a:gd name="connsiteX4" fmla="*/ 351829 w 578197"/>
                  <a:gd name="connsiteY4" fmla="*/ 529997 h 586879"/>
                  <a:gd name="connsiteX5" fmla="*/ 173950 w 578197"/>
                  <a:gd name="connsiteY5" fmla="*/ 586879 h 586879"/>
                  <a:gd name="connsiteX6" fmla="*/ 150554 w 578197"/>
                  <a:gd name="connsiteY6" fmla="*/ 548392 h 586879"/>
                  <a:gd name="connsiteX7" fmla="*/ 31611 w 578197"/>
                  <a:gd name="connsiteY7" fmla="*/ 256481 h 586879"/>
                  <a:gd name="connsiteX8" fmla="*/ 0 w 578197"/>
                  <a:gd name="connsiteY8" fmla="*/ 169238 h 586879"/>
                  <a:gd name="connsiteX9" fmla="*/ 94744 w 578197"/>
                  <a:gd name="connsiteY9" fmla="*/ 125929 h 586879"/>
                  <a:gd name="connsiteX10" fmla="*/ 401390 w 578197"/>
                  <a:gd name="connsiteY10" fmla="*/ 4753 h 586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8197" h="586879">
                    <a:moveTo>
                      <a:pt x="401390" y="4753"/>
                    </a:moveTo>
                    <a:cubicBezTo>
                      <a:pt x="410855" y="2520"/>
                      <a:pt x="428000" y="-6677"/>
                      <a:pt x="431572" y="8771"/>
                    </a:cubicBezTo>
                    <a:cubicBezTo>
                      <a:pt x="468183" y="108516"/>
                      <a:pt x="502295" y="209243"/>
                      <a:pt x="539353" y="308898"/>
                    </a:cubicBezTo>
                    <a:cubicBezTo>
                      <a:pt x="554176" y="353725"/>
                      <a:pt x="574268" y="397659"/>
                      <a:pt x="578197" y="445344"/>
                    </a:cubicBezTo>
                    <a:cubicBezTo>
                      <a:pt x="504527" y="478205"/>
                      <a:pt x="427018" y="501065"/>
                      <a:pt x="351829" y="529997"/>
                    </a:cubicBezTo>
                    <a:cubicBezTo>
                      <a:pt x="292537" y="548928"/>
                      <a:pt x="234226" y="571252"/>
                      <a:pt x="173950" y="586879"/>
                    </a:cubicBezTo>
                    <a:cubicBezTo>
                      <a:pt x="165289" y="574556"/>
                      <a:pt x="156716" y="562055"/>
                      <a:pt x="150554" y="548392"/>
                    </a:cubicBezTo>
                    <a:cubicBezTo>
                      <a:pt x="113496" y="450076"/>
                      <a:pt x="72330" y="353368"/>
                      <a:pt x="31611" y="256481"/>
                    </a:cubicBezTo>
                    <a:cubicBezTo>
                      <a:pt x="18931" y="228174"/>
                      <a:pt x="6965" y="199509"/>
                      <a:pt x="0" y="169238"/>
                    </a:cubicBezTo>
                    <a:cubicBezTo>
                      <a:pt x="30004" y="151468"/>
                      <a:pt x="62329" y="138609"/>
                      <a:pt x="94744" y="125929"/>
                    </a:cubicBezTo>
                    <a:cubicBezTo>
                      <a:pt x="195828" y="82888"/>
                      <a:pt x="297984" y="42079"/>
                      <a:pt x="401390" y="4753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5D81E92-B093-7980-6DBA-ADA97E5BC19B}"/>
                  </a:ext>
                </a:extLst>
              </p:cNvPr>
              <p:cNvGrpSpPr/>
              <p:nvPr/>
            </p:nvGrpSpPr>
            <p:grpSpPr>
              <a:xfrm>
                <a:off x="5227855" y="3010286"/>
                <a:ext cx="2405883" cy="2666348"/>
                <a:chOff x="5227855" y="3010286"/>
                <a:chExt cx="2405883" cy="2666348"/>
              </a:xfrm>
              <a:grpFill/>
            </p:grpSpPr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4D76D58C-07B1-5FBD-CE0F-A6C381180AD7}"/>
                    </a:ext>
                  </a:extLst>
                </p:cNvPr>
                <p:cNvSpPr/>
                <p:nvPr/>
              </p:nvSpPr>
              <p:spPr>
                <a:xfrm>
                  <a:off x="5227855" y="3010286"/>
                  <a:ext cx="2405883" cy="1379370"/>
                </a:xfrm>
                <a:custGeom>
                  <a:avLst/>
                  <a:gdLst>
                    <a:gd name="connsiteX0" fmla="*/ 1583680 w 2405883"/>
                    <a:gd name="connsiteY0" fmla="*/ 0 h 1379370"/>
                    <a:gd name="connsiteX1" fmla="*/ 1667262 w 2405883"/>
                    <a:gd name="connsiteY1" fmla="*/ 25985 h 1379370"/>
                    <a:gd name="connsiteX2" fmla="*/ 1911489 w 2405883"/>
                    <a:gd name="connsiteY2" fmla="*/ 129391 h 1379370"/>
                    <a:gd name="connsiteX3" fmla="*/ 2039540 w 2405883"/>
                    <a:gd name="connsiteY3" fmla="*/ 193417 h 1379370"/>
                    <a:gd name="connsiteX4" fmla="*/ 1824692 w 2405883"/>
                    <a:gd name="connsiteY4" fmla="*/ 521494 h 1379370"/>
                    <a:gd name="connsiteX5" fmla="*/ 2112585 w 2405883"/>
                    <a:gd name="connsiteY5" fmla="*/ 449610 h 1379370"/>
                    <a:gd name="connsiteX6" fmla="*/ 2343685 w 2405883"/>
                    <a:gd name="connsiteY6" fmla="*/ 392817 h 1379370"/>
                    <a:gd name="connsiteX7" fmla="*/ 2405479 w 2405883"/>
                    <a:gd name="connsiteY7" fmla="*/ 383977 h 1379370"/>
                    <a:gd name="connsiteX8" fmla="*/ 2384227 w 2405883"/>
                    <a:gd name="connsiteY8" fmla="*/ 659458 h 1379370"/>
                    <a:gd name="connsiteX9" fmla="*/ 2366010 w 2405883"/>
                    <a:gd name="connsiteY9" fmla="*/ 785277 h 1379370"/>
                    <a:gd name="connsiteX10" fmla="*/ 2332434 w 2405883"/>
                    <a:gd name="connsiteY10" fmla="*/ 808316 h 1379370"/>
                    <a:gd name="connsiteX11" fmla="*/ 1306413 w 2405883"/>
                    <a:gd name="connsiteY11" fmla="*/ 1037808 h 1379370"/>
                    <a:gd name="connsiteX12" fmla="*/ 812690 w 2405883"/>
                    <a:gd name="connsiteY12" fmla="*/ 1189524 h 1379370"/>
                    <a:gd name="connsiteX13" fmla="*/ 328791 w 2405883"/>
                    <a:gd name="connsiteY13" fmla="*/ 1349097 h 1379370"/>
                    <a:gd name="connsiteX14" fmla="*/ 220563 w 2405883"/>
                    <a:gd name="connsiteY14" fmla="*/ 1378923 h 1379370"/>
                    <a:gd name="connsiteX15" fmla="*/ 173950 w 2405883"/>
                    <a:gd name="connsiteY15" fmla="*/ 1340168 h 1379370"/>
                    <a:gd name="connsiteX16" fmla="*/ 0 w 2405883"/>
                    <a:gd name="connsiteY16" fmla="*/ 1033076 h 1379370"/>
                    <a:gd name="connsiteX17" fmla="*/ 446216 w 2405883"/>
                    <a:gd name="connsiteY17" fmla="*/ 902524 h 1379370"/>
                    <a:gd name="connsiteX18" fmla="*/ 1260782 w 2405883"/>
                    <a:gd name="connsiteY18" fmla="*/ 674817 h 1379370"/>
                    <a:gd name="connsiteX19" fmla="*/ 1295340 w 2405883"/>
                    <a:gd name="connsiteY19" fmla="*/ 654636 h 1379370"/>
                    <a:gd name="connsiteX20" fmla="*/ 1583680 w 2405883"/>
                    <a:gd name="connsiteY20" fmla="*/ 0 h 1379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405883" h="1379370">
                      <a:moveTo>
                        <a:pt x="1583680" y="0"/>
                      </a:moveTo>
                      <a:cubicBezTo>
                        <a:pt x="1613148" y="2322"/>
                        <a:pt x="1640116" y="15091"/>
                        <a:pt x="1667262" y="25985"/>
                      </a:cubicBezTo>
                      <a:cubicBezTo>
                        <a:pt x="1749594" y="58132"/>
                        <a:pt x="1830854" y="93137"/>
                        <a:pt x="1911489" y="129391"/>
                      </a:cubicBezTo>
                      <a:cubicBezTo>
                        <a:pt x="1953905" y="151180"/>
                        <a:pt x="2000518" y="165199"/>
                        <a:pt x="2039540" y="193417"/>
                      </a:cubicBezTo>
                      <a:cubicBezTo>
                        <a:pt x="1979533" y="309860"/>
                        <a:pt x="1897469" y="413087"/>
                        <a:pt x="1824692" y="521494"/>
                      </a:cubicBezTo>
                      <a:cubicBezTo>
                        <a:pt x="1921579" y="501313"/>
                        <a:pt x="2015788" y="470416"/>
                        <a:pt x="2112585" y="449610"/>
                      </a:cubicBezTo>
                      <a:cubicBezTo>
                        <a:pt x="2189470" y="430143"/>
                        <a:pt x="2267069" y="413534"/>
                        <a:pt x="2343685" y="392817"/>
                      </a:cubicBezTo>
                      <a:cubicBezTo>
                        <a:pt x="2363688" y="387102"/>
                        <a:pt x="2384584" y="384513"/>
                        <a:pt x="2405479" y="383977"/>
                      </a:cubicBezTo>
                      <a:cubicBezTo>
                        <a:pt x="2408515" y="476310"/>
                        <a:pt x="2393781" y="567928"/>
                        <a:pt x="2384227" y="659458"/>
                      </a:cubicBezTo>
                      <a:cubicBezTo>
                        <a:pt x="2376993" y="701249"/>
                        <a:pt x="2377976" y="744379"/>
                        <a:pt x="2366010" y="785277"/>
                      </a:cubicBezTo>
                      <a:cubicBezTo>
                        <a:pt x="2362795" y="801172"/>
                        <a:pt x="2345203" y="803851"/>
                        <a:pt x="2332434" y="808316"/>
                      </a:cubicBezTo>
                      <a:cubicBezTo>
                        <a:pt x="1986498" y="864483"/>
                        <a:pt x="1642705" y="938242"/>
                        <a:pt x="1306413" y="1037808"/>
                      </a:cubicBezTo>
                      <a:cubicBezTo>
                        <a:pt x="1142196" y="1089690"/>
                        <a:pt x="976104" y="1135053"/>
                        <a:pt x="812690" y="1189524"/>
                      </a:cubicBezTo>
                      <a:cubicBezTo>
                        <a:pt x="650617" y="1240512"/>
                        <a:pt x="490597" y="1297484"/>
                        <a:pt x="328791" y="1349097"/>
                      </a:cubicBezTo>
                      <a:cubicBezTo>
                        <a:pt x="293161" y="1360438"/>
                        <a:pt x="258425" y="1377851"/>
                        <a:pt x="220563" y="1378923"/>
                      </a:cubicBezTo>
                      <a:cubicBezTo>
                        <a:pt x="196006" y="1383119"/>
                        <a:pt x="185112" y="1356866"/>
                        <a:pt x="173950" y="1340168"/>
                      </a:cubicBezTo>
                      <a:cubicBezTo>
                        <a:pt x="116443" y="1237566"/>
                        <a:pt x="47595" y="1140857"/>
                        <a:pt x="0" y="1033076"/>
                      </a:cubicBezTo>
                      <a:cubicBezTo>
                        <a:pt x="146982" y="984052"/>
                        <a:pt x="297001" y="944493"/>
                        <a:pt x="446216" y="902524"/>
                      </a:cubicBezTo>
                      <a:cubicBezTo>
                        <a:pt x="717321" y="825014"/>
                        <a:pt x="989320" y="750808"/>
                        <a:pt x="1260782" y="674817"/>
                      </a:cubicBezTo>
                      <a:cubicBezTo>
                        <a:pt x="1273284" y="670263"/>
                        <a:pt x="1290429" y="669637"/>
                        <a:pt x="1295340" y="654636"/>
                      </a:cubicBezTo>
                      <a:cubicBezTo>
                        <a:pt x="1392317" y="436840"/>
                        <a:pt x="1498937" y="223064"/>
                        <a:pt x="158368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61AF41D6-0241-22DA-3E93-8E2EE43C66AB}"/>
                    </a:ext>
                  </a:extLst>
                </p:cNvPr>
                <p:cNvSpPr/>
                <p:nvPr/>
              </p:nvSpPr>
              <p:spPr>
                <a:xfrm>
                  <a:off x="6725542" y="3968840"/>
                  <a:ext cx="844337" cy="1707762"/>
                </a:xfrm>
                <a:custGeom>
                  <a:avLst/>
                  <a:gdLst>
                    <a:gd name="connsiteX0" fmla="*/ 321558 w 844337"/>
                    <a:gd name="connsiteY0" fmla="*/ 7996 h 1707762"/>
                    <a:gd name="connsiteX1" fmla="*/ 560338 w 844337"/>
                    <a:gd name="connsiteY1" fmla="*/ 2727 h 1707762"/>
                    <a:gd name="connsiteX2" fmla="*/ 737771 w 844337"/>
                    <a:gd name="connsiteY2" fmla="*/ 17729 h 1707762"/>
                    <a:gd name="connsiteX3" fmla="*/ 779383 w 844337"/>
                    <a:gd name="connsiteY3" fmla="*/ 96400 h 1707762"/>
                    <a:gd name="connsiteX4" fmla="*/ 792599 w 844337"/>
                    <a:gd name="connsiteY4" fmla="*/ 442604 h 1707762"/>
                    <a:gd name="connsiteX5" fmla="*/ 806172 w 844337"/>
                    <a:gd name="connsiteY5" fmla="*/ 718977 h 1707762"/>
                    <a:gd name="connsiteX6" fmla="*/ 837426 w 844337"/>
                    <a:gd name="connsiteY6" fmla="*/ 1344324 h 1707762"/>
                    <a:gd name="connsiteX7" fmla="*/ 841534 w 844337"/>
                    <a:gd name="connsiteY7" fmla="*/ 1513631 h 1707762"/>
                    <a:gd name="connsiteX8" fmla="*/ 749379 w 844337"/>
                    <a:gd name="connsiteY8" fmla="*/ 1573817 h 1707762"/>
                    <a:gd name="connsiteX9" fmla="*/ 150644 w 844337"/>
                    <a:gd name="connsiteY9" fmla="*/ 1679723 h 1707762"/>
                    <a:gd name="connsiteX10" fmla="*/ 0 w 844337"/>
                    <a:gd name="connsiteY10" fmla="*/ 1707762 h 1707762"/>
                    <a:gd name="connsiteX11" fmla="*/ 118408 w 844337"/>
                    <a:gd name="connsiteY11" fmla="*/ 1569888 h 1707762"/>
                    <a:gd name="connsiteX12" fmla="*/ 295841 w 844337"/>
                    <a:gd name="connsiteY12" fmla="*/ 1336734 h 1707762"/>
                    <a:gd name="connsiteX13" fmla="*/ 338078 w 844337"/>
                    <a:gd name="connsiteY13" fmla="*/ 1246901 h 1707762"/>
                    <a:gd name="connsiteX14" fmla="*/ 346651 w 844337"/>
                    <a:gd name="connsiteY14" fmla="*/ 951328 h 1707762"/>
                    <a:gd name="connsiteX15" fmla="*/ 351294 w 844337"/>
                    <a:gd name="connsiteY15" fmla="*/ 594230 h 1707762"/>
                    <a:gd name="connsiteX16" fmla="*/ 351472 w 844337"/>
                    <a:gd name="connsiteY16" fmla="*/ 245972 h 1707762"/>
                    <a:gd name="connsiteX17" fmla="*/ 341204 w 844337"/>
                    <a:gd name="connsiteY17" fmla="*/ 72468 h 1707762"/>
                    <a:gd name="connsiteX18" fmla="*/ 321558 w 844337"/>
                    <a:gd name="connsiteY18" fmla="*/ 7996 h 170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44337" h="1707762">
                      <a:moveTo>
                        <a:pt x="321558" y="7996"/>
                      </a:moveTo>
                      <a:cubicBezTo>
                        <a:pt x="400139" y="-6024"/>
                        <a:pt x="480863" y="2638"/>
                        <a:pt x="560338" y="2727"/>
                      </a:cubicBezTo>
                      <a:cubicBezTo>
                        <a:pt x="619185" y="11300"/>
                        <a:pt x="679907" y="2817"/>
                        <a:pt x="737771" y="17729"/>
                      </a:cubicBezTo>
                      <a:cubicBezTo>
                        <a:pt x="771257" y="27820"/>
                        <a:pt x="777508" y="66307"/>
                        <a:pt x="779383" y="96400"/>
                      </a:cubicBezTo>
                      <a:cubicBezTo>
                        <a:pt x="784205" y="211861"/>
                        <a:pt x="792063" y="327054"/>
                        <a:pt x="792599" y="442604"/>
                      </a:cubicBezTo>
                      <a:cubicBezTo>
                        <a:pt x="800904" y="534490"/>
                        <a:pt x="797421" y="627091"/>
                        <a:pt x="806172" y="718977"/>
                      </a:cubicBezTo>
                      <a:cubicBezTo>
                        <a:pt x="812602" y="927665"/>
                        <a:pt x="829479" y="1135726"/>
                        <a:pt x="837426" y="1344324"/>
                      </a:cubicBezTo>
                      <a:cubicBezTo>
                        <a:pt x="841534" y="1400491"/>
                        <a:pt x="848142" y="1457373"/>
                        <a:pt x="841534" y="1513631"/>
                      </a:cubicBezTo>
                      <a:cubicBezTo>
                        <a:pt x="831443" y="1553725"/>
                        <a:pt x="785098" y="1566851"/>
                        <a:pt x="749379" y="1573817"/>
                      </a:cubicBezTo>
                      <a:cubicBezTo>
                        <a:pt x="548997" y="1604267"/>
                        <a:pt x="348526" y="1635610"/>
                        <a:pt x="150644" y="1679723"/>
                      </a:cubicBezTo>
                      <a:cubicBezTo>
                        <a:pt x="100816" y="1690795"/>
                        <a:pt x="51524" y="1707494"/>
                        <a:pt x="0" y="1707762"/>
                      </a:cubicBezTo>
                      <a:cubicBezTo>
                        <a:pt x="34915" y="1658113"/>
                        <a:pt x="80814" y="1617483"/>
                        <a:pt x="118408" y="1569888"/>
                      </a:cubicBezTo>
                      <a:cubicBezTo>
                        <a:pt x="179130" y="1493450"/>
                        <a:pt x="239762" y="1416743"/>
                        <a:pt x="295841" y="1336734"/>
                      </a:cubicBezTo>
                      <a:cubicBezTo>
                        <a:pt x="313075" y="1308516"/>
                        <a:pt x="337721" y="1281816"/>
                        <a:pt x="338078" y="1246901"/>
                      </a:cubicBezTo>
                      <a:cubicBezTo>
                        <a:pt x="346918" y="1148674"/>
                        <a:pt x="344597" y="1049823"/>
                        <a:pt x="346651" y="951328"/>
                      </a:cubicBezTo>
                      <a:cubicBezTo>
                        <a:pt x="354687" y="832474"/>
                        <a:pt x="349062" y="713263"/>
                        <a:pt x="351294" y="594230"/>
                      </a:cubicBezTo>
                      <a:cubicBezTo>
                        <a:pt x="351205" y="478144"/>
                        <a:pt x="352187" y="362058"/>
                        <a:pt x="351472" y="245972"/>
                      </a:cubicBezTo>
                      <a:cubicBezTo>
                        <a:pt x="351026" y="188018"/>
                        <a:pt x="351830" y="129618"/>
                        <a:pt x="341204" y="72468"/>
                      </a:cubicBezTo>
                      <a:cubicBezTo>
                        <a:pt x="333435" y="51305"/>
                        <a:pt x="320397" y="31481"/>
                        <a:pt x="321558" y="7996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13EE1466-514D-2FB7-C771-9BCFBA6398E6}"/>
                    </a:ext>
                  </a:extLst>
                </p:cNvPr>
                <p:cNvSpPr/>
                <p:nvPr/>
              </p:nvSpPr>
              <p:spPr>
                <a:xfrm>
                  <a:off x="5581151" y="4120034"/>
                  <a:ext cx="1080249" cy="1556600"/>
                </a:xfrm>
                <a:custGeom>
                  <a:avLst/>
                  <a:gdLst>
                    <a:gd name="connsiteX0" fmla="*/ 819350 w 1080249"/>
                    <a:gd name="connsiteY0" fmla="*/ 4588 h 1556600"/>
                    <a:gd name="connsiteX1" fmla="*/ 858641 w 1080249"/>
                    <a:gd name="connsiteY1" fmla="*/ 5927 h 1556600"/>
                    <a:gd name="connsiteX2" fmla="*/ 1080097 w 1080249"/>
                    <a:gd name="connsiteY2" fmla="*/ 151214 h 1556600"/>
                    <a:gd name="connsiteX3" fmla="*/ 1070275 w 1080249"/>
                    <a:gd name="connsiteY3" fmla="*/ 397941 h 1556600"/>
                    <a:gd name="connsiteX4" fmla="*/ 1057058 w 1080249"/>
                    <a:gd name="connsiteY4" fmla="*/ 763522 h 1556600"/>
                    <a:gd name="connsiteX5" fmla="*/ 1044468 w 1080249"/>
                    <a:gd name="connsiteY5" fmla="*/ 1076508 h 1556600"/>
                    <a:gd name="connsiteX6" fmla="*/ 1034645 w 1080249"/>
                    <a:gd name="connsiteY6" fmla="*/ 1344934 h 1556600"/>
                    <a:gd name="connsiteX7" fmla="*/ 987496 w 1080249"/>
                    <a:gd name="connsiteY7" fmla="*/ 1509419 h 1556600"/>
                    <a:gd name="connsiteX8" fmla="*/ 851765 w 1080249"/>
                    <a:gd name="connsiteY8" fmla="*/ 1555675 h 1556600"/>
                    <a:gd name="connsiteX9" fmla="*/ 755860 w 1080249"/>
                    <a:gd name="connsiteY9" fmla="*/ 1492274 h 1556600"/>
                    <a:gd name="connsiteX10" fmla="*/ 538423 w 1080249"/>
                    <a:gd name="connsiteY10" fmla="*/ 1229830 h 1556600"/>
                    <a:gd name="connsiteX11" fmla="*/ 675493 w 1080249"/>
                    <a:gd name="connsiteY11" fmla="*/ 1274122 h 1556600"/>
                    <a:gd name="connsiteX12" fmla="*/ 678083 w 1080249"/>
                    <a:gd name="connsiteY12" fmla="*/ 1015429 h 1556600"/>
                    <a:gd name="connsiteX13" fmla="*/ 472521 w 1080249"/>
                    <a:gd name="connsiteY13" fmla="*/ 1111066 h 1556600"/>
                    <a:gd name="connsiteX14" fmla="*/ 454573 w 1080249"/>
                    <a:gd name="connsiteY14" fmla="*/ 1156875 h 1556600"/>
                    <a:gd name="connsiteX15" fmla="*/ 444393 w 1080249"/>
                    <a:gd name="connsiteY15" fmla="*/ 1461377 h 1556600"/>
                    <a:gd name="connsiteX16" fmla="*/ 407781 w 1080249"/>
                    <a:gd name="connsiteY16" fmla="*/ 1511205 h 1556600"/>
                    <a:gd name="connsiteX17" fmla="*/ 126407 w 1080249"/>
                    <a:gd name="connsiteY17" fmla="*/ 1516652 h 1556600"/>
                    <a:gd name="connsiteX18" fmla="*/ 3355 w 1080249"/>
                    <a:gd name="connsiteY18" fmla="*/ 1511562 h 1556600"/>
                    <a:gd name="connsiteX19" fmla="*/ 7284 w 1080249"/>
                    <a:gd name="connsiteY19" fmla="*/ 1417086 h 1556600"/>
                    <a:gd name="connsiteX20" fmla="*/ 46843 w 1080249"/>
                    <a:gd name="connsiteY20" fmla="*/ 1035610 h 1556600"/>
                    <a:gd name="connsiteX21" fmla="*/ 86759 w 1080249"/>
                    <a:gd name="connsiteY21" fmla="*/ 567783 h 1556600"/>
                    <a:gd name="connsiteX22" fmla="*/ 95867 w 1080249"/>
                    <a:gd name="connsiteY22" fmla="*/ 361776 h 1556600"/>
                    <a:gd name="connsiteX23" fmla="*/ 74079 w 1080249"/>
                    <a:gd name="connsiteY23" fmla="*/ 262388 h 1556600"/>
                    <a:gd name="connsiteX24" fmla="*/ 182038 w 1080249"/>
                    <a:gd name="connsiteY24" fmla="*/ 211132 h 1556600"/>
                    <a:gd name="connsiteX25" fmla="*/ 334290 w 1080249"/>
                    <a:gd name="connsiteY25" fmla="*/ 196130 h 1556600"/>
                    <a:gd name="connsiteX26" fmla="*/ 819350 w 1080249"/>
                    <a:gd name="connsiteY26" fmla="*/ 4588 h 1556600"/>
                    <a:gd name="connsiteX27" fmla="*/ 505114 w 1080249"/>
                    <a:gd name="connsiteY27" fmla="*/ 401602 h 1556600"/>
                    <a:gd name="connsiteX28" fmla="*/ 496542 w 1080249"/>
                    <a:gd name="connsiteY28" fmla="*/ 522063 h 1556600"/>
                    <a:gd name="connsiteX29" fmla="*/ 699514 w 1080249"/>
                    <a:gd name="connsiteY29" fmla="*/ 435267 h 1556600"/>
                    <a:gd name="connsiteX30" fmla="*/ 703800 w 1080249"/>
                    <a:gd name="connsiteY30" fmla="*/ 318110 h 1556600"/>
                    <a:gd name="connsiteX31" fmla="*/ 505114 w 1080249"/>
                    <a:gd name="connsiteY31" fmla="*/ 401602 h 1556600"/>
                    <a:gd name="connsiteX32" fmla="*/ 481005 w 1080249"/>
                    <a:gd name="connsiteY32" fmla="*/ 742180 h 1556600"/>
                    <a:gd name="connsiteX33" fmla="*/ 472075 w 1080249"/>
                    <a:gd name="connsiteY33" fmla="*/ 881126 h 1556600"/>
                    <a:gd name="connsiteX34" fmla="*/ 683976 w 1080249"/>
                    <a:gd name="connsiteY34" fmla="*/ 785221 h 1556600"/>
                    <a:gd name="connsiteX35" fmla="*/ 693799 w 1080249"/>
                    <a:gd name="connsiteY35" fmla="*/ 641989 h 1556600"/>
                    <a:gd name="connsiteX36" fmla="*/ 481005 w 1080249"/>
                    <a:gd name="connsiteY36" fmla="*/ 742180 h 1556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80249" h="1556600">
                      <a:moveTo>
                        <a:pt x="819350" y="4588"/>
                      </a:moveTo>
                      <a:cubicBezTo>
                        <a:pt x="831852" y="-948"/>
                        <a:pt x="846854" y="-2556"/>
                        <a:pt x="858641" y="5927"/>
                      </a:cubicBezTo>
                      <a:cubicBezTo>
                        <a:pt x="935526" y="49504"/>
                        <a:pt x="1009195" y="98529"/>
                        <a:pt x="1080097" y="151214"/>
                      </a:cubicBezTo>
                      <a:cubicBezTo>
                        <a:pt x="1081079" y="233545"/>
                        <a:pt x="1077240" y="315966"/>
                        <a:pt x="1070275" y="397941"/>
                      </a:cubicBezTo>
                      <a:cubicBezTo>
                        <a:pt x="1066524" y="519831"/>
                        <a:pt x="1058131" y="641543"/>
                        <a:pt x="1057058" y="763522"/>
                      </a:cubicBezTo>
                      <a:cubicBezTo>
                        <a:pt x="1048129" y="867642"/>
                        <a:pt x="1052862" y="972388"/>
                        <a:pt x="1044468" y="1076508"/>
                      </a:cubicBezTo>
                      <a:cubicBezTo>
                        <a:pt x="1041789" y="1165984"/>
                        <a:pt x="1040092" y="1255548"/>
                        <a:pt x="1034645" y="1344934"/>
                      </a:cubicBezTo>
                      <a:cubicBezTo>
                        <a:pt x="1033038" y="1401549"/>
                        <a:pt x="1034467" y="1469057"/>
                        <a:pt x="987496" y="1509419"/>
                      </a:cubicBezTo>
                      <a:cubicBezTo>
                        <a:pt x="949188" y="1538530"/>
                        <a:pt x="900968" y="1561569"/>
                        <a:pt x="851765" y="1555675"/>
                      </a:cubicBezTo>
                      <a:cubicBezTo>
                        <a:pt x="815154" y="1543084"/>
                        <a:pt x="783721" y="1518527"/>
                        <a:pt x="755860" y="1492274"/>
                      </a:cubicBezTo>
                      <a:cubicBezTo>
                        <a:pt x="674243" y="1412889"/>
                        <a:pt x="602270" y="1323950"/>
                        <a:pt x="538423" y="1229830"/>
                      </a:cubicBezTo>
                      <a:cubicBezTo>
                        <a:pt x="583874" y="1245011"/>
                        <a:pt x="627184" y="1268853"/>
                        <a:pt x="675493" y="1274122"/>
                      </a:cubicBezTo>
                      <a:cubicBezTo>
                        <a:pt x="675047" y="1187861"/>
                        <a:pt x="678172" y="1101600"/>
                        <a:pt x="678083" y="1015429"/>
                      </a:cubicBezTo>
                      <a:cubicBezTo>
                        <a:pt x="608878" y="1045790"/>
                        <a:pt x="542262" y="1081865"/>
                        <a:pt x="472521" y="1111066"/>
                      </a:cubicBezTo>
                      <a:cubicBezTo>
                        <a:pt x="451626" y="1116156"/>
                        <a:pt x="455198" y="1140534"/>
                        <a:pt x="454573" y="1156875"/>
                      </a:cubicBezTo>
                      <a:cubicBezTo>
                        <a:pt x="455019" y="1258495"/>
                        <a:pt x="446447" y="1359847"/>
                        <a:pt x="444393" y="1461377"/>
                      </a:cubicBezTo>
                      <a:cubicBezTo>
                        <a:pt x="446268" y="1483613"/>
                        <a:pt x="430284" y="1507722"/>
                        <a:pt x="407781" y="1511205"/>
                      </a:cubicBezTo>
                      <a:cubicBezTo>
                        <a:pt x="314109" y="1516563"/>
                        <a:pt x="220258" y="1517010"/>
                        <a:pt x="126407" y="1516652"/>
                      </a:cubicBezTo>
                      <a:cubicBezTo>
                        <a:pt x="85330" y="1515759"/>
                        <a:pt x="43718" y="1520939"/>
                        <a:pt x="3355" y="1511562"/>
                      </a:cubicBezTo>
                      <a:cubicBezTo>
                        <a:pt x="-5485" y="1480219"/>
                        <a:pt x="5767" y="1448518"/>
                        <a:pt x="7284" y="1417086"/>
                      </a:cubicBezTo>
                      <a:cubicBezTo>
                        <a:pt x="26037" y="1290463"/>
                        <a:pt x="31127" y="1162501"/>
                        <a:pt x="46843" y="1035610"/>
                      </a:cubicBezTo>
                      <a:cubicBezTo>
                        <a:pt x="60595" y="879698"/>
                        <a:pt x="74079" y="723785"/>
                        <a:pt x="86759" y="567783"/>
                      </a:cubicBezTo>
                      <a:cubicBezTo>
                        <a:pt x="89616" y="499114"/>
                        <a:pt x="101136" y="430623"/>
                        <a:pt x="95867" y="361776"/>
                      </a:cubicBezTo>
                      <a:cubicBezTo>
                        <a:pt x="92295" y="327932"/>
                        <a:pt x="81758" y="295428"/>
                        <a:pt x="74079" y="262388"/>
                      </a:cubicBezTo>
                      <a:cubicBezTo>
                        <a:pt x="112298" y="250512"/>
                        <a:pt x="154267" y="242654"/>
                        <a:pt x="182038" y="211132"/>
                      </a:cubicBezTo>
                      <a:cubicBezTo>
                        <a:pt x="230259" y="195326"/>
                        <a:pt x="286516" y="219347"/>
                        <a:pt x="334290" y="196130"/>
                      </a:cubicBezTo>
                      <a:cubicBezTo>
                        <a:pt x="496096" y="132640"/>
                        <a:pt x="658169" y="69686"/>
                        <a:pt x="819350" y="4588"/>
                      </a:cubicBezTo>
                      <a:moveTo>
                        <a:pt x="505114" y="401602"/>
                      </a:moveTo>
                      <a:cubicBezTo>
                        <a:pt x="497703" y="441250"/>
                        <a:pt x="496810" y="481701"/>
                        <a:pt x="496542" y="522063"/>
                      </a:cubicBezTo>
                      <a:cubicBezTo>
                        <a:pt x="564051" y="492774"/>
                        <a:pt x="632452" y="465539"/>
                        <a:pt x="699514" y="435267"/>
                      </a:cubicBezTo>
                      <a:cubicBezTo>
                        <a:pt x="701836" y="396244"/>
                        <a:pt x="702729" y="357132"/>
                        <a:pt x="703800" y="318110"/>
                      </a:cubicBezTo>
                      <a:cubicBezTo>
                        <a:pt x="636739" y="344006"/>
                        <a:pt x="572534" y="376599"/>
                        <a:pt x="505114" y="401602"/>
                      </a:cubicBezTo>
                      <a:moveTo>
                        <a:pt x="481005" y="742180"/>
                      </a:moveTo>
                      <a:cubicBezTo>
                        <a:pt x="480737" y="788615"/>
                        <a:pt x="476540" y="834871"/>
                        <a:pt x="472075" y="881126"/>
                      </a:cubicBezTo>
                      <a:cubicBezTo>
                        <a:pt x="543959" y="852105"/>
                        <a:pt x="612985" y="816297"/>
                        <a:pt x="683976" y="785221"/>
                      </a:cubicBezTo>
                      <a:cubicBezTo>
                        <a:pt x="700139" y="740484"/>
                        <a:pt x="690941" y="689227"/>
                        <a:pt x="693799" y="641989"/>
                      </a:cubicBezTo>
                      <a:cubicBezTo>
                        <a:pt x="621558" y="672707"/>
                        <a:pt x="551995" y="708962"/>
                        <a:pt x="481005" y="74218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A58830EE-28D8-59B2-B9D8-D6861EAA363F}"/>
                    </a:ext>
                  </a:extLst>
                </p:cNvPr>
                <p:cNvSpPr/>
                <p:nvPr/>
              </p:nvSpPr>
              <p:spPr>
                <a:xfrm>
                  <a:off x="6675447" y="4241958"/>
                  <a:ext cx="324095" cy="924396"/>
                </a:xfrm>
                <a:custGeom>
                  <a:avLst/>
                  <a:gdLst>
                    <a:gd name="connsiteX0" fmla="*/ 72420 w 324095"/>
                    <a:gd name="connsiteY0" fmla="*/ 0 h 924396"/>
                    <a:gd name="connsiteX1" fmla="*/ 277713 w 324095"/>
                    <a:gd name="connsiteY1" fmla="*/ 57686 h 924396"/>
                    <a:gd name="connsiteX2" fmla="*/ 319326 w 324095"/>
                    <a:gd name="connsiteY2" fmla="*/ 91440 h 924396"/>
                    <a:gd name="connsiteX3" fmla="*/ 321379 w 324095"/>
                    <a:gd name="connsiteY3" fmla="*/ 866269 h 924396"/>
                    <a:gd name="connsiteX4" fmla="*/ 273427 w 324095"/>
                    <a:gd name="connsiteY4" fmla="*/ 924222 h 924396"/>
                    <a:gd name="connsiteX5" fmla="*/ 137160 w 324095"/>
                    <a:gd name="connsiteY5" fmla="*/ 888057 h 924396"/>
                    <a:gd name="connsiteX6" fmla="*/ 0 w 324095"/>
                    <a:gd name="connsiteY6" fmla="*/ 844659 h 924396"/>
                    <a:gd name="connsiteX7" fmla="*/ 39648 w 324095"/>
                    <a:gd name="connsiteY7" fmla="*/ 355938 h 924396"/>
                    <a:gd name="connsiteX8" fmla="*/ 72420 w 324095"/>
                    <a:gd name="connsiteY8" fmla="*/ 0 h 92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095" h="924396">
                      <a:moveTo>
                        <a:pt x="72420" y="0"/>
                      </a:moveTo>
                      <a:cubicBezTo>
                        <a:pt x="142250" y="13484"/>
                        <a:pt x="209937" y="36433"/>
                        <a:pt x="277713" y="57686"/>
                      </a:cubicBezTo>
                      <a:cubicBezTo>
                        <a:pt x="293876" y="64026"/>
                        <a:pt x="320308" y="68937"/>
                        <a:pt x="319326" y="91440"/>
                      </a:cubicBezTo>
                      <a:cubicBezTo>
                        <a:pt x="325040" y="349687"/>
                        <a:pt x="325487" y="608022"/>
                        <a:pt x="321379" y="866269"/>
                      </a:cubicBezTo>
                      <a:cubicBezTo>
                        <a:pt x="324148" y="894308"/>
                        <a:pt x="304413" y="927080"/>
                        <a:pt x="273427" y="924222"/>
                      </a:cubicBezTo>
                      <a:cubicBezTo>
                        <a:pt x="226546" y="919132"/>
                        <a:pt x="182969" y="898416"/>
                        <a:pt x="137160" y="888057"/>
                      </a:cubicBezTo>
                      <a:cubicBezTo>
                        <a:pt x="91708" y="872698"/>
                        <a:pt x="42148" y="868591"/>
                        <a:pt x="0" y="844659"/>
                      </a:cubicBezTo>
                      <a:cubicBezTo>
                        <a:pt x="22324" y="682585"/>
                        <a:pt x="30896" y="519172"/>
                        <a:pt x="39648" y="355938"/>
                      </a:cubicBezTo>
                      <a:cubicBezTo>
                        <a:pt x="51346" y="237530"/>
                        <a:pt x="50452" y="117247"/>
                        <a:pt x="7242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1837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ED2F7-5D63-1738-DEA1-0AF5D290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A465438-DC58-78C9-9DF7-B15BD5DAFE0B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AFC9CCD4-EB85-7798-A6CC-BD8F33DA2D17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F936C87-CC6D-5F7A-03AC-6F82BB4C20FC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EFCFD16-956C-4B4C-7E69-B1EEDCCF6751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EBB44371-2A2C-3999-2183-DFFB51EDDBA9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1639AC36-31E5-5372-713B-FB0790E7633E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iŝḷîḋè"/>
          <p:cNvSpPr/>
          <p:nvPr/>
        </p:nvSpPr>
        <p:spPr>
          <a:xfrm>
            <a:off x="5896826" y="2237891"/>
            <a:ext cx="2199805" cy="2382218"/>
          </a:xfrm>
          <a:custGeom>
            <a:avLst/>
            <a:gdLst>
              <a:gd name="connsiteX0" fmla="*/ 1689100 w 3119522"/>
              <a:gd name="connsiteY0" fmla="*/ 0 h 3378200"/>
              <a:gd name="connsiteX1" fmla="*/ 3089728 w 3119522"/>
              <a:gd name="connsiteY1" fmla="*/ 744708 h 3378200"/>
              <a:gd name="connsiteX2" fmla="*/ 3119522 w 3119522"/>
              <a:gd name="connsiteY2" fmla="*/ 793750 h 3378200"/>
              <a:gd name="connsiteX3" fmla="*/ 2303088 w 3119522"/>
              <a:gd name="connsiteY3" fmla="*/ 793750 h 3378200"/>
              <a:gd name="connsiteX4" fmla="*/ 2296249 w 3119522"/>
              <a:gd name="connsiteY4" fmla="*/ 788636 h 3378200"/>
              <a:gd name="connsiteX5" fmla="*/ 1689100 w 3119522"/>
              <a:gd name="connsiteY5" fmla="*/ 603178 h 3378200"/>
              <a:gd name="connsiteX6" fmla="*/ 603178 w 3119522"/>
              <a:gd name="connsiteY6" fmla="*/ 1689100 h 3378200"/>
              <a:gd name="connsiteX7" fmla="*/ 1689100 w 3119522"/>
              <a:gd name="connsiteY7" fmla="*/ 2775022 h 3378200"/>
              <a:gd name="connsiteX8" fmla="*/ 2296249 w 3119522"/>
              <a:gd name="connsiteY8" fmla="*/ 2589564 h 3378200"/>
              <a:gd name="connsiteX9" fmla="*/ 2303088 w 3119522"/>
              <a:gd name="connsiteY9" fmla="*/ 2584450 h 3378200"/>
              <a:gd name="connsiteX10" fmla="*/ 3119522 w 3119522"/>
              <a:gd name="connsiteY10" fmla="*/ 2584450 h 3378200"/>
              <a:gd name="connsiteX11" fmla="*/ 3089728 w 3119522"/>
              <a:gd name="connsiteY11" fmla="*/ 2633492 h 3378200"/>
              <a:gd name="connsiteX12" fmla="*/ 1689100 w 3119522"/>
              <a:gd name="connsiteY12" fmla="*/ 3378200 h 3378200"/>
              <a:gd name="connsiteX13" fmla="*/ 0 w 3119522"/>
              <a:gd name="connsiteY13" fmla="*/ 1689100 h 3378200"/>
              <a:gd name="connsiteX14" fmla="*/ 1689100 w 3119522"/>
              <a:gd name="connsiteY14" fmla="*/ 0 h 337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19522" h="3378200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+mn-lt"/>
            </a:endParaRPr>
          </a:p>
        </p:txBody>
      </p:sp>
      <p:sp>
        <p:nvSpPr>
          <p:cNvPr id="4" name="ïṩlïḋè"/>
          <p:cNvSpPr/>
          <p:nvPr/>
        </p:nvSpPr>
        <p:spPr>
          <a:xfrm>
            <a:off x="4123313" y="2237891"/>
            <a:ext cx="2199805" cy="2382218"/>
          </a:xfrm>
          <a:custGeom>
            <a:avLst/>
            <a:gdLst>
              <a:gd name="connsiteX0" fmla="*/ 1430422 w 3119522"/>
              <a:gd name="connsiteY0" fmla="*/ 0 h 3378200"/>
              <a:gd name="connsiteX1" fmla="*/ 3119522 w 3119522"/>
              <a:gd name="connsiteY1" fmla="*/ 1689100 h 3378200"/>
              <a:gd name="connsiteX2" fmla="*/ 1430422 w 3119522"/>
              <a:gd name="connsiteY2" fmla="*/ 3378200 h 3378200"/>
              <a:gd name="connsiteX3" fmla="*/ 29794 w 3119522"/>
              <a:gd name="connsiteY3" fmla="*/ 2633492 h 3378200"/>
              <a:gd name="connsiteX4" fmla="*/ 0 w 3119522"/>
              <a:gd name="connsiteY4" fmla="*/ 2584450 h 3378200"/>
              <a:gd name="connsiteX5" fmla="*/ 816434 w 3119522"/>
              <a:gd name="connsiteY5" fmla="*/ 2584450 h 3378200"/>
              <a:gd name="connsiteX6" fmla="*/ 823273 w 3119522"/>
              <a:gd name="connsiteY6" fmla="*/ 2589564 h 3378200"/>
              <a:gd name="connsiteX7" fmla="*/ 1430422 w 3119522"/>
              <a:gd name="connsiteY7" fmla="*/ 2775022 h 3378200"/>
              <a:gd name="connsiteX8" fmla="*/ 2516344 w 3119522"/>
              <a:gd name="connsiteY8" fmla="*/ 1689100 h 3378200"/>
              <a:gd name="connsiteX9" fmla="*/ 1430422 w 3119522"/>
              <a:gd name="connsiteY9" fmla="*/ 603178 h 3378200"/>
              <a:gd name="connsiteX10" fmla="*/ 823273 w 3119522"/>
              <a:gd name="connsiteY10" fmla="*/ 788636 h 3378200"/>
              <a:gd name="connsiteX11" fmla="*/ 816434 w 3119522"/>
              <a:gd name="connsiteY11" fmla="*/ 793750 h 3378200"/>
              <a:gd name="connsiteX12" fmla="*/ 0 w 3119522"/>
              <a:gd name="connsiteY12" fmla="*/ 793750 h 3378200"/>
              <a:gd name="connsiteX13" fmla="*/ 29794 w 3119522"/>
              <a:gd name="connsiteY13" fmla="*/ 744708 h 3378200"/>
              <a:gd name="connsiteX14" fmla="*/ 1430422 w 3119522"/>
              <a:gd name="connsiteY14" fmla="*/ 0 h 337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19522" h="3378200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3823A9-DE4D-C658-91C9-6A3B058E2E09}"/>
              </a:ext>
            </a:extLst>
          </p:cNvPr>
          <p:cNvGrpSpPr/>
          <p:nvPr/>
        </p:nvGrpSpPr>
        <p:grpSpPr>
          <a:xfrm>
            <a:off x="312321" y="2984232"/>
            <a:ext cx="3810992" cy="889536"/>
            <a:chOff x="1390650" y="4689693"/>
            <a:chExt cx="3810992" cy="88953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C490EF-006C-BCE7-1381-B0AB0BC63758}"/>
                </a:ext>
              </a:extLst>
            </p:cNvPr>
            <p:cNvSpPr txBox="1"/>
            <p:nvPr/>
          </p:nvSpPr>
          <p:spPr>
            <a:xfrm>
              <a:off x="1390650" y="5002789"/>
              <a:ext cx="3810992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157A9B-3EDF-0C6A-7767-12CCC1912383}"/>
                </a:ext>
              </a:extLst>
            </p:cNvPr>
            <p:cNvSpPr txBox="1"/>
            <p:nvPr/>
          </p:nvSpPr>
          <p:spPr>
            <a:xfrm>
              <a:off x="2966075" y="4689693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EBB1162-3ABE-1B66-33CB-A47C2F9FB6A9}"/>
              </a:ext>
            </a:extLst>
          </p:cNvPr>
          <p:cNvGrpSpPr/>
          <p:nvPr/>
        </p:nvGrpSpPr>
        <p:grpSpPr>
          <a:xfrm>
            <a:off x="8096631" y="2984232"/>
            <a:ext cx="2870445" cy="889536"/>
            <a:chOff x="1390650" y="4689693"/>
            <a:chExt cx="2870445" cy="8895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70AE38D-05CA-1DF7-FE3C-B666DA78F673}"/>
                </a:ext>
              </a:extLst>
            </p:cNvPr>
            <p:cNvSpPr txBox="1"/>
            <p:nvPr/>
          </p:nvSpPr>
          <p:spPr>
            <a:xfrm>
              <a:off x="1390650" y="5002789"/>
              <a:ext cx="287044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52DA926-4CF7-E43D-0D20-0C28D141D888}"/>
                </a:ext>
              </a:extLst>
            </p:cNvPr>
            <p:cNvSpPr txBox="1"/>
            <p:nvPr/>
          </p:nvSpPr>
          <p:spPr>
            <a:xfrm>
              <a:off x="1390650" y="4689693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DAF3C61-E1D3-8D06-2929-947966C4245D}"/>
              </a:ext>
            </a:extLst>
          </p:cNvPr>
          <p:cNvGrpSpPr/>
          <p:nvPr/>
        </p:nvGrpSpPr>
        <p:grpSpPr>
          <a:xfrm>
            <a:off x="4877857" y="3202904"/>
            <a:ext cx="440570" cy="449573"/>
            <a:chOff x="4877857" y="3202904"/>
            <a:chExt cx="440570" cy="44957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6A89B4F3-781A-7097-2A06-8F8B09CD98C2}"/>
                </a:ext>
              </a:extLst>
            </p:cNvPr>
            <p:cNvSpPr/>
            <p:nvPr/>
          </p:nvSpPr>
          <p:spPr>
            <a:xfrm>
              <a:off x="4877857" y="3205522"/>
              <a:ext cx="440570" cy="446955"/>
            </a:xfrm>
            <a:custGeom>
              <a:avLst/>
              <a:gdLst>
                <a:gd name="connsiteX0" fmla="*/ 38311 w 440570"/>
                <a:gd name="connsiteY0" fmla="*/ 0 h 446955"/>
                <a:gd name="connsiteX1" fmla="*/ 0 w 440570"/>
                <a:gd name="connsiteY1" fmla="*/ 0 h 446955"/>
                <a:gd name="connsiteX2" fmla="*/ 0 w 440570"/>
                <a:gd name="connsiteY2" fmla="*/ 446956 h 446955"/>
                <a:gd name="connsiteX3" fmla="*/ 440571 w 440570"/>
                <a:gd name="connsiteY3" fmla="*/ 446956 h 446955"/>
                <a:gd name="connsiteX4" fmla="*/ 440571 w 440570"/>
                <a:gd name="connsiteY4" fmla="*/ 408645 h 446955"/>
                <a:gd name="connsiteX5" fmla="*/ 38311 w 440570"/>
                <a:gd name="connsiteY5" fmla="*/ 408645 h 446955"/>
                <a:gd name="connsiteX6" fmla="*/ 38311 w 440570"/>
                <a:gd name="connsiteY6" fmla="*/ 0 h 44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0570" h="446955">
                  <a:moveTo>
                    <a:pt x="38311" y="0"/>
                  </a:moveTo>
                  <a:lnTo>
                    <a:pt x="0" y="0"/>
                  </a:lnTo>
                  <a:lnTo>
                    <a:pt x="0" y="446956"/>
                  </a:lnTo>
                  <a:lnTo>
                    <a:pt x="440571" y="446956"/>
                  </a:lnTo>
                  <a:lnTo>
                    <a:pt x="440571" y="408645"/>
                  </a:lnTo>
                  <a:lnTo>
                    <a:pt x="38311" y="408645"/>
                  </a:lnTo>
                  <a:lnTo>
                    <a:pt x="38311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45DCE84-97FE-FB49-E903-DB556E174285}"/>
                </a:ext>
              </a:extLst>
            </p:cNvPr>
            <p:cNvSpPr/>
            <p:nvPr/>
          </p:nvSpPr>
          <p:spPr>
            <a:xfrm>
              <a:off x="4954478" y="3205522"/>
              <a:ext cx="95776" cy="370334"/>
            </a:xfrm>
            <a:custGeom>
              <a:avLst/>
              <a:gdLst>
                <a:gd name="connsiteX0" fmla="*/ 0 w 95776"/>
                <a:gd name="connsiteY0" fmla="*/ 0 h 370334"/>
                <a:gd name="connsiteX1" fmla="*/ 95776 w 95776"/>
                <a:gd name="connsiteY1" fmla="*/ 0 h 370334"/>
                <a:gd name="connsiteX2" fmla="*/ 95776 w 95776"/>
                <a:gd name="connsiteY2" fmla="*/ 370335 h 370334"/>
                <a:gd name="connsiteX3" fmla="*/ 0 w 95776"/>
                <a:gd name="connsiteY3" fmla="*/ 370335 h 37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370334">
                  <a:moveTo>
                    <a:pt x="0" y="0"/>
                  </a:moveTo>
                  <a:lnTo>
                    <a:pt x="95776" y="0"/>
                  </a:lnTo>
                  <a:lnTo>
                    <a:pt x="95776" y="370335"/>
                  </a:lnTo>
                  <a:lnTo>
                    <a:pt x="0" y="370335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B68FE30-4B1C-5D61-BA2D-EF47380A3E43}"/>
                </a:ext>
              </a:extLst>
            </p:cNvPr>
            <p:cNvSpPr/>
            <p:nvPr/>
          </p:nvSpPr>
          <p:spPr>
            <a:xfrm>
              <a:off x="5088564" y="3333223"/>
              <a:ext cx="95776" cy="242633"/>
            </a:xfrm>
            <a:custGeom>
              <a:avLst/>
              <a:gdLst>
                <a:gd name="connsiteX0" fmla="*/ 0 w 95776"/>
                <a:gd name="connsiteY0" fmla="*/ 0 h 242633"/>
                <a:gd name="connsiteX1" fmla="*/ 95776 w 95776"/>
                <a:gd name="connsiteY1" fmla="*/ 0 h 242633"/>
                <a:gd name="connsiteX2" fmla="*/ 95776 w 95776"/>
                <a:gd name="connsiteY2" fmla="*/ 242633 h 242633"/>
                <a:gd name="connsiteX3" fmla="*/ 0 w 95776"/>
                <a:gd name="connsiteY3" fmla="*/ 242633 h 24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242633">
                  <a:moveTo>
                    <a:pt x="0" y="0"/>
                  </a:moveTo>
                  <a:lnTo>
                    <a:pt x="95776" y="0"/>
                  </a:lnTo>
                  <a:lnTo>
                    <a:pt x="95776" y="242633"/>
                  </a:lnTo>
                  <a:lnTo>
                    <a:pt x="0" y="242633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37C26BC-B1A3-EF63-2903-987306D3DD85}"/>
                </a:ext>
              </a:extLst>
            </p:cNvPr>
            <p:cNvSpPr/>
            <p:nvPr/>
          </p:nvSpPr>
          <p:spPr>
            <a:xfrm>
              <a:off x="5222651" y="3448155"/>
              <a:ext cx="95776" cy="127701"/>
            </a:xfrm>
            <a:custGeom>
              <a:avLst/>
              <a:gdLst>
                <a:gd name="connsiteX0" fmla="*/ 0 w 95776"/>
                <a:gd name="connsiteY0" fmla="*/ 0 h 127701"/>
                <a:gd name="connsiteX1" fmla="*/ 95776 w 95776"/>
                <a:gd name="connsiteY1" fmla="*/ 0 h 127701"/>
                <a:gd name="connsiteX2" fmla="*/ 95776 w 95776"/>
                <a:gd name="connsiteY2" fmla="*/ 127702 h 127701"/>
                <a:gd name="connsiteX3" fmla="*/ 0 w 95776"/>
                <a:gd name="connsiteY3" fmla="*/ 127702 h 12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127701">
                  <a:moveTo>
                    <a:pt x="0" y="0"/>
                  </a:moveTo>
                  <a:lnTo>
                    <a:pt x="95776" y="0"/>
                  </a:lnTo>
                  <a:lnTo>
                    <a:pt x="95776" y="127702"/>
                  </a:lnTo>
                  <a:lnTo>
                    <a:pt x="0" y="12770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79655DB-CA4F-7ABB-8F8B-ADF672299196}"/>
                </a:ext>
              </a:extLst>
            </p:cNvPr>
            <p:cNvSpPr/>
            <p:nvPr/>
          </p:nvSpPr>
          <p:spPr>
            <a:xfrm>
              <a:off x="5105102" y="3202904"/>
              <a:ext cx="206940" cy="206940"/>
            </a:xfrm>
            <a:custGeom>
              <a:avLst/>
              <a:gdLst>
                <a:gd name="connsiteX0" fmla="*/ 172078 w 206940"/>
                <a:gd name="connsiteY0" fmla="*/ 154072 h 206940"/>
                <a:gd name="connsiteX1" fmla="*/ 18006 w 206940"/>
                <a:gd name="connsiteY1" fmla="*/ 0 h 206940"/>
                <a:gd name="connsiteX2" fmla="*/ 0 w 206940"/>
                <a:gd name="connsiteY2" fmla="*/ 18006 h 206940"/>
                <a:gd name="connsiteX3" fmla="*/ 154072 w 206940"/>
                <a:gd name="connsiteY3" fmla="*/ 172078 h 206940"/>
                <a:gd name="connsiteX4" fmla="*/ 119210 w 206940"/>
                <a:gd name="connsiteY4" fmla="*/ 206941 h 206940"/>
                <a:gd name="connsiteX5" fmla="*/ 206941 w 206940"/>
                <a:gd name="connsiteY5" fmla="*/ 206941 h 206940"/>
                <a:gd name="connsiteX6" fmla="*/ 206941 w 206940"/>
                <a:gd name="connsiteY6" fmla="*/ 119210 h 206940"/>
                <a:gd name="connsiteX7" fmla="*/ 172078 w 206940"/>
                <a:gd name="connsiteY7" fmla="*/ 154072 h 20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0" h="206940">
                  <a:moveTo>
                    <a:pt x="172078" y="154072"/>
                  </a:moveTo>
                  <a:lnTo>
                    <a:pt x="18006" y="0"/>
                  </a:lnTo>
                  <a:lnTo>
                    <a:pt x="0" y="18006"/>
                  </a:lnTo>
                  <a:lnTo>
                    <a:pt x="154072" y="172078"/>
                  </a:lnTo>
                  <a:lnTo>
                    <a:pt x="119210" y="206941"/>
                  </a:lnTo>
                  <a:lnTo>
                    <a:pt x="206941" y="206941"/>
                  </a:lnTo>
                  <a:lnTo>
                    <a:pt x="206941" y="119210"/>
                  </a:lnTo>
                  <a:lnTo>
                    <a:pt x="172078" y="15407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E7ABE94-09E7-CAD3-FBA9-6ED816E501F9}"/>
              </a:ext>
            </a:extLst>
          </p:cNvPr>
          <p:cNvGrpSpPr/>
          <p:nvPr/>
        </p:nvGrpSpPr>
        <p:grpSpPr>
          <a:xfrm>
            <a:off x="6901517" y="3205522"/>
            <a:ext cx="440570" cy="446955"/>
            <a:chOff x="7025551" y="3205522"/>
            <a:chExt cx="440570" cy="44695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9E45FAE4-8E1E-CBBC-2C2A-50111D31C138}"/>
                </a:ext>
              </a:extLst>
            </p:cNvPr>
            <p:cNvSpPr/>
            <p:nvPr/>
          </p:nvSpPr>
          <p:spPr>
            <a:xfrm>
              <a:off x="7025551" y="3205522"/>
              <a:ext cx="440570" cy="446955"/>
            </a:xfrm>
            <a:custGeom>
              <a:avLst/>
              <a:gdLst>
                <a:gd name="connsiteX0" fmla="*/ 402260 w 440570"/>
                <a:gd name="connsiteY0" fmla="*/ 408645 h 446955"/>
                <a:gd name="connsiteX1" fmla="*/ 0 w 440570"/>
                <a:gd name="connsiteY1" fmla="*/ 408645 h 446955"/>
                <a:gd name="connsiteX2" fmla="*/ 0 w 440570"/>
                <a:gd name="connsiteY2" fmla="*/ 446956 h 446955"/>
                <a:gd name="connsiteX3" fmla="*/ 440571 w 440570"/>
                <a:gd name="connsiteY3" fmla="*/ 446956 h 446955"/>
                <a:gd name="connsiteX4" fmla="*/ 440571 w 440570"/>
                <a:gd name="connsiteY4" fmla="*/ 0 h 446955"/>
                <a:gd name="connsiteX5" fmla="*/ 402260 w 440570"/>
                <a:gd name="connsiteY5" fmla="*/ 0 h 446955"/>
                <a:gd name="connsiteX6" fmla="*/ 402260 w 440570"/>
                <a:gd name="connsiteY6" fmla="*/ 408645 h 44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0570" h="446955">
                  <a:moveTo>
                    <a:pt x="402260" y="408645"/>
                  </a:moveTo>
                  <a:lnTo>
                    <a:pt x="0" y="408645"/>
                  </a:lnTo>
                  <a:lnTo>
                    <a:pt x="0" y="446956"/>
                  </a:lnTo>
                  <a:lnTo>
                    <a:pt x="440571" y="446956"/>
                  </a:lnTo>
                  <a:lnTo>
                    <a:pt x="440571" y="0"/>
                  </a:lnTo>
                  <a:lnTo>
                    <a:pt x="402260" y="0"/>
                  </a:lnTo>
                  <a:lnTo>
                    <a:pt x="402260" y="408645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435C0AA9-8713-AC3A-878C-5BAE4CD8A928}"/>
                </a:ext>
              </a:extLst>
            </p:cNvPr>
            <p:cNvSpPr/>
            <p:nvPr/>
          </p:nvSpPr>
          <p:spPr>
            <a:xfrm>
              <a:off x="7025551" y="3205522"/>
              <a:ext cx="95776" cy="370334"/>
            </a:xfrm>
            <a:custGeom>
              <a:avLst/>
              <a:gdLst>
                <a:gd name="connsiteX0" fmla="*/ 0 w 95776"/>
                <a:gd name="connsiteY0" fmla="*/ 0 h 370334"/>
                <a:gd name="connsiteX1" fmla="*/ 95776 w 95776"/>
                <a:gd name="connsiteY1" fmla="*/ 0 h 370334"/>
                <a:gd name="connsiteX2" fmla="*/ 95776 w 95776"/>
                <a:gd name="connsiteY2" fmla="*/ 370335 h 370334"/>
                <a:gd name="connsiteX3" fmla="*/ 0 w 95776"/>
                <a:gd name="connsiteY3" fmla="*/ 370335 h 37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370334">
                  <a:moveTo>
                    <a:pt x="0" y="0"/>
                  </a:moveTo>
                  <a:lnTo>
                    <a:pt x="95776" y="0"/>
                  </a:lnTo>
                  <a:lnTo>
                    <a:pt x="95776" y="370335"/>
                  </a:lnTo>
                  <a:lnTo>
                    <a:pt x="0" y="370335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9265878C-1AF2-ADAD-6D47-2A2232C38F97}"/>
                </a:ext>
              </a:extLst>
            </p:cNvPr>
            <p:cNvSpPr/>
            <p:nvPr/>
          </p:nvSpPr>
          <p:spPr>
            <a:xfrm>
              <a:off x="7159637" y="3333223"/>
              <a:ext cx="95776" cy="242633"/>
            </a:xfrm>
            <a:custGeom>
              <a:avLst/>
              <a:gdLst>
                <a:gd name="connsiteX0" fmla="*/ 0 w 95776"/>
                <a:gd name="connsiteY0" fmla="*/ 0 h 242633"/>
                <a:gd name="connsiteX1" fmla="*/ 95776 w 95776"/>
                <a:gd name="connsiteY1" fmla="*/ 0 h 242633"/>
                <a:gd name="connsiteX2" fmla="*/ 95776 w 95776"/>
                <a:gd name="connsiteY2" fmla="*/ 242633 h 242633"/>
                <a:gd name="connsiteX3" fmla="*/ 0 w 95776"/>
                <a:gd name="connsiteY3" fmla="*/ 242633 h 24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242633">
                  <a:moveTo>
                    <a:pt x="0" y="0"/>
                  </a:moveTo>
                  <a:lnTo>
                    <a:pt x="95776" y="0"/>
                  </a:lnTo>
                  <a:lnTo>
                    <a:pt x="95776" y="242633"/>
                  </a:lnTo>
                  <a:lnTo>
                    <a:pt x="0" y="242633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D26938A-69A0-55E0-CEAA-172DC2FBE188}"/>
                </a:ext>
              </a:extLst>
            </p:cNvPr>
            <p:cNvSpPr/>
            <p:nvPr/>
          </p:nvSpPr>
          <p:spPr>
            <a:xfrm>
              <a:off x="7293724" y="3448155"/>
              <a:ext cx="95776" cy="127701"/>
            </a:xfrm>
            <a:custGeom>
              <a:avLst/>
              <a:gdLst>
                <a:gd name="connsiteX0" fmla="*/ 0 w 95776"/>
                <a:gd name="connsiteY0" fmla="*/ 0 h 127701"/>
                <a:gd name="connsiteX1" fmla="*/ 95776 w 95776"/>
                <a:gd name="connsiteY1" fmla="*/ 0 h 127701"/>
                <a:gd name="connsiteX2" fmla="*/ 95776 w 95776"/>
                <a:gd name="connsiteY2" fmla="*/ 127702 h 127701"/>
                <a:gd name="connsiteX3" fmla="*/ 0 w 95776"/>
                <a:gd name="connsiteY3" fmla="*/ 127702 h 12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76" h="127701">
                  <a:moveTo>
                    <a:pt x="0" y="0"/>
                  </a:moveTo>
                  <a:lnTo>
                    <a:pt x="95776" y="0"/>
                  </a:lnTo>
                  <a:lnTo>
                    <a:pt x="95776" y="127702"/>
                  </a:lnTo>
                  <a:lnTo>
                    <a:pt x="0" y="12770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F5095F47-4BC5-0E18-4A20-0288AB39F391}"/>
                </a:ext>
              </a:extLst>
            </p:cNvPr>
            <p:cNvSpPr/>
            <p:nvPr/>
          </p:nvSpPr>
          <p:spPr>
            <a:xfrm>
              <a:off x="7185178" y="3205522"/>
              <a:ext cx="206940" cy="206940"/>
            </a:xfrm>
            <a:custGeom>
              <a:avLst/>
              <a:gdLst>
                <a:gd name="connsiteX0" fmla="*/ 34863 w 206940"/>
                <a:gd name="connsiteY0" fmla="*/ 52932 h 206940"/>
                <a:gd name="connsiteX1" fmla="*/ 188935 w 206940"/>
                <a:gd name="connsiteY1" fmla="*/ 206941 h 206940"/>
                <a:gd name="connsiteX2" fmla="*/ 206941 w 206940"/>
                <a:gd name="connsiteY2" fmla="*/ 188935 h 206940"/>
                <a:gd name="connsiteX3" fmla="*/ 52868 w 206940"/>
                <a:gd name="connsiteY3" fmla="*/ 34863 h 206940"/>
                <a:gd name="connsiteX4" fmla="*/ 87731 w 206940"/>
                <a:gd name="connsiteY4" fmla="*/ 0 h 206940"/>
                <a:gd name="connsiteX5" fmla="*/ 0 w 206940"/>
                <a:gd name="connsiteY5" fmla="*/ 0 h 206940"/>
                <a:gd name="connsiteX6" fmla="*/ 0 w 206940"/>
                <a:gd name="connsiteY6" fmla="*/ 87731 h 206940"/>
                <a:gd name="connsiteX7" fmla="*/ 34863 w 206940"/>
                <a:gd name="connsiteY7" fmla="*/ 52932 h 20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0" h="206940">
                  <a:moveTo>
                    <a:pt x="34863" y="52932"/>
                  </a:moveTo>
                  <a:lnTo>
                    <a:pt x="188935" y="206941"/>
                  </a:lnTo>
                  <a:lnTo>
                    <a:pt x="206941" y="188935"/>
                  </a:lnTo>
                  <a:lnTo>
                    <a:pt x="52868" y="34863"/>
                  </a:lnTo>
                  <a:lnTo>
                    <a:pt x="87731" y="0"/>
                  </a:lnTo>
                  <a:lnTo>
                    <a:pt x="0" y="0"/>
                  </a:lnTo>
                  <a:lnTo>
                    <a:pt x="0" y="87731"/>
                  </a:lnTo>
                  <a:lnTo>
                    <a:pt x="34863" y="5293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05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77BDD-9F23-F91B-4580-D3EC2496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B817D37-4A1B-B55E-5EAD-F8834C523525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4B2D0363-4DC0-5C58-B8FE-780921AC9CA8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37F1C3A-F38A-80AB-0803-46A2BA662AA2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40A2260-72BC-05AD-99D5-652C15AE392F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807CAB0F-EE9D-B0D1-14EC-65AA13944A09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3994969F-919A-8294-50B4-53A9F039F687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 descr="D:\51PPT模板网\51pptmoban.com\图片.jpg">
            <a:extLst>
              <a:ext uri="{FF2B5EF4-FFF2-40B4-BE49-F238E27FC236}">
                <a16:creationId xmlns:a16="http://schemas.microsoft.com/office/drawing/2014/main" id="{4DEC2F41-DA0B-FA3A-E3CE-8A91DFE3D668}"/>
              </a:ext>
            </a:extLst>
          </p:cNvPr>
          <p:cNvGrpSpPr/>
          <p:nvPr/>
        </p:nvGrpSpPr>
        <p:grpSpPr>
          <a:xfrm>
            <a:off x="1075390" y="1821338"/>
            <a:ext cx="5674211" cy="3215323"/>
            <a:chOff x="1206018" y="2055061"/>
            <a:chExt cx="5674211" cy="3215323"/>
          </a:xfrm>
          <a:blipFill>
            <a:blip r:embed="rId3">
              <a:grayscl/>
            </a:blip>
            <a:stretch>
              <a:fillRect/>
            </a:stretch>
          </a:blip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CBE833A-3711-6BCC-8B81-FA4D88FDD893}"/>
                </a:ext>
              </a:extLst>
            </p:cNvPr>
            <p:cNvSpPr/>
            <p:nvPr/>
          </p:nvSpPr>
          <p:spPr>
            <a:xfrm>
              <a:off x="1206018" y="2055061"/>
              <a:ext cx="2722286" cy="32153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514464C-9EF5-3A6A-3B22-5B615C3C083D}"/>
                </a:ext>
              </a:extLst>
            </p:cNvPr>
            <p:cNvSpPr/>
            <p:nvPr/>
          </p:nvSpPr>
          <p:spPr>
            <a:xfrm>
              <a:off x="4157943" y="2055061"/>
              <a:ext cx="2722286" cy="32153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</p:grpSp>
      <p:sp>
        <p:nvSpPr>
          <p:cNvPr id="5" name="L 形 4">
            <a:extLst>
              <a:ext uri="{FF2B5EF4-FFF2-40B4-BE49-F238E27FC236}">
                <a16:creationId xmlns:a16="http://schemas.microsoft.com/office/drawing/2014/main" id="{2BDF5438-66C9-A89E-4EF3-9D5016D97514}"/>
              </a:ext>
            </a:extLst>
          </p:cNvPr>
          <p:cNvSpPr/>
          <p:nvPr/>
        </p:nvSpPr>
        <p:spPr>
          <a:xfrm>
            <a:off x="770624" y="4417017"/>
            <a:ext cx="914400" cy="914400"/>
          </a:xfrm>
          <a:prstGeom prst="corner">
            <a:avLst>
              <a:gd name="adj1" fmla="val 26389"/>
              <a:gd name="adj2" fmla="val 28212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6" name="L 形 5">
            <a:extLst>
              <a:ext uri="{FF2B5EF4-FFF2-40B4-BE49-F238E27FC236}">
                <a16:creationId xmlns:a16="http://schemas.microsoft.com/office/drawing/2014/main" id="{668662FA-B15B-5D30-D307-7AEFCA21569D}"/>
              </a:ext>
            </a:extLst>
          </p:cNvPr>
          <p:cNvSpPr/>
          <p:nvPr/>
        </p:nvSpPr>
        <p:spPr>
          <a:xfrm rot="10800000">
            <a:off x="6151872" y="1529037"/>
            <a:ext cx="914400" cy="914400"/>
          </a:xfrm>
          <a:prstGeom prst="corner">
            <a:avLst>
              <a:gd name="adj1" fmla="val 26389"/>
              <a:gd name="adj2" fmla="val 28212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342A49F-1915-7132-6370-C63C4EABC52F}"/>
              </a:ext>
            </a:extLst>
          </p:cNvPr>
          <p:cNvGrpSpPr/>
          <p:nvPr/>
        </p:nvGrpSpPr>
        <p:grpSpPr>
          <a:xfrm>
            <a:off x="7539264" y="1476877"/>
            <a:ext cx="3705000" cy="1698206"/>
            <a:chOff x="283599" y="1830584"/>
            <a:chExt cx="3705000" cy="1698206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071E905-0C54-7FF3-E18E-B5EF3AE66A4F}"/>
                </a:ext>
              </a:extLst>
            </p:cNvPr>
            <p:cNvSpPr txBox="1"/>
            <p:nvPr/>
          </p:nvSpPr>
          <p:spPr>
            <a:xfrm>
              <a:off x="283599" y="2190603"/>
              <a:ext cx="3705000" cy="13381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分钟之内。此处添加详细文本描述，建议与标题相关并符合整体语言风格，语言描述尽量简洁生动。</a:t>
              </a:r>
              <a:endParaRPr lang="en-US" altLang="zh-CN" sz="1100" dirty="0">
                <a:solidFill>
                  <a:srgbClr val="404040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05CCC49-2F68-8120-49E2-81E955889BAC}"/>
                </a:ext>
              </a:extLst>
            </p:cNvPr>
            <p:cNvSpPr txBox="1"/>
            <p:nvPr/>
          </p:nvSpPr>
          <p:spPr>
            <a:xfrm>
              <a:off x="283599" y="1830584"/>
              <a:ext cx="2235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5AC5B3-E673-5302-5B62-6D79AB73C938}"/>
              </a:ext>
            </a:extLst>
          </p:cNvPr>
          <p:cNvSpPr/>
          <p:nvPr/>
        </p:nvSpPr>
        <p:spPr>
          <a:xfrm>
            <a:off x="7539264" y="3535102"/>
            <a:ext cx="3704999" cy="55643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C8E68D9-86C4-EFE0-27F3-4FD9E6B607D6}"/>
              </a:ext>
            </a:extLst>
          </p:cNvPr>
          <p:cNvSpPr/>
          <p:nvPr/>
        </p:nvSpPr>
        <p:spPr>
          <a:xfrm>
            <a:off x="7539264" y="4480229"/>
            <a:ext cx="3704999" cy="55643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74F737-AF14-6519-6B48-916F5D946715}"/>
              </a:ext>
            </a:extLst>
          </p:cNvPr>
          <p:cNvSpPr txBox="1"/>
          <p:nvPr/>
        </p:nvSpPr>
        <p:spPr>
          <a:xfrm>
            <a:off x="8273979" y="3643865"/>
            <a:ext cx="223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单击此处添加描述文本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B2FB92-31A7-600E-4A3D-CC24ECFFE05F}"/>
              </a:ext>
            </a:extLst>
          </p:cNvPr>
          <p:cNvSpPr txBox="1"/>
          <p:nvPr/>
        </p:nvSpPr>
        <p:spPr>
          <a:xfrm>
            <a:off x="8273979" y="4589637"/>
            <a:ext cx="223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单击此处添加描述文本</a:t>
            </a:r>
          </a:p>
        </p:txBody>
      </p:sp>
    </p:spTree>
    <p:extLst>
      <p:ext uri="{BB962C8B-B14F-4D97-AF65-F5344CB8AC3E}">
        <p14:creationId xmlns:p14="http://schemas.microsoft.com/office/powerpoint/2010/main" val="240052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39AEA-3166-183F-7DEF-404E873C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B266EB2-77A1-2166-1ED1-58066D214DE3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AA554E9B-D943-6442-5597-B915656E81D0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8979272-81CF-8BE0-41D2-2430206DD356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351454E-9AE9-EA23-8D0E-6DC01E067C05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4E110D77-3B43-BB9C-472C-1FD8FCBE70B8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53083FA1-7A66-508E-26F8-8231E261867B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 6">
            <a:extLst>
              <a:ext uri="{FF2B5EF4-FFF2-40B4-BE49-F238E27FC236}">
                <a16:creationId xmlns:a16="http://schemas.microsoft.com/office/drawing/2014/main" id="{62E96016-6372-491D-3E31-58DA4DAA23D6}"/>
              </a:ext>
            </a:extLst>
          </p:cNvPr>
          <p:cNvSpPr/>
          <p:nvPr/>
        </p:nvSpPr>
        <p:spPr bwMode="auto">
          <a:xfrm>
            <a:off x="7939871" y="3391958"/>
            <a:ext cx="2252133" cy="2252133"/>
          </a:xfrm>
          <a:custGeom>
            <a:avLst/>
            <a:gdLst>
              <a:gd name="connsiteX0" fmla="*/ 1152880 w 1624223"/>
              <a:gd name="connsiteY0" fmla="*/ 258964 h 1624223"/>
              <a:gd name="connsiteX1" fmla="*/ 1279219 w 1624223"/>
              <a:gd name="connsiteY1" fmla="*/ 152947 h 1624223"/>
              <a:gd name="connsiteX2" fmla="*/ 1380149 w 1624223"/>
              <a:gd name="connsiteY2" fmla="*/ 237638 h 1624223"/>
              <a:gd name="connsiteX3" fmla="*/ 1297682 w 1624223"/>
              <a:gd name="connsiteY3" fmla="*/ 380466 h 1624223"/>
              <a:gd name="connsiteX4" fmla="*/ 1428712 w 1624223"/>
              <a:gd name="connsiteY4" fmla="*/ 607417 h 1624223"/>
              <a:gd name="connsiteX5" fmla="*/ 1593639 w 1624223"/>
              <a:gd name="connsiteY5" fmla="*/ 607413 h 1624223"/>
              <a:gd name="connsiteX6" fmla="*/ 1616518 w 1624223"/>
              <a:gd name="connsiteY6" fmla="*/ 737167 h 1624223"/>
              <a:gd name="connsiteX7" fmla="*/ 1461536 w 1624223"/>
              <a:gd name="connsiteY7" fmla="*/ 793571 h 1624223"/>
              <a:gd name="connsiteX8" fmla="*/ 1416030 w 1624223"/>
              <a:gd name="connsiteY8" fmla="*/ 1051650 h 1624223"/>
              <a:gd name="connsiteX9" fmla="*/ 1542374 w 1624223"/>
              <a:gd name="connsiteY9" fmla="*/ 1157660 h 1624223"/>
              <a:gd name="connsiteX10" fmla="*/ 1476497 w 1624223"/>
              <a:gd name="connsiteY10" fmla="*/ 1271763 h 1624223"/>
              <a:gd name="connsiteX11" fmla="*/ 1321517 w 1624223"/>
              <a:gd name="connsiteY11" fmla="*/ 1215351 h 1624223"/>
              <a:gd name="connsiteX12" fmla="*/ 1120767 w 1624223"/>
              <a:gd name="connsiteY12" fmla="*/ 1383800 h 1624223"/>
              <a:gd name="connsiteX13" fmla="*/ 1149411 w 1624223"/>
              <a:gd name="connsiteY13" fmla="*/ 1546221 h 1624223"/>
              <a:gd name="connsiteX14" fmla="*/ 1025602 w 1624223"/>
              <a:gd name="connsiteY14" fmla="*/ 1591284 h 1624223"/>
              <a:gd name="connsiteX15" fmla="*/ 943142 w 1624223"/>
              <a:gd name="connsiteY15" fmla="*/ 1448450 h 1624223"/>
              <a:gd name="connsiteX16" fmla="*/ 681081 w 1624223"/>
              <a:gd name="connsiteY16" fmla="*/ 1448450 h 1624223"/>
              <a:gd name="connsiteX17" fmla="*/ 598621 w 1624223"/>
              <a:gd name="connsiteY17" fmla="*/ 1591284 h 1624223"/>
              <a:gd name="connsiteX18" fmla="*/ 474812 w 1624223"/>
              <a:gd name="connsiteY18" fmla="*/ 1546221 h 1624223"/>
              <a:gd name="connsiteX19" fmla="*/ 503456 w 1624223"/>
              <a:gd name="connsiteY19" fmla="*/ 1383800 h 1624223"/>
              <a:gd name="connsiteX20" fmla="*/ 302706 w 1624223"/>
              <a:gd name="connsiteY20" fmla="*/ 1215351 h 1624223"/>
              <a:gd name="connsiteX21" fmla="*/ 147726 w 1624223"/>
              <a:gd name="connsiteY21" fmla="*/ 1271763 h 1624223"/>
              <a:gd name="connsiteX22" fmla="*/ 81849 w 1624223"/>
              <a:gd name="connsiteY22" fmla="*/ 1157660 h 1624223"/>
              <a:gd name="connsiteX23" fmla="*/ 208193 w 1624223"/>
              <a:gd name="connsiteY23" fmla="*/ 1051650 h 1624223"/>
              <a:gd name="connsiteX24" fmla="*/ 162687 w 1624223"/>
              <a:gd name="connsiteY24" fmla="*/ 793571 h 1624223"/>
              <a:gd name="connsiteX25" fmla="*/ 7705 w 1624223"/>
              <a:gd name="connsiteY25" fmla="*/ 737167 h 1624223"/>
              <a:gd name="connsiteX26" fmla="*/ 30584 w 1624223"/>
              <a:gd name="connsiteY26" fmla="*/ 607413 h 1624223"/>
              <a:gd name="connsiteX27" fmla="*/ 195511 w 1624223"/>
              <a:gd name="connsiteY27" fmla="*/ 607418 h 1624223"/>
              <a:gd name="connsiteX28" fmla="*/ 326541 w 1624223"/>
              <a:gd name="connsiteY28" fmla="*/ 380467 h 1624223"/>
              <a:gd name="connsiteX29" fmla="*/ 244074 w 1624223"/>
              <a:gd name="connsiteY29" fmla="*/ 237638 h 1624223"/>
              <a:gd name="connsiteX30" fmla="*/ 345004 w 1624223"/>
              <a:gd name="connsiteY30" fmla="*/ 152947 h 1624223"/>
              <a:gd name="connsiteX31" fmla="*/ 471343 w 1624223"/>
              <a:gd name="connsiteY31" fmla="*/ 258964 h 1624223"/>
              <a:gd name="connsiteX32" fmla="*/ 717599 w 1624223"/>
              <a:gd name="connsiteY32" fmla="*/ 169334 h 1624223"/>
              <a:gd name="connsiteX33" fmla="*/ 746234 w 1624223"/>
              <a:gd name="connsiteY33" fmla="*/ 6911 h 1624223"/>
              <a:gd name="connsiteX34" fmla="*/ 877989 w 1624223"/>
              <a:gd name="connsiteY34" fmla="*/ 6911 h 1624223"/>
              <a:gd name="connsiteX35" fmla="*/ 906624 w 1624223"/>
              <a:gd name="connsiteY35" fmla="*/ 169334 h 1624223"/>
              <a:gd name="connsiteX36" fmla="*/ 1152880 w 1624223"/>
              <a:gd name="connsiteY36" fmla="*/ 258964 h 162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24223" h="1624223">
                <a:moveTo>
                  <a:pt x="1152880" y="258964"/>
                </a:moveTo>
                <a:lnTo>
                  <a:pt x="1279219" y="152947"/>
                </a:lnTo>
                <a:lnTo>
                  <a:pt x="1380149" y="237638"/>
                </a:lnTo>
                <a:lnTo>
                  <a:pt x="1297682" y="380466"/>
                </a:lnTo>
                <a:cubicBezTo>
                  <a:pt x="1356321" y="446431"/>
                  <a:pt x="1400905" y="523652"/>
                  <a:pt x="1428712" y="607417"/>
                </a:cubicBezTo>
                <a:lnTo>
                  <a:pt x="1593639" y="607413"/>
                </a:lnTo>
                <a:lnTo>
                  <a:pt x="1616518" y="737167"/>
                </a:lnTo>
                <a:lnTo>
                  <a:pt x="1461536" y="793571"/>
                </a:lnTo>
                <a:cubicBezTo>
                  <a:pt x="1464055" y="881795"/>
                  <a:pt x="1448571" y="969608"/>
                  <a:pt x="1416030" y="1051650"/>
                </a:cubicBezTo>
                <a:lnTo>
                  <a:pt x="1542374" y="1157660"/>
                </a:lnTo>
                <a:lnTo>
                  <a:pt x="1476497" y="1271763"/>
                </a:lnTo>
                <a:lnTo>
                  <a:pt x="1321517" y="1215351"/>
                </a:lnTo>
                <a:cubicBezTo>
                  <a:pt x="1266737" y="1284554"/>
                  <a:pt x="1198431" y="1341869"/>
                  <a:pt x="1120767" y="1383800"/>
                </a:cubicBezTo>
                <a:lnTo>
                  <a:pt x="1149411" y="1546221"/>
                </a:lnTo>
                <a:lnTo>
                  <a:pt x="1025602" y="1591284"/>
                </a:lnTo>
                <a:lnTo>
                  <a:pt x="943142" y="1448450"/>
                </a:lnTo>
                <a:cubicBezTo>
                  <a:pt x="856695" y="1466250"/>
                  <a:pt x="767528" y="1466251"/>
                  <a:pt x="681081" y="1448450"/>
                </a:cubicBezTo>
                <a:lnTo>
                  <a:pt x="598621" y="1591284"/>
                </a:lnTo>
                <a:lnTo>
                  <a:pt x="474812" y="1546221"/>
                </a:lnTo>
                <a:lnTo>
                  <a:pt x="503456" y="1383800"/>
                </a:lnTo>
                <a:cubicBezTo>
                  <a:pt x="425792" y="1341869"/>
                  <a:pt x="357486" y="1284554"/>
                  <a:pt x="302706" y="1215351"/>
                </a:cubicBezTo>
                <a:lnTo>
                  <a:pt x="147726" y="1271763"/>
                </a:lnTo>
                <a:lnTo>
                  <a:pt x="81849" y="1157660"/>
                </a:lnTo>
                <a:lnTo>
                  <a:pt x="208193" y="1051650"/>
                </a:lnTo>
                <a:cubicBezTo>
                  <a:pt x="175652" y="969608"/>
                  <a:pt x="160168" y="881795"/>
                  <a:pt x="162687" y="793571"/>
                </a:cubicBezTo>
                <a:lnTo>
                  <a:pt x="7705" y="737167"/>
                </a:lnTo>
                <a:lnTo>
                  <a:pt x="30584" y="607413"/>
                </a:lnTo>
                <a:lnTo>
                  <a:pt x="195511" y="607418"/>
                </a:lnTo>
                <a:cubicBezTo>
                  <a:pt x="223319" y="523653"/>
                  <a:pt x="267902" y="446432"/>
                  <a:pt x="326541" y="380467"/>
                </a:cubicBezTo>
                <a:lnTo>
                  <a:pt x="244074" y="237638"/>
                </a:lnTo>
                <a:lnTo>
                  <a:pt x="345004" y="152947"/>
                </a:lnTo>
                <a:lnTo>
                  <a:pt x="471343" y="258964"/>
                </a:lnTo>
                <a:cubicBezTo>
                  <a:pt x="546488" y="212670"/>
                  <a:pt x="630278" y="182174"/>
                  <a:pt x="717599" y="169334"/>
                </a:cubicBezTo>
                <a:lnTo>
                  <a:pt x="746234" y="6911"/>
                </a:lnTo>
                <a:lnTo>
                  <a:pt x="877989" y="6911"/>
                </a:lnTo>
                <a:lnTo>
                  <a:pt x="906624" y="169334"/>
                </a:lnTo>
                <a:cubicBezTo>
                  <a:pt x="993945" y="182174"/>
                  <a:pt x="1077735" y="212670"/>
                  <a:pt x="1152880" y="258964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4" name="任意多边形 7">
            <a:extLst>
              <a:ext uri="{FF2B5EF4-FFF2-40B4-BE49-F238E27FC236}">
                <a16:creationId xmlns:a16="http://schemas.microsoft.com/office/drawing/2014/main" id="{EA38774E-2B81-E909-B99B-7A1D2A740A82}"/>
              </a:ext>
            </a:extLst>
          </p:cNvPr>
          <p:cNvSpPr/>
          <p:nvPr/>
        </p:nvSpPr>
        <p:spPr bwMode="auto">
          <a:xfrm>
            <a:off x="6629654" y="2860676"/>
            <a:ext cx="1638300" cy="1636182"/>
          </a:xfrm>
          <a:custGeom>
            <a:avLst/>
            <a:gdLst>
              <a:gd name="connsiteX0" fmla="*/ 883869 w 1181253"/>
              <a:gd name="connsiteY0" fmla="*/ 299181 h 1181253"/>
              <a:gd name="connsiteX1" fmla="*/ 1058144 w 1181253"/>
              <a:gd name="connsiteY1" fmla="*/ 246658 h 1181253"/>
              <a:gd name="connsiteX2" fmla="*/ 1122270 w 1181253"/>
              <a:gd name="connsiteY2" fmla="*/ 357729 h 1181253"/>
              <a:gd name="connsiteX3" fmla="*/ 989647 w 1181253"/>
              <a:gd name="connsiteY3" fmla="*/ 482394 h 1181253"/>
              <a:gd name="connsiteX4" fmla="*/ 989647 w 1181253"/>
              <a:gd name="connsiteY4" fmla="*/ 698860 h 1181253"/>
              <a:gd name="connsiteX5" fmla="*/ 1122270 w 1181253"/>
              <a:gd name="connsiteY5" fmla="*/ 823524 h 1181253"/>
              <a:gd name="connsiteX6" fmla="*/ 1058144 w 1181253"/>
              <a:gd name="connsiteY6" fmla="*/ 934595 h 1181253"/>
              <a:gd name="connsiteX7" fmla="*/ 883869 w 1181253"/>
              <a:gd name="connsiteY7" fmla="*/ 882072 h 1181253"/>
              <a:gd name="connsiteX8" fmla="*/ 696404 w 1181253"/>
              <a:gd name="connsiteY8" fmla="*/ 990305 h 1181253"/>
              <a:gd name="connsiteX9" fmla="*/ 654753 w 1181253"/>
              <a:gd name="connsiteY9" fmla="*/ 1167492 h 1181253"/>
              <a:gd name="connsiteX10" fmla="*/ 526500 w 1181253"/>
              <a:gd name="connsiteY10" fmla="*/ 1167492 h 1181253"/>
              <a:gd name="connsiteX11" fmla="*/ 484849 w 1181253"/>
              <a:gd name="connsiteY11" fmla="*/ 990305 h 1181253"/>
              <a:gd name="connsiteX12" fmla="*/ 297384 w 1181253"/>
              <a:gd name="connsiteY12" fmla="*/ 882072 h 1181253"/>
              <a:gd name="connsiteX13" fmla="*/ 123109 w 1181253"/>
              <a:gd name="connsiteY13" fmla="*/ 934595 h 1181253"/>
              <a:gd name="connsiteX14" fmla="*/ 58983 w 1181253"/>
              <a:gd name="connsiteY14" fmla="*/ 823524 h 1181253"/>
              <a:gd name="connsiteX15" fmla="*/ 191606 w 1181253"/>
              <a:gd name="connsiteY15" fmla="*/ 698859 h 1181253"/>
              <a:gd name="connsiteX16" fmla="*/ 191606 w 1181253"/>
              <a:gd name="connsiteY16" fmla="*/ 482393 h 1181253"/>
              <a:gd name="connsiteX17" fmla="*/ 58983 w 1181253"/>
              <a:gd name="connsiteY17" fmla="*/ 357729 h 1181253"/>
              <a:gd name="connsiteX18" fmla="*/ 123109 w 1181253"/>
              <a:gd name="connsiteY18" fmla="*/ 246658 h 1181253"/>
              <a:gd name="connsiteX19" fmla="*/ 297384 w 1181253"/>
              <a:gd name="connsiteY19" fmla="*/ 299181 h 1181253"/>
              <a:gd name="connsiteX20" fmla="*/ 484849 w 1181253"/>
              <a:gd name="connsiteY20" fmla="*/ 190948 h 1181253"/>
              <a:gd name="connsiteX21" fmla="*/ 526500 w 1181253"/>
              <a:gd name="connsiteY21" fmla="*/ 13761 h 1181253"/>
              <a:gd name="connsiteX22" fmla="*/ 654753 w 1181253"/>
              <a:gd name="connsiteY22" fmla="*/ 13761 h 1181253"/>
              <a:gd name="connsiteX23" fmla="*/ 696404 w 1181253"/>
              <a:gd name="connsiteY23" fmla="*/ 190948 h 1181253"/>
              <a:gd name="connsiteX24" fmla="*/ 883869 w 1181253"/>
              <a:gd name="connsiteY24" fmla="*/ 299181 h 1181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181253" h="1181253">
                <a:moveTo>
                  <a:pt x="883869" y="299181"/>
                </a:moveTo>
                <a:lnTo>
                  <a:pt x="1058144" y="246658"/>
                </a:lnTo>
                <a:lnTo>
                  <a:pt x="1122270" y="357729"/>
                </a:lnTo>
                <a:lnTo>
                  <a:pt x="989647" y="482394"/>
                </a:lnTo>
                <a:cubicBezTo>
                  <a:pt x="1008872" y="553269"/>
                  <a:pt x="1008872" y="627985"/>
                  <a:pt x="989647" y="698860"/>
                </a:cubicBezTo>
                <a:lnTo>
                  <a:pt x="1122270" y="823524"/>
                </a:lnTo>
                <a:lnTo>
                  <a:pt x="1058144" y="934595"/>
                </a:lnTo>
                <a:lnTo>
                  <a:pt x="883869" y="882072"/>
                </a:lnTo>
                <a:cubicBezTo>
                  <a:pt x="832102" y="934158"/>
                  <a:pt x="767396" y="971517"/>
                  <a:pt x="696404" y="990305"/>
                </a:cubicBezTo>
                <a:lnTo>
                  <a:pt x="654753" y="1167492"/>
                </a:lnTo>
                <a:lnTo>
                  <a:pt x="526500" y="1167492"/>
                </a:lnTo>
                <a:lnTo>
                  <a:pt x="484849" y="990305"/>
                </a:lnTo>
                <a:cubicBezTo>
                  <a:pt x="413857" y="971517"/>
                  <a:pt x="349151" y="934158"/>
                  <a:pt x="297384" y="882072"/>
                </a:cubicBezTo>
                <a:lnTo>
                  <a:pt x="123109" y="934595"/>
                </a:lnTo>
                <a:lnTo>
                  <a:pt x="58983" y="823524"/>
                </a:lnTo>
                <a:lnTo>
                  <a:pt x="191606" y="698859"/>
                </a:lnTo>
                <a:cubicBezTo>
                  <a:pt x="172381" y="627984"/>
                  <a:pt x="172381" y="553268"/>
                  <a:pt x="191606" y="482393"/>
                </a:cubicBezTo>
                <a:lnTo>
                  <a:pt x="58983" y="357729"/>
                </a:lnTo>
                <a:lnTo>
                  <a:pt x="123109" y="246658"/>
                </a:lnTo>
                <a:lnTo>
                  <a:pt x="297384" y="299181"/>
                </a:lnTo>
                <a:cubicBezTo>
                  <a:pt x="349151" y="247095"/>
                  <a:pt x="413857" y="209736"/>
                  <a:pt x="484849" y="190948"/>
                </a:cubicBezTo>
                <a:lnTo>
                  <a:pt x="526500" y="13761"/>
                </a:lnTo>
                <a:lnTo>
                  <a:pt x="654753" y="13761"/>
                </a:lnTo>
                <a:lnTo>
                  <a:pt x="696404" y="190948"/>
                </a:lnTo>
                <a:cubicBezTo>
                  <a:pt x="767396" y="209736"/>
                  <a:pt x="832102" y="247095"/>
                  <a:pt x="883869" y="299181"/>
                </a:cubicBez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5" name="任意多边形 8">
            <a:extLst>
              <a:ext uri="{FF2B5EF4-FFF2-40B4-BE49-F238E27FC236}">
                <a16:creationId xmlns:a16="http://schemas.microsoft.com/office/drawing/2014/main" id="{2A5E93CA-8345-A38D-BAC8-202694923EBE}"/>
              </a:ext>
            </a:extLst>
          </p:cNvPr>
          <p:cNvSpPr/>
          <p:nvPr/>
        </p:nvSpPr>
        <p:spPr bwMode="auto">
          <a:xfrm>
            <a:off x="7366254" y="1550458"/>
            <a:ext cx="1964267" cy="1964267"/>
          </a:xfrm>
          <a:custGeom>
            <a:avLst/>
            <a:gdLst>
              <a:gd name="connsiteX0" fmla="*/ 866011 w 1157387"/>
              <a:gd name="connsiteY0" fmla="*/ 293137 h 1157387"/>
              <a:gd name="connsiteX1" fmla="*/ 1036765 w 1157387"/>
              <a:gd name="connsiteY1" fmla="*/ 241675 h 1157387"/>
              <a:gd name="connsiteX2" fmla="*/ 1099596 w 1157387"/>
              <a:gd name="connsiteY2" fmla="*/ 350501 h 1157387"/>
              <a:gd name="connsiteX3" fmla="*/ 969652 w 1157387"/>
              <a:gd name="connsiteY3" fmla="*/ 472647 h 1157387"/>
              <a:gd name="connsiteX4" fmla="*/ 969652 w 1157387"/>
              <a:gd name="connsiteY4" fmla="*/ 684739 h 1157387"/>
              <a:gd name="connsiteX5" fmla="*/ 1099596 w 1157387"/>
              <a:gd name="connsiteY5" fmla="*/ 806886 h 1157387"/>
              <a:gd name="connsiteX6" fmla="*/ 1036765 w 1157387"/>
              <a:gd name="connsiteY6" fmla="*/ 915712 h 1157387"/>
              <a:gd name="connsiteX7" fmla="*/ 866011 w 1157387"/>
              <a:gd name="connsiteY7" fmla="*/ 864250 h 1157387"/>
              <a:gd name="connsiteX8" fmla="*/ 682334 w 1157387"/>
              <a:gd name="connsiteY8" fmla="*/ 970296 h 1157387"/>
              <a:gd name="connsiteX9" fmla="*/ 641525 w 1157387"/>
              <a:gd name="connsiteY9" fmla="*/ 1143904 h 1157387"/>
              <a:gd name="connsiteX10" fmla="*/ 515862 w 1157387"/>
              <a:gd name="connsiteY10" fmla="*/ 1143904 h 1157387"/>
              <a:gd name="connsiteX11" fmla="*/ 475053 w 1157387"/>
              <a:gd name="connsiteY11" fmla="*/ 970296 h 1157387"/>
              <a:gd name="connsiteX12" fmla="*/ 291376 w 1157387"/>
              <a:gd name="connsiteY12" fmla="*/ 864250 h 1157387"/>
              <a:gd name="connsiteX13" fmla="*/ 120622 w 1157387"/>
              <a:gd name="connsiteY13" fmla="*/ 915712 h 1157387"/>
              <a:gd name="connsiteX14" fmla="*/ 57791 w 1157387"/>
              <a:gd name="connsiteY14" fmla="*/ 806886 h 1157387"/>
              <a:gd name="connsiteX15" fmla="*/ 187735 w 1157387"/>
              <a:gd name="connsiteY15" fmla="*/ 684740 h 1157387"/>
              <a:gd name="connsiteX16" fmla="*/ 187735 w 1157387"/>
              <a:gd name="connsiteY16" fmla="*/ 472648 h 1157387"/>
              <a:gd name="connsiteX17" fmla="*/ 57791 w 1157387"/>
              <a:gd name="connsiteY17" fmla="*/ 350501 h 1157387"/>
              <a:gd name="connsiteX18" fmla="*/ 120622 w 1157387"/>
              <a:gd name="connsiteY18" fmla="*/ 241675 h 1157387"/>
              <a:gd name="connsiteX19" fmla="*/ 291376 w 1157387"/>
              <a:gd name="connsiteY19" fmla="*/ 293137 h 1157387"/>
              <a:gd name="connsiteX20" fmla="*/ 475053 w 1157387"/>
              <a:gd name="connsiteY20" fmla="*/ 187091 h 1157387"/>
              <a:gd name="connsiteX21" fmla="*/ 515862 w 1157387"/>
              <a:gd name="connsiteY21" fmla="*/ 13483 h 1157387"/>
              <a:gd name="connsiteX22" fmla="*/ 641525 w 1157387"/>
              <a:gd name="connsiteY22" fmla="*/ 13483 h 1157387"/>
              <a:gd name="connsiteX23" fmla="*/ 682334 w 1157387"/>
              <a:gd name="connsiteY23" fmla="*/ 187091 h 1157387"/>
              <a:gd name="connsiteX24" fmla="*/ 866011 w 1157387"/>
              <a:gd name="connsiteY24" fmla="*/ 293137 h 11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157387" h="1157387">
                <a:moveTo>
                  <a:pt x="744948" y="292765"/>
                </a:moveTo>
                <a:lnTo>
                  <a:pt x="868742" y="216094"/>
                </a:lnTo>
                <a:lnTo>
                  <a:pt x="941293" y="288644"/>
                </a:lnTo>
                <a:lnTo>
                  <a:pt x="864622" y="412438"/>
                </a:lnTo>
                <a:cubicBezTo>
                  <a:pt x="894153" y="463226"/>
                  <a:pt x="909623" y="520961"/>
                  <a:pt x="909443" y="579710"/>
                </a:cubicBezTo>
                <a:lnTo>
                  <a:pt x="1037739" y="648584"/>
                </a:lnTo>
                <a:lnTo>
                  <a:pt x="1011183" y="747690"/>
                </a:lnTo>
                <a:lnTo>
                  <a:pt x="865639" y="743187"/>
                </a:lnTo>
                <a:cubicBezTo>
                  <a:pt x="836421" y="794155"/>
                  <a:pt x="794155" y="836421"/>
                  <a:pt x="743187" y="865639"/>
                </a:cubicBezTo>
                <a:lnTo>
                  <a:pt x="747690" y="1011183"/>
                </a:lnTo>
                <a:lnTo>
                  <a:pt x="648583" y="1037738"/>
                </a:lnTo>
                <a:lnTo>
                  <a:pt x="579710" y="909442"/>
                </a:lnTo>
                <a:cubicBezTo>
                  <a:pt x="520962" y="909623"/>
                  <a:pt x="463226" y="894153"/>
                  <a:pt x="412439" y="864622"/>
                </a:cubicBezTo>
                <a:lnTo>
                  <a:pt x="288645" y="941293"/>
                </a:lnTo>
                <a:lnTo>
                  <a:pt x="216094" y="868743"/>
                </a:lnTo>
                <a:lnTo>
                  <a:pt x="292765" y="744949"/>
                </a:lnTo>
                <a:cubicBezTo>
                  <a:pt x="263234" y="694161"/>
                  <a:pt x="247764" y="636426"/>
                  <a:pt x="247944" y="577677"/>
                </a:cubicBezTo>
                <a:lnTo>
                  <a:pt x="119648" y="508803"/>
                </a:lnTo>
                <a:lnTo>
                  <a:pt x="146204" y="409697"/>
                </a:lnTo>
                <a:lnTo>
                  <a:pt x="291748" y="414200"/>
                </a:lnTo>
                <a:cubicBezTo>
                  <a:pt x="320966" y="363232"/>
                  <a:pt x="363232" y="320966"/>
                  <a:pt x="414200" y="291748"/>
                </a:cubicBezTo>
                <a:lnTo>
                  <a:pt x="409697" y="146204"/>
                </a:lnTo>
                <a:lnTo>
                  <a:pt x="508804" y="119649"/>
                </a:lnTo>
                <a:lnTo>
                  <a:pt x="577677" y="247945"/>
                </a:lnTo>
                <a:cubicBezTo>
                  <a:pt x="636425" y="247764"/>
                  <a:pt x="694161" y="263234"/>
                  <a:pt x="744948" y="292765"/>
                </a:cubicBezTo>
                <a:close/>
              </a:path>
            </a:pathLst>
          </a:custGeom>
          <a:solidFill>
            <a:srgbClr val="D5F2D3"/>
          </a:solidFill>
          <a:ln w="61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404040"/>
              </a:solidFill>
              <a:sym typeface="+mn-lt"/>
            </a:endParaRPr>
          </a:p>
        </p:txBody>
      </p:sp>
      <p:sp>
        <p:nvSpPr>
          <p:cNvPr id="6" name="环形箭头 9" descr="D:\51PPT模板网\51pptmoban.com\图片.jpg">
            <a:extLst>
              <a:ext uri="{FF2B5EF4-FFF2-40B4-BE49-F238E27FC236}">
                <a16:creationId xmlns:a16="http://schemas.microsoft.com/office/drawing/2014/main" id="{14BC6D6A-5741-B5DD-6CDB-CFABB346805A}"/>
              </a:ext>
            </a:extLst>
          </p:cNvPr>
          <p:cNvSpPr/>
          <p:nvPr/>
        </p:nvSpPr>
        <p:spPr bwMode="auto">
          <a:xfrm>
            <a:off x="7747255" y="3063876"/>
            <a:ext cx="2882900" cy="2880783"/>
          </a:xfrm>
          <a:prstGeom prst="circularArrow">
            <a:avLst>
              <a:gd name="adj1" fmla="val 4688"/>
              <a:gd name="adj2" fmla="val 299029"/>
              <a:gd name="adj3" fmla="val 2476760"/>
              <a:gd name="adj4" fmla="val 15948935"/>
              <a:gd name="adj5" fmla="val 5469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  <a:sym typeface="+mn-lt"/>
            </a:endParaRPr>
          </a:p>
        </p:txBody>
      </p:sp>
      <p:sp>
        <p:nvSpPr>
          <p:cNvPr id="7" name="形状 6">
            <a:extLst>
              <a:ext uri="{FF2B5EF4-FFF2-40B4-BE49-F238E27FC236}">
                <a16:creationId xmlns:a16="http://schemas.microsoft.com/office/drawing/2014/main" id="{77D1E96B-5E76-00C3-DBB6-F111A5DCAAC7}"/>
              </a:ext>
            </a:extLst>
          </p:cNvPr>
          <p:cNvSpPr/>
          <p:nvPr/>
        </p:nvSpPr>
        <p:spPr bwMode="auto">
          <a:xfrm>
            <a:off x="6339672" y="2505076"/>
            <a:ext cx="2093383" cy="2093383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  <a:sym typeface="+mn-lt"/>
            </a:endParaRPr>
          </a:p>
        </p:txBody>
      </p:sp>
      <p:sp>
        <p:nvSpPr>
          <p:cNvPr id="8" name="环形箭头 11" descr="D:\51PPT模板网\51pptmoban.com\图片.jpg">
            <a:extLst>
              <a:ext uri="{FF2B5EF4-FFF2-40B4-BE49-F238E27FC236}">
                <a16:creationId xmlns:a16="http://schemas.microsoft.com/office/drawing/2014/main" id="{4D90D36B-602E-2704-CCEA-D91C14C62414}"/>
              </a:ext>
            </a:extLst>
          </p:cNvPr>
          <p:cNvSpPr/>
          <p:nvPr/>
        </p:nvSpPr>
        <p:spPr bwMode="auto">
          <a:xfrm>
            <a:off x="7175755" y="1387476"/>
            <a:ext cx="2258484" cy="2256367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  <a:sym typeface="+mn-lt"/>
            </a:endParaRPr>
          </a:p>
        </p:txBody>
      </p:sp>
      <p:sp>
        <p:nvSpPr>
          <p:cNvPr id="9" name="Oval 53">
            <a:extLst>
              <a:ext uri="{FF2B5EF4-FFF2-40B4-BE49-F238E27FC236}">
                <a16:creationId xmlns:a16="http://schemas.microsoft.com/office/drawing/2014/main" id="{46B652FF-8031-657E-FA65-5D2D89793419}"/>
              </a:ext>
            </a:extLst>
          </p:cNvPr>
          <p:cNvSpPr>
            <a:spLocks noChangeAspect="1"/>
          </p:cNvSpPr>
          <p:nvPr/>
        </p:nvSpPr>
        <p:spPr>
          <a:xfrm>
            <a:off x="1480081" y="1722967"/>
            <a:ext cx="552449" cy="552449"/>
          </a:xfrm>
          <a:prstGeom prst="ellips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0" name="Oval 54">
            <a:extLst>
              <a:ext uri="{FF2B5EF4-FFF2-40B4-BE49-F238E27FC236}">
                <a16:creationId xmlns:a16="http://schemas.microsoft.com/office/drawing/2014/main" id="{F18DD6EF-58D8-0FD1-AEF7-31692315347B}"/>
              </a:ext>
            </a:extLst>
          </p:cNvPr>
          <p:cNvSpPr>
            <a:spLocks noChangeAspect="1"/>
          </p:cNvSpPr>
          <p:nvPr/>
        </p:nvSpPr>
        <p:spPr>
          <a:xfrm>
            <a:off x="1480081" y="3096491"/>
            <a:ext cx="552449" cy="550333"/>
          </a:xfrm>
          <a:prstGeom prst="ellips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Oval 57">
            <a:extLst>
              <a:ext uri="{FF2B5EF4-FFF2-40B4-BE49-F238E27FC236}">
                <a16:creationId xmlns:a16="http://schemas.microsoft.com/office/drawing/2014/main" id="{BC022D8B-AEC0-937B-C657-2177449BCE71}"/>
              </a:ext>
            </a:extLst>
          </p:cNvPr>
          <p:cNvSpPr>
            <a:spLocks noChangeAspect="1"/>
          </p:cNvSpPr>
          <p:nvPr/>
        </p:nvSpPr>
        <p:spPr>
          <a:xfrm>
            <a:off x="1480081" y="4497915"/>
            <a:ext cx="552449" cy="552451"/>
          </a:xfrm>
          <a:prstGeom prst="ellips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4" name="文本框 42">
            <a:extLst>
              <a:ext uri="{FF2B5EF4-FFF2-40B4-BE49-F238E27FC236}">
                <a16:creationId xmlns:a16="http://schemas.microsoft.com/office/drawing/2014/main" id="{B499D520-2F1E-7316-C42C-3204F2B61125}"/>
              </a:ext>
            </a:extLst>
          </p:cNvPr>
          <p:cNvSpPr txBox="1"/>
          <p:nvPr/>
        </p:nvSpPr>
        <p:spPr>
          <a:xfrm>
            <a:off x="1553907" y="183949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42">
            <a:extLst>
              <a:ext uri="{FF2B5EF4-FFF2-40B4-BE49-F238E27FC236}">
                <a16:creationId xmlns:a16="http://schemas.microsoft.com/office/drawing/2014/main" id="{D950E2B9-2922-694A-F8DE-35360BFE0413}"/>
              </a:ext>
            </a:extLst>
          </p:cNvPr>
          <p:cNvSpPr txBox="1"/>
          <p:nvPr/>
        </p:nvSpPr>
        <p:spPr>
          <a:xfrm>
            <a:off x="1543747" y="3218259"/>
            <a:ext cx="425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en-US" altLang="zh-CN" sz="1600">
                <a:solidFill>
                  <a:srgbClr val="404040"/>
                </a:solidFill>
                <a:cs typeface="+mn-ea"/>
                <a:sym typeface="+mn-lt"/>
              </a:rPr>
              <a:t>02</a:t>
            </a:r>
            <a:endParaRPr lang="zh-CN" altLang="en-US" sz="160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6" name="文本框 42">
            <a:extLst>
              <a:ext uri="{FF2B5EF4-FFF2-40B4-BE49-F238E27FC236}">
                <a16:creationId xmlns:a16="http://schemas.microsoft.com/office/drawing/2014/main" id="{9964E89B-41E6-37F9-1982-336ACFE1EBD2}"/>
              </a:ext>
            </a:extLst>
          </p:cNvPr>
          <p:cNvSpPr txBox="1"/>
          <p:nvPr/>
        </p:nvSpPr>
        <p:spPr>
          <a:xfrm>
            <a:off x="1543747" y="4604863"/>
            <a:ext cx="425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Freeform 1120">
            <a:extLst>
              <a:ext uri="{FF2B5EF4-FFF2-40B4-BE49-F238E27FC236}">
                <a16:creationId xmlns:a16="http://schemas.microsoft.com/office/drawing/2014/main" id="{FD0D54C7-A13C-EABE-6EB0-9243092077B1}"/>
              </a:ext>
            </a:extLst>
          </p:cNvPr>
          <p:cNvSpPr>
            <a:spLocks noEditPoints="1"/>
          </p:cNvSpPr>
          <p:nvPr/>
        </p:nvSpPr>
        <p:spPr bwMode="auto">
          <a:xfrm>
            <a:off x="7112089" y="3425038"/>
            <a:ext cx="599389" cy="474476"/>
          </a:xfrm>
          <a:custGeom>
            <a:avLst/>
            <a:gdLst>
              <a:gd name="T0" fmla="*/ 2455 w 3573"/>
              <a:gd name="T1" fmla="*/ 579 h 2827"/>
              <a:gd name="T2" fmla="*/ 2600 w 3573"/>
              <a:gd name="T3" fmla="*/ 760 h 2827"/>
              <a:gd name="T4" fmla="*/ 2739 w 3573"/>
              <a:gd name="T5" fmla="*/ 1081 h 2827"/>
              <a:gd name="T6" fmla="*/ 2787 w 3573"/>
              <a:gd name="T7" fmla="*/ 1432 h 2827"/>
              <a:gd name="T8" fmla="*/ 2745 w 3573"/>
              <a:gd name="T9" fmla="*/ 1761 h 2827"/>
              <a:gd name="T10" fmla="*/ 2621 w 3573"/>
              <a:gd name="T11" fmla="*/ 2067 h 2827"/>
              <a:gd name="T12" fmla="*/ 2489 w 3573"/>
              <a:gd name="T13" fmla="*/ 2244 h 2827"/>
              <a:gd name="T14" fmla="*/ 2399 w 3573"/>
              <a:gd name="T15" fmla="*/ 2271 h 2827"/>
              <a:gd name="T16" fmla="*/ 2304 w 3573"/>
              <a:gd name="T17" fmla="*/ 2241 h 2827"/>
              <a:gd name="T18" fmla="*/ 2230 w 3573"/>
              <a:gd name="T19" fmla="*/ 2155 h 2827"/>
              <a:gd name="T20" fmla="*/ 2221 w 3573"/>
              <a:gd name="T21" fmla="*/ 2044 h 2827"/>
              <a:gd name="T22" fmla="*/ 2327 w 3573"/>
              <a:gd name="T23" fmla="*/ 1864 h 2827"/>
              <a:gd name="T24" fmla="*/ 2421 w 3573"/>
              <a:gd name="T25" fmla="*/ 1582 h 2827"/>
              <a:gd name="T26" fmla="*/ 2422 w 3573"/>
              <a:gd name="T27" fmla="*/ 1289 h 2827"/>
              <a:gd name="T28" fmla="*/ 2338 w 3573"/>
              <a:gd name="T29" fmla="*/ 1020 h 2827"/>
              <a:gd name="T30" fmla="*/ 2205 w 3573"/>
              <a:gd name="T31" fmla="*/ 815 h 2827"/>
              <a:gd name="T32" fmla="*/ 2191 w 3573"/>
              <a:gd name="T33" fmla="*/ 701 h 2827"/>
              <a:gd name="T34" fmla="*/ 2255 w 3573"/>
              <a:gd name="T35" fmla="*/ 602 h 2827"/>
              <a:gd name="T36" fmla="*/ 2350 w 3573"/>
              <a:gd name="T37" fmla="*/ 557 h 2827"/>
              <a:gd name="T38" fmla="*/ 1694 w 3573"/>
              <a:gd name="T39" fmla="*/ 195 h 2827"/>
              <a:gd name="T40" fmla="*/ 1776 w 3573"/>
              <a:gd name="T41" fmla="*/ 282 h 2827"/>
              <a:gd name="T42" fmla="*/ 1785 w 3573"/>
              <a:gd name="T43" fmla="*/ 2553 h 2827"/>
              <a:gd name="T44" fmla="*/ 1720 w 3573"/>
              <a:gd name="T45" fmla="*/ 2653 h 2827"/>
              <a:gd name="T46" fmla="*/ 1625 w 3573"/>
              <a:gd name="T47" fmla="*/ 2685 h 2827"/>
              <a:gd name="T48" fmla="*/ 1522 w 3573"/>
              <a:gd name="T49" fmla="*/ 2647 h 2827"/>
              <a:gd name="T50" fmla="*/ 99 w 3573"/>
              <a:gd name="T51" fmla="*/ 1903 h 2827"/>
              <a:gd name="T52" fmla="*/ 13 w 3573"/>
              <a:gd name="T53" fmla="*/ 1817 h 2827"/>
              <a:gd name="T54" fmla="*/ 3 w 3573"/>
              <a:gd name="T55" fmla="*/ 1078 h 2827"/>
              <a:gd name="T56" fmla="*/ 72 w 3573"/>
              <a:gd name="T57" fmla="*/ 976 h 2827"/>
              <a:gd name="T58" fmla="*/ 635 w 3573"/>
              <a:gd name="T59" fmla="*/ 949 h 2827"/>
              <a:gd name="T60" fmla="*/ 1605 w 3573"/>
              <a:gd name="T61" fmla="*/ 181 h 2827"/>
              <a:gd name="T62" fmla="*/ 2983 w 3573"/>
              <a:gd name="T63" fmla="*/ 11 h 2827"/>
              <a:gd name="T64" fmla="*/ 3118 w 3573"/>
              <a:gd name="T65" fmla="*/ 138 h 2827"/>
              <a:gd name="T66" fmla="*/ 3350 w 3573"/>
              <a:gd name="T67" fmla="*/ 499 h 2827"/>
              <a:gd name="T68" fmla="*/ 3503 w 3573"/>
              <a:gd name="T69" fmla="*/ 899 h 2827"/>
              <a:gd name="T70" fmla="*/ 3569 w 3573"/>
              <a:gd name="T71" fmla="*/ 1324 h 2827"/>
              <a:gd name="T72" fmla="*/ 3545 w 3573"/>
              <a:gd name="T73" fmla="*/ 1768 h 2827"/>
              <a:gd name="T74" fmla="*/ 3427 w 3573"/>
              <a:gd name="T75" fmla="*/ 2196 h 2827"/>
              <a:gd name="T76" fmla="*/ 3218 w 3573"/>
              <a:gd name="T77" fmla="*/ 2590 h 2827"/>
              <a:gd name="T78" fmla="*/ 3040 w 3573"/>
              <a:gd name="T79" fmla="*/ 2804 h 2827"/>
              <a:gd name="T80" fmla="*/ 2957 w 3573"/>
              <a:gd name="T81" fmla="*/ 2827 h 2827"/>
              <a:gd name="T82" fmla="*/ 2863 w 3573"/>
              <a:gd name="T83" fmla="*/ 2797 h 2827"/>
              <a:gd name="T84" fmla="*/ 2787 w 3573"/>
              <a:gd name="T85" fmla="*/ 2709 h 2827"/>
              <a:gd name="T86" fmla="*/ 2783 w 3573"/>
              <a:gd name="T87" fmla="*/ 2594 h 2827"/>
              <a:gd name="T88" fmla="*/ 2933 w 3573"/>
              <a:gd name="T89" fmla="*/ 2378 h 2827"/>
              <a:gd name="T90" fmla="*/ 3113 w 3573"/>
              <a:gd name="T91" fmla="*/ 2022 h 2827"/>
              <a:gd name="T92" fmla="*/ 3206 w 3573"/>
              <a:gd name="T93" fmla="*/ 1633 h 2827"/>
              <a:gd name="T94" fmla="*/ 3207 w 3573"/>
              <a:gd name="T95" fmla="*/ 1239 h 2827"/>
              <a:gd name="T96" fmla="*/ 3122 w 3573"/>
              <a:gd name="T97" fmla="*/ 866 h 2827"/>
              <a:gd name="T98" fmla="*/ 2957 w 3573"/>
              <a:gd name="T99" fmla="*/ 522 h 2827"/>
              <a:gd name="T100" fmla="*/ 2767 w 3573"/>
              <a:gd name="T101" fmla="*/ 269 h 2827"/>
              <a:gd name="T102" fmla="*/ 2744 w 3573"/>
              <a:gd name="T103" fmla="*/ 165 h 2827"/>
              <a:gd name="T104" fmla="*/ 2791 w 3573"/>
              <a:gd name="T105" fmla="*/ 70 h 2827"/>
              <a:gd name="T106" fmla="*/ 2878 w 3573"/>
              <a:gd name="T107" fmla="*/ 8 h 2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572" h="2827">
                <a:moveTo>
                  <a:pt x="2378" y="555"/>
                </a:moveTo>
                <a:lnTo>
                  <a:pt x="2404" y="559"/>
                </a:lnTo>
                <a:lnTo>
                  <a:pt x="2431" y="567"/>
                </a:lnTo>
                <a:lnTo>
                  <a:pt x="2455" y="579"/>
                </a:lnTo>
                <a:lnTo>
                  <a:pt x="2476" y="595"/>
                </a:lnTo>
                <a:lnTo>
                  <a:pt x="2495" y="614"/>
                </a:lnTo>
                <a:lnTo>
                  <a:pt x="2551" y="686"/>
                </a:lnTo>
                <a:lnTo>
                  <a:pt x="2600" y="760"/>
                </a:lnTo>
                <a:lnTo>
                  <a:pt x="2643" y="837"/>
                </a:lnTo>
                <a:lnTo>
                  <a:pt x="2680" y="916"/>
                </a:lnTo>
                <a:lnTo>
                  <a:pt x="2713" y="998"/>
                </a:lnTo>
                <a:lnTo>
                  <a:pt x="2739" y="1081"/>
                </a:lnTo>
                <a:lnTo>
                  <a:pt x="2761" y="1166"/>
                </a:lnTo>
                <a:lnTo>
                  <a:pt x="2775" y="1253"/>
                </a:lnTo>
                <a:lnTo>
                  <a:pt x="2784" y="1342"/>
                </a:lnTo>
                <a:lnTo>
                  <a:pt x="2787" y="1432"/>
                </a:lnTo>
                <a:lnTo>
                  <a:pt x="2785" y="1516"/>
                </a:lnTo>
                <a:lnTo>
                  <a:pt x="2776" y="1598"/>
                </a:lnTo>
                <a:lnTo>
                  <a:pt x="2763" y="1681"/>
                </a:lnTo>
                <a:lnTo>
                  <a:pt x="2745" y="1761"/>
                </a:lnTo>
                <a:lnTo>
                  <a:pt x="2722" y="1840"/>
                </a:lnTo>
                <a:lnTo>
                  <a:pt x="2693" y="1918"/>
                </a:lnTo>
                <a:lnTo>
                  <a:pt x="2660" y="1993"/>
                </a:lnTo>
                <a:lnTo>
                  <a:pt x="2621" y="2067"/>
                </a:lnTo>
                <a:lnTo>
                  <a:pt x="2578" y="2137"/>
                </a:lnTo>
                <a:lnTo>
                  <a:pt x="2529" y="2206"/>
                </a:lnTo>
                <a:lnTo>
                  <a:pt x="2510" y="2226"/>
                </a:lnTo>
                <a:lnTo>
                  <a:pt x="2489" y="2244"/>
                </a:lnTo>
                <a:lnTo>
                  <a:pt x="2464" y="2257"/>
                </a:lnTo>
                <a:lnTo>
                  <a:pt x="2438" y="2267"/>
                </a:lnTo>
                <a:lnTo>
                  <a:pt x="2411" y="2271"/>
                </a:lnTo>
                <a:lnTo>
                  <a:pt x="2399" y="2271"/>
                </a:lnTo>
                <a:lnTo>
                  <a:pt x="2374" y="2269"/>
                </a:lnTo>
                <a:lnTo>
                  <a:pt x="2349" y="2263"/>
                </a:lnTo>
                <a:lnTo>
                  <a:pt x="2326" y="2254"/>
                </a:lnTo>
                <a:lnTo>
                  <a:pt x="2304" y="2241"/>
                </a:lnTo>
                <a:lnTo>
                  <a:pt x="2284" y="2224"/>
                </a:lnTo>
                <a:lnTo>
                  <a:pt x="2263" y="2202"/>
                </a:lnTo>
                <a:lnTo>
                  <a:pt x="2244" y="2180"/>
                </a:lnTo>
                <a:lnTo>
                  <a:pt x="2230" y="2155"/>
                </a:lnTo>
                <a:lnTo>
                  <a:pt x="2220" y="2128"/>
                </a:lnTo>
                <a:lnTo>
                  <a:pt x="2216" y="2099"/>
                </a:lnTo>
                <a:lnTo>
                  <a:pt x="2216" y="2071"/>
                </a:lnTo>
                <a:lnTo>
                  <a:pt x="2221" y="2044"/>
                </a:lnTo>
                <a:lnTo>
                  <a:pt x="2232" y="2017"/>
                </a:lnTo>
                <a:lnTo>
                  <a:pt x="2247" y="1992"/>
                </a:lnTo>
                <a:lnTo>
                  <a:pt x="2290" y="1929"/>
                </a:lnTo>
                <a:lnTo>
                  <a:pt x="2327" y="1864"/>
                </a:lnTo>
                <a:lnTo>
                  <a:pt x="2360" y="1796"/>
                </a:lnTo>
                <a:lnTo>
                  <a:pt x="2386" y="1727"/>
                </a:lnTo>
                <a:lnTo>
                  <a:pt x="2407" y="1655"/>
                </a:lnTo>
                <a:lnTo>
                  <a:pt x="2421" y="1582"/>
                </a:lnTo>
                <a:lnTo>
                  <a:pt x="2429" y="1507"/>
                </a:lnTo>
                <a:lnTo>
                  <a:pt x="2433" y="1432"/>
                </a:lnTo>
                <a:lnTo>
                  <a:pt x="2431" y="1359"/>
                </a:lnTo>
                <a:lnTo>
                  <a:pt x="2422" y="1289"/>
                </a:lnTo>
                <a:lnTo>
                  <a:pt x="2409" y="1219"/>
                </a:lnTo>
                <a:lnTo>
                  <a:pt x="2390" y="1151"/>
                </a:lnTo>
                <a:lnTo>
                  <a:pt x="2366" y="1085"/>
                </a:lnTo>
                <a:lnTo>
                  <a:pt x="2338" y="1020"/>
                </a:lnTo>
                <a:lnTo>
                  <a:pt x="2304" y="957"/>
                </a:lnTo>
                <a:lnTo>
                  <a:pt x="2266" y="898"/>
                </a:lnTo>
                <a:lnTo>
                  <a:pt x="2222" y="840"/>
                </a:lnTo>
                <a:lnTo>
                  <a:pt x="2205" y="815"/>
                </a:lnTo>
                <a:lnTo>
                  <a:pt x="2194" y="788"/>
                </a:lnTo>
                <a:lnTo>
                  <a:pt x="2187" y="759"/>
                </a:lnTo>
                <a:lnTo>
                  <a:pt x="2186" y="730"/>
                </a:lnTo>
                <a:lnTo>
                  <a:pt x="2191" y="701"/>
                </a:lnTo>
                <a:lnTo>
                  <a:pt x="2199" y="674"/>
                </a:lnTo>
                <a:lnTo>
                  <a:pt x="2213" y="648"/>
                </a:lnTo>
                <a:lnTo>
                  <a:pt x="2233" y="624"/>
                </a:lnTo>
                <a:lnTo>
                  <a:pt x="2255" y="602"/>
                </a:lnTo>
                <a:lnTo>
                  <a:pt x="2276" y="585"/>
                </a:lnTo>
                <a:lnTo>
                  <a:pt x="2299" y="571"/>
                </a:lnTo>
                <a:lnTo>
                  <a:pt x="2324" y="562"/>
                </a:lnTo>
                <a:lnTo>
                  <a:pt x="2350" y="557"/>
                </a:lnTo>
                <a:lnTo>
                  <a:pt x="2378" y="555"/>
                </a:lnTo>
                <a:close/>
                <a:moveTo>
                  <a:pt x="1635" y="180"/>
                </a:moveTo>
                <a:lnTo>
                  <a:pt x="1665" y="184"/>
                </a:lnTo>
                <a:lnTo>
                  <a:pt x="1694" y="195"/>
                </a:lnTo>
                <a:lnTo>
                  <a:pt x="1720" y="210"/>
                </a:lnTo>
                <a:lnTo>
                  <a:pt x="1743" y="231"/>
                </a:lnTo>
                <a:lnTo>
                  <a:pt x="1762" y="255"/>
                </a:lnTo>
                <a:lnTo>
                  <a:pt x="1776" y="282"/>
                </a:lnTo>
                <a:lnTo>
                  <a:pt x="1785" y="310"/>
                </a:lnTo>
                <a:lnTo>
                  <a:pt x="1787" y="341"/>
                </a:lnTo>
                <a:lnTo>
                  <a:pt x="1787" y="2523"/>
                </a:lnTo>
                <a:lnTo>
                  <a:pt x="1785" y="2553"/>
                </a:lnTo>
                <a:lnTo>
                  <a:pt x="1776" y="2583"/>
                </a:lnTo>
                <a:lnTo>
                  <a:pt x="1762" y="2610"/>
                </a:lnTo>
                <a:lnTo>
                  <a:pt x="1743" y="2634"/>
                </a:lnTo>
                <a:lnTo>
                  <a:pt x="1720" y="2653"/>
                </a:lnTo>
                <a:lnTo>
                  <a:pt x="1694" y="2670"/>
                </a:lnTo>
                <a:lnTo>
                  <a:pt x="1671" y="2678"/>
                </a:lnTo>
                <a:lnTo>
                  <a:pt x="1648" y="2683"/>
                </a:lnTo>
                <a:lnTo>
                  <a:pt x="1625" y="2685"/>
                </a:lnTo>
                <a:lnTo>
                  <a:pt x="1597" y="2683"/>
                </a:lnTo>
                <a:lnTo>
                  <a:pt x="1571" y="2675"/>
                </a:lnTo>
                <a:lnTo>
                  <a:pt x="1545" y="2663"/>
                </a:lnTo>
                <a:lnTo>
                  <a:pt x="1522" y="2647"/>
                </a:lnTo>
                <a:lnTo>
                  <a:pt x="635" y="1916"/>
                </a:lnTo>
                <a:lnTo>
                  <a:pt x="163" y="1916"/>
                </a:lnTo>
                <a:lnTo>
                  <a:pt x="130" y="1912"/>
                </a:lnTo>
                <a:lnTo>
                  <a:pt x="99" y="1903"/>
                </a:lnTo>
                <a:lnTo>
                  <a:pt x="72" y="1887"/>
                </a:lnTo>
                <a:lnTo>
                  <a:pt x="48" y="1868"/>
                </a:lnTo>
                <a:lnTo>
                  <a:pt x="27" y="1844"/>
                </a:lnTo>
                <a:lnTo>
                  <a:pt x="13" y="1817"/>
                </a:lnTo>
                <a:lnTo>
                  <a:pt x="3" y="1786"/>
                </a:lnTo>
                <a:lnTo>
                  <a:pt x="0" y="1754"/>
                </a:lnTo>
                <a:lnTo>
                  <a:pt x="0" y="1111"/>
                </a:lnTo>
                <a:lnTo>
                  <a:pt x="3" y="1078"/>
                </a:lnTo>
                <a:lnTo>
                  <a:pt x="13" y="1048"/>
                </a:lnTo>
                <a:lnTo>
                  <a:pt x="27" y="1019"/>
                </a:lnTo>
                <a:lnTo>
                  <a:pt x="48" y="995"/>
                </a:lnTo>
                <a:lnTo>
                  <a:pt x="72" y="976"/>
                </a:lnTo>
                <a:lnTo>
                  <a:pt x="99" y="961"/>
                </a:lnTo>
                <a:lnTo>
                  <a:pt x="130" y="952"/>
                </a:lnTo>
                <a:lnTo>
                  <a:pt x="163" y="949"/>
                </a:lnTo>
                <a:lnTo>
                  <a:pt x="635" y="949"/>
                </a:lnTo>
                <a:lnTo>
                  <a:pt x="1522" y="216"/>
                </a:lnTo>
                <a:lnTo>
                  <a:pt x="1547" y="199"/>
                </a:lnTo>
                <a:lnTo>
                  <a:pt x="1575" y="187"/>
                </a:lnTo>
                <a:lnTo>
                  <a:pt x="1605" y="181"/>
                </a:lnTo>
                <a:lnTo>
                  <a:pt x="1635" y="180"/>
                </a:lnTo>
                <a:close/>
                <a:moveTo>
                  <a:pt x="2931" y="0"/>
                </a:moveTo>
                <a:lnTo>
                  <a:pt x="2957" y="4"/>
                </a:lnTo>
                <a:lnTo>
                  <a:pt x="2983" y="11"/>
                </a:lnTo>
                <a:lnTo>
                  <a:pt x="3007" y="22"/>
                </a:lnTo>
                <a:lnTo>
                  <a:pt x="3028" y="37"/>
                </a:lnTo>
                <a:lnTo>
                  <a:pt x="3048" y="55"/>
                </a:lnTo>
                <a:lnTo>
                  <a:pt x="3118" y="138"/>
                </a:lnTo>
                <a:lnTo>
                  <a:pt x="3183" y="224"/>
                </a:lnTo>
                <a:lnTo>
                  <a:pt x="3244" y="313"/>
                </a:lnTo>
                <a:lnTo>
                  <a:pt x="3300" y="406"/>
                </a:lnTo>
                <a:lnTo>
                  <a:pt x="3350" y="499"/>
                </a:lnTo>
                <a:lnTo>
                  <a:pt x="3396" y="597"/>
                </a:lnTo>
                <a:lnTo>
                  <a:pt x="3437" y="696"/>
                </a:lnTo>
                <a:lnTo>
                  <a:pt x="3472" y="797"/>
                </a:lnTo>
                <a:lnTo>
                  <a:pt x="3503" y="899"/>
                </a:lnTo>
                <a:lnTo>
                  <a:pt x="3528" y="1003"/>
                </a:lnTo>
                <a:lnTo>
                  <a:pt x="3548" y="1108"/>
                </a:lnTo>
                <a:lnTo>
                  <a:pt x="3562" y="1216"/>
                </a:lnTo>
                <a:lnTo>
                  <a:pt x="3569" y="1324"/>
                </a:lnTo>
                <a:lnTo>
                  <a:pt x="3573" y="1432"/>
                </a:lnTo>
                <a:lnTo>
                  <a:pt x="3569" y="1545"/>
                </a:lnTo>
                <a:lnTo>
                  <a:pt x="3561" y="1656"/>
                </a:lnTo>
                <a:lnTo>
                  <a:pt x="3545" y="1768"/>
                </a:lnTo>
                <a:lnTo>
                  <a:pt x="3524" y="1877"/>
                </a:lnTo>
                <a:lnTo>
                  <a:pt x="3497" y="1985"/>
                </a:lnTo>
                <a:lnTo>
                  <a:pt x="3465" y="2092"/>
                </a:lnTo>
                <a:lnTo>
                  <a:pt x="3427" y="2196"/>
                </a:lnTo>
                <a:lnTo>
                  <a:pt x="3382" y="2299"/>
                </a:lnTo>
                <a:lnTo>
                  <a:pt x="3333" y="2399"/>
                </a:lnTo>
                <a:lnTo>
                  <a:pt x="3278" y="2496"/>
                </a:lnTo>
                <a:lnTo>
                  <a:pt x="3218" y="2590"/>
                </a:lnTo>
                <a:lnTo>
                  <a:pt x="3153" y="2682"/>
                </a:lnTo>
                <a:lnTo>
                  <a:pt x="3082" y="2770"/>
                </a:lnTo>
                <a:lnTo>
                  <a:pt x="3062" y="2789"/>
                </a:lnTo>
                <a:lnTo>
                  <a:pt x="3040" y="2804"/>
                </a:lnTo>
                <a:lnTo>
                  <a:pt x="3017" y="2816"/>
                </a:lnTo>
                <a:lnTo>
                  <a:pt x="2991" y="2824"/>
                </a:lnTo>
                <a:lnTo>
                  <a:pt x="2965" y="2827"/>
                </a:lnTo>
                <a:lnTo>
                  <a:pt x="2957" y="2827"/>
                </a:lnTo>
                <a:lnTo>
                  <a:pt x="2932" y="2825"/>
                </a:lnTo>
                <a:lnTo>
                  <a:pt x="2907" y="2820"/>
                </a:lnTo>
                <a:lnTo>
                  <a:pt x="2884" y="2810"/>
                </a:lnTo>
                <a:lnTo>
                  <a:pt x="2863" y="2797"/>
                </a:lnTo>
                <a:lnTo>
                  <a:pt x="2843" y="2780"/>
                </a:lnTo>
                <a:lnTo>
                  <a:pt x="2822" y="2759"/>
                </a:lnTo>
                <a:lnTo>
                  <a:pt x="2801" y="2735"/>
                </a:lnTo>
                <a:lnTo>
                  <a:pt x="2787" y="2709"/>
                </a:lnTo>
                <a:lnTo>
                  <a:pt x="2779" y="2681"/>
                </a:lnTo>
                <a:lnTo>
                  <a:pt x="2774" y="2651"/>
                </a:lnTo>
                <a:lnTo>
                  <a:pt x="2775" y="2622"/>
                </a:lnTo>
                <a:lnTo>
                  <a:pt x="2783" y="2594"/>
                </a:lnTo>
                <a:lnTo>
                  <a:pt x="2795" y="2565"/>
                </a:lnTo>
                <a:lnTo>
                  <a:pt x="2812" y="2540"/>
                </a:lnTo>
                <a:lnTo>
                  <a:pt x="2876" y="2461"/>
                </a:lnTo>
                <a:lnTo>
                  <a:pt x="2933" y="2378"/>
                </a:lnTo>
                <a:lnTo>
                  <a:pt x="2986" y="2294"/>
                </a:lnTo>
                <a:lnTo>
                  <a:pt x="3034" y="2206"/>
                </a:lnTo>
                <a:lnTo>
                  <a:pt x="3076" y="2114"/>
                </a:lnTo>
                <a:lnTo>
                  <a:pt x="3113" y="2022"/>
                </a:lnTo>
                <a:lnTo>
                  <a:pt x="3145" y="1927"/>
                </a:lnTo>
                <a:lnTo>
                  <a:pt x="3171" y="1831"/>
                </a:lnTo>
                <a:lnTo>
                  <a:pt x="3191" y="1732"/>
                </a:lnTo>
                <a:lnTo>
                  <a:pt x="3206" y="1633"/>
                </a:lnTo>
                <a:lnTo>
                  <a:pt x="3215" y="1533"/>
                </a:lnTo>
                <a:lnTo>
                  <a:pt x="3218" y="1432"/>
                </a:lnTo>
                <a:lnTo>
                  <a:pt x="3215" y="1336"/>
                </a:lnTo>
                <a:lnTo>
                  <a:pt x="3207" y="1239"/>
                </a:lnTo>
                <a:lnTo>
                  <a:pt x="3194" y="1144"/>
                </a:lnTo>
                <a:lnTo>
                  <a:pt x="3175" y="1050"/>
                </a:lnTo>
                <a:lnTo>
                  <a:pt x="3152" y="957"/>
                </a:lnTo>
                <a:lnTo>
                  <a:pt x="3122" y="866"/>
                </a:lnTo>
                <a:lnTo>
                  <a:pt x="3088" y="777"/>
                </a:lnTo>
                <a:lnTo>
                  <a:pt x="3049" y="690"/>
                </a:lnTo>
                <a:lnTo>
                  <a:pt x="3005" y="604"/>
                </a:lnTo>
                <a:lnTo>
                  <a:pt x="2957" y="522"/>
                </a:lnTo>
                <a:lnTo>
                  <a:pt x="2904" y="442"/>
                </a:lnTo>
                <a:lnTo>
                  <a:pt x="2846" y="365"/>
                </a:lnTo>
                <a:lnTo>
                  <a:pt x="2784" y="290"/>
                </a:lnTo>
                <a:lnTo>
                  <a:pt x="2767" y="269"/>
                </a:lnTo>
                <a:lnTo>
                  <a:pt x="2755" y="244"/>
                </a:lnTo>
                <a:lnTo>
                  <a:pt x="2747" y="219"/>
                </a:lnTo>
                <a:lnTo>
                  <a:pt x="2743" y="191"/>
                </a:lnTo>
                <a:lnTo>
                  <a:pt x="2744" y="165"/>
                </a:lnTo>
                <a:lnTo>
                  <a:pt x="2749" y="139"/>
                </a:lnTo>
                <a:lnTo>
                  <a:pt x="2758" y="114"/>
                </a:lnTo>
                <a:lnTo>
                  <a:pt x="2772" y="90"/>
                </a:lnTo>
                <a:lnTo>
                  <a:pt x="2791" y="70"/>
                </a:lnTo>
                <a:lnTo>
                  <a:pt x="2811" y="48"/>
                </a:lnTo>
                <a:lnTo>
                  <a:pt x="2831" y="31"/>
                </a:lnTo>
                <a:lnTo>
                  <a:pt x="2854" y="18"/>
                </a:lnTo>
                <a:lnTo>
                  <a:pt x="2878" y="8"/>
                </a:lnTo>
                <a:lnTo>
                  <a:pt x="2904" y="2"/>
                </a:lnTo>
                <a:lnTo>
                  <a:pt x="2931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13" name="Group 1271" descr="D:\51PPT模板网\51pptmoban.com\图片.jpg">
            <a:extLst>
              <a:ext uri="{FF2B5EF4-FFF2-40B4-BE49-F238E27FC236}">
                <a16:creationId xmlns:a16="http://schemas.microsoft.com/office/drawing/2014/main" id="{5799CC74-D7D9-81B1-D5CF-1557FA791BFE}"/>
              </a:ext>
            </a:extLst>
          </p:cNvPr>
          <p:cNvGrpSpPr>
            <a:grpSpLocks noChangeAspect="1"/>
          </p:cNvGrpSpPr>
          <p:nvPr/>
        </p:nvGrpSpPr>
        <p:grpSpPr>
          <a:xfrm>
            <a:off x="8723885" y="4202643"/>
            <a:ext cx="639907" cy="639259"/>
            <a:chOff x="5516" y="3626"/>
            <a:chExt cx="1981" cy="1979"/>
          </a:xfrm>
          <a:solidFill>
            <a:schemeClr val="bg1"/>
          </a:solidFill>
        </p:grpSpPr>
        <p:sp>
          <p:nvSpPr>
            <p:cNvPr id="17" name="Freeform 1273">
              <a:extLst>
                <a:ext uri="{FF2B5EF4-FFF2-40B4-BE49-F238E27FC236}">
                  <a16:creationId xmlns:a16="http://schemas.microsoft.com/office/drawing/2014/main" id="{7CE0D4E6-EA6C-0B2D-AEF7-9ABF67328275}"/>
                </a:ext>
              </a:extLst>
            </p:cNvPr>
            <p:cNvSpPr/>
            <p:nvPr/>
          </p:nvSpPr>
          <p:spPr bwMode="auto">
            <a:xfrm>
              <a:off x="5524" y="4270"/>
              <a:ext cx="491" cy="498"/>
            </a:xfrm>
            <a:custGeom>
              <a:avLst/>
              <a:gdLst>
                <a:gd name="T0" fmla="*/ 980 w 980"/>
                <a:gd name="T1" fmla="*/ 0 h 996"/>
                <a:gd name="T2" fmla="*/ 952 w 980"/>
                <a:gd name="T3" fmla="*/ 46 h 996"/>
                <a:gd name="T4" fmla="*/ 921 w 980"/>
                <a:gd name="T5" fmla="*/ 94 h 996"/>
                <a:gd name="T6" fmla="*/ 890 w 980"/>
                <a:gd name="T7" fmla="*/ 145 h 996"/>
                <a:gd name="T8" fmla="*/ 856 w 980"/>
                <a:gd name="T9" fmla="*/ 198 h 996"/>
                <a:gd name="T10" fmla="*/ 819 w 980"/>
                <a:gd name="T11" fmla="*/ 255 h 996"/>
                <a:gd name="T12" fmla="*/ 781 w 980"/>
                <a:gd name="T13" fmla="*/ 314 h 996"/>
                <a:gd name="T14" fmla="*/ 740 w 980"/>
                <a:gd name="T15" fmla="*/ 376 h 996"/>
                <a:gd name="T16" fmla="*/ 696 w 980"/>
                <a:gd name="T17" fmla="*/ 444 h 996"/>
                <a:gd name="T18" fmla="*/ 649 w 980"/>
                <a:gd name="T19" fmla="*/ 514 h 996"/>
                <a:gd name="T20" fmla="*/ 599 w 980"/>
                <a:gd name="T21" fmla="*/ 588 h 996"/>
                <a:gd name="T22" fmla="*/ 546 w 980"/>
                <a:gd name="T23" fmla="*/ 665 h 996"/>
                <a:gd name="T24" fmla="*/ 491 w 980"/>
                <a:gd name="T25" fmla="*/ 748 h 996"/>
                <a:gd name="T26" fmla="*/ 431 w 980"/>
                <a:gd name="T27" fmla="*/ 834 h 996"/>
                <a:gd name="T28" fmla="*/ 369 w 980"/>
                <a:gd name="T29" fmla="*/ 926 h 996"/>
                <a:gd name="T30" fmla="*/ 347 w 980"/>
                <a:gd name="T31" fmla="*/ 960 h 996"/>
                <a:gd name="T32" fmla="*/ 331 w 980"/>
                <a:gd name="T33" fmla="*/ 996 h 996"/>
                <a:gd name="T34" fmla="*/ 0 w 980"/>
                <a:gd name="T35" fmla="*/ 666 h 996"/>
                <a:gd name="T36" fmla="*/ 2 w 980"/>
                <a:gd name="T37" fmla="*/ 664 h 996"/>
                <a:gd name="T38" fmla="*/ 8 w 980"/>
                <a:gd name="T39" fmla="*/ 657 h 996"/>
                <a:gd name="T40" fmla="*/ 18 w 980"/>
                <a:gd name="T41" fmla="*/ 645 h 996"/>
                <a:gd name="T42" fmla="*/ 30 w 980"/>
                <a:gd name="T43" fmla="*/ 629 h 996"/>
                <a:gd name="T44" fmla="*/ 47 w 980"/>
                <a:gd name="T45" fmla="*/ 609 h 996"/>
                <a:gd name="T46" fmla="*/ 66 w 980"/>
                <a:gd name="T47" fmla="*/ 588 h 996"/>
                <a:gd name="T48" fmla="*/ 89 w 980"/>
                <a:gd name="T49" fmla="*/ 561 h 996"/>
                <a:gd name="T50" fmla="*/ 115 w 980"/>
                <a:gd name="T51" fmla="*/ 533 h 996"/>
                <a:gd name="T52" fmla="*/ 144 w 980"/>
                <a:gd name="T53" fmla="*/ 503 h 996"/>
                <a:gd name="T54" fmla="*/ 174 w 980"/>
                <a:gd name="T55" fmla="*/ 471 h 996"/>
                <a:gd name="T56" fmla="*/ 208 w 980"/>
                <a:gd name="T57" fmla="*/ 438 h 996"/>
                <a:gd name="T58" fmla="*/ 244 w 980"/>
                <a:gd name="T59" fmla="*/ 403 h 996"/>
                <a:gd name="T60" fmla="*/ 283 w 980"/>
                <a:gd name="T61" fmla="*/ 368 h 996"/>
                <a:gd name="T62" fmla="*/ 324 w 980"/>
                <a:gd name="T63" fmla="*/ 332 h 996"/>
                <a:gd name="T64" fmla="*/ 366 w 980"/>
                <a:gd name="T65" fmla="*/ 296 h 996"/>
                <a:gd name="T66" fmla="*/ 410 w 980"/>
                <a:gd name="T67" fmla="*/ 261 h 996"/>
                <a:gd name="T68" fmla="*/ 457 w 980"/>
                <a:gd name="T69" fmla="*/ 226 h 996"/>
                <a:gd name="T70" fmla="*/ 504 w 980"/>
                <a:gd name="T71" fmla="*/ 192 h 996"/>
                <a:gd name="T72" fmla="*/ 554 w 980"/>
                <a:gd name="T73" fmla="*/ 160 h 996"/>
                <a:gd name="T74" fmla="*/ 603 w 980"/>
                <a:gd name="T75" fmla="*/ 130 h 996"/>
                <a:gd name="T76" fmla="*/ 655 w 980"/>
                <a:gd name="T77" fmla="*/ 102 h 996"/>
                <a:gd name="T78" fmla="*/ 707 w 980"/>
                <a:gd name="T79" fmla="*/ 76 h 996"/>
                <a:gd name="T80" fmla="*/ 761 w 980"/>
                <a:gd name="T81" fmla="*/ 54 h 996"/>
                <a:gd name="T82" fmla="*/ 815 w 980"/>
                <a:gd name="T83" fmla="*/ 35 h 996"/>
                <a:gd name="T84" fmla="*/ 870 w 980"/>
                <a:gd name="T85" fmla="*/ 19 h 996"/>
                <a:gd name="T86" fmla="*/ 925 w 980"/>
                <a:gd name="T87" fmla="*/ 7 h 996"/>
                <a:gd name="T88" fmla="*/ 980 w 980"/>
                <a:gd name="T89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0" h="996">
                  <a:moveTo>
                    <a:pt x="980" y="0"/>
                  </a:moveTo>
                  <a:lnTo>
                    <a:pt x="952" y="46"/>
                  </a:lnTo>
                  <a:lnTo>
                    <a:pt x="921" y="94"/>
                  </a:lnTo>
                  <a:lnTo>
                    <a:pt x="890" y="145"/>
                  </a:lnTo>
                  <a:lnTo>
                    <a:pt x="856" y="198"/>
                  </a:lnTo>
                  <a:lnTo>
                    <a:pt x="819" y="255"/>
                  </a:lnTo>
                  <a:lnTo>
                    <a:pt x="781" y="314"/>
                  </a:lnTo>
                  <a:lnTo>
                    <a:pt x="740" y="376"/>
                  </a:lnTo>
                  <a:lnTo>
                    <a:pt x="696" y="444"/>
                  </a:lnTo>
                  <a:lnTo>
                    <a:pt x="649" y="514"/>
                  </a:lnTo>
                  <a:lnTo>
                    <a:pt x="599" y="588"/>
                  </a:lnTo>
                  <a:lnTo>
                    <a:pt x="546" y="665"/>
                  </a:lnTo>
                  <a:lnTo>
                    <a:pt x="491" y="748"/>
                  </a:lnTo>
                  <a:lnTo>
                    <a:pt x="431" y="834"/>
                  </a:lnTo>
                  <a:lnTo>
                    <a:pt x="369" y="926"/>
                  </a:lnTo>
                  <a:lnTo>
                    <a:pt x="347" y="960"/>
                  </a:lnTo>
                  <a:lnTo>
                    <a:pt x="331" y="996"/>
                  </a:lnTo>
                  <a:lnTo>
                    <a:pt x="0" y="666"/>
                  </a:lnTo>
                  <a:lnTo>
                    <a:pt x="2" y="664"/>
                  </a:lnTo>
                  <a:lnTo>
                    <a:pt x="8" y="657"/>
                  </a:lnTo>
                  <a:lnTo>
                    <a:pt x="18" y="645"/>
                  </a:lnTo>
                  <a:lnTo>
                    <a:pt x="30" y="629"/>
                  </a:lnTo>
                  <a:lnTo>
                    <a:pt x="47" y="609"/>
                  </a:lnTo>
                  <a:lnTo>
                    <a:pt x="66" y="588"/>
                  </a:lnTo>
                  <a:lnTo>
                    <a:pt x="89" y="561"/>
                  </a:lnTo>
                  <a:lnTo>
                    <a:pt x="115" y="533"/>
                  </a:lnTo>
                  <a:lnTo>
                    <a:pt x="144" y="503"/>
                  </a:lnTo>
                  <a:lnTo>
                    <a:pt x="174" y="471"/>
                  </a:lnTo>
                  <a:lnTo>
                    <a:pt x="208" y="438"/>
                  </a:lnTo>
                  <a:lnTo>
                    <a:pt x="244" y="403"/>
                  </a:lnTo>
                  <a:lnTo>
                    <a:pt x="283" y="368"/>
                  </a:lnTo>
                  <a:lnTo>
                    <a:pt x="324" y="332"/>
                  </a:lnTo>
                  <a:lnTo>
                    <a:pt x="366" y="296"/>
                  </a:lnTo>
                  <a:lnTo>
                    <a:pt x="410" y="261"/>
                  </a:lnTo>
                  <a:lnTo>
                    <a:pt x="457" y="226"/>
                  </a:lnTo>
                  <a:lnTo>
                    <a:pt x="504" y="192"/>
                  </a:lnTo>
                  <a:lnTo>
                    <a:pt x="554" y="160"/>
                  </a:lnTo>
                  <a:lnTo>
                    <a:pt x="603" y="130"/>
                  </a:lnTo>
                  <a:lnTo>
                    <a:pt x="655" y="102"/>
                  </a:lnTo>
                  <a:lnTo>
                    <a:pt x="707" y="76"/>
                  </a:lnTo>
                  <a:lnTo>
                    <a:pt x="761" y="54"/>
                  </a:lnTo>
                  <a:lnTo>
                    <a:pt x="815" y="35"/>
                  </a:lnTo>
                  <a:lnTo>
                    <a:pt x="870" y="19"/>
                  </a:lnTo>
                  <a:lnTo>
                    <a:pt x="925" y="7"/>
                  </a:lnTo>
                  <a:lnTo>
                    <a:pt x="9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7" name="Freeform 1274">
              <a:extLst>
                <a:ext uri="{FF2B5EF4-FFF2-40B4-BE49-F238E27FC236}">
                  <a16:creationId xmlns:a16="http://schemas.microsoft.com/office/drawing/2014/main" id="{190E8427-74D1-73BC-26DD-DE7E0797DA7E}"/>
                </a:ext>
              </a:extLst>
            </p:cNvPr>
            <p:cNvSpPr/>
            <p:nvPr/>
          </p:nvSpPr>
          <p:spPr bwMode="auto">
            <a:xfrm>
              <a:off x="6354" y="5106"/>
              <a:ext cx="498" cy="489"/>
            </a:xfrm>
            <a:custGeom>
              <a:avLst/>
              <a:gdLst>
                <a:gd name="T0" fmla="*/ 998 w 998"/>
                <a:gd name="T1" fmla="*/ 0 h 979"/>
                <a:gd name="T2" fmla="*/ 990 w 998"/>
                <a:gd name="T3" fmla="*/ 55 h 979"/>
                <a:gd name="T4" fmla="*/ 978 w 998"/>
                <a:gd name="T5" fmla="*/ 111 h 979"/>
                <a:gd name="T6" fmla="*/ 963 w 998"/>
                <a:gd name="T7" fmla="*/ 165 h 979"/>
                <a:gd name="T8" fmla="*/ 943 w 998"/>
                <a:gd name="T9" fmla="*/ 220 h 979"/>
                <a:gd name="T10" fmla="*/ 920 w 998"/>
                <a:gd name="T11" fmla="*/ 273 h 979"/>
                <a:gd name="T12" fmla="*/ 895 w 998"/>
                <a:gd name="T13" fmla="*/ 326 h 979"/>
                <a:gd name="T14" fmla="*/ 867 w 998"/>
                <a:gd name="T15" fmla="*/ 377 h 979"/>
                <a:gd name="T16" fmla="*/ 837 w 998"/>
                <a:gd name="T17" fmla="*/ 427 h 979"/>
                <a:gd name="T18" fmla="*/ 804 w 998"/>
                <a:gd name="T19" fmla="*/ 477 h 979"/>
                <a:gd name="T20" fmla="*/ 770 w 998"/>
                <a:gd name="T21" fmla="*/ 524 h 979"/>
                <a:gd name="T22" fmla="*/ 736 w 998"/>
                <a:gd name="T23" fmla="*/ 570 h 979"/>
                <a:gd name="T24" fmla="*/ 700 w 998"/>
                <a:gd name="T25" fmla="*/ 614 h 979"/>
                <a:gd name="T26" fmla="*/ 665 w 998"/>
                <a:gd name="T27" fmla="*/ 657 h 979"/>
                <a:gd name="T28" fmla="*/ 629 w 998"/>
                <a:gd name="T29" fmla="*/ 698 h 979"/>
                <a:gd name="T30" fmla="*/ 594 w 998"/>
                <a:gd name="T31" fmla="*/ 736 h 979"/>
                <a:gd name="T32" fmla="*/ 559 w 998"/>
                <a:gd name="T33" fmla="*/ 771 h 979"/>
                <a:gd name="T34" fmla="*/ 525 w 998"/>
                <a:gd name="T35" fmla="*/ 805 h 979"/>
                <a:gd name="T36" fmla="*/ 494 w 998"/>
                <a:gd name="T37" fmla="*/ 837 h 979"/>
                <a:gd name="T38" fmla="*/ 463 w 998"/>
                <a:gd name="T39" fmla="*/ 866 h 979"/>
                <a:gd name="T40" fmla="*/ 434 w 998"/>
                <a:gd name="T41" fmla="*/ 891 h 979"/>
                <a:gd name="T42" fmla="*/ 409 w 998"/>
                <a:gd name="T43" fmla="*/ 914 h 979"/>
                <a:gd name="T44" fmla="*/ 386 w 998"/>
                <a:gd name="T45" fmla="*/ 933 h 979"/>
                <a:gd name="T46" fmla="*/ 367 w 998"/>
                <a:gd name="T47" fmla="*/ 949 h 979"/>
                <a:gd name="T48" fmla="*/ 351 w 998"/>
                <a:gd name="T49" fmla="*/ 962 h 979"/>
                <a:gd name="T50" fmla="*/ 340 w 998"/>
                <a:gd name="T51" fmla="*/ 972 h 979"/>
                <a:gd name="T52" fmla="*/ 333 w 998"/>
                <a:gd name="T53" fmla="*/ 978 h 979"/>
                <a:gd name="T54" fmla="*/ 330 w 998"/>
                <a:gd name="T55" fmla="*/ 979 h 979"/>
                <a:gd name="T56" fmla="*/ 0 w 998"/>
                <a:gd name="T57" fmla="*/ 649 h 979"/>
                <a:gd name="T58" fmla="*/ 35 w 998"/>
                <a:gd name="T59" fmla="*/ 633 h 979"/>
                <a:gd name="T60" fmla="*/ 70 w 998"/>
                <a:gd name="T61" fmla="*/ 612 h 979"/>
                <a:gd name="T62" fmla="*/ 161 w 998"/>
                <a:gd name="T63" fmla="*/ 549 h 979"/>
                <a:gd name="T64" fmla="*/ 248 w 998"/>
                <a:gd name="T65" fmla="*/ 490 h 979"/>
                <a:gd name="T66" fmla="*/ 330 w 998"/>
                <a:gd name="T67" fmla="*/ 433 h 979"/>
                <a:gd name="T68" fmla="*/ 409 w 998"/>
                <a:gd name="T69" fmla="*/ 381 h 979"/>
                <a:gd name="T70" fmla="*/ 483 w 998"/>
                <a:gd name="T71" fmla="*/ 332 h 979"/>
                <a:gd name="T72" fmla="*/ 553 w 998"/>
                <a:gd name="T73" fmla="*/ 285 h 979"/>
                <a:gd name="T74" fmla="*/ 619 w 998"/>
                <a:gd name="T75" fmla="*/ 241 h 979"/>
                <a:gd name="T76" fmla="*/ 682 w 998"/>
                <a:gd name="T77" fmla="*/ 200 h 979"/>
                <a:gd name="T78" fmla="*/ 743 w 998"/>
                <a:gd name="T79" fmla="*/ 162 h 979"/>
                <a:gd name="T80" fmla="*/ 799 w 998"/>
                <a:gd name="T81" fmla="*/ 125 h 979"/>
                <a:gd name="T82" fmla="*/ 853 w 998"/>
                <a:gd name="T83" fmla="*/ 92 h 979"/>
                <a:gd name="T84" fmla="*/ 903 w 998"/>
                <a:gd name="T85" fmla="*/ 59 h 979"/>
                <a:gd name="T86" fmla="*/ 952 w 998"/>
                <a:gd name="T87" fmla="*/ 29 h 979"/>
                <a:gd name="T88" fmla="*/ 998 w 998"/>
                <a:gd name="T8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98" h="979">
                  <a:moveTo>
                    <a:pt x="998" y="0"/>
                  </a:moveTo>
                  <a:lnTo>
                    <a:pt x="990" y="55"/>
                  </a:lnTo>
                  <a:lnTo>
                    <a:pt x="978" y="111"/>
                  </a:lnTo>
                  <a:lnTo>
                    <a:pt x="963" y="165"/>
                  </a:lnTo>
                  <a:lnTo>
                    <a:pt x="943" y="220"/>
                  </a:lnTo>
                  <a:lnTo>
                    <a:pt x="920" y="273"/>
                  </a:lnTo>
                  <a:lnTo>
                    <a:pt x="895" y="326"/>
                  </a:lnTo>
                  <a:lnTo>
                    <a:pt x="867" y="377"/>
                  </a:lnTo>
                  <a:lnTo>
                    <a:pt x="837" y="427"/>
                  </a:lnTo>
                  <a:lnTo>
                    <a:pt x="804" y="477"/>
                  </a:lnTo>
                  <a:lnTo>
                    <a:pt x="770" y="524"/>
                  </a:lnTo>
                  <a:lnTo>
                    <a:pt x="736" y="570"/>
                  </a:lnTo>
                  <a:lnTo>
                    <a:pt x="700" y="614"/>
                  </a:lnTo>
                  <a:lnTo>
                    <a:pt x="665" y="657"/>
                  </a:lnTo>
                  <a:lnTo>
                    <a:pt x="629" y="698"/>
                  </a:lnTo>
                  <a:lnTo>
                    <a:pt x="594" y="736"/>
                  </a:lnTo>
                  <a:lnTo>
                    <a:pt x="559" y="771"/>
                  </a:lnTo>
                  <a:lnTo>
                    <a:pt x="525" y="805"/>
                  </a:lnTo>
                  <a:lnTo>
                    <a:pt x="494" y="837"/>
                  </a:lnTo>
                  <a:lnTo>
                    <a:pt x="463" y="866"/>
                  </a:lnTo>
                  <a:lnTo>
                    <a:pt x="434" y="891"/>
                  </a:lnTo>
                  <a:lnTo>
                    <a:pt x="409" y="914"/>
                  </a:lnTo>
                  <a:lnTo>
                    <a:pt x="386" y="933"/>
                  </a:lnTo>
                  <a:lnTo>
                    <a:pt x="367" y="949"/>
                  </a:lnTo>
                  <a:lnTo>
                    <a:pt x="351" y="962"/>
                  </a:lnTo>
                  <a:lnTo>
                    <a:pt x="340" y="972"/>
                  </a:lnTo>
                  <a:lnTo>
                    <a:pt x="333" y="978"/>
                  </a:lnTo>
                  <a:lnTo>
                    <a:pt x="330" y="979"/>
                  </a:lnTo>
                  <a:lnTo>
                    <a:pt x="0" y="649"/>
                  </a:lnTo>
                  <a:lnTo>
                    <a:pt x="35" y="633"/>
                  </a:lnTo>
                  <a:lnTo>
                    <a:pt x="70" y="612"/>
                  </a:lnTo>
                  <a:lnTo>
                    <a:pt x="161" y="549"/>
                  </a:lnTo>
                  <a:lnTo>
                    <a:pt x="248" y="490"/>
                  </a:lnTo>
                  <a:lnTo>
                    <a:pt x="330" y="433"/>
                  </a:lnTo>
                  <a:lnTo>
                    <a:pt x="409" y="381"/>
                  </a:lnTo>
                  <a:lnTo>
                    <a:pt x="483" y="332"/>
                  </a:lnTo>
                  <a:lnTo>
                    <a:pt x="553" y="285"/>
                  </a:lnTo>
                  <a:lnTo>
                    <a:pt x="619" y="241"/>
                  </a:lnTo>
                  <a:lnTo>
                    <a:pt x="682" y="200"/>
                  </a:lnTo>
                  <a:lnTo>
                    <a:pt x="743" y="162"/>
                  </a:lnTo>
                  <a:lnTo>
                    <a:pt x="799" y="125"/>
                  </a:lnTo>
                  <a:lnTo>
                    <a:pt x="853" y="92"/>
                  </a:lnTo>
                  <a:lnTo>
                    <a:pt x="903" y="59"/>
                  </a:lnTo>
                  <a:lnTo>
                    <a:pt x="952" y="29"/>
                  </a:lnTo>
                  <a:lnTo>
                    <a:pt x="9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1275">
              <a:extLst>
                <a:ext uri="{FF2B5EF4-FFF2-40B4-BE49-F238E27FC236}">
                  <a16:creationId xmlns:a16="http://schemas.microsoft.com/office/drawing/2014/main" id="{5998C753-85CB-5186-3765-FB76003DA6AD}"/>
                </a:ext>
              </a:extLst>
            </p:cNvPr>
            <p:cNvSpPr/>
            <p:nvPr/>
          </p:nvSpPr>
          <p:spPr bwMode="auto">
            <a:xfrm>
              <a:off x="5516" y="4987"/>
              <a:ext cx="618" cy="618"/>
            </a:xfrm>
            <a:custGeom>
              <a:avLst/>
              <a:gdLst>
                <a:gd name="T0" fmla="*/ 496 w 1237"/>
                <a:gd name="T1" fmla="*/ 0 h 1235"/>
                <a:gd name="T2" fmla="*/ 532 w 1237"/>
                <a:gd name="T3" fmla="*/ 36 h 1235"/>
                <a:gd name="T4" fmla="*/ 502 w 1237"/>
                <a:gd name="T5" fmla="*/ 104 h 1235"/>
                <a:gd name="T6" fmla="*/ 474 w 1237"/>
                <a:gd name="T7" fmla="*/ 173 h 1235"/>
                <a:gd name="T8" fmla="*/ 447 w 1237"/>
                <a:gd name="T9" fmla="*/ 248 h 1235"/>
                <a:gd name="T10" fmla="*/ 423 w 1237"/>
                <a:gd name="T11" fmla="*/ 324 h 1235"/>
                <a:gd name="T12" fmla="*/ 403 w 1237"/>
                <a:gd name="T13" fmla="*/ 401 h 1235"/>
                <a:gd name="T14" fmla="*/ 375 w 1237"/>
                <a:gd name="T15" fmla="*/ 522 h 1235"/>
                <a:gd name="T16" fmla="*/ 353 w 1237"/>
                <a:gd name="T17" fmla="*/ 644 h 1235"/>
                <a:gd name="T18" fmla="*/ 335 w 1237"/>
                <a:gd name="T19" fmla="*/ 767 h 1235"/>
                <a:gd name="T20" fmla="*/ 323 w 1237"/>
                <a:gd name="T21" fmla="*/ 890 h 1235"/>
                <a:gd name="T22" fmla="*/ 320 w 1237"/>
                <a:gd name="T23" fmla="*/ 915 h 1235"/>
                <a:gd name="T24" fmla="*/ 423 w 1237"/>
                <a:gd name="T25" fmla="*/ 906 h 1235"/>
                <a:gd name="T26" fmla="*/ 526 w 1237"/>
                <a:gd name="T27" fmla="*/ 893 h 1235"/>
                <a:gd name="T28" fmla="*/ 647 w 1237"/>
                <a:gd name="T29" fmla="*/ 874 h 1235"/>
                <a:gd name="T30" fmla="*/ 766 w 1237"/>
                <a:gd name="T31" fmla="*/ 849 h 1235"/>
                <a:gd name="T32" fmla="*/ 885 w 1237"/>
                <a:gd name="T33" fmla="*/ 820 h 1235"/>
                <a:gd name="T34" fmla="*/ 1002 w 1237"/>
                <a:gd name="T35" fmla="*/ 784 h 1235"/>
                <a:gd name="T36" fmla="*/ 1060 w 1237"/>
                <a:gd name="T37" fmla="*/ 763 h 1235"/>
                <a:gd name="T38" fmla="*/ 1117 w 1237"/>
                <a:gd name="T39" fmla="*/ 740 h 1235"/>
                <a:gd name="T40" fmla="*/ 1173 w 1237"/>
                <a:gd name="T41" fmla="*/ 717 h 1235"/>
                <a:gd name="T42" fmla="*/ 1200 w 1237"/>
                <a:gd name="T43" fmla="*/ 704 h 1235"/>
                <a:gd name="T44" fmla="*/ 1237 w 1237"/>
                <a:gd name="T45" fmla="*/ 740 h 1235"/>
                <a:gd name="T46" fmla="*/ 1194 w 1237"/>
                <a:gd name="T47" fmla="*/ 797 h 1235"/>
                <a:gd name="T48" fmla="*/ 1147 w 1237"/>
                <a:gd name="T49" fmla="*/ 851 h 1235"/>
                <a:gd name="T50" fmla="*/ 1095 w 1237"/>
                <a:gd name="T51" fmla="*/ 901 h 1235"/>
                <a:gd name="T52" fmla="*/ 1041 w 1237"/>
                <a:gd name="T53" fmla="*/ 947 h 1235"/>
                <a:gd name="T54" fmla="*/ 983 w 1237"/>
                <a:gd name="T55" fmla="*/ 989 h 1235"/>
                <a:gd name="T56" fmla="*/ 922 w 1237"/>
                <a:gd name="T57" fmla="*/ 1027 h 1235"/>
                <a:gd name="T58" fmla="*/ 858 w 1237"/>
                <a:gd name="T59" fmla="*/ 1062 h 1235"/>
                <a:gd name="T60" fmla="*/ 794 w 1237"/>
                <a:gd name="T61" fmla="*/ 1094 h 1235"/>
                <a:gd name="T62" fmla="*/ 728 w 1237"/>
                <a:gd name="T63" fmla="*/ 1123 h 1235"/>
                <a:gd name="T64" fmla="*/ 661 w 1237"/>
                <a:gd name="T65" fmla="*/ 1147 h 1235"/>
                <a:gd name="T66" fmla="*/ 594 w 1237"/>
                <a:gd name="T67" fmla="*/ 1169 h 1235"/>
                <a:gd name="T68" fmla="*/ 491 w 1237"/>
                <a:gd name="T69" fmla="*/ 1196 h 1235"/>
                <a:gd name="T70" fmla="*/ 386 w 1237"/>
                <a:gd name="T71" fmla="*/ 1217 h 1235"/>
                <a:gd name="T72" fmla="*/ 280 w 1237"/>
                <a:gd name="T73" fmla="*/ 1229 h 1235"/>
                <a:gd name="T74" fmla="*/ 174 w 1237"/>
                <a:gd name="T75" fmla="*/ 1235 h 1235"/>
                <a:gd name="T76" fmla="*/ 151 w 1237"/>
                <a:gd name="T77" fmla="*/ 1235 h 1235"/>
                <a:gd name="T78" fmla="*/ 128 w 1237"/>
                <a:gd name="T79" fmla="*/ 1233 h 1235"/>
                <a:gd name="T80" fmla="*/ 106 w 1237"/>
                <a:gd name="T81" fmla="*/ 1228 h 1235"/>
                <a:gd name="T82" fmla="*/ 80 w 1237"/>
                <a:gd name="T83" fmla="*/ 1217 h 1235"/>
                <a:gd name="T84" fmla="*/ 57 w 1237"/>
                <a:gd name="T85" fmla="*/ 1201 h 1235"/>
                <a:gd name="T86" fmla="*/ 36 w 1237"/>
                <a:gd name="T87" fmla="*/ 1182 h 1235"/>
                <a:gd name="T88" fmla="*/ 21 w 1237"/>
                <a:gd name="T89" fmla="*/ 1159 h 1235"/>
                <a:gd name="T90" fmla="*/ 8 w 1237"/>
                <a:gd name="T91" fmla="*/ 1134 h 1235"/>
                <a:gd name="T92" fmla="*/ 1 w 1237"/>
                <a:gd name="T93" fmla="*/ 1106 h 1235"/>
                <a:gd name="T94" fmla="*/ 0 w 1237"/>
                <a:gd name="T95" fmla="*/ 1073 h 1235"/>
                <a:gd name="T96" fmla="*/ 0 w 1237"/>
                <a:gd name="T97" fmla="*/ 1041 h 1235"/>
                <a:gd name="T98" fmla="*/ 6 w 1237"/>
                <a:gd name="T99" fmla="*/ 947 h 1235"/>
                <a:gd name="T100" fmla="*/ 18 w 1237"/>
                <a:gd name="T101" fmla="*/ 855 h 1235"/>
                <a:gd name="T102" fmla="*/ 35 w 1237"/>
                <a:gd name="T103" fmla="*/ 762 h 1235"/>
                <a:gd name="T104" fmla="*/ 57 w 1237"/>
                <a:gd name="T105" fmla="*/ 671 h 1235"/>
                <a:gd name="T106" fmla="*/ 85 w 1237"/>
                <a:gd name="T107" fmla="*/ 582 h 1235"/>
                <a:gd name="T108" fmla="*/ 115 w 1237"/>
                <a:gd name="T109" fmla="*/ 501 h 1235"/>
                <a:gd name="T110" fmla="*/ 150 w 1237"/>
                <a:gd name="T111" fmla="*/ 421 h 1235"/>
                <a:gd name="T112" fmla="*/ 190 w 1237"/>
                <a:gd name="T113" fmla="*/ 345 h 1235"/>
                <a:gd name="T114" fmla="*/ 235 w 1237"/>
                <a:gd name="T115" fmla="*/ 270 h 1235"/>
                <a:gd name="T116" fmla="*/ 285 w 1237"/>
                <a:gd name="T117" fmla="*/ 200 h 1235"/>
                <a:gd name="T118" fmla="*/ 331 w 1237"/>
                <a:gd name="T119" fmla="*/ 144 h 1235"/>
                <a:gd name="T120" fmla="*/ 382 w 1237"/>
                <a:gd name="T121" fmla="*/ 92 h 1235"/>
                <a:gd name="T122" fmla="*/ 438 w 1237"/>
                <a:gd name="T123" fmla="*/ 44 h 1235"/>
                <a:gd name="T124" fmla="*/ 496 w 1237"/>
                <a:gd name="T125" fmla="*/ 0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7" h="1235">
                  <a:moveTo>
                    <a:pt x="496" y="0"/>
                  </a:moveTo>
                  <a:lnTo>
                    <a:pt x="532" y="36"/>
                  </a:lnTo>
                  <a:lnTo>
                    <a:pt x="502" y="104"/>
                  </a:lnTo>
                  <a:lnTo>
                    <a:pt x="474" y="173"/>
                  </a:lnTo>
                  <a:lnTo>
                    <a:pt x="447" y="248"/>
                  </a:lnTo>
                  <a:lnTo>
                    <a:pt x="423" y="324"/>
                  </a:lnTo>
                  <a:lnTo>
                    <a:pt x="403" y="401"/>
                  </a:lnTo>
                  <a:lnTo>
                    <a:pt x="375" y="522"/>
                  </a:lnTo>
                  <a:lnTo>
                    <a:pt x="353" y="644"/>
                  </a:lnTo>
                  <a:lnTo>
                    <a:pt x="335" y="767"/>
                  </a:lnTo>
                  <a:lnTo>
                    <a:pt x="323" y="890"/>
                  </a:lnTo>
                  <a:lnTo>
                    <a:pt x="320" y="915"/>
                  </a:lnTo>
                  <a:lnTo>
                    <a:pt x="423" y="906"/>
                  </a:lnTo>
                  <a:lnTo>
                    <a:pt x="526" y="893"/>
                  </a:lnTo>
                  <a:lnTo>
                    <a:pt x="647" y="874"/>
                  </a:lnTo>
                  <a:lnTo>
                    <a:pt x="766" y="849"/>
                  </a:lnTo>
                  <a:lnTo>
                    <a:pt x="885" y="820"/>
                  </a:lnTo>
                  <a:lnTo>
                    <a:pt x="1002" y="784"/>
                  </a:lnTo>
                  <a:lnTo>
                    <a:pt x="1060" y="763"/>
                  </a:lnTo>
                  <a:lnTo>
                    <a:pt x="1117" y="740"/>
                  </a:lnTo>
                  <a:lnTo>
                    <a:pt x="1173" y="717"/>
                  </a:lnTo>
                  <a:lnTo>
                    <a:pt x="1200" y="704"/>
                  </a:lnTo>
                  <a:lnTo>
                    <a:pt x="1237" y="740"/>
                  </a:lnTo>
                  <a:lnTo>
                    <a:pt x="1194" y="797"/>
                  </a:lnTo>
                  <a:lnTo>
                    <a:pt x="1147" y="851"/>
                  </a:lnTo>
                  <a:lnTo>
                    <a:pt x="1095" y="901"/>
                  </a:lnTo>
                  <a:lnTo>
                    <a:pt x="1041" y="947"/>
                  </a:lnTo>
                  <a:lnTo>
                    <a:pt x="983" y="989"/>
                  </a:lnTo>
                  <a:lnTo>
                    <a:pt x="922" y="1027"/>
                  </a:lnTo>
                  <a:lnTo>
                    <a:pt x="858" y="1062"/>
                  </a:lnTo>
                  <a:lnTo>
                    <a:pt x="794" y="1094"/>
                  </a:lnTo>
                  <a:lnTo>
                    <a:pt x="728" y="1123"/>
                  </a:lnTo>
                  <a:lnTo>
                    <a:pt x="661" y="1147"/>
                  </a:lnTo>
                  <a:lnTo>
                    <a:pt x="594" y="1169"/>
                  </a:lnTo>
                  <a:lnTo>
                    <a:pt x="491" y="1196"/>
                  </a:lnTo>
                  <a:lnTo>
                    <a:pt x="386" y="1217"/>
                  </a:lnTo>
                  <a:lnTo>
                    <a:pt x="280" y="1229"/>
                  </a:lnTo>
                  <a:lnTo>
                    <a:pt x="174" y="1235"/>
                  </a:lnTo>
                  <a:lnTo>
                    <a:pt x="151" y="1235"/>
                  </a:lnTo>
                  <a:lnTo>
                    <a:pt x="128" y="1233"/>
                  </a:lnTo>
                  <a:lnTo>
                    <a:pt x="106" y="1228"/>
                  </a:lnTo>
                  <a:lnTo>
                    <a:pt x="80" y="1217"/>
                  </a:lnTo>
                  <a:lnTo>
                    <a:pt x="57" y="1201"/>
                  </a:lnTo>
                  <a:lnTo>
                    <a:pt x="36" y="1182"/>
                  </a:lnTo>
                  <a:lnTo>
                    <a:pt x="21" y="1159"/>
                  </a:lnTo>
                  <a:lnTo>
                    <a:pt x="8" y="1134"/>
                  </a:lnTo>
                  <a:lnTo>
                    <a:pt x="1" y="1106"/>
                  </a:lnTo>
                  <a:lnTo>
                    <a:pt x="0" y="1073"/>
                  </a:lnTo>
                  <a:lnTo>
                    <a:pt x="0" y="1041"/>
                  </a:lnTo>
                  <a:lnTo>
                    <a:pt x="6" y="947"/>
                  </a:lnTo>
                  <a:lnTo>
                    <a:pt x="18" y="855"/>
                  </a:lnTo>
                  <a:lnTo>
                    <a:pt x="35" y="762"/>
                  </a:lnTo>
                  <a:lnTo>
                    <a:pt x="57" y="671"/>
                  </a:lnTo>
                  <a:lnTo>
                    <a:pt x="85" y="582"/>
                  </a:lnTo>
                  <a:lnTo>
                    <a:pt x="115" y="501"/>
                  </a:lnTo>
                  <a:lnTo>
                    <a:pt x="150" y="421"/>
                  </a:lnTo>
                  <a:lnTo>
                    <a:pt x="190" y="345"/>
                  </a:lnTo>
                  <a:lnTo>
                    <a:pt x="235" y="270"/>
                  </a:lnTo>
                  <a:lnTo>
                    <a:pt x="285" y="200"/>
                  </a:lnTo>
                  <a:lnTo>
                    <a:pt x="331" y="144"/>
                  </a:lnTo>
                  <a:lnTo>
                    <a:pt x="382" y="92"/>
                  </a:lnTo>
                  <a:lnTo>
                    <a:pt x="438" y="44"/>
                  </a:lnTo>
                  <a:lnTo>
                    <a:pt x="4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9" name="Freeform 1276">
              <a:extLst>
                <a:ext uri="{FF2B5EF4-FFF2-40B4-BE49-F238E27FC236}">
                  <a16:creationId xmlns:a16="http://schemas.microsoft.com/office/drawing/2014/main" id="{B7F49A52-5D24-2E53-7DBE-B4B6C2CEB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6" y="3626"/>
              <a:ext cx="1731" cy="1729"/>
            </a:xfrm>
            <a:custGeom>
              <a:avLst/>
              <a:gdLst>
                <a:gd name="T0" fmla="*/ 1977 w 3461"/>
                <a:gd name="T1" fmla="*/ 939 h 3456"/>
                <a:gd name="T2" fmla="*/ 1837 w 3461"/>
                <a:gd name="T3" fmla="*/ 996 h 3456"/>
                <a:gd name="T4" fmla="*/ 1719 w 3461"/>
                <a:gd name="T5" fmla="*/ 1101 h 3456"/>
                <a:gd name="T6" fmla="*/ 1646 w 3461"/>
                <a:gd name="T7" fmla="*/ 1235 h 3456"/>
                <a:gd name="T8" fmla="*/ 1621 w 3461"/>
                <a:gd name="T9" fmla="*/ 1382 h 3456"/>
                <a:gd name="T10" fmla="*/ 1646 w 3461"/>
                <a:gd name="T11" fmla="*/ 1529 h 3456"/>
                <a:gd name="T12" fmla="*/ 1719 w 3461"/>
                <a:gd name="T13" fmla="*/ 1665 h 3456"/>
                <a:gd name="T14" fmla="*/ 1837 w 3461"/>
                <a:gd name="T15" fmla="*/ 1770 h 3456"/>
                <a:gd name="T16" fmla="*/ 1977 w 3461"/>
                <a:gd name="T17" fmla="*/ 1826 h 3456"/>
                <a:gd name="T18" fmla="*/ 2127 w 3461"/>
                <a:gd name="T19" fmla="*/ 1835 h 3456"/>
                <a:gd name="T20" fmla="*/ 2270 w 3461"/>
                <a:gd name="T21" fmla="*/ 1794 h 3456"/>
                <a:gd name="T22" fmla="*/ 2399 w 3461"/>
                <a:gd name="T23" fmla="*/ 1705 h 3456"/>
                <a:gd name="T24" fmla="*/ 2488 w 3461"/>
                <a:gd name="T25" fmla="*/ 1577 h 3456"/>
                <a:gd name="T26" fmla="*/ 2529 w 3461"/>
                <a:gd name="T27" fmla="*/ 1433 h 3456"/>
                <a:gd name="T28" fmla="*/ 2521 w 3461"/>
                <a:gd name="T29" fmla="*/ 1283 h 3456"/>
                <a:gd name="T30" fmla="*/ 2464 w 3461"/>
                <a:gd name="T31" fmla="*/ 1143 h 3456"/>
                <a:gd name="T32" fmla="*/ 2359 w 3461"/>
                <a:gd name="T33" fmla="*/ 1026 h 3456"/>
                <a:gd name="T34" fmla="*/ 2225 w 3461"/>
                <a:gd name="T35" fmla="*/ 952 h 3456"/>
                <a:gd name="T36" fmla="*/ 2076 w 3461"/>
                <a:gd name="T37" fmla="*/ 928 h 3456"/>
                <a:gd name="T38" fmla="*/ 3351 w 3461"/>
                <a:gd name="T39" fmla="*/ 2 h 3456"/>
                <a:gd name="T40" fmla="*/ 3421 w 3461"/>
                <a:gd name="T41" fmla="*/ 40 h 3456"/>
                <a:gd name="T42" fmla="*/ 3459 w 3461"/>
                <a:gd name="T43" fmla="*/ 111 h 3456"/>
                <a:gd name="T44" fmla="*/ 3457 w 3461"/>
                <a:gd name="T45" fmla="*/ 256 h 3456"/>
                <a:gd name="T46" fmla="*/ 3444 w 3461"/>
                <a:gd name="T47" fmla="*/ 471 h 3456"/>
                <a:gd name="T48" fmla="*/ 3416 w 3461"/>
                <a:gd name="T49" fmla="*/ 722 h 3456"/>
                <a:gd name="T50" fmla="*/ 3372 w 3461"/>
                <a:gd name="T51" fmla="*/ 997 h 3456"/>
                <a:gd name="T52" fmla="*/ 3304 w 3461"/>
                <a:gd name="T53" fmla="*/ 1283 h 3456"/>
                <a:gd name="T54" fmla="*/ 3210 w 3461"/>
                <a:gd name="T55" fmla="*/ 1569 h 3456"/>
                <a:gd name="T56" fmla="*/ 3083 w 3461"/>
                <a:gd name="T57" fmla="*/ 1845 h 3456"/>
                <a:gd name="T58" fmla="*/ 2922 w 3461"/>
                <a:gd name="T59" fmla="*/ 2094 h 3456"/>
                <a:gd name="T60" fmla="*/ 2738 w 3461"/>
                <a:gd name="T61" fmla="*/ 2296 h 3456"/>
                <a:gd name="T62" fmla="*/ 2592 w 3461"/>
                <a:gd name="T63" fmla="*/ 2431 h 3456"/>
                <a:gd name="T64" fmla="*/ 2457 w 3461"/>
                <a:gd name="T65" fmla="*/ 2538 h 3456"/>
                <a:gd name="T66" fmla="*/ 2318 w 3461"/>
                <a:gd name="T67" fmla="*/ 2635 h 3456"/>
                <a:gd name="T68" fmla="*/ 2156 w 3461"/>
                <a:gd name="T69" fmla="*/ 2738 h 3456"/>
                <a:gd name="T70" fmla="*/ 2003 w 3461"/>
                <a:gd name="T71" fmla="*/ 2833 h 3456"/>
                <a:gd name="T72" fmla="*/ 1849 w 3461"/>
                <a:gd name="T73" fmla="*/ 2931 h 3456"/>
                <a:gd name="T74" fmla="*/ 1665 w 3461"/>
                <a:gd name="T75" fmla="*/ 3049 h 3456"/>
                <a:gd name="T76" fmla="*/ 1449 w 3461"/>
                <a:gd name="T77" fmla="*/ 3193 h 3456"/>
                <a:gd name="T78" fmla="*/ 1193 w 3461"/>
                <a:gd name="T79" fmla="*/ 3366 h 3456"/>
                <a:gd name="T80" fmla="*/ 1048 w 3461"/>
                <a:gd name="T81" fmla="*/ 3453 h 3456"/>
                <a:gd name="T82" fmla="*/ 969 w 3461"/>
                <a:gd name="T83" fmla="*/ 3445 h 3456"/>
                <a:gd name="T84" fmla="*/ 40 w 3461"/>
                <a:gd name="T85" fmla="*/ 2534 h 3456"/>
                <a:gd name="T86" fmla="*/ 3 w 3461"/>
                <a:gd name="T87" fmla="*/ 2463 h 3456"/>
                <a:gd name="T88" fmla="*/ 11 w 3461"/>
                <a:gd name="T89" fmla="*/ 2383 h 3456"/>
                <a:gd name="T90" fmla="*/ 152 w 3461"/>
                <a:gd name="T91" fmla="*/ 2175 h 3456"/>
                <a:gd name="T92" fmla="*/ 315 w 3461"/>
                <a:gd name="T93" fmla="*/ 1934 h 3456"/>
                <a:gd name="T94" fmla="*/ 449 w 3461"/>
                <a:gd name="T95" fmla="*/ 1729 h 3456"/>
                <a:gd name="T96" fmla="*/ 560 w 3461"/>
                <a:gd name="T97" fmla="*/ 1556 h 3456"/>
                <a:gd name="T98" fmla="*/ 653 w 3461"/>
                <a:gd name="T99" fmla="*/ 1409 h 3456"/>
                <a:gd name="T100" fmla="*/ 755 w 3461"/>
                <a:gd name="T101" fmla="*/ 1246 h 3456"/>
                <a:gd name="T102" fmla="*/ 855 w 3461"/>
                <a:gd name="T103" fmla="*/ 1094 h 3456"/>
                <a:gd name="T104" fmla="*/ 953 w 3461"/>
                <a:gd name="T105" fmla="*/ 957 h 3456"/>
                <a:gd name="T106" fmla="*/ 1068 w 3461"/>
                <a:gd name="T107" fmla="*/ 822 h 3456"/>
                <a:gd name="T108" fmla="*/ 1215 w 3461"/>
                <a:gd name="T109" fmla="*/ 667 h 3456"/>
                <a:gd name="T110" fmla="*/ 1442 w 3461"/>
                <a:gd name="T111" fmla="*/ 480 h 3456"/>
                <a:gd name="T112" fmla="*/ 1704 w 3461"/>
                <a:gd name="T113" fmla="*/ 332 h 3456"/>
                <a:gd name="T114" fmla="*/ 1983 w 3461"/>
                <a:gd name="T115" fmla="*/ 217 h 3456"/>
                <a:gd name="T116" fmla="*/ 2272 w 3461"/>
                <a:gd name="T117" fmla="*/ 131 h 3456"/>
                <a:gd name="T118" fmla="*/ 2556 w 3461"/>
                <a:gd name="T119" fmla="*/ 72 h 3456"/>
                <a:gd name="T120" fmla="*/ 2824 w 3461"/>
                <a:gd name="T121" fmla="*/ 34 h 3456"/>
                <a:gd name="T122" fmla="*/ 3065 w 3461"/>
                <a:gd name="T123" fmla="*/ 11 h 3456"/>
                <a:gd name="T124" fmla="*/ 3265 w 3461"/>
                <a:gd name="T125" fmla="*/ 1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61" h="3456">
                  <a:moveTo>
                    <a:pt x="2076" y="928"/>
                  </a:moveTo>
                  <a:lnTo>
                    <a:pt x="2026" y="931"/>
                  </a:lnTo>
                  <a:lnTo>
                    <a:pt x="1977" y="939"/>
                  </a:lnTo>
                  <a:lnTo>
                    <a:pt x="1928" y="952"/>
                  </a:lnTo>
                  <a:lnTo>
                    <a:pt x="1881" y="972"/>
                  </a:lnTo>
                  <a:lnTo>
                    <a:pt x="1837" y="996"/>
                  </a:lnTo>
                  <a:lnTo>
                    <a:pt x="1794" y="1026"/>
                  </a:lnTo>
                  <a:lnTo>
                    <a:pt x="1754" y="1061"/>
                  </a:lnTo>
                  <a:lnTo>
                    <a:pt x="1719" y="1101"/>
                  </a:lnTo>
                  <a:lnTo>
                    <a:pt x="1689" y="1143"/>
                  </a:lnTo>
                  <a:lnTo>
                    <a:pt x="1665" y="1188"/>
                  </a:lnTo>
                  <a:lnTo>
                    <a:pt x="1646" y="1235"/>
                  </a:lnTo>
                  <a:lnTo>
                    <a:pt x="1632" y="1283"/>
                  </a:lnTo>
                  <a:lnTo>
                    <a:pt x="1624" y="1333"/>
                  </a:lnTo>
                  <a:lnTo>
                    <a:pt x="1621" y="1382"/>
                  </a:lnTo>
                  <a:lnTo>
                    <a:pt x="1624" y="1433"/>
                  </a:lnTo>
                  <a:lnTo>
                    <a:pt x="1632" y="1481"/>
                  </a:lnTo>
                  <a:lnTo>
                    <a:pt x="1646" y="1529"/>
                  </a:lnTo>
                  <a:lnTo>
                    <a:pt x="1665" y="1577"/>
                  </a:lnTo>
                  <a:lnTo>
                    <a:pt x="1689" y="1622"/>
                  </a:lnTo>
                  <a:lnTo>
                    <a:pt x="1719" y="1665"/>
                  </a:lnTo>
                  <a:lnTo>
                    <a:pt x="1754" y="1705"/>
                  </a:lnTo>
                  <a:lnTo>
                    <a:pt x="1794" y="1740"/>
                  </a:lnTo>
                  <a:lnTo>
                    <a:pt x="1837" y="1770"/>
                  </a:lnTo>
                  <a:lnTo>
                    <a:pt x="1881" y="1794"/>
                  </a:lnTo>
                  <a:lnTo>
                    <a:pt x="1928" y="1813"/>
                  </a:lnTo>
                  <a:lnTo>
                    <a:pt x="1977" y="1826"/>
                  </a:lnTo>
                  <a:lnTo>
                    <a:pt x="2026" y="1835"/>
                  </a:lnTo>
                  <a:lnTo>
                    <a:pt x="2076" y="1837"/>
                  </a:lnTo>
                  <a:lnTo>
                    <a:pt x="2127" y="1835"/>
                  </a:lnTo>
                  <a:lnTo>
                    <a:pt x="2175" y="1826"/>
                  </a:lnTo>
                  <a:lnTo>
                    <a:pt x="2225" y="1813"/>
                  </a:lnTo>
                  <a:lnTo>
                    <a:pt x="2270" y="1794"/>
                  </a:lnTo>
                  <a:lnTo>
                    <a:pt x="2316" y="1770"/>
                  </a:lnTo>
                  <a:lnTo>
                    <a:pt x="2359" y="1740"/>
                  </a:lnTo>
                  <a:lnTo>
                    <a:pt x="2399" y="1705"/>
                  </a:lnTo>
                  <a:lnTo>
                    <a:pt x="2434" y="1665"/>
                  </a:lnTo>
                  <a:lnTo>
                    <a:pt x="2464" y="1622"/>
                  </a:lnTo>
                  <a:lnTo>
                    <a:pt x="2488" y="1577"/>
                  </a:lnTo>
                  <a:lnTo>
                    <a:pt x="2507" y="1529"/>
                  </a:lnTo>
                  <a:lnTo>
                    <a:pt x="2521" y="1481"/>
                  </a:lnTo>
                  <a:lnTo>
                    <a:pt x="2529" y="1433"/>
                  </a:lnTo>
                  <a:lnTo>
                    <a:pt x="2532" y="1382"/>
                  </a:lnTo>
                  <a:lnTo>
                    <a:pt x="2529" y="1333"/>
                  </a:lnTo>
                  <a:lnTo>
                    <a:pt x="2521" y="1283"/>
                  </a:lnTo>
                  <a:lnTo>
                    <a:pt x="2507" y="1235"/>
                  </a:lnTo>
                  <a:lnTo>
                    <a:pt x="2488" y="1188"/>
                  </a:lnTo>
                  <a:lnTo>
                    <a:pt x="2464" y="1143"/>
                  </a:lnTo>
                  <a:lnTo>
                    <a:pt x="2434" y="1101"/>
                  </a:lnTo>
                  <a:lnTo>
                    <a:pt x="2399" y="1061"/>
                  </a:lnTo>
                  <a:lnTo>
                    <a:pt x="2359" y="1026"/>
                  </a:lnTo>
                  <a:lnTo>
                    <a:pt x="2316" y="996"/>
                  </a:lnTo>
                  <a:lnTo>
                    <a:pt x="2270" y="972"/>
                  </a:lnTo>
                  <a:lnTo>
                    <a:pt x="2225" y="952"/>
                  </a:lnTo>
                  <a:lnTo>
                    <a:pt x="2175" y="939"/>
                  </a:lnTo>
                  <a:lnTo>
                    <a:pt x="2127" y="931"/>
                  </a:lnTo>
                  <a:lnTo>
                    <a:pt x="2076" y="928"/>
                  </a:lnTo>
                  <a:close/>
                  <a:moveTo>
                    <a:pt x="3322" y="0"/>
                  </a:moveTo>
                  <a:lnTo>
                    <a:pt x="3325" y="0"/>
                  </a:lnTo>
                  <a:lnTo>
                    <a:pt x="3351" y="2"/>
                  </a:lnTo>
                  <a:lnTo>
                    <a:pt x="3377" y="10"/>
                  </a:lnTo>
                  <a:lnTo>
                    <a:pt x="3401" y="23"/>
                  </a:lnTo>
                  <a:lnTo>
                    <a:pt x="3421" y="40"/>
                  </a:lnTo>
                  <a:lnTo>
                    <a:pt x="3438" y="60"/>
                  </a:lnTo>
                  <a:lnTo>
                    <a:pt x="3451" y="86"/>
                  </a:lnTo>
                  <a:lnTo>
                    <a:pt x="3459" y="111"/>
                  </a:lnTo>
                  <a:lnTo>
                    <a:pt x="3461" y="139"/>
                  </a:lnTo>
                  <a:lnTo>
                    <a:pt x="3460" y="194"/>
                  </a:lnTo>
                  <a:lnTo>
                    <a:pt x="3457" y="256"/>
                  </a:lnTo>
                  <a:lnTo>
                    <a:pt x="3454" y="323"/>
                  </a:lnTo>
                  <a:lnTo>
                    <a:pt x="3450" y="395"/>
                  </a:lnTo>
                  <a:lnTo>
                    <a:pt x="3444" y="471"/>
                  </a:lnTo>
                  <a:lnTo>
                    <a:pt x="3437" y="552"/>
                  </a:lnTo>
                  <a:lnTo>
                    <a:pt x="3427" y="635"/>
                  </a:lnTo>
                  <a:lnTo>
                    <a:pt x="3416" y="722"/>
                  </a:lnTo>
                  <a:lnTo>
                    <a:pt x="3404" y="811"/>
                  </a:lnTo>
                  <a:lnTo>
                    <a:pt x="3389" y="903"/>
                  </a:lnTo>
                  <a:lnTo>
                    <a:pt x="3372" y="997"/>
                  </a:lnTo>
                  <a:lnTo>
                    <a:pt x="3351" y="1091"/>
                  </a:lnTo>
                  <a:lnTo>
                    <a:pt x="3329" y="1187"/>
                  </a:lnTo>
                  <a:lnTo>
                    <a:pt x="3304" y="1283"/>
                  </a:lnTo>
                  <a:lnTo>
                    <a:pt x="3275" y="1380"/>
                  </a:lnTo>
                  <a:lnTo>
                    <a:pt x="3244" y="1475"/>
                  </a:lnTo>
                  <a:lnTo>
                    <a:pt x="3210" y="1569"/>
                  </a:lnTo>
                  <a:lnTo>
                    <a:pt x="3171" y="1663"/>
                  </a:lnTo>
                  <a:lnTo>
                    <a:pt x="3129" y="1755"/>
                  </a:lnTo>
                  <a:lnTo>
                    <a:pt x="3083" y="1845"/>
                  </a:lnTo>
                  <a:lnTo>
                    <a:pt x="3033" y="1932"/>
                  </a:lnTo>
                  <a:lnTo>
                    <a:pt x="2980" y="2015"/>
                  </a:lnTo>
                  <a:lnTo>
                    <a:pt x="2922" y="2094"/>
                  </a:lnTo>
                  <a:lnTo>
                    <a:pt x="2859" y="2172"/>
                  </a:lnTo>
                  <a:lnTo>
                    <a:pt x="2793" y="2243"/>
                  </a:lnTo>
                  <a:lnTo>
                    <a:pt x="2738" y="2296"/>
                  </a:lnTo>
                  <a:lnTo>
                    <a:pt x="2686" y="2346"/>
                  </a:lnTo>
                  <a:lnTo>
                    <a:pt x="2638" y="2390"/>
                  </a:lnTo>
                  <a:lnTo>
                    <a:pt x="2592" y="2431"/>
                  </a:lnTo>
                  <a:lnTo>
                    <a:pt x="2546" y="2469"/>
                  </a:lnTo>
                  <a:lnTo>
                    <a:pt x="2501" y="2504"/>
                  </a:lnTo>
                  <a:lnTo>
                    <a:pt x="2457" y="2538"/>
                  </a:lnTo>
                  <a:lnTo>
                    <a:pt x="2412" y="2571"/>
                  </a:lnTo>
                  <a:lnTo>
                    <a:pt x="2366" y="2603"/>
                  </a:lnTo>
                  <a:lnTo>
                    <a:pt x="2318" y="2635"/>
                  </a:lnTo>
                  <a:lnTo>
                    <a:pt x="2267" y="2668"/>
                  </a:lnTo>
                  <a:lnTo>
                    <a:pt x="2214" y="2702"/>
                  </a:lnTo>
                  <a:lnTo>
                    <a:pt x="2156" y="2738"/>
                  </a:lnTo>
                  <a:lnTo>
                    <a:pt x="2094" y="2777"/>
                  </a:lnTo>
                  <a:lnTo>
                    <a:pt x="2050" y="2804"/>
                  </a:lnTo>
                  <a:lnTo>
                    <a:pt x="2003" y="2833"/>
                  </a:lnTo>
                  <a:lnTo>
                    <a:pt x="1955" y="2865"/>
                  </a:lnTo>
                  <a:lnTo>
                    <a:pt x="1903" y="2897"/>
                  </a:lnTo>
                  <a:lnTo>
                    <a:pt x="1849" y="2931"/>
                  </a:lnTo>
                  <a:lnTo>
                    <a:pt x="1791" y="2969"/>
                  </a:lnTo>
                  <a:lnTo>
                    <a:pt x="1729" y="3007"/>
                  </a:lnTo>
                  <a:lnTo>
                    <a:pt x="1665" y="3049"/>
                  </a:lnTo>
                  <a:lnTo>
                    <a:pt x="1597" y="3094"/>
                  </a:lnTo>
                  <a:lnTo>
                    <a:pt x="1525" y="3142"/>
                  </a:lnTo>
                  <a:lnTo>
                    <a:pt x="1449" y="3193"/>
                  </a:lnTo>
                  <a:lnTo>
                    <a:pt x="1368" y="3247"/>
                  </a:lnTo>
                  <a:lnTo>
                    <a:pt x="1283" y="3304"/>
                  </a:lnTo>
                  <a:lnTo>
                    <a:pt x="1193" y="3366"/>
                  </a:lnTo>
                  <a:lnTo>
                    <a:pt x="1099" y="3431"/>
                  </a:lnTo>
                  <a:lnTo>
                    <a:pt x="1074" y="3445"/>
                  </a:lnTo>
                  <a:lnTo>
                    <a:pt x="1048" y="3453"/>
                  </a:lnTo>
                  <a:lnTo>
                    <a:pt x="1021" y="3456"/>
                  </a:lnTo>
                  <a:lnTo>
                    <a:pt x="994" y="3454"/>
                  </a:lnTo>
                  <a:lnTo>
                    <a:pt x="969" y="3445"/>
                  </a:lnTo>
                  <a:lnTo>
                    <a:pt x="946" y="3433"/>
                  </a:lnTo>
                  <a:lnTo>
                    <a:pt x="924" y="3415"/>
                  </a:lnTo>
                  <a:lnTo>
                    <a:pt x="40" y="2534"/>
                  </a:lnTo>
                  <a:lnTo>
                    <a:pt x="23" y="2512"/>
                  </a:lnTo>
                  <a:lnTo>
                    <a:pt x="10" y="2488"/>
                  </a:lnTo>
                  <a:lnTo>
                    <a:pt x="3" y="2463"/>
                  </a:lnTo>
                  <a:lnTo>
                    <a:pt x="0" y="2436"/>
                  </a:lnTo>
                  <a:lnTo>
                    <a:pt x="3" y="2408"/>
                  </a:lnTo>
                  <a:lnTo>
                    <a:pt x="11" y="2383"/>
                  </a:lnTo>
                  <a:lnTo>
                    <a:pt x="25" y="2359"/>
                  </a:lnTo>
                  <a:lnTo>
                    <a:pt x="90" y="2265"/>
                  </a:lnTo>
                  <a:lnTo>
                    <a:pt x="152" y="2175"/>
                  </a:lnTo>
                  <a:lnTo>
                    <a:pt x="210" y="2090"/>
                  </a:lnTo>
                  <a:lnTo>
                    <a:pt x="264" y="2010"/>
                  </a:lnTo>
                  <a:lnTo>
                    <a:pt x="315" y="1934"/>
                  </a:lnTo>
                  <a:lnTo>
                    <a:pt x="362" y="1861"/>
                  </a:lnTo>
                  <a:lnTo>
                    <a:pt x="407" y="1794"/>
                  </a:lnTo>
                  <a:lnTo>
                    <a:pt x="449" y="1729"/>
                  </a:lnTo>
                  <a:lnTo>
                    <a:pt x="489" y="1668"/>
                  </a:lnTo>
                  <a:lnTo>
                    <a:pt x="525" y="1610"/>
                  </a:lnTo>
                  <a:lnTo>
                    <a:pt x="560" y="1556"/>
                  </a:lnTo>
                  <a:lnTo>
                    <a:pt x="593" y="1504"/>
                  </a:lnTo>
                  <a:lnTo>
                    <a:pt x="624" y="1456"/>
                  </a:lnTo>
                  <a:lnTo>
                    <a:pt x="653" y="1409"/>
                  </a:lnTo>
                  <a:lnTo>
                    <a:pt x="681" y="1365"/>
                  </a:lnTo>
                  <a:lnTo>
                    <a:pt x="718" y="1303"/>
                  </a:lnTo>
                  <a:lnTo>
                    <a:pt x="755" y="1246"/>
                  </a:lnTo>
                  <a:lnTo>
                    <a:pt x="790" y="1193"/>
                  </a:lnTo>
                  <a:lnTo>
                    <a:pt x="822" y="1142"/>
                  </a:lnTo>
                  <a:lnTo>
                    <a:pt x="855" y="1094"/>
                  </a:lnTo>
                  <a:lnTo>
                    <a:pt x="886" y="1048"/>
                  </a:lnTo>
                  <a:lnTo>
                    <a:pt x="919" y="1002"/>
                  </a:lnTo>
                  <a:lnTo>
                    <a:pt x="953" y="957"/>
                  </a:lnTo>
                  <a:lnTo>
                    <a:pt x="989" y="914"/>
                  </a:lnTo>
                  <a:lnTo>
                    <a:pt x="1027" y="868"/>
                  </a:lnTo>
                  <a:lnTo>
                    <a:pt x="1068" y="822"/>
                  </a:lnTo>
                  <a:lnTo>
                    <a:pt x="1112" y="773"/>
                  </a:lnTo>
                  <a:lnTo>
                    <a:pt x="1161" y="722"/>
                  </a:lnTo>
                  <a:lnTo>
                    <a:pt x="1215" y="667"/>
                  </a:lnTo>
                  <a:lnTo>
                    <a:pt x="1287" y="601"/>
                  </a:lnTo>
                  <a:lnTo>
                    <a:pt x="1363" y="538"/>
                  </a:lnTo>
                  <a:lnTo>
                    <a:pt x="1442" y="480"/>
                  </a:lnTo>
                  <a:lnTo>
                    <a:pt x="1527" y="427"/>
                  </a:lnTo>
                  <a:lnTo>
                    <a:pt x="1613" y="378"/>
                  </a:lnTo>
                  <a:lnTo>
                    <a:pt x="1704" y="332"/>
                  </a:lnTo>
                  <a:lnTo>
                    <a:pt x="1794" y="290"/>
                  </a:lnTo>
                  <a:lnTo>
                    <a:pt x="1889" y="252"/>
                  </a:lnTo>
                  <a:lnTo>
                    <a:pt x="1983" y="217"/>
                  </a:lnTo>
                  <a:lnTo>
                    <a:pt x="2080" y="186"/>
                  </a:lnTo>
                  <a:lnTo>
                    <a:pt x="2175" y="157"/>
                  </a:lnTo>
                  <a:lnTo>
                    <a:pt x="2272" y="131"/>
                  </a:lnTo>
                  <a:lnTo>
                    <a:pt x="2367" y="110"/>
                  </a:lnTo>
                  <a:lnTo>
                    <a:pt x="2463" y="89"/>
                  </a:lnTo>
                  <a:lnTo>
                    <a:pt x="2556" y="72"/>
                  </a:lnTo>
                  <a:lnTo>
                    <a:pt x="2648" y="57"/>
                  </a:lnTo>
                  <a:lnTo>
                    <a:pt x="2737" y="45"/>
                  </a:lnTo>
                  <a:lnTo>
                    <a:pt x="2824" y="34"/>
                  </a:lnTo>
                  <a:lnTo>
                    <a:pt x="2909" y="24"/>
                  </a:lnTo>
                  <a:lnTo>
                    <a:pt x="2988" y="17"/>
                  </a:lnTo>
                  <a:lnTo>
                    <a:pt x="3065" y="11"/>
                  </a:lnTo>
                  <a:lnTo>
                    <a:pt x="3137" y="6"/>
                  </a:lnTo>
                  <a:lnTo>
                    <a:pt x="3204" y="3"/>
                  </a:lnTo>
                  <a:lnTo>
                    <a:pt x="3265" y="1"/>
                  </a:lnTo>
                  <a:lnTo>
                    <a:pt x="33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Freeform 1171" descr="D:\51PPT模板网\51pptmoban.com\图片.jpg">
            <a:extLst>
              <a:ext uri="{FF2B5EF4-FFF2-40B4-BE49-F238E27FC236}">
                <a16:creationId xmlns:a16="http://schemas.microsoft.com/office/drawing/2014/main" id="{8747FE0D-05A7-9A7B-E58D-108252889647}"/>
              </a:ext>
            </a:extLst>
          </p:cNvPr>
          <p:cNvSpPr/>
          <p:nvPr/>
        </p:nvSpPr>
        <p:spPr bwMode="auto">
          <a:xfrm>
            <a:off x="8107503" y="2366611"/>
            <a:ext cx="516051" cy="386994"/>
          </a:xfrm>
          <a:custGeom>
            <a:avLst/>
            <a:gdLst>
              <a:gd name="T0" fmla="*/ 6189 w 6231"/>
              <a:gd name="T1" fmla="*/ 0 h 4673"/>
              <a:gd name="T2" fmla="*/ 6206 w 6231"/>
              <a:gd name="T3" fmla="*/ 6 h 4673"/>
              <a:gd name="T4" fmla="*/ 6219 w 6231"/>
              <a:gd name="T5" fmla="*/ 17 h 4673"/>
              <a:gd name="T6" fmla="*/ 6229 w 6231"/>
              <a:gd name="T7" fmla="*/ 34 h 4673"/>
              <a:gd name="T8" fmla="*/ 6231 w 6231"/>
              <a:gd name="T9" fmla="*/ 53 h 4673"/>
              <a:gd name="T10" fmla="*/ 6223 w 6231"/>
              <a:gd name="T11" fmla="*/ 72 h 4673"/>
              <a:gd name="T12" fmla="*/ 3477 w 6231"/>
              <a:gd name="T13" fmla="*/ 4603 h 4673"/>
              <a:gd name="T14" fmla="*/ 3455 w 6231"/>
              <a:gd name="T15" fmla="*/ 4631 h 4673"/>
              <a:gd name="T16" fmla="*/ 3428 w 6231"/>
              <a:gd name="T17" fmla="*/ 4652 h 4673"/>
              <a:gd name="T18" fmla="*/ 3398 w 6231"/>
              <a:gd name="T19" fmla="*/ 4665 h 4673"/>
              <a:gd name="T20" fmla="*/ 3366 w 6231"/>
              <a:gd name="T21" fmla="*/ 4673 h 4673"/>
              <a:gd name="T22" fmla="*/ 3332 w 6231"/>
              <a:gd name="T23" fmla="*/ 4673 h 4673"/>
              <a:gd name="T24" fmla="*/ 3300 w 6231"/>
              <a:gd name="T25" fmla="*/ 4664 h 4673"/>
              <a:gd name="T26" fmla="*/ 3269 w 6231"/>
              <a:gd name="T27" fmla="*/ 4648 h 4673"/>
              <a:gd name="T28" fmla="*/ 2513 w 6231"/>
              <a:gd name="T29" fmla="*/ 4132 h 4673"/>
              <a:gd name="T30" fmla="*/ 1745 w 6231"/>
              <a:gd name="T31" fmla="*/ 4641 h 4673"/>
              <a:gd name="T32" fmla="*/ 1717 w 6231"/>
              <a:gd name="T33" fmla="*/ 4654 h 4673"/>
              <a:gd name="T34" fmla="*/ 1690 w 6231"/>
              <a:gd name="T35" fmla="*/ 4656 h 4673"/>
              <a:gd name="T36" fmla="*/ 1664 w 6231"/>
              <a:gd name="T37" fmla="*/ 4650 h 4673"/>
              <a:gd name="T38" fmla="*/ 1639 w 6231"/>
              <a:gd name="T39" fmla="*/ 4639 h 4673"/>
              <a:gd name="T40" fmla="*/ 1621 w 6231"/>
              <a:gd name="T41" fmla="*/ 4618 h 4673"/>
              <a:gd name="T42" fmla="*/ 1609 w 6231"/>
              <a:gd name="T43" fmla="*/ 4595 h 4673"/>
              <a:gd name="T44" fmla="*/ 1603 w 6231"/>
              <a:gd name="T45" fmla="*/ 4565 h 4673"/>
              <a:gd name="T46" fmla="*/ 1603 w 6231"/>
              <a:gd name="T47" fmla="*/ 3511 h 4673"/>
              <a:gd name="T48" fmla="*/ 5090 w 6231"/>
              <a:gd name="T49" fmla="*/ 905 h 4673"/>
              <a:gd name="T50" fmla="*/ 972 w 6231"/>
              <a:gd name="T51" fmla="*/ 3077 h 4673"/>
              <a:gd name="T52" fmla="*/ 64 w 6231"/>
              <a:gd name="T53" fmla="*/ 2459 h 4673"/>
              <a:gd name="T54" fmla="*/ 36 w 6231"/>
              <a:gd name="T55" fmla="*/ 2434 h 4673"/>
              <a:gd name="T56" fmla="*/ 15 w 6231"/>
              <a:gd name="T57" fmla="*/ 2404 h 4673"/>
              <a:gd name="T58" fmla="*/ 4 w 6231"/>
              <a:gd name="T59" fmla="*/ 2370 h 4673"/>
              <a:gd name="T60" fmla="*/ 0 w 6231"/>
              <a:gd name="T61" fmla="*/ 2335 h 4673"/>
              <a:gd name="T62" fmla="*/ 0 w 6231"/>
              <a:gd name="T63" fmla="*/ 2335 h 4673"/>
              <a:gd name="T64" fmla="*/ 4 w 6231"/>
              <a:gd name="T65" fmla="*/ 2301 h 4673"/>
              <a:gd name="T66" fmla="*/ 17 w 6231"/>
              <a:gd name="T67" fmla="*/ 2269 h 4673"/>
              <a:gd name="T68" fmla="*/ 36 w 6231"/>
              <a:gd name="T69" fmla="*/ 2241 h 4673"/>
              <a:gd name="T70" fmla="*/ 62 w 6231"/>
              <a:gd name="T71" fmla="*/ 2216 h 4673"/>
              <a:gd name="T72" fmla="*/ 96 w 6231"/>
              <a:gd name="T73" fmla="*/ 2199 h 4673"/>
              <a:gd name="T74" fmla="*/ 6168 w 6231"/>
              <a:gd name="T75" fmla="*/ 4 h 4673"/>
              <a:gd name="T76" fmla="*/ 6189 w 6231"/>
              <a:gd name="T77" fmla="*/ 0 h 4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31" h="4673">
                <a:moveTo>
                  <a:pt x="6189" y="0"/>
                </a:moveTo>
                <a:lnTo>
                  <a:pt x="6206" y="6"/>
                </a:lnTo>
                <a:lnTo>
                  <a:pt x="6219" y="17"/>
                </a:lnTo>
                <a:lnTo>
                  <a:pt x="6229" y="34"/>
                </a:lnTo>
                <a:lnTo>
                  <a:pt x="6231" y="53"/>
                </a:lnTo>
                <a:lnTo>
                  <a:pt x="6223" y="72"/>
                </a:lnTo>
                <a:lnTo>
                  <a:pt x="3477" y="4603"/>
                </a:lnTo>
                <a:lnTo>
                  <a:pt x="3455" y="4631"/>
                </a:lnTo>
                <a:lnTo>
                  <a:pt x="3428" y="4652"/>
                </a:lnTo>
                <a:lnTo>
                  <a:pt x="3398" y="4665"/>
                </a:lnTo>
                <a:lnTo>
                  <a:pt x="3366" y="4673"/>
                </a:lnTo>
                <a:lnTo>
                  <a:pt x="3332" y="4673"/>
                </a:lnTo>
                <a:lnTo>
                  <a:pt x="3300" y="4664"/>
                </a:lnTo>
                <a:lnTo>
                  <a:pt x="3269" y="4648"/>
                </a:lnTo>
                <a:lnTo>
                  <a:pt x="2513" y="4132"/>
                </a:lnTo>
                <a:lnTo>
                  <a:pt x="1745" y="4641"/>
                </a:lnTo>
                <a:lnTo>
                  <a:pt x="1717" y="4654"/>
                </a:lnTo>
                <a:lnTo>
                  <a:pt x="1690" y="4656"/>
                </a:lnTo>
                <a:lnTo>
                  <a:pt x="1664" y="4650"/>
                </a:lnTo>
                <a:lnTo>
                  <a:pt x="1639" y="4639"/>
                </a:lnTo>
                <a:lnTo>
                  <a:pt x="1621" y="4618"/>
                </a:lnTo>
                <a:lnTo>
                  <a:pt x="1609" y="4595"/>
                </a:lnTo>
                <a:lnTo>
                  <a:pt x="1603" y="4565"/>
                </a:lnTo>
                <a:lnTo>
                  <a:pt x="1603" y="3511"/>
                </a:lnTo>
                <a:lnTo>
                  <a:pt x="5090" y="905"/>
                </a:lnTo>
                <a:lnTo>
                  <a:pt x="972" y="3077"/>
                </a:lnTo>
                <a:lnTo>
                  <a:pt x="64" y="2459"/>
                </a:lnTo>
                <a:lnTo>
                  <a:pt x="36" y="2434"/>
                </a:lnTo>
                <a:lnTo>
                  <a:pt x="15" y="2404"/>
                </a:lnTo>
                <a:lnTo>
                  <a:pt x="4" y="2370"/>
                </a:lnTo>
                <a:lnTo>
                  <a:pt x="0" y="2335"/>
                </a:lnTo>
                <a:lnTo>
                  <a:pt x="0" y="2335"/>
                </a:lnTo>
                <a:lnTo>
                  <a:pt x="4" y="2301"/>
                </a:lnTo>
                <a:lnTo>
                  <a:pt x="17" y="2269"/>
                </a:lnTo>
                <a:lnTo>
                  <a:pt x="36" y="2241"/>
                </a:lnTo>
                <a:lnTo>
                  <a:pt x="62" y="2216"/>
                </a:lnTo>
                <a:lnTo>
                  <a:pt x="96" y="2199"/>
                </a:lnTo>
                <a:lnTo>
                  <a:pt x="6168" y="4"/>
                </a:lnTo>
                <a:lnTo>
                  <a:pt x="6189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70B0E69-71B1-50BB-EEFE-FECAE5D75974}"/>
              </a:ext>
            </a:extLst>
          </p:cNvPr>
          <p:cNvGrpSpPr/>
          <p:nvPr/>
        </p:nvGrpSpPr>
        <p:grpSpPr>
          <a:xfrm>
            <a:off x="2122850" y="1600507"/>
            <a:ext cx="2966425" cy="816522"/>
            <a:chOff x="283598" y="1906534"/>
            <a:chExt cx="2966425" cy="816522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0DCD358-5A1A-2AAA-C57E-C7AA9FBE4B2F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A003DCE-2BC4-2956-CE18-57836BA50C0D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FF88F8C-52D8-079D-5434-5BE61ECF26C6}"/>
              </a:ext>
            </a:extLst>
          </p:cNvPr>
          <p:cNvGrpSpPr/>
          <p:nvPr/>
        </p:nvGrpSpPr>
        <p:grpSpPr>
          <a:xfrm>
            <a:off x="2122850" y="2997515"/>
            <a:ext cx="2966425" cy="816522"/>
            <a:chOff x="283598" y="1906534"/>
            <a:chExt cx="2966425" cy="816522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06D4E2D-F5E6-02E2-2A96-899E9DC6A09C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CA6A8C4-36C3-766F-5042-FBDCE3CDF2AB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A01B107-B8EE-CE1C-6F0E-6E14380135CE}"/>
              </a:ext>
            </a:extLst>
          </p:cNvPr>
          <p:cNvGrpSpPr/>
          <p:nvPr/>
        </p:nvGrpSpPr>
        <p:grpSpPr>
          <a:xfrm>
            <a:off x="2122850" y="4394523"/>
            <a:ext cx="2966425" cy="816522"/>
            <a:chOff x="283598" y="1906534"/>
            <a:chExt cx="2966425" cy="81652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28399D4-61F8-762C-1A31-CE8365E8FE46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DBD06A5-B8B6-B0D4-55AD-5CA6B15397EC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7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56D46-72A3-00E6-AE62-7A2D24F8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7ECB148-21FC-43CB-7C0E-49959B9C7CE7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E80E3D23-C6EE-F28E-6D35-B7BDCDBB525F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82EE8B0-33DB-4474-3B13-0848D27A0610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AED48E9-46CA-1597-4772-F21558743D69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969FB4F2-89B4-9FD7-B7EC-DC91BC20B6A0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DD455D55-B220-6ED6-12D4-95052E0A24E4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Freeform 53">
            <a:extLst>
              <a:ext uri="{FF2B5EF4-FFF2-40B4-BE49-F238E27FC236}">
                <a16:creationId xmlns:a16="http://schemas.microsoft.com/office/drawing/2014/main" id="{8713D51F-BA20-F96A-2D1E-2B11F1890872}"/>
              </a:ext>
            </a:extLst>
          </p:cNvPr>
          <p:cNvSpPr/>
          <p:nvPr/>
        </p:nvSpPr>
        <p:spPr bwMode="auto">
          <a:xfrm>
            <a:off x="3203531" y="3078052"/>
            <a:ext cx="2833665" cy="1743935"/>
          </a:xfrm>
          <a:custGeom>
            <a:avLst/>
            <a:gdLst>
              <a:gd name="T0" fmla="*/ 2468710 w 112"/>
              <a:gd name="T1" fmla="*/ 1519607 h 69"/>
              <a:gd name="T2" fmla="*/ 1917659 w 112"/>
              <a:gd name="T3" fmla="*/ 1211281 h 69"/>
              <a:gd name="T4" fmla="*/ 551051 w 112"/>
              <a:gd name="T5" fmla="*/ 1211281 h 69"/>
              <a:gd name="T6" fmla="*/ 0 w 112"/>
              <a:gd name="T7" fmla="*/ 660699 h 69"/>
              <a:gd name="T8" fmla="*/ 0 w 112"/>
              <a:gd name="T9" fmla="*/ 550582 h 69"/>
              <a:gd name="T10" fmla="*/ 551051 w 112"/>
              <a:gd name="T11" fmla="*/ 0 h 69"/>
              <a:gd name="T12" fmla="*/ 1917659 w 112"/>
              <a:gd name="T13" fmla="*/ 0 h 69"/>
              <a:gd name="T14" fmla="*/ 2468710 w 112"/>
              <a:gd name="T15" fmla="*/ 550582 h 69"/>
              <a:gd name="T16" fmla="*/ 2468710 w 112"/>
              <a:gd name="T17" fmla="*/ 1519607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2" h="69">
                <a:moveTo>
                  <a:pt x="112" y="69"/>
                </a:moveTo>
                <a:cubicBezTo>
                  <a:pt x="107" y="61"/>
                  <a:pt x="98" y="55"/>
                  <a:pt x="87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11" y="55"/>
                  <a:pt x="0" y="43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101" y="0"/>
                  <a:pt x="112" y="11"/>
                  <a:pt x="112" y="25"/>
                </a:cubicBezTo>
                <a:lnTo>
                  <a:pt x="112" y="69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4" name="Freeform 56">
            <a:extLst>
              <a:ext uri="{FF2B5EF4-FFF2-40B4-BE49-F238E27FC236}">
                <a16:creationId xmlns:a16="http://schemas.microsoft.com/office/drawing/2014/main" id="{03CF2D57-E713-456A-C9A4-4EAE5FF5EDC1}"/>
              </a:ext>
            </a:extLst>
          </p:cNvPr>
          <p:cNvSpPr/>
          <p:nvPr/>
        </p:nvSpPr>
        <p:spPr bwMode="auto">
          <a:xfrm>
            <a:off x="3866846" y="1873517"/>
            <a:ext cx="2155772" cy="1292005"/>
          </a:xfrm>
          <a:custGeom>
            <a:avLst/>
            <a:gdLst>
              <a:gd name="T0" fmla="*/ 1877464 w 85"/>
              <a:gd name="T1" fmla="*/ 1125443 h 51"/>
              <a:gd name="T2" fmla="*/ 1457796 w 85"/>
              <a:gd name="T3" fmla="*/ 882700 h 51"/>
              <a:gd name="T4" fmla="*/ 419668 w 85"/>
              <a:gd name="T5" fmla="*/ 882700 h 51"/>
              <a:gd name="T6" fmla="*/ 0 w 85"/>
              <a:gd name="T7" fmla="*/ 485485 h 51"/>
              <a:gd name="T8" fmla="*/ 0 w 85"/>
              <a:gd name="T9" fmla="*/ 397215 h 51"/>
              <a:gd name="T10" fmla="*/ 419668 w 85"/>
              <a:gd name="T11" fmla="*/ 0 h 51"/>
              <a:gd name="T12" fmla="*/ 1457796 w 85"/>
              <a:gd name="T13" fmla="*/ 0 h 51"/>
              <a:gd name="T14" fmla="*/ 1877464 w 85"/>
              <a:gd name="T15" fmla="*/ 397215 h 51"/>
              <a:gd name="T16" fmla="*/ 1877464 w 85"/>
              <a:gd name="T17" fmla="*/ 1125443 h 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5" h="51">
                <a:moveTo>
                  <a:pt x="85" y="51"/>
                </a:moveTo>
                <a:cubicBezTo>
                  <a:pt x="81" y="45"/>
                  <a:pt x="74" y="40"/>
                  <a:pt x="66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9" y="40"/>
                  <a:pt x="0" y="32"/>
                  <a:pt x="0" y="22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9" y="0"/>
                  <a:pt x="19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6" y="0"/>
                  <a:pt x="85" y="8"/>
                  <a:pt x="85" y="18"/>
                </a:cubicBezTo>
                <a:lnTo>
                  <a:pt x="85" y="51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Freeform 58">
            <a:extLst>
              <a:ext uri="{FF2B5EF4-FFF2-40B4-BE49-F238E27FC236}">
                <a16:creationId xmlns:a16="http://schemas.microsoft.com/office/drawing/2014/main" id="{031490A8-A475-22D7-36F8-1687CC1012AA}"/>
              </a:ext>
            </a:extLst>
          </p:cNvPr>
          <p:cNvSpPr/>
          <p:nvPr/>
        </p:nvSpPr>
        <p:spPr bwMode="auto">
          <a:xfrm>
            <a:off x="6177513" y="3508375"/>
            <a:ext cx="2529343" cy="1541660"/>
          </a:xfrm>
          <a:custGeom>
            <a:avLst/>
            <a:gdLst>
              <a:gd name="T0" fmla="*/ 0 w 100"/>
              <a:gd name="T1" fmla="*/ 1343270 h 61"/>
              <a:gd name="T2" fmla="*/ 484926 w 100"/>
              <a:gd name="T3" fmla="*/ 1056999 h 61"/>
              <a:gd name="T4" fmla="*/ 1719281 w 100"/>
              <a:gd name="T5" fmla="*/ 1056999 h 61"/>
              <a:gd name="T6" fmla="*/ 2204207 w 100"/>
              <a:gd name="T7" fmla="*/ 572541 h 61"/>
              <a:gd name="T8" fmla="*/ 2204207 w 100"/>
              <a:gd name="T9" fmla="*/ 484458 h 61"/>
              <a:gd name="T10" fmla="*/ 1719281 w 100"/>
              <a:gd name="T11" fmla="*/ 0 h 61"/>
              <a:gd name="T12" fmla="*/ 484926 w 100"/>
              <a:gd name="T13" fmla="*/ 0 h 61"/>
              <a:gd name="T14" fmla="*/ 0 w 100"/>
              <a:gd name="T15" fmla="*/ 484458 h 61"/>
              <a:gd name="T16" fmla="*/ 0 w 100"/>
              <a:gd name="T17" fmla="*/ 134327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0" h="61">
                <a:moveTo>
                  <a:pt x="0" y="61"/>
                </a:moveTo>
                <a:cubicBezTo>
                  <a:pt x="4" y="54"/>
                  <a:pt x="13" y="48"/>
                  <a:pt x="22" y="48"/>
                </a:cubicBezTo>
                <a:cubicBezTo>
                  <a:pt x="78" y="48"/>
                  <a:pt x="78" y="48"/>
                  <a:pt x="78" y="48"/>
                </a:cubicBezTo>
                <a:cubicBezTo>
                  <a:pt x="90" y="48"/>
                  <a:pt x="100" y="38"/>
                  <a:pt x="100" y="26"/>
                </a:cubicBezTo>
                <a:cubicBezTo>
                  <a:pt x="100" y="22"/>
                  <a:pt x="100" y="22"/>
                  <a:pt x="100" y="22"/>
                </a:cubicBezTo>
                <a:cubicBezTo>
                  <a:pt x="100" y="10"/>
                  <a:pt x="90" y="0"/>
                  <a:pt x="7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lnTo>
                  <a:pt x="0" y="61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Freeform 60">
            <a:extLst>
              <a:ext uri="{FF2B5EF4-FFF2-40B4-BE49-F238E27FC236}">
                <a16:creationId xmlns:a16="http://schemas.microsoft.com/office/drawing/2014/main" id="{0B040EA2-23C0-1C34-35B1-44D7B28E6353}"/>
              </a:ext>
            </a:extLst>
          </p:cNvPr>
          <p:cNvSpPr/>
          <p:nvPr/>
        </p:nvSpPr>
        <p:spPr bwMode="auto">
          <a:xfrm>
            <a:off x="6177513" y="2482424"/>
            <a:ext cx="1820470" cy="1113422"/>
          </a:xfrm>
          <a:custGeom>
            <a:avLst/>
            <a:gdLst>
              <a:gd name="T0" fmla="*/ 0 w 72"/>
              <a:gd name="T1" fmla="*/ 969852 h 44"/>
              <a:gd name="T2" fmla="*/ 352673 w 72"/>
              <a:gd name="T3" fmla="*/ 749431 h 44"/>
              <a:gd name="T4" fmla="*/ 1234355 w 72"/>
              <a:gd name="T5" fmla="*/ 749431 h 44"/>
              <a:gd name="T6" fmla="*/ 1587028 w 72"/>
              <a:gd name="T7" fmla="*/ 396758 h 44"/>
              <a:gd name="T8" fmla="*/ 1587028 w 72"/>
              <a:gd name="T9" fmla="*/ 352673 h 44"/>
              <a:gd name="T10" fmla="*/ 1234355 w 72"/>
              <a:gd name="T11" fmla="*/ 0 h 44"/>
              <a:gd name="T12" fmla="*/ 352673 w 72"/>
              <a:gd name="T13" fmla="*/ 0 h 44"/>
              <a:gd name="T14" fmla="*/ 0 w 72"/>
              <a:gd name="T15" fmla="*/ 352673 h 44"/>
              <a:gd name="T16" fmla="*/ 0 w 72"/>
              <a:gd name="T17" fmla="*/ 969852 h 4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2" h="44">
                <a:moveTo>
                  <a:pt x="0" y="44"/>
                </a:moveTo>
                <a:cubicBezTo>
                  <a:pt x="3" y="38"/>
                  <a:pt x="9" y="34"/>
                  <a:pt x="16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65" y="34"/>
                  <a:pt x="72" y="27"/>
                  <a:pt x="72" y="18"/>
                </a:cubicBezTo>
                <a:cubicBezTo>
                  <a:pt x="72" y="16"/>
                  <a:pt x="72" y="16"/>
                  <a:pt x="72" y="16"/>
                </a:cubicBezTo>
                <a:cubicBezTo>
                  <a:pt x="72" y="7"/>
                  <a:pt x="65" y="0"/>
                  <a:pt x="5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lnTo>
                  <a:pt x="0" y="44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C34D4902-7C36-2D91-7090-E1BCA54D8FAC}"/>
              </a:ext>
            </a:extLst>
          </p:cNvPr>
          <p:cNvSpPr txBox="1"/>
          <p:nvPr/>
        </p:nvSpPr>
        <p:spPr>
          <a:xfrm>
            <a:off x="4315978" y="2203464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A30FD311-0256-6B0D-F7B6-44CF3F0CBBF8}"/>
              </a:ext>
            </a:extLst>
          </p:cNvPr>
          <p:cNvSpPr txBox="1"/>
          <p:nvPr/>
        </p:nvSpPr>
        <p:spPr>
          <a:xfrm>
            <a:off x="6560849" y="2744834"/>
            <a:ext cx="1317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Group 26" descr="D:\51PPT模板网\51pptmoban.com\图片.jpg">
            <a:extLst>
              <a:ext uri="{FF2B5EF4-FFF2-40B4-BE49-F238E27FC236}">
                <a16:creationId xmlns:a16="http://schemas.microsoft.com/office/drawing/2014/main" id="{7DDCD6B9-9E00-46AE-90F8-08EBD68B8206}"/>
              </a:ext>
            </a:extLst>
          </p:cNvPr>
          <p:cNvGrpSpPr/>
          <p:nvPr/>
        </p:nvGrpSpPr>
        <p:grpSpPr>
          <a:xfrm>
            <a:off x="3948848" y="3587770"/>
            <a:ext cx="424866" cy="421321"/>
            <a:chOff x="8469313" y="3354388"/>
            <a:chExt cx="479426" cy="477837"/>
          </a:xfrm>
          <a:solidFill>
            <a:schemeClr val="bg1"/>
          </a:solidFill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E8A54E32-964B-2989-2063-3FF62714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8051" y="3441700"/>
              <a:ext cx="357188" cy="30162"/>
            </a:xfrm>
            <a:prstGeom prst="rect">
              <a:avLst/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 28">
              <a:extLst>
                <a:ext uri="{FF2B5EF4-FFF2-40B4-BE49-F238E27FC236}">
                  <a16:creationId xmlns:a16="http://schemas.microsoft.com/office/drawing/2014/main" id="{9B738837-C4FC-0369-57B1-A61A2A84CE42}"/>
                </a:ext>
              </a:extLst>
            </p:cNvPr>
            <p:cNvSpPr/>
            <p:nvPr/>
          </p:nvSpPr>
          <p:spPr bwMode="auto">
            <a:xfrm>
              <a:off x="8648701" y="3530600"/>
              <a:ext cx="85725" cy="90487"/>
            </a:xfrm>
            <a:custGeom>
              <a:avLst/>
              <a:gdLst>
                <a:gd name="T0" fmla="*/ 3 w 23"/>
                <a:gd name="T1" fmla="*/ 22 h 24"/>
                <a:gd name="T2" fmla="*/ 0 w 23"/>
                <a:gd name="T3" fmla="*/ 21 h 24"/>
                <a:gd name="T4" fmla="*/ 0 w 23"/>
                <a:gd name="T5" fmla="*/ 4 h 24"/>
                <a:gd name="T6" fmla="*/ 4 w 23"/>
                <a:gd name="T7" fmla="*/ 0 h 24"/>
                <a:gd name="T8" fmla="*/ 21 w 23"/>
                <a:gd name="T9" fmla="*/ 0 h 24"/>
                <a:gd name="T10" fmla="*/ 22 w 23"/>
                <a:gd name="T11" fmla="*/ 3 h 24"/>
                <a:gd name="T12" fmla="*/ 3 w 23"/>
                <a:gd name="T13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4">
                  <a:moveTo>
                    <a:pt x="3" y="22"/>
                  </a:moveTo>
                  <a:cubicBezTo>
                    <a:pt x="1" y="24"/>
                    <a:pt x="0" y="23"/>
                    <a:pt x="0" y="2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3" y="1"/>
                    <a:pt x="22" y="3"/>
                  </a:cubicBezTo>
                  <a:lnTo>
                    <a:pt x="3" y="2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6394A742-5084-36B0-EBD5-5103CA4CC7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56638" y="3538538"/>
              <a:ext cx="250825" cy="252412"/>
            </a:xfrm>
            <a:custGeom>
              <a:avLst/>
              <a:gdLst>
                <a:gd name="T0" fmla="*/ 61 w 67"/>
                <a:gd name="T1" fmla="*/ 27 h 67"/>
                <a:gd name="T2" fmla="*/ 48 w 67"/>
                <a:gd name="T3" fmla="*/ 27 h 67"/>
                <a:gd name="T4" fmla="*/ 37 w 67"/>
                <a:gd name="T5" fmla="*/ 16 h 67"/>
                <a:gd name="T6" fmla="*/ 37 w 67"/>
                <a:gd name="T7" fmla="*/ 3 h 67"/>
                <a:gd name="T8" fmla="*/ 25 w 67"/>
                <a:gd name="T9" fmla="*/ 4 h 67"/>
                <a:gd name="T10" fmla="*/ 4 w 67"/>
                <a:gd name="T11" fmla="*/ 25 h 67"/>
                <a:gd name="T12" fmla="*/ 2 w 67"/>
                <a:gd name="T13" fmla="*/ 37 h 67"/>
                <a:gd name="T14" fmla="*/ 16 w 67"/>
                <a:gd name="T15" fmla="*/ 37 h 67"/>
                <a:gd name="T16" fmla="*/ 27 w 67"/>
                <a:gd name="T17" fmla="*/ 48 h 67"/>
                <a:gd name="T18" fmla="*/ 27 w 67"/>
                <a:gd name="T19" fmla="*/ 62 h 67"/>
                <a:gd name="T20" fmla="*/ 32 w 67"/>
                <a:gd name="T21" fmla="*/ 67 h 67"/>
                <a:gd name="T22" fmla="*/ 39 w 67"/>
                <a:gd name="T23" fmla="*/ 60 h 67"/>
                <a:gd name="T24" fmla="*/ 60 w 67"/>
                <a:gd name="T25" fmla="*/ 39 h 67"/>
                <a:gd name="T26" fmla="*/ 67 w 67"/>
                <a:gd name="T27" fmla="*/ 32 h 67"/>
                <a:gd name="T28" fmla="*/ 61 w 67"/>
                <a:gd name="T29" fmla="*/ 27 h 67"/>
                <a:gd name="T30" fmla="*/ 43 w 67"/>
                <a:gd name="T31" fmla="*/ 31 h 67"/>
                <a:gd name="T32" fmla="*/ 44 w 67"/>
                <a:gd name="T33" fmla="*/ 44 h 67"/>
                <a:gd name="T34" fmla="*/ 31 w 67"/>
                <a:gd name="T35" fmla="*/ 43 h 67"/>
                <a:gd name="T36" fmla="*/ 21 w 67"/>
                <a:gd name="T37" fmla="*/ 33 h 67"/>
                <a:gd name="T38" fmla="*/ 20 w 67"/>
                <a:gd name="T39" fmla="*/ 20 h 67"/>
                <a:gd name="T40" fmla="*/ 33 w 67"/>
                <a:gd name="T41" fmla="*/ 21 h 67"/>
                <a:gd name="T42" fmla="*/ 43 w 67"/>
                <a:gd name="T43" fmla="*/ 3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7" h="67">
                  <a:moveTo>
                    <a:pt x="61" y="27"/>
                  </a:moveTo>
                  <a:cubicBezTo>
                    <a:pt x="58" y="31"/>
                    <a:pt x="51" y="31"/>
                    <a:pt x="48" y="27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3"/>
                    <a:pt x="33" y="6"/>
                    <a:pt x="37" y="3"/>
                  </a:cubicBezTo>
                  <a:cubicBezTo>
                    <a:pt x="33" y="0"/>
                    <a:pt x="28" y="1"/>
                    <a:pt x="25" y="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" y="28"/>
                    <a:pt x="0" y="33"/>
                    <a:pt x="2" y="37"/>
                  </a:cubicBezTo>
                  <a:cubicBezTo>
                    <a:pt x="6" y="33"/>
                    <a:pt x="12" y="34"/>
                    <a:pt x="16" y="3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30" y="52"/>
                    <a:pt x="30" y="58"/>
                    <a:pt x="27" y="62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7" y="32"/>
                    <a:pt x="67" y="32"/>
                    <a:pt x="67" y="32"/>
                  </a:cubicBezTo>
                  <a:lnTo>
                    <a:pt x="61" y="27"/>
                  </a:lnTo>
                  <a:close/>
                  <a:moveTo>
                    <a:pt x="43" y="31"/>
                  </a:moveTo>
                  <a:cubicBezTo>
                    <a:pt x="47" y="35"/>
                    <a:pt x="47" y="41"/>
                    <a:pt x="44" y="44"/>
                  </a:cubicBezTo>
                  <a:cubicBezTo>
                    <a:pt x="41" y="48"/>
                    <a:pt x="35" y="47"/>
                    <a:pt x="31" y="4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7" y="29"/>
                    <a:pt x="16" y="23"/>
                    <a:pt x="20" y="20"/>
                  </a:cubicBezTo>
                  <a:cubicBezTo>
                    <a:pt x="23" y="17"/>
                    <a:pt x="29" y="17"/>
                    <a:pt x="33" y="21"/>
                  </a:cubicBezTo>
                  <a:lnTo>
                    <a:pt x="43" y="31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34AF3D32-1658-AB95-74C5-3E8A3DD2B68B}"/>
                </a:ext>
              </a:extLst>
            </p:cNvPr>
            <p:cNvSpPr/>
            <p:nvPr/>
          </p:nvSpPr>
          <p:spPr bwMode="auto">
            <a:xfrm>
              <a:off x="8788401" y="3673475"/>
              <a:ext cx="160338" cy="158750"/>
            </a:xfrm>
            <a:custGeom>
              <a:avLst/>
              <a:gdLst>
                <a:gd name="T0" fmla="*/ 35 w 43"/>
                <a:gd name="T1" fmla="*/ 0 h 42"/>
                <a:gd name="T2" fmla="*/ 31 w 43"/>
                <a:gd name="T3" fmla="*/ 4 h 42"/>
                <a:gd name="T4" fmla="*/ 5 w 43"/>
                <a:gd name="T5" fmla="*/ 30 h 42"/>
                <a:gd name="T6" fmla="*/ 0 w 43"/>
                <a:gd name="T7" fmla="*/ 35 h 42"/>
                <a:gd name="T8" fmla="*/ 5 w 43"/>
                <a:gd name="T9" fmla="*/ 40 h 42"/>
                <a:gd name="T10" fmla="*/ 14 w 43"/>
                <a:gd name="T11" fmla="*/ 40 h 42"/>
                <a:gd name="T12" fmla="*/ 41 w 43"/>
                <a:gd name="T13" fmla="*/ 13 h 42"/>
                <a:gd name="T14" fmla="*/ 41 w 43"/>
                <a:gd name="T15" fmla="*/ 5 h 42"/>
                <a:gd name="T16" fmla="*/ 35 w 43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2">
                  <a:moveTo>
                    <a:pt x="35" y="0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8" y="42"/>
                    <a:pt x="12" y="42"/>
                    <a:pt x="14" y="40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3" y="11"/>
                    <a:pt x="43" y="7"/>
                    <a:pt x="41" y="5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706B956B-D65E-4EEA-F240-465CEEDA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8051" y="3502025"/>
              <a:ext cx="60325" cy="149225"/>
            </a:xfrm>
            <a:prstGeom prst="rect">
              <a:avLst/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3003A456-0F28-FF79-A8D1-27C01E764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9313" y="3354388"/>
              <a:ext cx="476250" cy="387350"/>
            </a:xfrm>
            <a:custGeom>
              <a:avLst/>
              <a:gdLst>
                <a:gd name="T0" fmla="*/ 120 w 127"/>
                <a:gd name="T1" fmla="*/ 0 h 103"/>
                <a:gd name="T2" fmla="*/ 7 w 127"/>
                <a:gd name="T3" fmla="*/ 0 h 103"/>
                <a:gd name="T4" fmla="*/ 0 w 127"/>
                <a:gd name="T5" fmla="*/ 6 h 103"/>
                <a:gd name="T6" fmla="*/ 0 w 127"/>
                <a:gd name="T7" fmla="*/ 96 h 103"/>
                <a:gd name="T8" fmla="*/ 7 w 127"/>
                <a:gd name="T9" fmla="*/ 103 h 103"/>
                <a:gd name="T10" fmla="*/ 64 w 127"/>
                <a:gd name="T11" fmla="*/ 103 h 103"/>
                <a:gd name="T12" fmla="*/ 64 w 127"/>
                <a:gd name="T13" fmla="*/ 102 h 103"/>
                <a:gd name="T14" fmla="*/ 56 w 127"/>
                <a:gd name="T15" fmla="*/ 95 h 103"/>
                <a:gd name="T16" fmla="*/ 8 w 127"/>
                <a:gd name="T17" fmla="*/ 95 h 103"/>
                <a:gd name="T18" fmla="*/ 8 w 127"/>
                <a:gd name="T19" fmla="*/ 15 h 103"/>
                <a:gd name="T20" fmla="*/ 119 w 127"/>
                <a:gd name="T21" fmla="*/ 15 h 103"/>
                <a:gd name="T22" fmla="*/ 119 w 127"/>
                <a:gd name="T23" fmla="*/ 73 h 103"/>
                <a:gd name="T24" fmla="*/ 120 w 127"/>
                <a:gd name="T25" fmla="*/ 74 h 103"/>
                <a:gd name="T26" fmla="*/ 120 w 127"/>
                <a:gd name="T27" fmla="*/ 74 h 103"/>
                <a:gd name="T28" fmla="*/ 126 w 127"/>
                <a:gd name="T29" fmla="*/ 79 h 103"/>
                <a:gd name="T30" fmla="*/ 127 w 127"/>
                <a:gd name="T31" fmla="*/ 80 h 103"/>
                <a:gd name="T32" fmla="*/ 127 w 127"/>
                <a:gd name="T33" fmla="*/ 6 h 103"/>
                <a:gd name="T34" fmla="*/ 120 w 127"/>
                <a:gd name="T35" fmla="*/ 0 h 103"/>
                <a:gd name="T36" fmla="*/ 15 w 127"/>
                <a:gd name="T37" fmla="*/ 10 h 103"/>
                <a:gd name="T38" fmla="*/ 8 w 127"/>
                <a:gd name="T39" fmla="*/ 10 h 103"/>
                <a:gd name="T40" fmla="*/ 8 w 127"/>
                <a:gd name="T41" fmla="*/ 5 h 103"/>
                <a:gd name="T42" fmla="*/ 15 w 127"/>
                <a:gd name="T43" fmla="*/ 5 h 103"/>
                <a:gd name="T44" fmla="*/ 15 w 127"/>
                <a:gd name="T45" fmla="*/ 10 h 103"/>
                <a:gd name="T46" fmla="*/ 119 w 127"/>
                <a:gd name="T47" fmla="*/ 10 h 103"/>
                <a:gd name="T48" fmla="*/ 88 w 127"/>
                <a:gd name="T49" fmla="*/ 10 h 103"/>
                <a:gd name="T50" fmla="*/ 88 w 127"/>
                <a:gd name="T51" fmla="*/ 5 h 103"/>
                <a:gd name="T52" fmla="*/ 119 w 127"/>
                <a:gd name="T53" fmla="*/ 5 h 103"/>
                <a:gd name="T54" fmla="*/ 119 w 127"/>
                <a:gd name="T55" fmla="*/ 1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103">
                  <a:moveTo>
                    <a:pt x="12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3" y="103"/>
                    <a:pt x="7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3"/>
                    <a:pt x="64" y="102"/>
                    <a:pt x="64" y="102"/>
                  </a:cubicBezTo>
                  <a:cubicBezTo>
                    <a:pt x="56" y="95"/>
                    <a:pt x="56" y="95"/>
                    <a:pt x="56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19" y="15"/>
                    <a:pt x="119" y="15"/>
                    <a:pt x="119" y="15"/>
                  </a:cubicBezTo>
                  <a:cubicBezTo>
                    <a:pt x="119" y="73"/>
                    <a:pt x="119" y="73"/>
                    <a:pt x="119" y="73"/>
                  </a:cubicBezTo>
                  <a:cubicBezTo>
                    <a:pt x="120" y="74"/>
                    <a:pt x="120" y="74"/>
                    <a:pt x="120" y="74"/>
                  </a:cubicBezTo>
                  <a:cubicBezTo>
                    <a:pt x="120" y="74"/>
                    <a:pt x="120" y="74"/>
                    <a:pt x="120" y="74"/>
                  </a:cubicBezTo>
                  <a:cubicBezTo>
                    <a:pt x="126" y="79"/>
                    <a:pt x="126" y="79"/>
                    <a:pt x="126" y="79"/>
                  </a:cubicBezTo>
                  <a:cubicBezTo>
                    <a:pt x="127" y="80"/>
                    <a:pt x="127" y="80"/>
                    <a:pt x="127" y="80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27" y="3"/>
                    <a:pt x="124" y="0"/>
                    <a:pt x="120" y="0"/>
                  </a:cubicBezTo>
                  <a:close/>
                  <a:moveTo>
                    <a:pt x="15" y="10"/>
                  </a:moveTo>
                  <a:cubicBezTo>
                    <a:pt x="8" y="10"/>
                    <a:pt x="8" y="10"/>
                    <a:pt x="8" y="10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5" y="5"/>
                    <a:pt x="15" y="5"/>
                    <a:pt x="15" y="5"/>
                  </a:cubicBezTo>
                  <a:lnTo>
                    <a:pt x="15" y="10"/>
                  </a:lnTo>
                  <a:close/>
                  <a:moveTo>
                    <a:pt x="119" y="10"/>
                  </a:moveTo>
                  <a:cubicBezTo>
                    <a:pt x="88" y="10"/>
                    <a:pt x="88" y="10"/>
                    <a:pt x="88" y="1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119" y="5"/>
                    <a:pt x="119" y="5"/>
                    <a:pt x="119" y="5"/>
                  </a:cubicBezTo>
                  <a:lnTo>
                    <a:pt x="119" y="1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TextBox 33">
            <a:extLst>
              <a:ext uri="{FF2B5EF4-FFF2-40B4-BE49-F238E27FC236}">
                <a16:creationId xmlns:a16="http://schemas.microsoft.com/office/drawing/2014/main" id="{2907FDE5-35DD-2042-6F87-8C86A0F51BBD}"/>
              </a:ext>
            </a:extLst>
          </p:cNvPr>
          <p:cNvSpPr txBox="1"/>
          <p:nvPr/>
        </p:nvSpPr>
        <p:spPr>
          <a:xfrm>
            <a:off x="4345135" y="3584650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404040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16" name="Group 34" descr="D:\51PPT模板网\51pptmoban.com\图片.jpg">
            <a:extLst>
              <a:ext uri="{FF2B5EF4-FFF2-40B4-BE49-F238E27FC236}">
                <a16:creationId xmlns:a16="http://schemas.microsoft.com/office/drawing/2014/main" id="{B865A774-2FD4-B9B2-B427-E98D45ACB030}"/>
              </a:ext>
            </a:extLst>
          </p:cNvPr>
          <p:cNvGrpSpPr/>
          <p:nvPr/>
        </p:nvGrpSpPr>
        <p:grpSpPr>
          <a:xfrm>
            <a:off x="6771631" y="3910579"/>
            <a:ext cx="413609" cy="408716"/>
            <a:chOff x="8334375" y="4232275"/>
            <a:chExt cx="466725" cy="463550"/>
          </a:xfrm>
          <a:solidFill>
            <a:schemeClr val="bg1"/>
          </a:solidFill>
        </p:grpSpPr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14E7E0AC-7CED-4EAD-5A04-630044A8C6A3}"/>
                </a:ext>
              </a:extLst>
            </p:cNvPr>
            <p:cNvSpPr/>
            <p:nvPr/>
          </p:nvSpPr>
          <p:spPr bwMode="auto">
            <a:xfrm>
              <a:off x="8421688" y="4494213"/>
              <a:ext cx="292100" cy="33338"/>
            </a:xfrm>
            <a:custGeom>
              <a:avLst/>
              <a:gdLst>
                <a:gd name="T0" fmla="*/ 65 w 78"/>
                <a:gd name="T1" fmla="*/ 0 h 9"/>
                <a:gd name="T2" fmla="*/ 12 w 78"/>
                <a:gd name="T3" fmla="*/ 0 h 9"/>
                <a:gd name="T4" fmla="*/ 0 w 78"/>
                <a:gd name="T5" fmla="*/ 9 h 9"/>
                <a:gd name="T6" fmla="*/ 78 w 78"/>
                <a:gd name="T7" fmla="*/ 9 h 9"/>
                <a:gd name="T8" fmla="*/ 65 w 7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9">
                  <a:moveTo>
                    <a:pt x="65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1" y="4"/>
                    <a:pt x="0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6" y="4"/>
                    <a:pt x="71" y="0"/>
                    <a:pt x="65" y="0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36">
              <a:extLst>
                <a:ext uri="{FF2B5EF4-FFF2-40B4-BE49-F238E27FC236}">
                  <a16:creationId xmlns:a16="http://schemas.microsoft.com/office/drawing/2014/main" id="{21669672-879B-1D60-2714-C714C8C6F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6925" y="4565650"/>
              <a:ext cx="296863" cy="130175"/>
            </a:xfrm>
            <a:custGeom>
              <a:avLst/>
              <a:gdLst>
                <a:gd name="T0" fmla="*/ 0 w 79"/>
                <a:gd name="T1" fmla="*/ 0 h 35"/>
                <a:gd name="T2" fmla="*/ 0 w 79"/>
                <a:gd name="T3" fmla="*/ 22 h 35"/>
                <a:gd name="T4" fmla="*/ 13 w 79"/>
                <a:gd name="T5" fmla="*/ 35 h 35"/>
                <a:gd name="T6" fmla="*/ 66 w 79"/>
                <a:gd name="T7" fmla="*/ 35 h 35"/>
                <a:gd name="T8" fmla="*/ 79 w 79"/>
                <a:gd name="T9" fmla="*/ 22 h 35"/>
                <a:gd name="T10" fmla="*/ 79 w 79"/>
                <a:gd name="T11" fmla="*/ 0 h 35"/>
                <a:gd name="T12" fmla="*/ 0 w 79"/>
                <a:gd name="T13" fmla="*/ 0 h 35"/>
                <a:gd name="T14" fmla="*/ 22 w 79"/>
                <a:gd name="T15" fmla="*/ 25 h 35"/>
                <a:gd name="T16" fmla="*/ 13 w 79"/>
                <a:gd name="T17" fmla="*/ 25 h 35"/>
                <a:gd name="T18" fmla="*/ 10 w 79"/>
                <a:gd name="T19" fmla="*/ 22 h 35"/>
                <a:gd name="T20" fmla="*/ 13 w 79"/>
                <a:gd name="T21" fmla="*/ 20 h 35"/>
                <a:gd name="T22" fmla="*/ 22 w 79"/>
                <a:gd name="T23" fmla="*/ 20 h 35"/>
                <a:gd name="T24" fmla="*/ 25 w 79"/>
                <a:gd name="T25" fmla="*/ 22 h 35"/>
                <a:gd name="T26" fmla="*/ 22 w 79"/>
                <a:gd name="T27" fmla="*/ 25 h 35"/>
                <a:gd name="T28" fmla="*/ 42 w 79"/>
                <a:gd name="T29" fmla="*/ 15 h 35"/>
                <a:gd name="T30" fmla="*/ 13 w 79"/>
                <a:gd name="T31" fmla="*/ 15 h 35"/>
                <a:gd name="T32" fmla="*/ 10 w 79"/>
                <a:gd name="T33" fmla="*/ 13 h 35"/>
                <a:gd name="T34" fmla="*/ 13 w 79"/>
                <a:gd name="T35" fmla="*/ 10 h 35"/>
                <a:gd name="T36" fmla="*/ 42 w 79"/>
                <a:gd name="T37" fmla="*/ 10 h 35"/>
                <a:gd name="T38" fmla="*/ 45 w 79"/>
                <a:gd name="T39" fmla="*/ 13 h 35"/>
                <a:gd name="T40" fmla="*/ 42 w 79"/>
                <a:gd name="T41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9" h="35">
                  <a:moveTo>
                    <a:pt x="0" y="0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9"/>
                    <a:pt x="6" y="35"/>
                    <a:pt x="13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9" y="29"/>
                    <a:pt x="79" y="22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0" y="0"/>
                  </a:lnTo>
                  <a:close/>
                  <a:moveTo>
                    <a:pt x="22" y="25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5"/>
                    <a:pt x="10" y="24"/>
                    <a:pt x="10" y="22"/>
                  </a:cubicBezTo>
                  <a:cubicBezTo>
                    <a:pt x="10" y="21"/>
                    <a:pt x="11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4" y="20"/>
                    <a:pt x="25" y="21"/>
                    <a:pt x="25" y="22"/>
                  </a:cubicBezTo>
                  <a:cubicBezTo>
                    <a:pt x="25" y="24"/>
                    <a:pt x="24" y="25"/>
                    <a:pt x="22" y="25"/>
                  </a:cubicBezTo>
                  <a:close/>
                  <a:moveTo>
                    <a:pt x="42" y="15"/>
                  </a:moveTo>
                  <a:cubicBezTo>
                    <a:pt x="13" y="15"/>
                    <a:pt x="13" y="15"/>
                    <a:pt x="13" y="15"/>
                  </a:cubicBezTo>
                  <a:cubicBezTo>
                    <a:pt x="11" y="15"/>
                    <a:pt x="10" y="14"/>
                    <a:pt x="10" y="13"/>
                  </a:cubicBezTo>
                  <a:cubicBezTo>
                    <a:pt x="10" y="11"/>
                    <a:pt x="11" y="10"/>
                    <a:pt x="13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3" y="10"/>
                    <a:pt x="45" y="11"/>
                    <a:pt x="45" y="13"/>
                  </a:cubicBezTo>
                  <a:cubicBezTo>
                    <a:pt x="45" y="14"/>
                    <a:pt x="43" y="15"/>
                    <a:pt x="42" y="15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37">
              <a:extLst>
                <a:ext uri="{FF2B5EF4-FFF2-40B4-BE49-F238E27FC236}">
                  <a16:creationId xmlns:a16="http://schemas.microsoft.com/office/drawing/2014/main" id="{D3451DCA-2359-BD1C-3821-F3DFE8212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4375" y="4232275"/>
              <a:ext cx="466725" cy="377825"/>
            </a:xfrm>
            <a:custGeom>
              <a:avLst/>
              <a:gdLst>
                <a:gd name="T0" fmla="*/ 117 w 124"/>
                <a:gd name="T1" fmla="*/ 0 h 101"/>
                <a:gd name="T2" fmla="*/ 7 w 124"/>
                <a:gd name="T3" fmla="*/ 0 h 101"/>
                <a:gd name="T4" fmla="*/ 0 w 124"/>
                <a:gd name="T5" fmla="*/ 7 h 101"/>
                <a:gd name="T6" fmla="*/ 0 w 124"/>
                <a:gd name="T7" fmla="*/ 94 h 101"/>
                <a:gd name="T8" fmla="*/ 7 w 124"/>
                <a:gd name="T9" fmla="*/ 101 h 101"/>
                <a:gd name="T10" fmla="*/ 15 w 124"/>
                <a:gd name="T11" fmla="*/ 101 h 101"/>
                <a:gd name="T12" fmla="*/ 15 w 124"/>
                <a:gd name="T13" fmla="*/ 93 h 101"/>
                <a:gd name="T14" fmla="*/ 7 w 124"/>
                <a:gd name="T15" fmla="*/ 93 h 101"/>
                <a:gd name="T16" fmla="*/ 7 w 124"/>
                <a:gd name="T17" fmla="*/ 15 h 101"/>
                <a:gd name="T18" fmla="*/ 116 w 124"/>
                <a:gd name="T19" fmla="*/ 15 h 101"/>
                <a:gd name="T20" fmla="*/ 116 w 124"/>
                <a:gd name="T21" fmla="*/ 93 h 101"/>
                <a:gd name="T22" fmla="*/ 108 w 124"/>
                <a:gd name="T23" fmla="*/ 93 h 101"/>
                <a:gd name="T24" fmla="*/ 108 w 124"/>
                <a:gd name="T25" fmla="*/ 101 h 101"/>
                <a:gd name="T26" fmla="*/ 117 w 124"/>
                <a:gd name="T27" fmla="*/ 101 h 101"/>
                <a:gd name="T28" fmla="*/ 124 w 124"/>
                <a:gd name="T29" fmla="*/ 94 h 101"/>
                <a:gd name="T30" fmla="*/ 124 w 124"/>
                <a:gd name="T31" fmla="*/ 7 h 101"/>
                <a:gd name="T32" fmla="*/ 117 w 124"/>
                <a:gd name="T33" fmla="*/ 0 h 101"/>
                <a:gd name="T34" fmla="*/ 14 w 124"/>
                <a:gd name="T35" fmla="*/ 11 h 101"/>
                <a:gd name="T36" fmla="*/ 7 w 124"/>
                <a:gd name="T37" fmla="*/ 11 h 101"/>
                <a:gd name="T38" fmla="*/ 7 w 124"/>
                <a:gd name="T39" fmla="*/ 5 h 101"/>
                <a:gd name="T40" fmla="*/ 14 w 124"/>
                <a:gd name="T41" fmla="*/ 5 h 101"/>
                <a:gd name="T42" fmla="*/ 14 w 124"/>
                <a:gd name="T43" fmla="*/ 11 h 101"/>
                <a:gd name="T44" fmla="*/ 116 w 124"/>
                <a:gd name="T45" fmla="*/ 11 h 101"/>
                <a:gd name="T46" fmla="*/ 85 w 124"/>
                <a:gd name="T47" fmla="*/ 11 h 101"/>
                <a:gd name="T48" fmla="*/ 85 w 124"/>
                <a:gd name="T49" fmla="*/ 5 h 101"/>
                <a:gd name="T50" fmla="*/ 116 w 124"/>
                <a:gd name="T51" fmla="*/ 5 h 101"/>
                <a:gd name="T52" fmla="*/ 116 w 124"/>
                <a:gd name="T53" fmla="*/ 1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4" h="101">
                  <a:moveTo>
                    <a:pt x="11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8"/>
                    <a:pt x="3" y="101"/>
                    <a:pt x="7" y="101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93"/>
                    <a:pt x="116" y="93"/>
                    <a:pt x="116" y="93"/>
                  </a:cubicBezTo>
                  <a:cubicBezTo>
                    <a:pt x="108" y="93"/>
                    <a:pt x="108" y="93"/>
                    <a:pt x="108" y="93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17" y="101"/>
                    <a:pt x="117" y="101"/>
                    <a:pt x="117" y="101"/>
                  </a:cubicBezTo>
                  <a:cubicBezTo>
                    <a:pt x="121" y="101"/>
                    <a:pt x="124" y="98"/>
                    <a:pt x="124" y="94"/>
                  </a:cubicBezTo>
                  <a:cubicBezTo>
                    <a:pt x="124" y="7"/>
                    <a:pt x="124" y="7"/>
                    <a:pt x="124" y="7"/>
                  </a:cubicBezTo>
                  <a:cubicBezTo>
                    <a:pt x="124" y="3"/>
                    <a:pt x="121" y="0"/>
                    <a:pt x="117" y="0"/>
                  </a:cubicBezTo>
                  <a:close/>
                  <a:moveTo>
                    <a:pt x="14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4" y="5"/>
                    <a:pt x="14" y="5"/>
                    <a:pt x="14" y="5"/>
                  </a:cubicBezTo>
                  <a:lnTo>
                    <a:pt x="14" y="11"/>
                  </a:lnTo>
                  <a:close/>
                  <a:moveTo>
                    <a:pt x="116" y="11"/>
                  </a:moveTo>
                  <a:cubicBezTo>
                    <a:pt x="85" y="11"/>
                    <a:pt x="85" y="11"/>
                    <a:pt x="85" y="11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116" y="5"/>
                    <a:pt x="116" y="5"/>
                    <a:pt x="116" y="5"/>
                  </a:cubicBezTo>
                  <a:lnTo>
                    <a:pt x="116" y="11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0A94DC69-2F05-9ECB-DF67-7041F14F66EA}"/>
                </a:ext>
              </a:extLst>
            </p:cNvPr>
            <p:cNvSpPr/>
            <p:nvPr/>
          </p:nvSpPr>
          <p:spPr bwMode="auto">
            <a:xfrm>
              <a:off x="8443913" y="4318000"/>
              <a:ext cx="82550" cy="146050"/>
            </a:xfrm>
            <a:custGeom>
              <a:avLst/>
              <a:gdLst>
                <a:gd name="T0" fmla="*/ 0 w 22"/>
                <a:gd name="T1" fmla="*/ 13 h 39"/>
                <a:gd name="T2" fmla="*/ 9 w 22"/>
                <a:gd name="T3" fmla="*/ 22 h 39"/>
                <a:gd name="T4" fmla="*/ 15 w 22"/>
                <a:gd name="T5" fmla="*/ 27 h 39"/>
                <a:gd name="T6" fmla="*/ 10 w 22"/>
                <a:gd name="T7" fmla="*/ 30 h 39"/>
                <a:gd name="T8" fmla="*/ 2 w 22"/>
                <a:gd name="T9" fmla="*/ 28 h 39"/>
                <a:gd name="T10" fmla="*/ 0 w 22"/>
                <a:gd name="T11" fmla="*/ 33 h 39"/>
                <a:gd name="T12" fmla="*/ 9 w 22"/>
                <a:gd name="T13" fmla="*/ 36 h 39"/>
                <a:gd name="T14" fmla="*/ 9 w 22"/>
                <a:gd name="T15" fmla="*/ 36 h 39"/>
                <a:gd name="T16" fmla="*/ 9 w 22"/>
                <a:gd name="T17" fmla="*/ 36 h 39"/>
                <a:gd name="T18" fmla="*/ 9 w 22"/>
                <a:gd name="T19" fmla="*/ 37 h 39"/>
                <a:gd name="T20" fmla="*/ 11 w 22"/>
                <a:gd name="T21" fmla="*/ 39 h 39"/>
                <a:gd name="T22" fmla="*/ 14 w 22"/>
                <a:gd name="T23" fmla="*/ 37 h 39"/>
                <a:gd name="T24" fmla="*/ 14 w 22"/>
                <a:gd name="T25" fmla="*/ 36 h 39"/>
                <a:gd name="T26" fmla="*/ 14 w 22"/>
                <a:gd name="T27" fmla="*/ 36 h 39"/>
                <a:gd name="T28" fmla="*/ 14 w 22"/>
                <a:gd name="T29" fmla="*/ 35 h 39"/>
                <a:gd name="T30" fmla="*/ 22 w 22"/>
                <a:gd name="T31" fmla="*/ 26 h 39"/>
                <a:gd name="T32" fmla="*/ 14 w 22"/>
                <a:gd name="T33" fmla="*/ 16 h 39"/>
                <a:gd name="T34" fmla="*/ 8 w 22"/>
                <a:gd name="T35" fmla="*/ 12 h 39"/>
                <a:gd name="T36" fmla="*/ 12 w 22"/>
                <a:gd name="T37" fmla="*/ 9 h 39"/>
                <a:gd name="T38" fmla="*/ 20 w 22"/>
                <a:gd name="T39" fmla="*/ 11 h 39"/>
                <a:gd name="T40" fmla="*/ 21 w 22"/>
                <a:gd name="T41" fmla="*/ 5 h 39"/>
                <a:gd name="T42" fmla="*/ 14 w 22"/>
                <a:gd name="T43" fmla="*/ 4 h 39"/>
                <a:gd name="T44" fmla="*/ 14 w 22"/>
                <a:gd name="T45" fmla="*/ 3 h 39"/>
                <a:gd name="T46" fmla="*/ 14 w 22"/>
                <a:gd name="T47" fmla="*/ 3 h 39"/>
                <a:gd name="T48" fmla="*/ 14 w 22"/>
                <a:gd name="T49" fmla="*/ 3 h 39"/>
                <a:gd name="T50" fmla="*/ 11 w 22"/>
                <a:gd name="T51" fmla="*/ 0 h 39"/>
                <a:gd name="T52" fmla="*/ 9 w 22"/>
                <a:gd name="T53" fmla="*/ 3 h 39"/>
                <a:gd name="T54" fmla="*/ 9 w 22"/>
                <a:gd name="T55" fmla="*/ 3 h 39"/>
                <a:gd name="T56" fmla="*/ 9 w 22"/>
                <a:gd name="T57" fmla="*/ 4 h 39"/>
                <a:gd name="T58" fmla="*/ 9 w 22"/>
                <a:gd name="T59" fmla="*/ 4 h 39"/>
                <a:gd name="T60" fmla="*/ 0 w 22"/>
                <a:gd name="T61" fmla="*/ 1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39">
                  <a:moveTo>
                    <a:pt x="0" y="13"/>
                  </a:moveTo>
                  <a:cubicBezTo>
                    <a:pt x="0" y="18"/>
                    <a:pt x="4" y="20"/>
                    <a:pt x="9" y="22"/>
                  </a:cubicBezTo>
                  <a:cubicBezTo>
                    <a:pt x="13" y="23"/>
                    <a:pt x="15" y="25"/>
                    <a:pt x="15" y="27"/>
                  </a:cubicBezTo>
                  <a:cubicBezTo>
                    <a:pt x="15" y="29"/>
                    <a:pt x="13" y="30"/>
                    <a:pt x="10" y="30"/>
                  </a:cubicBezTo>
                  <a:cubicBezTo>
                    <a:pt x="7" y="30"/>
                    <a:pt x="4" y="29"/>
                    <a:pt x="2" y="28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4"/>
                    <a:pt x="5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8"/>
                    <a:pt x="10" y="39"/>
                    <a:pt x="11" y="39"/>
                  </a:cubicBezTo>
                  <a:cubicBezTo>
                    <a:pt x="12" y="39"/>
                    <a:pt x="14" y="38"/>
                    <a:pt x="14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9" y="34"/>
                    <a:pt x="22" y="30"/>
                    <a:pt x="22" y="26"/>
                  </a:cubicBezTo>
                  <a:cubicBezTo>
                    <a:pt x="22" y="21"/>
                    <a:pt x="20" y="19"/>
                    <a:pt x="14" y="16"/>
                  </a:cubicBezTo>
                  <a:cubicBezTo>
                    <a:pt x="10" y="15"/>
                    <a:pt x="8" y="14"/>
                    <a:pt x="8" y="12"/>
                  </a:cubicBezTo>
                  <a:cubicBezTo>
                    <a:pt x="8" y="11"/>
                    <a:pt x="9" y="9"/>
                    <a:pt x="12" y="9"/>
                  </a:cubicBezTo>
                  <a:cubicBezTo>
                    <a:pt x="16" y="9"/>
                    <a:pt x="18" y="11"/>
                    <a:pt x="20" y="11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5"/>
                    <a:pt x="17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1" y="0"/>
                  </a:cubicBezTo>
                  <a:cubicBezTo>
                    <a:pt x="10" y="0"/>
                    <a:pt x="9" y="1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4" y="5"/>
                    <a:pt x="0" y="9"/>
                    <a:pt x="0" y="13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39">
              <a:extLst>
                <a:ext uri="{FF2B5EF4-FFF2-40B4-BE49-F238E27FC236}">
                  <a16:creationId xmlns:a16="http://schemas.microsoft.com/office/drawing/2014/main" id="{05D61698-A431-03A6-9964-32BD6CA95C96}"/>
                </a:ext>
              </a:extLst>
            </p:cNvPr>
            <p:cNvSpPr/>
            <p:nvPr/>
          </p:nvSpPr>
          <p:spPr bwMode="auto">
            <a:xfrm>
              <a:off x="8575675" y="4321175"/>
              <a:ext cx="146050" cy="142875"/>
            </a:xfrm>
            <a:custGeom>
              <a:avLst/>
              <a:gdLst>
                <a:gd name="T0" fmla="*/ 33 w 39"/>
                <a:gd name="T1" fmla="*/ 7 h 38"/>
                <a:gd name="T2" fmla="*/ 3 w 39"/>
                <a:gd name="T3" fmla="*/ 0 h 38"/>
                <a:gd name="T4" fmla="*/ 0 w 39"/>
                <a:gd name="T5" fmla="*/ 2 h 38"/>
                <a:gd name="T6" fmla="*/ 7 w 39"/>
                <a:gd name="T7" fmla="*/ 33 h 38"/>
                <a:gd name="T8" fmla="*/ 11 w 39"/>
                <a:gd name="T9" fmla="*/ 34 h 38"/>
                <a:gd name="T10" fmla="*/ 17 w 39"/>
                <a:gd name="T11" fmla="*/ 28 h 38"/>
                <a:gd name="T12" fmla="*/ 28 w 39"/>
                <a:gd name="T13" fmla="*/ 38 h 38"/>
                <a:gd name="T14" fmla="*/ 39 w 39"/>
                <a:gd name="T15" fmla="*/ 28 h 38"/>
                <a:gd name="T16" fmla="*/ 28 w 39"/>
                <a:gd name="T17" fmla="*/ 17 h 38"/>
                <a:gd name="T18" fmla="*/ 34 w 39"/>
                <a:gd name="T19" fmla="*/ 11 h 38"/>
                <a:gd name="T20" fmla="*/ 33 w 39"/>
                <a:gd name="T21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38">
                  <a:moveTo>
                    <a:pt x="33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5"/>
                    <a:pt x="9" y="36"/>
                    <a:pt x="11" y="3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6" y="9"/>
                    <a:pt x="35" y="7"/>
                    <a:pt x="33" y="7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en-US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TextBox 40">
            <a:extLst>
              <a:ext uri="{FF2B5EF4-FFF2-40B4-BE49-F238E27FC236}">
                <a16:creationId xmlns:a16="http://schemas.microsoft.com/office/drawing/2014/main" id="{F4B1CBC5-6DC8-9633-DF71-C8703C7F3A01}"/>
              </a:ext>
            </a:extLst>
          </p:cNvPr>
          <p:cNvSpPr txBox="1"/>
          <p:nvPr/>
        </p:nvSpPr>
        <p:spPr>
          <a:xfrm>
            <a:off x="7140532" y="3934792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404040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8BE27AD-8D71-9AF2-D796-C33FAF53A9D4}"/>
              </a:ext>
            </a:extLst>
          </p:cNvPr>
          <p:cNvGrpSpPr/>
          <p:nvPr/>
        </p:nvGrpSpPr>
        <p:grpSpPr>
          <a:xfrm>
            <a:off x="8138300" y="2482424"/>
            <a:ext cx="2966425" cy="816522"/>
            <a:chOff x="283598" y="1906534"/>
            <a:chExt cx="2966425" cy="8165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5B0D646-5661-380E-ED36-2BFDEC4EEAC7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C8ACDDB-59E4-98FC-DCE6-548E32E03FF9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4F41DD6-FD82-BFE9-F2E2-6BB5211B55F5}"/>
              </a:ext>
            </a:extLst>
          </p:cNvPr>
          <p:cNvGrpSpPr/>
          <p:nvPr/>
        </p:nvGrpSpPr>
        <p:grpSpPr>
          <a:xfrm>
            <a:off x="777012" y="2032670"/>
            <a:ext cx="2966425" cy="816522"/>
            <a:chOff x="283598" y="1906534"/>
            <a:chExt cx="2966425" cy="816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0180837-24A7-6D41-F325-E3A3AE297469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B5AF3C1-EE55-D1CA-C1BC-C1D2E487F06A}"/>
                </a:ext>
              </a:extLst>
            </p:cNvPr>
            <p:cNvSpPr txBox="1"/>
            <p:nvPr/>
          </p:nvSpPr>
          <p:spPr>
            <a:xfrm>
              <a:off x="1014456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08572C6-3249-E374-1D8C-C500A5BED5E2}"/>
              </a:ext>
            </a:extLst>
          </p:cNvPr>
          <p:cNvGrpSpPr/>
          <p:nvPr/>
        </p:nvGrpSpPr>
        <p:grpSpPr>
          <a:xfrm>
            <a:off x="8816045" y="3705698"/>
            <a:ext cx="2966425" cy="816522"/>
            <a:chOff x="283598" y="1906534"/>
            <a:chExt cx="2966425" cy="81652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4D59FE4-9B4E-C917-71E4-D61FC5AC162E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D3DCBFC-BB15-BA46-37B9-9114B6649955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4E5D619-3966-4AC7-BF86-4B12C53C403C}"/>
              </a:ext>
            </a:extLst>
          </p:cNvPr>
          <p:cNvGrpSpPr/>
          <p:nvPr/>
        </p:nvGrpSpPr>
        <p:grpSpPr>
          <a:xfrm>
            <a:off x="154102" y="3427189"/>
            <a:ext cx="2966425" cy="816522"/>
            <a:chOff x="283598" y="1906534"/>
            <a:chExt cx="2966425" cy="8165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0C06A8A-3144-EDD4-B396-EE8AFABC13F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F1C674D-FA68-2103-D6B8-06CB0E9654F7}"/>
                </a:ext>
              </a:extLst>
            </p:cNvPr>
            <p:cNvSpPr txBox="1"/>
            <p:nvPr/>
          </p:nvSpPr>
          <p:spPr>
            <a:xfrm>
              <a:off x="1014456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5B78E5F1-C1CB-6B34-803A-CE43FA0973AB}"/>
              </a:ext>
            </a:extLst>
          </p:cNvPr>
          <p:cNvSpPr txBox="1"/>
          <p:nvPr/>
        </p:nvSpPr>
        <p:spPr>
          <a:xfrm>
            <a:off x="4604023" y="5290662"/>
            <a:ext cx="300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404040"/>
                </a:solidFill>
              </a:rPr>
              <a:t>单击此处添加标题文本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91445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0C0D-F658-73CF-FDB6-976B42C2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9B7A22-90BF-5DD5-5483-D860551F4019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66D82862-EE0E-4AA7-B0DB-D60865E7B0D5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238B3619-82A9-F21E-D20D-EB735EAA0B0F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CB60A478-20BE-926D-D6AB-8B958241493E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5A27F228-C5C8-15B6-AC8D-DB499E87F0CA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36981F9A-E5B6-D662-B931-E165B638ED84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562811FE-BD6D-5537-6DFF-6CAEC9080EEE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8B740C0D-FA9C-EE3E-C5C3-9A58560FDD43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50AA440A-9DAF-E9AE-D45A-9079B1A2605C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9B8A0AD1-B532-7A16-60CE-89CF4EF820B5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F726C4FB-12AE-D28C-F85D-A724CA164976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334A6258-708A-F4D6-788A-39AA6565C06F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9DA58FAE-EF79-01B9-1C9C-3D8A18FD77F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2843D586-AB6F-EF9C-3D36-23E0A68A6158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5DD79CE-7A6D-830C-E619-4D9C43042619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23B87394-B501-3DC6-3E5C-8E9F86DD85C9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182AADD5-036C-D9BB-51BB-FE3573EBAAE9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59873421-999E-6CE4-A12E-5836B6F5B0FF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C88CFC46-CD32-F9B1-FEF2-94CDFCB8EAA8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CF4CAE54-39C4-6653-BD3F-F722266A873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D8EE7A29-8B51-51EF-114C-73BA2F56ACC9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0D67F4DC-0B46-84F1-4B15-5F80F7DA5048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E31D6B52-CED4-4589-83BD-57D69AFA799D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2670C4F2-9092-8027-B1DD-2D242412AFBE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28243D75-644F-3E26-6AE6-6DA8ABC05926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9FA0A5EB-71E8-C5B7-5A9A-575686AEBE04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B0A9B246-B8EB-FF63-3BFA-61CBDCCEB50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D90D1EE7-D554-C4FA-53AA-E8E427F0D782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4DD7112-97F2-4D21-187B-7118A81085EA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896A260A-0C53-05E4-B222-A89B3668A3F5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4F08B503-32EE-FA13-B7EA-C03BE42F3E04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B2B683B5-0CC5-8035-7078-CAE9BF9AF346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DC687E34-84BE-6E61-FC15-BC1A7FCD212C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7BE9C4D4-C751-EBED-32C4-00BD04DCB575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7F475B4A-2D4D-E88E-F072-ADCF7A17F5F0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5FFEECA6-3B8A-0B51-C326-BE8B0C2AD89F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B0B779A3-5097-112A-E05D-F8768BB94DBF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7B03FD35-7373-69D5-2840-11EC6848E635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6EF97E70-E012-D44F-0145-F7CDE302E60C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9A789A37-B60D-4BB1-44CB-DA5506B091D1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F83AAA0E-BF17-780F-7079-A4D6302CBAB6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3FB7856-2742-0D97-55C0-9FC43D735ECA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25CE6F79-735D-9346-EA1E-656A4369432E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360CB39F-E522-FFE3-A27B-87AB5BAD72B5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532F68CD-4713-DB5B-FA7E-21A809638EB3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3B412ED7-0DE6-E3AA-2D67-AB4890D303C9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AECD2204-9442-51EE-99CF-6F06A1C853D7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02DC7B6B-CBB8-4D49-BB0E-26154BABD07B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B1C97FD7-2186-6DD1-6471-A64F9CAD4004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5BCCE2CC-CD5C-F4E2-8E80-EA9E80D908B5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EE96A638-BBD4-740A-66F7-A300B78610A0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ABCC6901-F21D-F3AD-7FCC-0C8946E957D5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C85BAFC6-748E-6BF0-67B1-765D1831A3B7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34CCD78E-FE2D-BC37-809B-61E165E95DC0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09FA07B6-DE4D-6C05-5F30-3B2FBF8AAAE2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44B205E-EB31-1995-5EFA-8CB35853936C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F63E9F5A-6A10-59CA-06F2-47CB79BFCC07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D4AFB166-1F5F-AA2E-FB2A-39C2ACA5DBED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B748A56-1C7B-8E87-FA48-9761FF5685F1}"/>
              </a:ext>
            </a:extLst>
          </p:cNvPr>
          <p:cNvGrpSpPr/>
          <p:nvPr/>
        </p:nvGrpSpPr>
        <p:grpSpPr>
          <a:xfrm>
            <a:off x="1837702" y="2175896"/>
            <a:ext cx="4135685" cy="584775"/>
            <a:chOff x="1825002" y="2322008"/>
            <a:chExt cx="4135685" cy="58477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7002C164-0004-251D-8448-5CCDBD13310D}"/>
                </a:ext>
              </a:extLst>
            </p:cNvPr>
            <p:cNvSpPr/>
            <p:nvPr/>
          </p:nvSpPr>
          <p:spPr>
            <a:xfrm>
              <a:off x="1825002" y="2350272"/>
              <a:ext cx="4135685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2D6FD92-28D4-2101-F964-E978D89FEBB2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23C8A58-81FC-089B-A0B9-102072DFFDD6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42" name="箭头: V 形 41">
              <a:extLst>
                <a:ext uri="{FF2B5EF4-FFF2-40B4-BE49-F238E27FC236}">
                  <a16:creationId xmlns:a16="http://schemas.microsoft.com/office/drawing/2014/main" id="{0BE2906B-7BFD-E8CF-B889-EF4A2B953769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40476CC4-3292-06F6-33AE-7ABDBA4696FE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B000B72-D132-61FD-CAB3-57BF583175B3}"/>
              </a:ext>
            </a:extLst>
          </p:cNvPr>
          <p:cNvSpPr txBox="1"/>
          <p:nvPr/>
        </p:nvSpPr>
        <p:spPr>
          <a:xfrm>
            <a:off x="1833616" y="3098689"/>
            <a:ext cx="4342218" cy="145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17093D8-55DF-5794-35CD-6F991B12C18E}"/>
              </a:ext>
            </a:extLst>
          </p:cNvPr>
          <p:cNvGrpSpPr/>
          <p:nvPr/>
        </p:nvGrpSpPr>
        <p:grpSpPr>
          <a:xfrm>
            <a:off x="6438070" y="2139496"/>
            <a:ext cx="4601254" cy="2385774"/>
            <a:chOff x="6314521" y="2164338"/>
            <a:chExt cx="4601254" cy="238577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CD90D27-9EA0-CF78-8634-7110B0C00244}"/>
                </a:ext>
              </a:extLst>
            </p:cNvPr>
            <p:cNvGrpSpPr/>
            <p:nvPr/>
          </p:nvGrpSpPr>
          <p:grpSpPr>
            <a:xfrm>
              <a:off x="7431372" y="2167792"/>
              <a:ext cx="1531795" cy="1667251"/>
              <a:chOff x="3401304" y="797153"/>
              <a:chExt cx="3171988" cy="345248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BB53D74D-BDAB-B1D1-A3EF-6D93EF5BFA73}"/>
                  </a:ext>
                </a:extLst>
              </p:cNvPr>
              <p:cNvSpPr/>
              <p:nvPr/>
            </p:nvSpPr>
            <p:spPr>
              <a:xfrm>
                <a:off x="3401304" y="797153"/>
                <a:ext cx="3171988" cy="3452485"/>
              </a:xfrm>
              <a:custGeom>
                <a:avLst/>
                <a:gdLst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258670 w 3171988"/>
                  <a:gd name="connsiteY46" fmla="*/ 3435726 h 3474203"/>
                  <a:gd name="connsiteX47" fmla="*/ 0 w 3171988"/>
                  <a:gd name="connsiteY47" fmla="*/ 3216514 h 3474203"/>
                  <a:gd name="connsiteX48" fmla="*/ 230638 w 3171988"/>
                  <a:gd name="connsiteY48" fmla="*/ 3170754 h 3474203"/>
                  <a:gd name="connsiteX49" fmla="*/ 741059 w 3171988"/>
                  <a:gd name="connsiteY49" fmla="*/ 3031897 h 3474203"/>
                  <a:gd name="connsiteX50" fmla="*/ 1307558 w 3171988"/>
                  <a:gd name="connsiteY50" fmla="*/ 2785973 h 3474203"/>
                  <a:gd name="connsiteX51" fmla="*/ 1587861 w 3171988"/>
                  <a:gd name="connsiteY51" fmla="*/ 2605504 h 3474203"/>
                  <a:gd name="connsiteX52" fmla="*/ 1445165 w 3171988"/>
                  <a:gd name="connsiteY52" fmla="*/ 2519154 h 3474203"/>
                  <a:gd name="connsiteX53" fmla="*/ 1410607 w 3171988"/>
                  <a:gd name="connsiteY53" fmla="*/ 2512814 h 3474203"/>
                  <a:gd name="connsiteX54" fmla="*/ 1243979 w 3171988"/>
                  <a:gd name="connsiteY54" fmla="*/ 2648635 h 3474203"/>
                  <a:gd name="connsiteX55" fmla="*/ 1149502 w 3171988"/>
                  <a:gd name="connsiteY55" fmla="*/ 2565410 h 3474203"/>
                  <a:gd name="connsiteX56" fmla="*/ 971266 w 3171988"/>
                  <a:gd name="connsiteY56" fmla="*/ 2403961 h 3474203"/>
                  <a:gd name="connsiteX57" fmla="*/ 984125 w 3171988"/>
                  <a:gd name="connsiteY57" fmla="*/ 2371993 h 3474203"/>
                  <a:gd name="connsiteX58" fmla="*/ 1362565 w 3171988"/>
                  <a:gd name="connsiteY58" fmla="*/ 2054275 h 3474203"/>
                  <a:gd name="connsiteX59" fmla="*/ 1617507 w 3171988"/>
                  <a:gd name="connsiteY59" fmla="*/ 1789242 h 3474203"/>
                  <a:gd name="connsiteX60" fmla="*/ 1799138 w 3171988"/>
                  <a:gd name="connsiteY60" fmla="*/ 1816477 h 3474203"/>
                  <a:gd name="connsiteX61" fmla="*/ 1625009 w 3171988"/>
                  <a:gd name="connsiteY61" fmla="*/ 1598414 h 3474203"/>
                  <a:gd name="connsiteX62" fmla="*/ 1606524 w 3171988"/>
                  <a:gd name="connsiteY62" fmla="*/ 1538764 h 3474203"/>
                  <a:gd name="connsiteX63" fmla="*/ 1672425 w 3171988"/>
                  <a:gd name="connsiteY63" fmla="*/ 1462326 h 3474203"/>
                  <a:gd name="connsiteX64" fmla="*/ 1912366 w 3171988"/>
                  <a:gd name="connsiteY64" fmla="*/ 1246674 h 3474203"/>
                  <a:gd name="connsiteX65" fmla="*/ 2037471 w 3171988"/>
                  <a:gd name="connsiteY65" fmla="*/ 1130677 h 3474203"/>
                  <a:gd name="connsiteX66" fmla="*/ 2084262 w 3171988"/>
                  <a:gd name="connsiteY66" fmla="*/ 1069241 h 3474203"/>
                  <a:gd name="connsiteX67" fmla="*/ 2099621 w 3171988"/>
                  <a:gd name="connsiteY67" fmla="*/ 938153 h 3474203"/>
                  <a:gd name="connsiteX68" fmla="*/ 1892274 w 3171988"/>
                  <a:gd name="connsiteY68" fmla="*/ 988784 h 3474203"/>
                  <a:gd name="connsiteX69" fmla="*/ 1800120 w 3171988"/>
                  <a:gd name="connsiteY69" fmla="*/ 959406 h 3474203"/>
                  <a:gd name="connsiteX70" fmla="*/ 1744130 w 3171988"/>
                  <a:gd name="connsiteY70" fmla="*/ 765631 h 3474203"/>
                  <a:gd name="connsiteX71" fmla="*/ 1717877 w 3171988"/>
                  <a:gd name="connsiteY71" fmla="*/ 625078 h 3474203"/>
                  <a:gd name="connsiteX72" fmla="*/ 2151056 w 3171988"/>
                  <a:gd name="connsiteY72" fmla="*/ 482025 h 3474203"/>
                  <a:gd name="connsiteX73" fmla="*/ 2179542 w 3171988"/>
                  <a:gd name="connsiteY73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0 w 3171988"/>
                  <a:gd name="connsiteY46" fmla="*/ 3216514 h 3474203"/>
                  <a:gd name="connsiteX47" fmla="*/ 230638 w 3171988"/>
                  <a:gd name="connsiteY47" fmla="*/ 3170754 h 3474203"/>
                  <a:gd name="connsiteX48" fmla="*/ 741059 w 3171988"/>
                  <a:gd name="connsiteY48" fmla="*/ 3031897 h 3474203"/>
                  <a:gd name="connsiteX49" fmla="*/ 1307558 w 3171988"/>
                  <a:gd name="connsiteY49" fmla="*/ 2785973 h 3474203"/>
                  <a:gd name="connsiteX50" fmla="*/ 1587861 w 3171988"/>
                  <a:gd name="connsiteY50" fmla="*/ 2605504 h 3474203"/>
                  <a:gd name="connsiteX51" fmla="*/ 1445165 w 3171988"/>
                  <a:gd name="connsiteY51" fmla="*/ 2519154 h 3474203"/>
                  <a:gd name="connsiteX52" fmla="*/ 1410607 w 3171988"/>
                  <a:gd name="connsiteY52" fmla="*/ 2512814 h 3474203"/>
                  <a:gd name="connsiteX53" fmla="*/ 1243979 w 3171988"/>
                  <a:gd name="connsiteY53" fmla="*/ 2648635 h 3474203"/>
                  <a:gd name="connsiteX54" fmla="*/ 1149502 w 3171988"/>
                  <a:gd name="connsiteY54" fmla="*/ 2565410 h 3474203"/>
                  <a:gd name="connsiteX55" fmla="*/ 971266 w 3171988"/>
                  <a:gd name="connsiteY55" fmla="*/ 2403961 h 3474203"/>
                  <a:gd name="connsiteX56" fmla="*/ 984125 w 3171988"/>
                  <a:gd name="connsiteY56" fmla="*/ 2371993 h 3474203"/>
                  <a:gd name="connsiteX57" fmla="*/ 1362565 w 3171988"/>
                  <a:gd name="connsiteY57" fmla="*/ 2054275 h 3474203"/>
                  <a:gd name="connsiteX58" fmla="*/ 1617507 w 3171988"/>
                  <a:gd name="connsiteY58" fmla="*/ 1789242 h 3474203"/>
                  <a:gd name="connsiteX59" fmla="*/ 1799138 w 3171988"/>
                  <a:gd name="connsiteY59" fmla="*/ 1816477 h 3474203"/>
                  <a:gd name="connsiteX60" fmla="*/ 1625009 w 3171988"/>
                  <a:gd name="connsiteY60" fmla="*/ 1598414 h 3474203"/>
                  <a:gd name="connsiteX61" fmla="*/ 1606524 w 3171988"/>
                  <a:gd name="connsiteY61" fmla="*/ 1538764 h 3474203"/>
                  <a:gd name="connsiteX62" fmla="*/ 1672425 w 3171988"/>
                  <a:gd name="connsiteY62" fmla="*/ 1462326 h 3474203"/>
                  <a:gd name="connsiteX63" fmla="*/ 1912366 w 3171988"/>
                  <a:gd name="connsiteY63" fmla="*/ 1246674 h 3474203"/>
                  <a:gd name="connsiteX64" fmla="*/ 2037471 w 3171988"/>
                  <a:gd name="connsiteY64" fmla="*/ 1130677 h 3474203"/>
                  <a:gd name="connsiteX65" fmla="*/ 2084262 w 3171988"/>
                  <a:gd name="connsiteY65" fmla="*/ 1069241 h 3474203"/>
                  <a:gd name="connsiteX66" fmla="*/ 2099621 w 3171988"/>
                  <a:gd name="connsiteY66" fmla="*/ 938153 h 3474203"/>
                  <a:gd name="connsiteX67" fmla="*/ 1892274 w 3171988"/>
                  <a:gd name="connsiteY67" fmla="*/ 988784 h 3474203"/>
                  <a:gd name="connsiteX68" fmla="*/ 1800120 w 3171988"/>
                  <a:gd name="connsiteY68" fmla="*/ 959406 h 3474203"/>
                  <a:gd name="connsiteX69" fmla="*/ 1744130 w 3171988"/>
                  <a:gd name="connsiteY69" fmla="*/ 765631 h 3474203"/>
                  <a:gd name="connsiteX70" fmla="*/ 1717877 w 3171988"/>
                  <a:gd name="connsiteY70" fmla="*/ 625078 h 3474203"/>
                  <a:gd name="connsiteX71" fmla="*/ 2151056 w 3171988"/>
                  <a:gd name="connsiteY71" fmla="*/ 482025 h 3474203"/>
                  <a:gd name="connsiteX72" fmla="*/ 2179542 w 3171988"/>
                  <a:gd name="connsiteY72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0 w 3171988"/>
                  <a:gd name="connsiteY45" fmla="*/ 3216514 h 3474203"/>
                  <a:gd name="connsiteX46" fmla="*/ 230638 w 3171988"/>
                  <a:gd name="connsiteY46" fmla="*/ 3170754 h 3474203"/>
                  <a:gd name="connsiteX47" fmla="*/ 741059 w 3171988"/>
                  <a:gd name="connsiteY47" fmla="*/ 3031897 h 3474203"/>
                  <a:gd name="connsiteX48" fmla="*/ 1307558 w 3171988"/>
                  <a:gd name="connsiteY48" fmla="*/ 2785973 h 3474203"/>
                  <a:gd name="connsiteX49" fmla="*/ 1587861 w 3171988"/>
                  <a:gd name="connsiteY49" fmla="*/ 2605504 h 3474203"/>
                  <a:gd name="connsiteX50" fmla="*/ 1445165 w 3171988"/>
                  <a:gd name="connsiteY50" fmla="*/ 2519154 h 3474203"/>
                  <a:gd name="connsiteX51" fmla="*/ 1410607 w 3171988"/>
                  <a:gd name="connsiteY51" fmla="*/ 2512814 h 3474203"/>
                  <a:gd name="connsiteX52" fmla="*/ 1243979 w 3171988"/>
                  <a:gd name="connsiteY52" fmla="*/ 2648635 h 3474203"/>
                  <a:gd name="connsiteX53" fmla="*/ 1149502 w 3171988"/>
                  <a:gd name="connsiteY53" fmla="*/ 2565410 h 3474203"/>
                  <a:gd name="connsiteX54" fmla="*/ 971266 w 3171988"/>
                  <a:gd name="connsiteY54" fmla="*/ 2403961 h 3474203"/>
                  <a:gd name="connsiteX55" fmla="*/ 984125 w 3171988"/>
                  <a:gd name="connsiteY55" fmla="*/ 2371993 h 3474203"/>
                  <a:gd name="connsiteX56" fmla="*/ 1362565 w 3171988"/>
                  <a:gd name="connsiteY56" fmla="*/ 2054275 h 3474203"/>
                  <a:gd name="connsiteX57" fmla="*/ 1617507 w 3171988"/>
                  <a:gd name="connsiteY57" fmla="*/ 1789242 h 3474203"/>
                  <a:gd name="connsiteX58" fmla="*/ 1799138 w 3171988"/>
                  <a:gd name="connsiteY58" fmla="*/ 1816477 h 3474203"/>
                  <a:gd name="connsiteX59" fmla="*/ 1625009 w 3171988"/>
                  <a:gd name="connsiteY59" fmla="*/ 1598414 h 3474203"/>
                  <a:gd name="connsiteX60" fmla="*/ 1606524 w 3171988"/>
                  <a:gd name="connsiteY60" fmla="*/ 1538764 h 3474203"/>
                  <a:gd name="connsiteX61" fmla="*/ 1672425 w 3171988"/>
                  <a:gd name="connsiteY61" fmla="*/ 1462326 h 3474203"/>
                  <a:gd name="connsiteX62" fmla="*/ 1912366 w 3171988"/>
                  <a:gd name="connsiteY62" fmla="*/ 1246674 h 3474203"/>
                  <a:gd name="connsiteX63" fmla="*/ 2037471 w 3171988"/>
                  <a:gd name="connsiteY63" fmla="*/ 1130677 h 3474203"/>
                  <a:gd name="connsiteX64" fmla="*/ 2084262 w 3171988"/>
                  <a:gd name="connsiteY64" fmla="*/ 1069241 h 3474203"/>
                  <a:gd name="connsiteX65" fmla="*/ 2099621 w 3171988"/>
                  <a:gd name="connsiteY65" fmla="*/ 938153 h 3474203"/>
                  <a:gd name="connsiteX66" fmla="*/ 1892274 w 3171988"/>
                  <a:gd name="connsiteY66" fmla="*/ 988784 h 3474203"/>
                  <a:gd name="connsiteX67" fmla="*/ 1800120 w 3171988"/>
                  <a:gd name="connsiteY67" fmla="*/ 959406 h 3474203"/>
                  <a:gd name="connsiteX68" fmla="*/ 1744130 w 3171988"/>
                  <a:gd name="connsiteY68" fmla="*/ 765631 h 3474203"/>
                  <a:gd name="connsiteX69" fmla="*/ 1717877 w 3171988"/>
                  <a:gd name="connsiteY69" fmla="*/ 625078 h 3474203"/>
                  <a:gd name="connsiteX70" fmla="*/ 2151056 w 3171988"/>
                  <a:gd name="connsiteY70" fmla="*/ 482025 h 3474203"/>
                  <a:gd name="connsiteX71" fmla="*/ 2179542 w 3171988"/>
                  <a:gd name="connsiteY71" fmla="*/ 0 h 3474203"/>
                  <a:gd name="connsiteX0" fmla="*/ 2119535 w 3171988"/>
                  <a:gd name="connsiteY0" fmla="*/ 2154198 h 3452485"/>
                  <a:gd name="connsiteX1" fmla="*/ 1867807 w 3171988"/>
                  <a:gd name="connsiteY1" fmla="*/ 2185184 h 3452485"/>
                  <a:gd name="connsiteX2" fmla="*/ 1770473 w 3171988"/>
                  <a:gd name="connsiteY2" fmla="*/ 2212598 h 3452485"/>
                  <a:gd name="connsiteX3" fmla="*/ 1669300 w 3171988"/>
                  <a:gd name="connsiteY3" fmla="*/ 2303949 h 3452485"/>
                  <a:gd name="connsiteX4" fmla="*/ 1851555 w 3171988"/>
                  <a:gd name="connsiteY4" fmla="*/ 2398336 h 3452485"/>
                  <a:gd name="connsiteX5" fmla="*/ 2053098 w 3171988"/>
                  <a:gd name="connsiteY5" fmla="*/ 2218135 h 3452485"/>
                  <a:gd name="connsiteX6" fmla="*/ 2119535 w 3171988"/>
                  <a:gd name="connsiteY6" fmla="*/ 2154198 h 3452485"/>
                  <a:gd name="connsiteX7" fmla="*/ 2069886 w 3171988"/>
                  <a:gd name="connsiteY7" fmla="*/ 1507242 h 3452485"/>
                  <a:gd name="connsiteX8" fmla="*/ 1990768 w 3171988"/>
                  <a:gd name="connsiteY8" fmla="*/ 1601807 h 3452485"/>
                  <a:gd name="connsiteX9" fmla="*/ 1837714 w 3171988"/>
                  <a:gd name="connsiteY9" fmla="*/ 1806119 h 3452485"/>
                  <a:gd name="connsiteX10" fmla="*/ 1947103 w 3171988"/>
                  <a:gd name="connsiteY10" fmla="*/ 1795403 h 3452485"/>
                  <a:gd name="connsiteX11" fmla="*/ 1853965 w 3171988"/>
                  <a:gd name="connsiteY11" fmla="*/ 1897380 h 3452485"/>
                  <a:gd name="connsiteX12" fmla="*/ 2153199 w 3171988"/>
                  <a:gd name="connsiteY12" fmla="*/ 1893719 h 3452485"/>
                  <a:gd name="connsiteX13" fmla="*/ 2035239 w 3171988"/>
                  <a:gd name="connsiteY13" fmla="*/ 1792367 h 3452485"/>
                  <a:gd name="connsiteX14" fmla="*/ 2069886 w 3171988"/>
                  <a:gd name="connsiteY14" fmla="*/ 1507242 h 3452485"/>
                  <a:gd name="connsiteX15" fmla="*/ 2445021 w 3171988"/>
                  <a:gd name="connsiteY15" fmla="*/ 1293465 h 3452485"/>
                  <a:gd name="connsiteX16" fmla="*/ 2391771 w 3171988"/>
                  <a:gd name="connsiteY16" fmla="*/ 1715394 h 3452485"/>
                  <a:gd name="connsiteX17" fmla="*/ 2636207 w 3171988"/>
                  <a:gd name="connsiteY17" fmla="*/ 1409045 h 3452485"/>
                  <a:gd name="connsiteX18" fmla="*/ 2445021 w 3171988"/>
                  <a:gd name="connsiteY18" fmla="*/ 1293465 h 3452485"/>
                  <a:gd name="connsiteX19" fmla="*/ 2179542 w 3171988"/>
                  <a:gd name="connsiteY19" fmla="*/ 0 h 3452485"/>
                  <a:gd name="connsiteX20" fmla="*/ 2223833 w 3171988"/>
                  <a:gd name="connsiteY20" fmla="*/ 8215 h 3452485"/>
                  <a:gd name="connsiteX21" fmla="*/ 2502797 w 3171988"/>
                  <a:gd name="connsiteY21" fmla="*/ 104835 h 3452485"/>
                  <a:gd name="connsiteX22" fmla="*/ 2561107 w 3171988"/>
                  <a:gd name="connsiteY22" fmla="*/ 135553 h 3452485"/>
                  <a:gd name="connsiteX23" fmla="*/ 2542266 w 3171988"/>
                  <a:gd name="connsiteY23" fmla="*/ 385852 h 3452485"/>
                  <a:gd name="connsiteX24" fmla="*/ 2810960 w 3171988"/>
                  <a:gd name="connsiteY24" fmla="*/ 351026 h 3452485"/>
                  <a:gd name="connsiteX25" fmla="*/ 2796226 w 3171988"/>
                  <a:gd name="connsiteY25" fmla="*/ 506938 h 3452485"/>
                  <a:gd name="connsiteX26" fmla="*/ 2768276 w 3171988"/>
                  <a:gd name="connsiteY26" fmla="*/ 702588 h 3452485"/>
                  <a:gd name="connsiteX27" fmla="*/ 2734522 w 3171988"/>
                  <a:gd name="connsiteY27" fmla="*/ 735985 h 3452485"/>
                  <a:gd name="connsiteX28" fmla="*/ 2504850 w 3171988"/>
                  <a:gd name="connsiteY28" fmla="*/ 812155 h 3452485"/>
                  <a:gd name="connsiteX29" fmla="*/ 2488509 w 3171988"/>
                  <a:gd name="connsiteY29" fmla="*/ 936456 h 3452485"/>
                  <a:gd name="connsiteX30" fmla="*/ 2638617 w 3171988"/>
                  <a:gd name="connsiteY30" fmla="*/ 995571 h 3452485"/>
                  <a:gd name="connsiteX31" fmla="*/ 3110462 w 3171988"/>
                  <a:gd name="connsiteY31" fmla="*/ 1220063 h 3452485"/>
                  <a:gd name="connsiteX32" fmla="*/ 3171988 w 3171988"/>
                  <a:gd name="connsiteY32" fmla="*/ 1255603 h 3452485"/>
                  <a:gd name="connsiteX33" fmla="*/ 3072868 w 3171988"/>
                  <a:gd name="connsiteY33" fmla="*/ 1398300 h 3452485"/>
                  <a:gd name="connsiteX34" fmla="*/ 2949281 w 3171988"/>
                  <a:gd name="connsiteY34" fmla="*/ 1551355 h 3452485"/>
                  <a:gd name="connsiteX35" fmla="*/ 2394837 w 3171988"/>
                  <a:gd name="connsiteY35" fmla="*/ 1749147 h 3452485"/>
                  <a:gd name="connsiteX36" fmla="*/ 2383139 w 3171988"/>
                  <a:gd name="connsiteY36" fmla="*/ 1863804 h 3452485"/>
                  <a:gd name="connsiteX37" fmla="*/ 2615221 w 3171988"/>
                  <a:gd name="connsiteY37" fmla="*/ 1974265 h 3452485"/>
                  <a:gd name="connsiteX38" fmla="*/ 2737022 w 3171988"/>
                  <a:gd name="connsiteY38" fmla="*/ 2079457 h 3452485"/>
                  <a:gd name="connsiteX39" fmla="*/ 2712912 w 3171988"/>
                  <a:gd name="connsiteY39" fmla="*/ 2154734 h 3452485"/>
                  <a:gd name="connsiteX40" fmla="*/ 2385907 w 3171988"/>
                  <a:gd name="connsiteY40" fmla="*/ 2577644 h 3452485"/>
                  <a:gd name="connsiteX41" fmla="*/ 1864592 w 3171988"/>
                  <a:gd name="connsiteY41" fmla="*/ 3092172 h 3452485"/>
                  <a:gd name="connsiteX42" fmla="*/ 1679658 w 3171988"/>
                  <a:gd name="connsiteY42" fmla="*/ 3246388 h 3452485"/>
                  <a:gd name="connsiteX43" fmla="*/ 1302915 w 3171988"/>
                  <a:gd name="connsiteY43" fmla="*/ 3452485 h 3452485"/>
                  <a:gd name="connsiteX44" fmla="*/ 0 w 3171988"/>
                  <a:gd name="connsiteY44" fmla="*/ 3216514 h 3452485"/>
                  <a:gd name="connsiteX45" fmla="*/ 230638 w 3171988"/>
                  <a:gd name="connsiteY45" fmla="*/ 3170754 h 3452485"/>
                  <a:gd name="connsiteX46" fmla="*/ 741059 w 3171988"/>
                  <a:gd name="connsiteY46" fmla="*/ 3031897 h 3452485"/>
                  <a:gd name="connsiteX47" fmla="*/ 1307558 w 3171988"/>
                  <a:gd name="connsiteY47" fmla="*/ 2785973 h 3452485"/>
                  <a:gd name="connsiteX48" fmla="*/ 1587861 w 3171988"/>
                  <a:gd name="connsiteY48" fmla="*/ 2605504 h 3452485"/>
                  <a:gd name="connsiteX49" fmla="*/ 1445165 w 3171988"/>
                  <a:gd name="connsiteY49" fmla="*/ 2519154 h 3452485"/>
                  <a:gd name="connsiteX50" fmla="*/ 1410607 w 3171988"/>
                  <a:gd name="connsiteY50" fmla="*/ 2512814 h 3452485"/>
                  <a:gd name="connsiteX51" fmla="*/ 1243979 w 3171988"/>
                  <a:gd name="connsiteY51" fmla="*/ 2648635 h 3452485"/>
                  <a:gd name="connsiteX52" fmla="*/ 1149502 w 3171988"/>
                  <a:gd name="connsiteY52" fmla="*/ 2565410 h 3452485"/>
                  <a:gd name="connsiteX53" fmla="*/ 971266 w 3171988"/>
                  <a:gd name="connsiteY53" fmla="*/ 2403961 h 3452485"/>
                  <a:gd name="connsiteX54" fmla="*/ 984125 w 3171988"/>
                  <a:gd name="connsiteY54" fmla="*/ 2371993 h 3452485"/>
                  <a:gd name="connsiteX55" fmla="*/ 1362565 w 3171988"/>
                  <a:gd name="connsiteY55" fmla="*/ 2054275 h 3452485"/>
                  <a:gd name="connsiteX56" fmla="*/ 1617507 w 3171988"/>
                  <a:gd name="connsiteY56" fmla="*/ 1789242 h 3452485"/>
                  <a:gd name="connsiteX57" fmla="*/ 1799138 w 3171988"/>
                  <a:gd name="connsiteY57" fmla="*/ 1816477 h 3452485"/>
                  <a:gd name="connsiteX58" fmla="*/ 1625009 w 3171988"/>
                  <a:gd name="connsiteY58" fmla="*/ 1598414 h 3452485"/>
                  <a:gd name="connsiteX59" fmla="*/ 1606524 w 3171988"/>
                  <a:gd name="connsiteY59" fmla="*/ 1538764 h 3452485"/>
                  <a:gd name="connsiteX60" fmla="*/ 1672425 w 3171988"/>
                  <a:gd name="connsiteY60" fmla="*/ 1462326 h 3452485"/>
                  <a:gd name="connsiteX61" fmla="*/ 1912366 w 3171988"/>
                  <a:gd name="connsiteY61" fmla="*/ 1246674 h 3452485"/>
                  <a:gd name="connsiteX62" fmla="*/ 2037471 w 3171988"/>
                  <a:gd name="connsiteY62" fmla="*/ 1130677 h 3452485"/>
                  <a:gd name="connsiteX63" fmla="*/ 2084262 w 3171988"/>
                  <a:gd name="connsiteY63" fmla="*/ 1069241 h 3452485"/>
                  <a:gd name="connsiteX64" fmla="*/ 2099621 w 3171988"/>
                  <a:gd name="connsiteY64" fmla="*/ 938153 h 3452485"/>
                  <a:gd name="connsiteX65" fmla="*/ 1892274 w 3171988"/>
                  <a:gd name="connsiteY65" fmla="*/ 988784 h 3452485"/>
                  <a:gd name="connsiteX66" fmla="*/ 1800120 w 3171988"/>
                  <a:gd name="connsiteY66" fmla="*/ 959406 h 3452485"/>
                  <a:gd name="connsiteX67" fmla="*/ 1744130 w 3171988"/>
                  <a:gd name="connsiteY67" fmla="*/ 765631 h 3452485"/>
                  <a:gd name="connsiteX68" fmla="*/ 1717877 w 3171988"/>
                  <a:gd name="connsiteY68" fmla="*/ 625078 h 3452485"/>
                  <a:gd name="connsiteX69" fmla="*/ 2151056 w 3171988"/>
                  <a:gd name="connsiteY69" fmla="*/ 482025 h 3452485"/>
                  <a:gd name="connsiteX70" fmla="*/ 2179542 w 3171988"/>
                  <a:gd name="connsiteY70" fmla="*/ 0 h 345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171988" h="3452485">
                    <a:moveTo>
                      <a:pt x="2119535" y="2154198"/>
                    </a:moveTo>
                    <a:cubicBezTo>
                      <a:pt x="2035506" y="2162503"/>
                      <a:pt x="1952103" y="2177772"/>
                      <a:pt x="1867807" y="2185184"/>
                    </a:cubicBezTo>
                    <a:cubicBezTo>
                      <a:pt x="1835213" y="2192596"/>
                      <a:pt x="1794851" y="2185184"/>
                      <a:pt x="1770473" y="2212598"/>
                    </a:cubicBezTo>
                    <a:cubicBezTo>
                      <a:pt x="1738415" y="2244924"/>
                      <a:pt x="1704215" y="2274838"/>
                      <a:pt x="1669300" y="2303949"/>
                    </a:cubicBezTo>
                    <a:cubicBezTo>
                      <a:pt x="1729575" y="2336274"/>
                      <a:pt x="1790297" y="2367975"/>
                      <a:pt x="1851555" y="2398336"/>
                    </a:cubicBezTo>
                    <a:lnTo>
                      <a:pt x="2053098" y="2218135"/>
                    </a:lnTo>
                    <a:cubicBezTo>
                      <a:pt x="2075958" y="2197507"/>
                      <a:pt x="2101407" y="2179380"/>
                      <a:pt x="2119535" y="2154198"/>
                    </a:cubicBezTo>
                    <a:close/>
                    <a:moveTo>
                      <a:pt x="2069886" y="1507242"/>
                    </a:moveTo>
                    <a:cubicBezTo>
                      <a:pt x="2041042" y="1536621"/>
                      <a:pt x="2018004" y="1571000"/>
                      <a:pt x="1990768" y="1601807"/>
                    </a:cubicBezTo>
                    <a:cubicBezTo>
                      <a:pt x="1938083" y="1668602"/>
                      <a:pt x="1881648" y="1733074"/>
                      <a:pt x="1837714" y="1806119"/>
                    </a:cubicBezTo>
                    <a:cubicBezTo>
                      <a:pt x="1874147" y="1802190"/>
                      <a:pt x="1910223" y="1795224"/>
                      <a:pt x="1947103" y="1795403"/>
                    </a:cubicBezTo>
                    <a:cubicBezTo>
                      <a:pt x="1915045" y="1828443"/>
                      <a:pt x="1878433" y="1858000"/>
                      <a:pt x="1853965" y="1897380"/>
                    </a:cubicBezTo>
                    <a:lnTo>
                      <a:pt x="2153199" y="1893719"/>
                    </a:lnTo>
                    <a:cubicBezTo>
                      <a:pt x="2139358" y="1835676"/>
                      <a:pt x="2056491" y="1843623"/>
                      <a:pt x="2035239" y="1792367"/>
                    </a:cubicBezTo>
                    <a:cubicBezTo>
                      <a:pt x="2051579" y="1698159"/>
                      <a:pt x="2067475" y="1602968"/>
                      <a:pt x="2069886" y="1507242"/>
                    </a:cubicBezTo>
                    <a:close/>
                    <a:moveTo>
                      <a:pt x="2445021" y="1293465"/>
                    </a:moveTo>
                    <a:cubicBezTo>
                      <a:pt x="2431359" y="1390888"/>
                      <a:pt x="2400879" y="1617346"/>
                      <a:pt x="2391771" y="1715394"/>
                    </a:cubicBezTo>
                    <a:lnTo>
                      <a:pt x="2636207" y="1409045"/>
                    </a:lnTo>
                    <a:cubicBezTo>
                      <a:pt x="2594148" y="1390382"/>
                      <a:pt x="2483777" y="1317933"/>
                      <a:pt x="2445021" y="1293465"/>
                    </a:cubicBezTo>
                    <a:close/>
                    <a:moveTo>
                      <a:pt x="2179542" y="0"/>
                    </a:moveTo>
                    <a:cubicBezTo>
                      <a:pt x="2194454" y="1161"/>
                      <a:pt x="2209635" y="2768"/>
                      <a:pt x="2223833" y="8215"/>
                    </a:cubicBezTo>
                    <a:lnTo>
                      <a:pt x="2502797" y="104835"/>
                    </a:lnTo>
                    <a:cubicBezTo>
                      <a:pt x="2523424" y="112425"/>
                      <a:pt x="2542891" y="123051"/>
                      <a:pt x="2561107" y="135553"/>
                    </a:cubicBezTo>
                    <a:cubicBezTo>
                      <a:pt x="2566912" y="219581"/>
                      <a:pt x="2552089" y="302806"/>
                      <a:pt x="2542266" y="385852"/>
                    </a:cubicBezTo>
                    <a:cubicBezTo>
                      <a:pt x="2631116" y="370761"/>
                      <a:pt x="2720324" y="348883"/>
                      <a:pt x="2810960" y="351026"/>
                    </a:cubicBezTo>
                    <a:cubicBezTo>
                      <a:pt x="2817033" y="403622"/>
                      <a:pt x="2802120" y="455146"/>
                      <a:pt x="2796226" y="506938"/>
                    </a:cubicBezTo>
                    <a:cubicBezTo>
                      <a:pt x="2789708" y="572572"/>
                      <a:pt x="2776760" y="637223"/>
                      <a:pt x="2768276" y="702588"/>
                    </a:cubicBezTo>
                    <a:cubicBezTo>
                      <a:pt x="2768991" y="721608"/>
                      <a:pt x="2750238" y="731520"/>
                      <a:pt x="2734522" y="735985"/>
                    </a:cubicBezTo>
                    <a:cubicBezTo>
                      <a:pt x="2657548" y="760274"/>
                      <a:pt x="2582449" y="790010"/>
                      <a:pt x="2504850" y="812155"/>
                    </a:cubicBezTo>
                    <a:cubicBezTo>
                      <a:pt x="2496635" y="853142"/>
                      <a:pt x="2492617" y="894844"/>
                      <a:pt x="2488509" y="936456"/>
                    </a:cubicBezTo>
                    <a:cubicBezTo>
                      <a:pt x="2541463" y="947886"/>
                      <a:pt x="2588075" y="977086"/>
                      <a:pt x="2638617" y="995571"/>
                    </a:cubicBezTo>
                    <a:cubicBezTo>
                      <a:pt x="2796405" y="1069330"/>
                      <a:pt x="2955443" y="1140678"/>
                      <a:pt x="3110462" y="1220063"/>
                    </a:cubicBezTo>
                    <a:cubicBezTo>
                      <a:pt x="3131625" y="1230779"/>
                      <a:pt x="3152253" y="1242477"/>
                      <a:pt x="3171988" y="1255603"/>
                    </a:cubicBezTo>
                    <a:cubicBezTo>
                      <a:pt x="3146091" y="1307753"/>
                      <a:pt x="3107337" y="1351776"/>
                      <a:pt x="3072868" y="1398300"/>
                    </a:cubicBezTo>
                    <a:cubicBezTo>
                      <a:pt x="3031166" y="1448931"/>
                      <a:pt x="2994019" y="1503402"/>
                      <a:pt x="2949281" y="1551355"/>
                    </a:cubicBezTo>
                    <a:cubicBezTo>
                      <a:pt x="2836276" y="1609829"/>
                      <a:pt x="2489194" y="1697072"/>
                      <a:pt x="2394837" y="1749147"/>
                    </a:cubicBezTo>
                    <a:cubicBezTo>
                      <a:pt x="2390997" y="1787366"/>
                      <a:pt x="2383853" y="1825317"/>
                      <a:pt x="2383139" y="1863804"/>
                    </a:cubicBezTo>
                    <a:cubicBezTo>
                      <a:pt x="2468685" y="1879342"/>
                      <a:pt x="2542712" y="1928991"/>
                      <a:pt x="2615221" y="1974265"/>
                    </a:cubicBezTo>
                    <a:cubicBezTo>
                      <a:pt x="2657637" y="2006679"/>
                      <a:pt x="2710054" y="2031325"/>
                      <a:pt x="2737022" y="2079457"/>
                    </a:cubicBezTo>
                    <a:cubicBezTo>
                      <a:pt x="2744077" y="2106156"/>
                      <a:pt x="2723360" y="2131159"/>
                      <a:pt x="2712912" y="2154734"/>
                    </a:cubicBezTo>
                    <a:cubicBezTo>
                      <a:pt x="2623079" y="2309485"/>
                      <a:pt x="2501547" y="2442180"/>
                      <a:pt x="2385907" y="2577644"/>
                    </a:cubicBezTo>
                    <a:cubicBezTo>
                      <a:pt x="2220708" y="2757577"/>
                      <a:pt x="2048186" y="2930991"/>
                      <a:pt x="1864592" y="3092172"/>
                    </a:cubicBezTo>
                    <a:cubicBezTo>
                      <a:pt x="1806728" y="3147894"/>
                      <a:pt x="1741541" y="3195310"/>
                      <a:pt x="1679658" y="3246388"/>
                    </a:cubicBezTo>
                    <a:cubicBezTo>
                      <a:pt x="1568394" y="3337114"/>
                      <a:pt x="1445343" y="3421678"/>
                      <a:pt x="1302915" y="3452485"/>
                    </a:cubicBezTo>
                    <a:cubicBezTo>
                      <a:pt x="1022972" y="3447506"/>
                      <a:pt x="178713" y="3263469"/>
                      <a:pt x="0" y="3216514"/>
                    </a:cubicBezTo>
                    <a:lnTo>
                      <a:pt x="230638" y="3170754"/>
                    </a:lnTo>
                    <a:cubicBezTo>
                      <a:pt x="401463" y="3127266"/>
                      <a:pt x="572823" y="3084850"/>
                      <a:pt x="741059" y="3031897"/>
                    </a:cubicBezTo>
                    <a:cubicBezTo>
                      <a:pt x="937155" y="2968318"/>
                      <a:pt x="1128875" y="2889201"/>
                      <a:pt x="1307558" y="2785973"/>
                    </a:cubicBezTo>
                    <a:cubicBezTo>
                      <a:pt x="1405070" y="2732752"/>
                      <a:pt x="1499636" y="2673281"/>
                      <a:pt x="1587861" y="2605504"/>
                    </a:cubicBezTo>
                    <a:lnTo>
                      <a:pt x="1445165" y="2519154"/>
                    </a:lnTo>
                    <a:cubicBezTo>
                      <a:pt x="1434985" y="2514154"/>
                      <a:pt x="1421233" y="2503081"/>
                      <a:pt x="1410607" y="2512814"/>
                    </a:cubicBezTo>
                    <a:cubicBezTo>
                      <a:pt x="1356671" y="2560052"/>
                      <a:pt x="1301754" y="2606308"/>
                      <a:pt x="1243979" y="2648635"/>
                    </a:cubicBezTo>
                    <a:cubicBezTo>
                      <a:pt x="1212011" y="2621399"/>
                      <a:pt x="1179863" y="2594432"/>
                      <a:pt x="1149502" y="2565410"/>
                    </a:cubicBezTo>
                    <a:cubicBezTo>
                      <a:pt x="1086727" y="2515493"/>
                      <a:pt x="1025380" y="2463254"/>
                      <a:pt x="971266" y="2403961"/>
                    </a:cubicBezTo>
                    <a:cubicBezTo>
                      <a:pt x="961354" y="2392264"/>
                      <a:pt x="974838" y="2378958"/>
                      <a:pt x="984125" y="2371993"/>
                    </a:cubicBezTo>
                    <a:cubicBezTo>
                      <a:pt x="1112802" y="2269212"/>
                      <a:pt x="1238710" y="2162860"/>
                      <a:pt x="1362565" y="2054275"/>
                    </a:cubicBezTo>
                    <a:cubicBezTo>
                      <a:pt x="1452219" y="1970693"/>
                      <a:pt x="1542409" y="1886486"/>
                      <a:pt x="1617507" y="1789242"/>
                    </a:cubicBezTo>
                    <a:cubicBezTo>
                      <a:pt x="1677962" y="1798975"/>
                      <a:pt x="1737166" y="1820317"/>
                      <a:pt x="1799138" y="1816477"/>
                    </a:cubicBezTo>
                    <a:cubicBezTo>
                      <a:pt x="1742344" y="1742807"/>
                      <a:pt x="1680372" y="1673156"/>
                      <a:pt x="1625009" y="1598414"/>
                    </a:cubicBezTo>
                    <a:cubicBezTo>
                      <a:pt x="1614025" y="1581090"/>
                      <a:pt x="1596255" y="1560284"/>
                      <a:pt x="1606524" y="1538764"/>
                    </a:cubicBezTo>
                    <a:cubicBezTo>
                      <a:pt x="1623312" y="1509296"/>
                      <a:pt x="1648315" y="1485721"/>
                      <a:pt x="1672425" y="1462326"/>
                    </a:cubicBezTo>
                    <a:cubicBezTo>
                      <a:pt x="1750471" y="1388209"/>
                      <a:pt x="1830659" y="1316593"/>
                      <a:pt x="1912366" y="1246674"/>
                    </a:cubicBezTo>
                    <a:cubicBezTo>
                      <a:pt x="1954157" y="1208097"/>
                      <a:pt x="1994340" y="1167825"/>
                      <a:pt x="2037471" y="1130677"/>
                    </a:cubicBezTo>
                    <a:cubicBezTo>
                      <a:pt x="2056134" y="1112907"/>
                      <a:pt x="2081405" y="1097280"/>
                      <a:pt x="2084262" y="1069241"/>
                    </a:cubicBezTo>
                    <a:cubicBezTo>
                      <a:pt x="2089084" y="1025485"/>
                      <a:pt x="2097568" y="982176"/>
                      <a:pt x="2099621" y="938153"/>
                    </a:cubicBezTo>
                    <a:cubicBezTo>
                      <a:pt x="2034078" y="966728"/>
                      <a:pt x="1962283" y="976819"/>
                      <a:pt x="1892274" y="988784"/>
                    </a:cubicBezTo>
                    <a:cubicBezTo>
                      <a:pt x="1860306" y="993517"/>
                      <a:pt x="1814318" y="995928"/>
                      <a:pt x="1800120" y="959406"/>
                    </a:cubicBezTo>
                    <a:cubicBezTo>
                      <a:pt x="1773241" y="897612"/>
                      <a:pt x="1760204" y="830818"/>
                      <a:pt x="1744130" y="765631"/>
                    </a:cubicBezTo>
                    <a:cubicBezTo>
                      <a:pt x="1735469" y="718751"/>
                      <a:pt x="1720556" y="672852"/>
                      <a:pt x="1717877" y="625078"/>
                    </a:cubicBezTo>
                    <a:cubicBezTo>
                      <a:pt x="1858788" y="567660"/>
                      <a:pt x="2004877" y="523548"/>
                      <a:pt x="2151056" y="482025"/>
                    </a:cubicBezTo>
                    <a:cubicBezTo>
                      <a:pt x="2170880" y="322362"/>
                      <a:pt x="2179006" y="161002"/>
                      <a:pt x="2179542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D78BDD7F-C630-F522-165B-A0465724560D}"/>
                  </a:ext>
                </a:extLst>
              </p:cNvPr>
              <p:cNvSpPr/>
              <p:nvPr/>
            </p:nvSpPr>
            <p:spPr>
              <a:xfrm>
                <a:off x="3887955" y="965477"/>
                <a:ext cx="1344721" cy="1854395"/>
              </a:xfrm>
              <a:custGeom>
                <a:avLst/>
                <a:gdLst>
                  <a:gd name="connsiteX0" fmla="*/ 608379 w 1344721"/>
                  <a:gd name="connsiteY0" fmla="*/ 0 h 1854395"/>
                  <a:gd name="connsiteX1" fmla="*/ 913150 w 1344721"/>
                  <a:gd name="connsiteY1" fmla="*/ 92869 h 1854395"/>
                  <a:gd name="connsiteX2" fmla="*/ 983337 w 1344721"/>
                  <a:gd name="connsiteY2" fmla="*/ 129302 h 1854395"/>
                  <a:gd name="connsiteX3" fmla="*/ 983069 w 1344721"/>
                  <a:gd name="connsiteY3" fmla="*/ 335131 h 1854395"/>
                  <a:gd name="connsiteX4" fmla="*/ 1141571 w 1344721"/>
                  <a:gd name="connsiteY4" fmla="*/ 317808 h 1854395"/>
                  <a:gd name="connsiteX5" fmla="*/ 1199971 w 1344721"/>
                  <a:gd name="connsiteY5" fmla="*/ 341650 h 1854395"/>
                  <a:gd name="connsiteX6" fmla="*/ 1187202 w 1344721"/>
                  <a:gd name="connsiteY6" fmla="*/ 588645 h 1854395"/>
                  <a:gd name="connsiteX7" fmla="*/ 1163985 w 1344721"/>
                  <a:gd name="connsiteY7" fmla="*/ 646867 h 1854395"/>
                  <a:gd name="connsiteX8" fmla="*/ 972264 w 1344721"/>
                  <a:gd name="connsiteY8" fmla="*/ 703838 h 1854395"/>
                  <a:gd name="connsiteX9" fmla="*/ 963870 w 1344721"/>
                  <a:gd name="connsiteY9" fmla="*/ 838766 h 1854395"/>
                  <a:gd name="connsiteX10" fmla="*/ 1020306 w 1344721"/>
                  <a:gd name="connsiteY10" fmla="*/ 825907 h 1854395"/>
                  <a:gd name="connsiteX11" fmla="*/ 1289983 w 1344721"/>
                  <a:gd name="connsiteY11" fmla="*/ 957709 h 1854395"/>
                  <a:gd name="connsiteX12" fmla="*/ 1344722 w 1344721"/>
                  <a:gd name="connsiteY12" fmla="*/ 992624 h 1854395"/>
                  <a:gd name="connsiteX13" fmla="*/ 1330345 w 1344721"/>
                  <a:gd name="connsiteY13" fmla="*/ 1045488 h 1854395"/>
                  <a:gd name="connsiteX14" fmla="*/ 1168450 w 1344721"/>
                  <a:gd name="connsiteY14" fmla="*/ 1258907 h 1854395"/>
                  <a:gd name="connsiteX15" fmla="*/ 1143357 w 1344721"/>
                  <a:gd name="connsiteY15" fmla="*/ 1271677 h 1854395"/>
                  <a:gd name="connsiteX16" fmla="*/ 952530 w 1344721"/>
                  <a:gd name="connsiteY16" fmla="*/ 1139785 h 1854395"/>
                  <a:gd name="connsiteX17" fmla="*/ 939939 w 1344721"/>
                  <a:gd name="connsiteY17" fmla="*/ 1704499 h 1854395"/>
                  <a:gd name="connsiteX18" fmla="*/ 862965 w 1344721"/>
                  <a:gd name="connsiteY18" fmla="*/ 1828354 h 1854395"/>
                  <a:gd name="connsiteX19" fmla="*/ 782508 w 1344721"/>
                  <a:gd name="connsiteY19" fmla="*/ 1847463 h 1854395"/>
                  <a:gd name="connsiteX20" fmla="*/ 538906 w 1344721"/>
                  <a:gd name="connsiteY20" fmla="*/ 1734681 h 1854395"/>
                  <a:gd name="connsiteX21" fmla="*/ 572929 w 1344721"/>
                  <a:gd name="connsiteY21" fmla="*/ 1372850 h 1854395"/>
                  <a:gd name="connsiteX22" fmla="*/ 522744 w 1344721"/>
                  <a:gd name="connsiteY22" fmla="*/ 1434644 h 1854395"/>
                  <a:gd name="connsiteX23" fmla="*/ 398710 w 1344721"/>
                  <a:gd name="connsiteY23" fmla="*/ 1596271 h 1854395"/>
                  <a:gd name="connsiteX24" fmla="*/ 293162 w 1344721"/>
                  <a:gd name="connsiteY24" fmla="*/ 1721822 h 1854395"/>
                  <a:gd name="connsiteX25" fmla="*/ 233958 w 1344721"/>
                  <a:gd name="connsiteY25" fmla="*/ 1674049 h 1854395"/>
                  <a:gd name="connsiteX26" fmla="*/ 2679 w 1344721"/>
                  <a:gd name="connsiteY26" fmla="*/ 1436608 h 1854395"/>
                  <a:gd name="connsiteX27" fmla="*/ 43398 w 1344721"/>
                  <a:gd name="connsiteY27" fmla="*/ 1392853 h 1854395"/>
                  <a:gd name="connsiteX28" fmla="*/ 484257 w 1344721"/>
                  <a:gd name="connsiteY28" fmla="*/ 976283 h 1854395"/>
                  <a:gd name="connsiteX29" fmla="*/ 587305 w 1344721"/>
                  <a:gd name="connsiteY29" fmla="*/ 839212 h 1854395"/>
                  <a:gd name="connsiteX30" fmla="*/ 452378 w 1344721"/>
                  <a:gd name="connsiteY30" fmla="*/ 872609 h 1854395"/>
                  <a:gd name="connsiteX31" fmla="*/ 176629 w 1344721"/>
                  <a:gd name="connsiteY31" fmla="*/ 930384 h 1854395"/>
                  <a:gd name="connsiteX32" fmla="*/ 138053 w 1344721"/>
                  <a:gd name="connsiteY32" fmla="*/ 904131 h 1854395"/>
                  <a:gd name="connsiteX33" fmla="*/ 0 w 1344721"/>
                  <a:gd name="connsiteY33" fmla="*/ 602575 h 1854395"/>
                  <a:gd name="connsiteX34" fmla="*/ 103227 w 1344721"/>
                  <a:gd name="connsiteY34" fmla="*/ 567750 h 1854395"/>
                  <a:gd name="connsiteX35" fmla="*/ 611058 w 1344721"/>
                  <a:gd name="connsiteY35" fmla="*/ 425946 h 1854395"/>
                  <a:gd name="connsiteX36" fmla="*/ 615791 w 1344721"/>
                  <a:gd name="connsiteY36" fmla="*/ 275749 h 1854395"/>
                  <a:gd name="connsiteX37" fmla="*/ 608379 w 1344721"/>
                  <a:gd name="connsiteY37" fmla="*/ 0 h 185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44721" h="1854395">
                    <a:moveTo>
                      <a:pt x="608379" y="0"/>
                    </a:moveTo>
                    <a:cubicBezTo>
                      <a:pt x="710893" y="27861"/>
                      <a:pt x="812512" y="58936"/>
                      <a:pt x="913150" y="92869"/>
                    </a:cubicBezTo>
                    <a:cubicBezTo>
                      <a:pt x="937171" y="102870"/>
                      <a:pt x="965121" y="109389"/>
                      <a:pt x="983337" y="129302"/>
                    </a:cubicBezTo>
                    <a:cubicBezTo>
                      <a:pt x="1001911" y="196542"/>
                      <a:pt x="983069" y="266730"/>
                      <a:pt x="983069" y="335131"/>
                    </a:cubicBezTo>
                    <a:cubicBezTo>
                      <a:pt x="1035754" y="328434"/>
                      <a:pt x="1088708" y="323701"/>
                      <a:pt x="1141571" y="317808"/>
                    </a:cubicBezTo>
                    <a:cubicBezTo>
                      <a:pt x="1163717" y="314414"/>
                      <a:pt x="1185595" y="325219"/>
                      <a:pt x="1199971" y="341650"/>
                    </a:cubicBezTo>
                    <a:cubicBezTo>
                      <a:pt x="1205686" y="424071"/>
                      <a:pt x="1193274" y="506492"/>
                      <a:pt x="1187202" y="588645"/>
                    </a:cubicBezTo>
                    <a:cubicBezTo>
                      <a:pt x="1180951" y="607844"/>
                      <a:pt x="1187023" y="638294"/>
                      <a:pt x="1163985" y="646867"/>
                    </a:cubicBezTo>
                    <a:cubicBezTo>
                      <a:pt x="1101209" y="669369"/>
                      <a:pt x="1034594" y="680085"/>
                      <a:pt x="972264" y="703838"/>
                    </a:cubicBezTo>
                    <a:cubicBezTo>
                      <a:pt x="962442" y="747058"/>
                      <a:pt x="967799" y="794117"/>
                      <a:pt x="963870" y="838766"/>
                    </a:cubicBezTo>
                    <a:cubicBezTo>
                      <a:pt x="981462" y="831175"/>
                      <a:pt x="1000393" y="813673"/>
                      <a:pt x="1020306" y="825907"/>
                    </a:cubicBezTo>
                    <a:cubicBezTo>
                      <a:pt x="1110764" y="868591"/>
                      <a:pt x="1200507" y="912971"/>
                      <a:pt x="1289983" y="957709"/>
                    </a:cubicBezTo>
                    <a:cubicBezTo>
                      <a:pt x="1309360" y="967442"/>
                      <a:pt x="1327487" y="979497"/>
                      <a:pt x="1344722" y="992624"/>
                    </a:cubicBezTo>
                    <a:cubicBezTo>
                      <a:pt x="1342846" y="1010930"/>
                      <a:pt x="1340524" y="1029682"/>
                      <a:pt x="1330345" y="1045488"/>
                    </a:cubicBezTo>
                    <a:cubicBezTo>
                      <a:pt x="1285339" y="1122908"/>
                      <a:pt x="1230422" y="1194346"/>
                      <a:pt x="1168450" y="1258907"/>
                    </a:cubicBezTo>
                    <a:cubicBezTo>
                      <a:pt x="1161306" y="1264533"/>
                      <a:pt x="1153984" y="1276767"/>
                      <a:pt x="1143357" y="1271677"/>
                    </a:cubicBezTo>
                    <a:cubicBezTo>
                      <a:pt x="1077367" y="1231493"/>
                      <a:pt x="1017806" y="1181308"/>
                      <a:pt x="952530" y="1139785"/>
                    </a:cubicBezTo>
                    <a:cubicBezTo>
                      <a:pt x="948065" y="1327934"/>
                      <a:pt x="955298" y="1516618"/>
                      <a:pt x="939939" y="1704499"/>
                    </a:cubicBezTo>
                    <a:cubicBezTo>
                      <a:pt x="940296" y="1757720"/>
                      <a:pt x="893772" y="1791117"/>
                      <a:pt x="862965" y="1828354"/>
                    </a:cubicBezTo>
                    <a:cubicBezTo>
                      <a:pt x="844123" y="1853803"/>
                      <a:pt x="810816" y="1861483"/>
                      <a:pt x="782508" y="1847463"/>
                    </a:cubicBezTo>
                    <a:cubicBezTo>
                      <a:pt x="700713" y="1811209"/>
                      <a:pt x="618827" y="1774865"/>
                      <a:pt x="538906" y="1734681"/>
                    </a:cubicBezTo>
                    <a:cubicBezTo>
                      <a:pt x="556141" y="1614756"/>
                      <a:pt x="567124" y="1493758"/>
                      <a:pt x="572929" y="1372850"/>
                    </a:cubicBezTo>
                    <a:cubicBezTo>
                      <a:pt x="551408" y="1389192"/>
                      <a:pt x="539621" y="1414105"/>
                      <a:pt x="522744" y="1434644"/>
                    </a:cubicBezTo>
                    <a:cubicBezTo>
                      <a:pt x="481042" y="1488222"/>
                      <a:pt x="438805" y="1541443"/>
                      <a:pt x="398710" y="1596271"/>
                    </a:cubicBezTo>
                    <a:cubicBezTo>
                      <a:pt x="363885" y="1638419"/>
                      <a:pt x="333791" y="1684853"/>
                      <a:pt x="293162" y="1721822"/>
                    </a:cubicBezTo>
                    <a:cubicBezTo>
                      <a:pt x="271552" y="1708338"/>
                      <a:pt x="251996" y="1691997"/>
                      <a:pt x="233958" y="1674049"/>
                    </a:cubicBezTo>
                    <a:cubicBezTo>
                      <a:pt x="154216" y="1597878"/>
                      <a:pt x="66883" y="1527155"/>
                      <a:pt x="2679" y="1436608"/>
                    </a:cubicBezTo>
                    <a:cubicBezTo>
                      <a:pt x="15359" y="1421249"/>
                      <a:pt x="28486" y="1406158"/>
                      <a:pt x="43398" y="1392853"/>
                    </a:cubicBezTo>
                    <a:cubicBezTo>
                      <a:pt x="191720" y="1255514"/>
                      <a:pt x="339417" y="1117372"/>
                      <a:pt x="484257" y="976283"/>
                    </a:cubicBezTo>
                    <a:cubicBezTo>
                      <a:pt x="523815" y="935206"/>
                      <a:pt x="567482" y="894219"/>
                      <a:pt x="587305" y="839212"/>
                    </a:cubicBezTo>
                    <a:cubicBezTo>
                      <a:pt x="540871" y="843409"/>
                      <a:pt x="497651" y="862697"/>
                      <a:pt x="452378" y="872609"/>
                    </a:cubicBezTo>
                    <a:cubicBezTo>
                      <a:pt x="360581" y="892344"/>
                      <a:pt x="270123" y="919669"/>
                      <a:pt x="176629" y="930384"/>
                    </a:cubicBezTo>
                    <a:cubicBezTo>
                      <a:pt x="159931" y="929848"/>
                      <a:pt x="145197" y="918865"/>
                      <a:pt x="138053" y="904131"/>
                    </a:cubicBezTo>
                    <a:cubicBezTo>
                      <a:pt x="84296" y="807333"/>
                      <a:pt x="41523" y="704999"/>
                      <a:pt x="0" y="602575"/>
                    </a:cubicBezTo>
                    <a:cubicBezTo>
                      <a:pt x="32593" y="586145"/>
                      <a:pt x="68312" y="577929"/>
                      <a:pt x="103227" y="567750"/>
                    </a:cubicBezTo>
                    <a:cubicBezTo>
                      <a:pt x="271373" y="516850"/>
                      <a:pt x="440144" y="466576"/>
                      <a:pt x="611058" y="425946"/>
                    </a:cubicBezTo>
                    <a:cubicBezTo>
                      <a:pt x="612219" y="375851"/>
                      <a:pt x="618024" y="325844"/>
                      <a:pt x="615791" y="275749"/>
                    </a:cubicBezTo>
                    <a:cubicBezTo>
                      <a:pt x="609808" y="183952"/>
                      <a:pt x="610880" y="91886"/>
                      <a:pt x="608379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F9E89C8-21E2-AE25-2AA1-DC29FFE7A058}"/>
                </a:ext>
              </a:extLst>
            </p:cNvPr>
            <p:cNvGrpSpPr/>
            <p:nvPr/>
          </p:nvGrpSpPr>
          <p:grpSpPr>
            <a:xfrm>
              <a:off x="6314521" y="2164338"/>
              <a:ext cx="1457731" cy="1520614"/>
              <a:chOff x="1528821" y="1136412"/>
              <a:chExt cx="2632919" cy="2746496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0DA8F1DF-DB2F-1D6E-BA4A-A52F0266FE0E}"/>
                  </a:ext>
                </a:extLst>
              </p:cNvPr>
              <p:cNvSpPr/>
              <p:nvPr/>
            </p:nvSpPr>
            <p:spPr>
              <a:xfrm>
                <a:off x="1528821" y="1136412"/>
                <a:ext cx="2632919" cy="2746496"/>
              </a:xfrm>
              <a:custGeom>
                <a:avLst/>
                <a:gdLst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18337 w 2632919"/>
                  <a:gd name="connsiteY17" fmla="*/ 1067587 h 2746496"/>
                  <a:gd name="connsiteX18" fmla="*/ 1761177 w 2632919"/>
                  <a:gd name="connsiteY18" fmla="*/ 900985 h 2746496"/>
                  <a:gd name="connsiteX19" fmla="*/ 1761738 w 2632919"/>
                  <a:gd name="connsiteY19" fmla="*/ 900805 h 2746496"/>
                  <a:gd name="connsiteX20" fmla="*/ 1765837 w 2632919"/>
                  <a:gd name="connsiteY20" fmla="*/ 882863 h 2746496"/>
                  <a:gd name="connsiteX21" fmla="*/ 1773179 w 2632919"/>
                  <a:gd name="connsiteY21" fmla="*/ 854312 h 2746496"/>
                  <a:gd name="connsiteX22" fmla="*/ 1772327 w 2632919"/>
                  <a:gd name="connsiteY22" fmla="*/ 854460 h 2746496"/>
                  <a:gd name="connsiteX23" fmla="*/ 1774150 w 2632919"/>
                  <a:gd name="connsiteY23" fmla="*/ 846479 h 2746496"/>
                  <a:gd name="connsiteX24" fmla="*/ 1784419 w 2632919"/>
                  <a:gd name="connsiteY24" fmla="*/ 791684 h 2746496"/>
                  <a:gd name="connsiteX25" fmla="*/ 1519693 w 2632919"/>
                  <a:gd name="connsiteY25" fmla="*/ 404 h 2746496"/>
                  <a:gd name="connsiteX26" fmla="*/ 1588859 w 2632919"/>
                  <a:gd name="connsiteY26" fmla="*/ 24803 h 2746496"/>
                  <a:gd name="connsiteX27" fmla="*/ 1892737 w 2632919"/>
                  <a:gd name="connsiteY27" fmla="*/ 176161 h 2746496"/>
                  <a:gd name="connsiteX28" fmla="*/ 1926848 w 2632919"/>
                  <a:gd name="connsiteY28" fmla="*/ 235097 h 2746496"/>
                  <a:gd name="connsiteX29" fmla="*/ 1729859 w 2632919"/>
                  <a:gd name="connsiteY29" fmla="*/ 406279 h 2746496"/>
                  <a:gd name="connsiteX30" fmla="*/ 1321326 w 2632919"/>
                  <a:gd name="connsiteY30" fmla="*/ 666401 h 2746496"/>
                  <a:gd name="connsiteX31" fmla="*/ 1460272 w 2632919"/>
                  <a:gd name="connsiteY31" fmla="*/ 631039 h 2746496"/>
                  <a:gd name="connsiteX32" fmla="*/ 2062847 w 2632919"/>
                  <a:gd name="connsiteY32" fmla="*/ 411190 h 2746496"/>
                  <a:gd name="connsiteX33" fmla="*/ 2262337 w 2632919"/>
                  <a:gd name="connsiteY33" fmla="*/ 577997 h 2746496"/>
                  <a:gd name="connsiteX34" fmla="*/ 2237780 w 2632919"/>
                  <a:gd name="connsiteY34" fmla="*/ 691582 h 2746496"/>
                  <a:gd name="connsiteX35" fmla="*/ 2089190 w 2632919"/>
                  <a:gd name="connsiteY35" fmla="*/ 1214237 h 2746496"/>
                  <a:gd name="connsiteX36" fmla="*/ 2071509 w 2632919"/>
                  <a:gd name="connsiteY36" fmla="*/ 1256653 h 2746496"/>
                  <a:gd name="connsiteX37" fmla="*/ 2000339 w 2632919"/>
                  <a:gd name="connsiteY37" fmla="*/ 1272637 h 2746496"/>
                  <a:gd name="connsiteX38" fmla="*/ 1443573 w 2632919"/>
                  <a:gd name="connsiteY38" fmla="*/ 1396671 h 2746496"/>
                  <a:gd name="connsiteX39" fmla="*/ 1391335 w 2632919"/>
                  <a:gd name="connsiteY39" fmla="*/ 1418280 h 2746496"/>
                  <a:gd name="connsiteX40" fmla="*/ 1387406 w 2632919"/>
                  <a:gd name="connsiteY40" fmla="*/ 1505523 h 2746496"/>
                  <a:gd name="connsiteX41" fmla="*/ 1962835 w 2632919"/>
                  <a:gd name="connsiteY41" fmla="*/ 1338003 h 2746496"/>
                  <a:gd name="connsiteX42" fmla="*/ 2107228 w 2632919"/>
                  <a:gd name="connsiteY42" fmla="*/ 1312196 h 2746496"/>
                  <a:gd name="connsiteX43" fmla="*/ 2257961 w 2632919"/>
                  <a:gd name="connsiteY43" fmla="*/ 1357291 h 2746496"/>
                  <a:gd name="connsiteX44" fmla="*/ 2349758 w 2632919"/>
                  <a:gd name="connsiteY44" fmla="*/ 1418816 h 2746496"/>
                  <a:gd name="connsiteX45" fmla="*/ 2333506 w 2632919"/>
                  <a:gd name="connsiteY45" fmla="*/ 1518204 h 2746496"/>
                  <a:gd name="connsiteX46" fmla="*/ 2192328 w 2632919"/>
                  <a:gd name="connsiteY46" fmla="*/ 1856728 h 2746496"/>
                  <a:gd name="connsiteX47" fmla="*/ 2245817 w 2632919"/>
                  <a:gd name="connsiteY47" fmla="*/ 1899858 h 2746496"/>
                  <a:gd name="connsiteX48" fmla="*/ 2231886 w 2632919"/>
                  <a:gd name="connsiteY48" fmla="*/ 1971921 h 2746496"/>
                  <a:gd name="connsiteX49" fmla="*/ 2213491 w 2632919"/>
                  <a:gd name="connsiteY49" fmla="*/ 2036840 h 2746496"/>
                  <a:gd name="connsiteX50" fmla="*/ 2126516 w 2632919"/>
                  <a:gd name="connsiteY50" fmla="*/ 2050502 h 2746496"/>
                  <a:gd name="connsiteX51" fmla="*/ 1745307 w 2632919"/>
                  <a:gd name="connsiteY51" fmla="*/ 2105063 h 2746496"/>
                  <a:gd name="connsiteX52" fmla="*/ 1221849 w 2632919"/>
                  <a:gd name="connsiteY52" fmla="*/ 2206147 h 2746496"/>
                  <a:gd name="connsiteX53" fmla="*/ 1700570 w 2632919"/>
                  <a:gd name="connsiteY53" fmla="*/ 2212130 h 2746496"/>
                  <a:gd name="connsiteX54" fmla="*/ 2335024 w 2632919"/>
                  <a:gd name="connsiteY54" fmla="*/ 2124797 h 2746496"/>
                  <a:gd name="connsiteX55" fmla="*/ 2632919 w 2632919"/>
                  <a:gd name="connsiteY55" fmla="*/ 2090865 h 2746496"/>
                  <a:gd name="connsiteX56" fmla="*/ 2410212 w 2632919"/>
                  <a:gd name="connsiteY56" fmla="*/ 2408404 h 2746496"/>
                  <a:gd name="connsiteX57" fmla="*/ 1877199 w 2632919"/>
                  <a:gd name="connsiteY57" fmla="*/ 2734606 h 2746496"/>
                  <a:gd name="connsiteX58" fmla="*/ 1723966 w 2632919"/>
                  <a:gd name="connsiteY58" fmla="*/ 2741660 h 2746496"/>
                  <a:gd name="connsiteX59" fmla="*/ 1124248 w 2632919"/>
                  <a:gd name="connsiteY59" fmla="*/ 2605840 h 2746496"/>
                  <a:gd name="connsiteX60" fmla="*/ 747147 w 2632919"/>
                  <a:gd name="connsiteY60" fmla="*/ 2482610 h 2746496"/>
                  <a:gd name="connsiteX61" fmla="*/ 544800 w 2632919"/>
                  <a:gd name="connsiteY61" fmla="*/ 2719425 h 2746496"/>
                  <a:gd name="connsiteX62" fmla="*/ 246192 w 2632919"/>
                  <a:gd name="connsiteY62" fmla="*/ 2474305 h 2746496"/>
                  <a:gd name="connsiteX63" fmla="*/ 196453 w 2632919"/>
                  <a:gd name="connsiteY63" fmla="*/ 2426710 h 2746496"/>
                  <a:gd name="connsiteX64" fmla="*/ 194221 w 2632919"/>
                  <a:gd name="connsiteY64" fmla="*/ 2371346 h 2746496"/>
                  <a:gd name="connsiteX65" fmla="*/ 361563 w 2632919"/>
                  <a:gd name="connsiteY65" fmla="*/ 2234633 h 2746496"/>
                  <a:gd name="connsiteX66" fmla="*/ 597485 w 2632919"/>
                  <a:gd name="connsiteY66" fmla="*/ 2052020 h 2746496"/>
                  <a:gd name="connsiteX67" fmla="*/ 516493 w 2632919"/>
                  <a:gd name="connsiteY67" fmla="*/ 1927719 h 2746496"/>
                  <a:gd name="connsiteX68" fmla="*/ 458986 w 2632919"/>
                  <a:gd name="connsiteY68" fmla="*/ 1819223 h 2746496"/>
                  <a:gd name="connsiteX69" fmla="*/ 523458 w 2632919"/>
                  <a:gd name="connsiteY69" fmla="*/ 1647595 h 2746496"/>
                  <a:gd name="connsiteX70" fmla="*/ 287536 w 2632919"/>
                  <a:gd name="connsiteY70" fmla="*/ 1785112 h 2746496"/>
                  <a:gd name="connsiteX71" fmla="*/ 182076 w 2632919"/>
                  <a:gd name="connsiteY71" fmla="*/ 1825028 h 2746496"/>
                  <a:gd name="connsiteX72" fmla="*/ 136624 w 2632919"/>
                  <a:gd name="connsiteY72" fmla="*/ 1743500 h 2746496"/>
                  <a:gd name="connsiteX73" fmla="*/ 20628 w 2632919"/>
                  <a:gd name="connsiteY73" fmla="*/ 1521775 h 2746496"/>
                  <a:gd name="connsiteX74" fmla="*/ 0 w 2632919"/>
                  <a:gd name="connsiteY74" fmla="*/ 1447391 h 2746496"/>
                  <a:gd name="connsiteX75" fmla="*/ 222885 w 2632919"/>
                  <a:gd name="connsiteY75" fmla="*/ 1363273 h 2746496"/>
                  <a:gd name="connsiteX76" fmla="*/ 560070 w 2632919"/>
                  <a:gd name="connsiteY76" fmla="*/ 1227185 h 2746496"/>
                  <a:gd name="connsiteX77" fmla="*/ 714822 w 2632919"/>
                  <a:gd name="connsiteY77" fmla="*/ 1162356 h 2746496"/>
                  <a:gd name="connsiteX78" fmla="*/ 846892 w 2632919"/>
                  <a:gd name="connsiteY78" fmla="*/ 1230311 h 2746496"/>
                  <a:gd name="connsiteX79" fmla="*/ 943868 w 2632919"/>
                  <a:gd name="connsiteY79" fmla="*/ 1296122 h 2746496"/>
                  <a:gd name="connsiteX80" fmla="*/ 944939 w 2632919"/>
                  <a:gd name="connsiteY80" fmla="*/ 1354076 h 2746496"/>
                  <a:gd name="connsiteX81" fmla="*/ 739914 w 2632919"/>
                  <a:gd name="connsiteY81" fmla="*/ 1774664 h 2746496"/>
                  <a:gd name="connsiteX82" fmla="*/ 738753 w 2632919"/>
                  <a:gd name="connsiteY82" fmla="*/ 1812437 h 2746496"/>
                  <a:gd name="connsiteX83" fmla="*/ 962620 w 2632919"/>
                  <a:gd name="connsiteY83" fmla="*/ 1999603 h 2746496"/>
                  <a:gd name="connsiteX84" fmla="*/ 968246 w 2632919"/>
                  <a:gd name="connsiteY84" fmla="*/ 2029607 h 2746496"/>
                  <a:gd name="connsiteX85" fmla="*/ 902523 w 2632919"/>
                  <a:gd name="connsiteY85" fmla="*/ 2155248 h 2746496"/>
                  <a:gd name="connsiteX86" fmla="*/ 1084421 w 2632919"/>
                  <a:gd name="connsiteY86" fmla="*/ 2188913 h 2746496"/>
                  <a:gd name="connsiteX87" fmla="*/ 1180594 w 2632919"/>
                  <a:gd name="connsiteY87" fmla="*/ 2199807 h 2746496"/>
                  <a:gd name="connsiteX88" fmla="*/ 1126659 w 2632919"/>
                  <a:gd name="connsiteY88" fmla="*/ 2163552 h 2746496"/>
                  <a:gd name="connsiteX89" fmla="*/ 1121747 w 2632919"/>
                  <a:gd name="connsiteY89" fmla="*/ 2044966 h 2746496"/>
                  <a:gd name="connsiteX90" fmla="*/ 971014 w 2632919"/>
                  <a:gd name="connsiteY90" fmla="*/ 1862622 h 2746496"/>
                  <a:gd name="connsiteX91" fmla="*/ 983873 w 2632919"/>
                  <a:gd name="connsiteY91" fmla="*/ 1765645 h 2746496"/>
                  <a:gd name="connsiteX92" fmla="*/ 1042362 w 2632919"/>
                  <a:gd name="connsiteY92" fmla="*/ 1087078 h 2746496"/>
                  <a:gd name="connsiteX93" fmla="*/ 1047363 w 2632919"/>
                  <a:gd name="connsiteY93" fmla="*/ 811776 h 2746496"/>
                  <a:gd name="connsiteX94" fmla="*/ 987624 w 2632919"/>
                  <a:gd name="connsiteY94" fmla="*/ 834011 h 2746496"/>
                  <a:gd name="connsiteX95" fmla="*/ 918061 w 2632919"/>
                  <a:gd name="connsiteY95" fmla="*/ 713282 h 2746496"/>
                  <a:gd name="connsiteX96" fmla="*/ 1161127 w 2632919"/>
                  <a:gd name="connsiteY96" fmla="*/ 427174 h 2746496"/>
                  <a:gd name="connsiteX97" fmla="*/ 1427679 w 2632919"/>
                  <a:gd name="connsiteY97" fmla="*/ 86239 h 2746496"/>
                  <a:gd name="connsiteX98" fmla="*/ 1495276 w 2632919"/>
                  <a:gd name="connsiteY98" fmla="*/ 1853 h 2746496"/>
                  <a:gd name="connsiteX99" fmla="*/ 1519693 w 2632919"/>
                  <a:gd name="connsiteY99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61177 w 2632919"/>
                  <a:gd name="connsiteY17" fmla="*/ 900985 h 2746496"/>
                  <a:gd name="connsiteX18" fmla="*/ 1761738 w 2632919"/>
                  <a:gd name="connsiteY18" fmla="*/ 900805 h 2746496"/>
                  <a:gd name="connsiteX19" fmla="*/ 1765837 w 2632919"/>
                  <a:gd name="connsiteY19" fmla="*/ 882863 h 2746496"/>
                  <a:gd name="connsiteX20" fmla="*/ 1773179 w 2632919"/>
                  <a:gd name="connsiteY20" fmla="*/ 854312 h 2746496"/>
                  <a:gd name="connsiteX21" fmla="*/ 1772327 w 2632919"/>
                  <a:gd name="connsiteY21" fmla="*/ 854460 h 2746496"/>
                  <a:gd name="connsiteX22" fmla="*/ 1774150 w 2632919"/>
                  <a:gd name="connsiteY22" fmla="*/ 846479 h 2746496"/>
                  <a:gd name="connsiteX23" fmla="*/ 1784419 w 2632919"/>
                  <a:gd name="connsiteY23" fmla="*/ 791684 h 2746496"/>
                  <a:gd name="connsiteX24" fmla="*/ 1519693 w 2632919"/>
                  <a:gd name="connsiteY24" fmla="*/ 404 h 2746496"/>
                  <a:gd name="connsiteX25" fmla="*/ 1588859 w 2632919"/>
                  <a:gd name="connsiteY25" fmla="*/ 24803 h 2746496"/>
                  <a:gd name="connsiteX26" fmla="*/ 1892737 w 2632919"/>
                  <a:gd name="connsiteY26" fmla="*/ 176161 h 2746496"/>
                  <a:gd name="connsiteX27" fmla="*/ 1926848 w 2632919"/>
                  <a:gd name="connsiteY27" fmla="*/ 235097 h 2746496"/>
                  <a:gd name="connsiteX28" fmla="*/ 1729859 w 2632919"/>
                  <a:gd name="connsiteY28" fmla="*/ 406279 h 2746496"/>
                  <a:gd name="connsiteX29" fmla="*/ 1321326 w 2632919"/>
                  <a:gd name="connsiteY29" fmla="*/ 666401 h 2746496"/>
                  <a:gd name="connsiteX30" fmla="*/ 1460272 w 2632919"/>
                  <a:gd name="connsiteY30" fmla="*/ 631039 h 2746496"/>
                  <a:gd name="connsiteX31" fmla="*/ 2062847 w 2632919"/>
                  <a:gd name="connsiteY31" fmla="*/ 411190 h 2746496"/>
                  <a:gd name="connsiteX32" fmla="*/ 2262337 w 2632919"/>
                  <a:gd name="connsiteY32" fmla="*/ 577997 h 2746496"/>
                  <a:gd name="connsiteX33" fmla="*/ 2237780 w 2632919"/>
                  <a:gd name="connsiteY33" fmla="*/ 691582 h 2746496"/>
                  <a:gd name="connsiteX34" fmla="*/ 2089190 w 2632919"/>
                  <a:gd name="connsiteY34" fmla="*/ 1214237 h 2746496"/>
                  <a:gd name="connsiteX35" fmla="*/ 2071509 w 2632919"/>
                  <a:gd name="connsiteY35" fmla="*/ 1256653 h 2746496"/>
                  <a:gd name="connsiteX36" fmla="*/ 2000339 w 2632919"/>
                  <a:gd name="connsiteY36" fmla="*/ 1272637 h 2746496"/>
                  <a:gd name="connsiteX37" fmla="*/ 1443573 w 2632919"/>
                  <a:gd name="connsiteY37" fmla="*/ 1396671 h 2746496"/>
                  <a:gd name="connsiteX38" fmla="*/ 1391335 w 2632919"/>
                  <a:gd name="connsiteY38" fmla="*/ 1418280 h 2746496"/>
                  <a:gd name="connsiteX39" fmla="*/ 1387406 w 2632919"/>
                  <a:gd name="connsiteY39" fmla="*/ 1505523 h 2746496"/>
                  <a:gd name="connsiteX40" fmla="*/ 1962835 w 2632919"/>
                  <a:gd name="connsiteY40" fmla="*/ 1338003 h 2746496"/>
                  <a:gd name="connsiteX41" fmla="*/ 2107228 w 2632919"/>
                  <a:gd name="connsiteY41" fmla="*/ 1312196 h 2746496"/>
                  <a:gd name="connsiteX42" fmla="*/ 2257961 w 2632919"/>
                  <a:gd name="connsiteY42" fmla="*/ 1357291 h 2746496"/>
                  <a:gd name="connsiteX43" fmla="*/ 2349758 w 2632919"/>
                  <a:gd name="connsiteY43" fmla="*/ 1418816 h 2746496"/>
                  <a:gd name="connsiteX44" fmla="*/ 2333506 w 2632919"/>
                  <a:gd name="connsiteY44" fmla="*/ 1518204 h 2746496"/>
                  <a:gd name="connsiteX45" fmla="*/ 2192328 w 2632919"/>
                  <a:gd name="connsiteY45" fmla="*/ 1856728 h 2746496"/>
                  <a:gd name="connsiteX46" fmla="*/ 2245817 w 2632919"/>
                  <a:gd name="connsiteY46" fmla="*/ 1899858 h 2746496"/>
                  <a:gd name="connsiteX47" fmla="*/ 2231886 w 2632919"/>
                  <a:gd name="connsiteY47" fmla="*/ 1971921 h 2746496"/>
                  <a:gd name="connsiteX48" fmla="*/ 2213491 w 2632919"/>
                  <a:gd name="connsiteY48" fmla="*/ 2036840 h 2746496"/>
                  <a:gd name="connsiteX49" fmla="*/ 2126516 w 2632919"/>
                  <a:gd name="connsiteY49" fmla="*/ 2050502 h 2746496"/>
                  <a:gd name="connsiteX50" fmla="*/ 1745307 w 2632919"/>
                  <a:gd name="connsiteY50" fmla="*/ 2105063 h 2746496"/>
                  <a:gd name="connsiteX51" fmla="*/ 1221849 w 2632919"/>
                  <a:gd name="connsiteY51" fmla="*/ 2206147 h 2746496"/>
                  <a:gd name="connsiteX52" fmla="*/ 1700570 w 2632919"/>
                  <a:gd name="connsiteY52" fmla="*/ 2212130 h 2746496"/>
                  <a:gd name="connsiteX53" fmla="*/ 2335024 w 2632919"/>
                  <a:gd name="connsiteY53" fmla="*/ 2124797 h 2746496"/>
                  <a:gd name="connsiteX54" fmla="*/ 2632919 w 2632919"/>
                  <a:gd name="connsiteY54" fmla="*/ 2090865 h 2746496"/>
                  <a:gd name="connsiteX55" fmla="*/ 2410212 w 2632919"/>
                  <a:gd name="connsiteY55" fmla="*/ 2408404 h 2746496"/>
                  <a:gd name="connsiteX56" fmla="*/ 1877199 w 2632919"/>
                  <a:gd name="connsiteY56" fmla="*/ 2734606 h 2746496"/>
                  <a:gd name="connsiteX57" fmla="*/ 1723966 w 2632919"/>
                  <a:gd name="connsiteY57" fmla="*/ 2741660 h 2746496"/>
                  <a:gd name="connsiteX58" fmla="*/ 1124248 w 2632919"/>
                  <a:gd name="connsiteY58" fmla="*/ 2605840 h 2746496"/>
                  <a:gd name="connsiteX59" fmla="*/ 747147 w 2632919"/>
                  <a:gd name="connsiteY59" fmla="*/ 2482610 h 2746496"/>
                  <a:gd name="connsiteX60" fmla="*/ 544800 w 2632919"/>
                  <a:gd name="connsiteY60" fmla="*/ 2719425 h 2746496"/>
                  <a:gd name="connsiteX61" fmla="*/ 246192 w 2632919"/>
                  <a:gd name="connsiteY61" fmla="*/ 2474305 h 2746496"/>
                  <a:gd name="connsiteX62" fmla="*/ 196453 w 2632919"/>
                  <a:gd name="connsiteY62" fmla="*/ 2426710 h 2746496"/>
                  <a:gd name="connsiteX63" fmla="*/ 194221 w 2632919"/>
                  <a:gd name="connsiteY63" fmla="*/ 2371346 h 2746496"/>
                  <a:gd name="connsiteX64" fmla="*/ 361563 w 2632919"/>
                  <a:gd name="connsiteY64" fmla="*/ 2234633 h 2746496"/>
                  <a:gd name="connsiteX65" fmla="*/ 597485 w 2632919"/>
                  <a:gd name="connsiteY65" fmla="*/ 2052020 h 2746496"/>
                  <a:gd name="connsiteX66" fmla="*/ 516493 w 2632919"/>
                  <a:gd name="connsiteY66" fmla="*/ 1927719 h 2746496"/>
                  <a:gd name="connsiteX67" fmla="*/ 458986 w 2632919"/>
                  <a:gd name="connsiteY67" fmla="*/ 1819223 h 2746496"/>
                  <a:gd name="connsiteX68" fmla="*/ 523458 w 2632919"/>
                  <a:gd name="connsiteY68" fmla="*/ 1647595 h 2746496"/>
                  <a:gd name="connsiteX69" fmla="*/ 287536 w 2632919"/>
                  <a:gd name="connsiteY69" fmla="*/ 1785112 h 2746496"/>
                  <a:gd name="connsiteX70" fmla="*/ 182076 w 2632919"/>
                  <a:gd name="connsiteY70" fmla="*/ 1825028 h 2746496"/>
                  <a:gd name="connsiteX71" fmla="*/ 136624 w 2632919"/>
                  <a:gd name="connsiteY71" fmla="*/ 1743500 h 2746496"/>
                  <a:gd name="connsiteX72" fmla="*/ 20628 w 2632919"/>
                  <a:gd name="connsiteY72" fmla="*/ 1521775 h 2746496"/>
                  <a:gd name="connsiteX73" fmla="*/ 0 w 2632919"/>
                  <a:gd name="connsiteY73" fmla="*/ 1447391 h 2746496"/>
                  <a:gd name="connsiteX74" fmla="*/ 222885 w 2632919"/>
                  <a:gd name="connsiteY74" fmla="*/ 1363273 h 2746496"/>
                  <a:gd name="connsiteX75" fmla="*/ 560070 w 2632919"/>
                  <a:gd name="connsiteY75" fmla="*/ 1227185 h 2746496"/>
                  <a:gd name="connsiteX76" fmla="*/ 714822 w 2632919"/>
                  <a:gd name="connsiteY76" fmla="*/ 1162356 h 2746496"/>
                  <a:gd name="connsiteX77" fmla="*/ 846892 w 2632919"/>
                  <a:gd name="connsiteY77" fmla="*/ 1230311 h 2746496"/>
                  <a:gd name="connsiteX78" fmla="*/ 943868 w 2632919"/>
                  <a:gd name="connsiteY78" fmla="*/ 1296122 h 2746496"/>
                  <a:gd name="connsiteX79" fmla="*/ 944939 w 2632919"/>
                  <a:gd name="connsiteY79" fmla="*/ 1354076 h 2746496"/>
                  <a:gd name="connsiteX80" fmla="*/ 739914 w 2632919"/>
                  <a:gd name="connsiteY80" fmla="*/ 1774664 h 2746496"/>
                  <a:gd name="connsiteX81" fmla="*/ 738753 w 2632919"/>
                  <a:gd name="connsiteY81" fmla="*/ 1812437 h 2746496"/>
                  <a:gd name="connsiteX82" fmla="*/ 962620 w 2632919"/>
                  <a:gd name="connsiteY82" fmla="*/ 1999603 h 2746496"/>
                  <a:gd name="connsiteX83" fmla="*/ 968246 w 2632919"/>
                  <a:gd name="connsiteY83" fmla="*/ 2029607 h 2746496"/>
                  <a:gd name="connsiteX84" fmla="*/ 902523 w 2632919"/>
                  <a:gd name="connsiteY84" fmla="*/ 2155248 h 2746496"/>
                  <a:gd name="connsiteX85" fmla="*/ 1084421 w 2632919"/>
                  <a:gd name="connsiteY85" fmla="*/ 2188913 h 2746496"/>
                  <a:gd name="connsiteX86" fmla="*/ 1180594 w 2632919"/>
                  <a:gd name="connsiteY86" fmla="*/ 2199807 h 2746496"/>
                  <a:gd name="connsiteX87" fmla="*/ 1126659 w 2632919"/>
                  <a:gd name="connsiteY87" fmla="*/ 2163552 h 2746496"/>
                  <a:gd name="connsiteX88" fmla="*/ 1121747 w 2632919"/>
                  <a:gd name="connsiteY88" fmla="*/ 2044966 h 2746496"/>
                  <a:gd name="connsiteX89" fmla="*/ 971014 w 2632919"/>
                  <a:gd name="connsiteY89" fmla="*/ 1862622 h 2746496"/>
                  <a:gd name="connsiteX90" fmla="*/ 983873 w 2632919"/>
                  <a:gd name="connsiteY90" fmla="*/ 1765645 h 2746496"/>
                  <a:gd name="connsiteX91" fmla="*/ 1042362 w 2632919"/>
                  <a:gd name="connsiteY91" fmla="*/ 1087078 h 2746496"/>
                  <a:gd name="connsiteX92" fmla="*/ 1047363 w 2632919"/>
                  <a:gd name="connsiteY92" fmla="*/ 811776 h 2746496"/>
                  <a:gd name="connsiteX93" fmla="*/ 987624 w 2632919"/>
                  <a:gd name="connsiteY93" fmla="*/ 834011 h 2746496"/>
                  <a:gd name="connsiteX94" fmla="*/ 918061 w 2632919"/>
                  <a:gd name="connsiteY94" fmla="*/ 713282 h 2746496"/>
                  <a:gd name="connsiteX95" fmla="*/ 1161127 w 2632919"/>
                  <a:gd name="connsiteY95" fmla="*/ 427174 h 2746496"/>
                  <a:gd name="connsiteX96" fmla="*/ 1427679 w 2632919"/>
                  <a:gd name="connsiteY96" fmla="*/ 86239 h 2746496"/>
                  <a:gd name="connsiteX97" fmla="*/ 1495276 w 2632919"/>
                  <a:gd name="connsiteY97" fmla="*/ 1853 h 2746496"/>
                  <a:gd name="connsiteX98" fmla="*/ 1519693 w 2632919"/>
                  <a:gd name="connsiteY98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2410212 w 2632919"/>
                  <a:gd name="connsiteY54" fmla="*/ 2408404 h 2746496"/>
                  <a:gd name="connsiteX55" fmla="*/ 1877199 w 2632919"/>
                  <a:gd name="connsiteY55" fmla="*/ 2734606 h 2746496"/>
                  <a:gd name="connsiteX56" fmla="*/ 1723966 w 2632919"/>
                  <a:gd name="connsiteY56" fmla="*/ 2741660 h 2746496"/>
                  <a:gd name="connsiteX57" fmla="*/ 1124248 w 2632919"/>
                  <a:gd name="connsiteY57" fmla="*/ 2605840 h 2746496"/>
                  <a:gd name="connsiteX58" fmla="*/ 747147 w 2632919"/>
                  <a:gd name="connsiteY58" fmla="*/ 2482610 h 2746496"/>
                  <a:gd name="connsiteX59" fmla="*/ 544800 w 2632919"/>
                  <a:gd name="connsiteY59" fmla="*/ 2719425 h 2746496"/>
                  <a:gd name="connsiteX60" fmla="*/ 246192 w 2632919"/>
                  <a:gd name="connsiteY60" fmla="*/ 2474305 h 2746496"/>
                  <a:gd name="connsiteX61" fmla="*/ 196453 w 2632919"/>
                  <a:gd name="connsiteY61" fmla="*/ 2426710 h 2746496"/>
                  <a:gd name="connsiteX62" fmla="*/ 194221 w 2632919"/>
                  <a:gd name="connsiteY62" fmla="*/ 2371346 h 2746496"/>
                  <a:gd name="connsiteX63" fmla="*/ 361563 w 2632919"/>
                  <a:gd name="connsiteY63" fmla="*/ 2234633 h 2746496"/>
                  <a:gd name="connsiteX64" fmla="*/ 597485 w 2632919"/>
                  <a:gd name="connsiteY64" fmla="*/ 2052020 h 2746496"/>
                  <a:gd name="connsiteX65" fmla="*/ 516493 w 2632919"/>
                  <a:gd name="connsiteY65" fmla="*/ 1927719 h 2746496"/>
                  <a:gd name="connsiteX66" fmla="*/ 458986 w 2632919"/>
                  <a:gd name="connsiteY66" fmla="*/ 1819223 h 2746496"/>
                  <a:gd name="connsiteX67" fmla="*/ 523458 w 2632919"/>
                  <a:gd name="connsiteY67" fmla="*/ 1647595 h 2746496"/>
                  <a:gd name="connsiteX68" fmla="*/ 287536 w 2632919"/>
                  <a:gd name="connsiteY68" fmla="*/ 1785112 h 2746496"/>
                  <a:gd name="connsiteX69" fmla="*/ 182076 w 2632919"/>
                  <a:gd name="connsiteY69" fmla="*/ 1825028 h 2746496"/>
                  <a:gd name="connsiteX70" fmla="*/ 136624 w 2632919"/>
                  <a:gd name="connsiteY70" fmla="*/ 1743500 h 2746496"/>
                  <a:gd name="connsiteX71" fmla="*/ 20628 w 2632919"/>
                  <a:gd name="connsiteY71" fmla="*/ 1521775 h 2746496"/>
                  <a:gd name="connsiteX72" fmla="*/ 0 w 2632919"/>
                  <a:gd name="connsiteY72" fmla="*/ 1447391 h 2746496"/>
                  <a:gd name="connsiteX73" fmla="*/ 222885 w 2632919"/>
                  <a:gd name="connsiteY73" fmla="*/ 1363273 h 2746496"/>
                  <a:gd name="connsiteX74" fmla="*/ 560070 w 2632919"/>
                  <a:gd name="connsiteY74" fmla="*/ 1227185 h 2746496"/>
                  <a:gd name="connsiteX75" fmla="*/ 714822 w 2632919"/>
                  <a:gd name="connsiteY75" fmla="*/ 1162356 h 2746496"/>
                  <a:gd name="connsiteX76" fmla="*/ 846892 w 2632919"/>
                  <a:gd name="connsiteY76" fmla="*/ 1230311 h 2746496"/>
                  <a:gd name="connsiteX77" fmla="*/ 943868 w 2632919"/>
                  <a:gd name="connsiteY77" fmla="*/ 1296122 h 2746496"/>
                  <a:gd name="connsiteX78" fmla="*/ 944939 w 2632919"/>
                  <a:gd name="connsiteY78" fmla="*/ 1354076 h 2746496"/>
                  <a:gd name="connsiteX79" fmla="*/ 739914 w 2632919"/>
                  <a:gd name="connsiteY79" fmla="*/ 1774664 h 2746496"/>
                  <a:gd name="connsiteX80" fmla="*/ 738753 w 2632919"/>
                  <a:gd name="connsiteY80" fmla="*/ 1812437 h 2746496"/>
                  <a:gd name="connsiteX81" fmla="*/ 962620 w 2632919"/>
                  <a:gd name="connsiteY81" fmla="*/ 1999603 h 2746496"/>
                  <a:gd name="connsiteX82" fmla="*/ 968246 w 2632919"/>
                  <a:gd name="connsiteY82" fmla="*/ 2029607 h 2746496"/>
                  <a:gd name="connsiteX83" fmla="*/ 902523 w 2632919"/>
                  <a:gd name="connsiteY83" fmla="*/ 2155248 h 2746496"/>
                  <a:gd name="connsiteX84" fmla="*/ 1084421 w 2632919"/>
                  <a:gd name="connsiteY84" fmla="*/ 2188913 h 2746496"/>
                  <a:gd name="connsiteX85" fmla="*/ 1180594 w 2632919"/>
                  <a:gd name="connsiteY85" fmla="*/ 2199807 h 2746496"/>
                  <a:gd name="connsiteX86" fmla="*/ 1126659 w 2632919"/>
                  <a:gd name="connsiteY86" fmla="*/ 2163552 h 2746496"/>
                  <a:gd name="connsiteX87" fmla="*/ 1121747 w 2632919"/>
                  <a:gd name="connsiteY87" fmla="*/ 2044966 h 2746496"/>
                  <a:gd name="connsiteX88" fmla="*/ 971014 w 2632919"/>
                  <a:gd name="connsiteY88" fmla="*/ 1862622 h 2746496"/>
                  <a:gd name="connsiteX89" fmla="*/ 983873 w 2632919"/>
                  <a:gd name="connsiteY89" fmla="*/ 1765645 h 2746496"/>
                  <a:gd name="connsiteX90" fmla="*/ 1042362 w 2632919"/>
                  <a:gd name="connsiteY90" fmla="*/ 1087078 h 2746496"/>
                  <a:gd name="connsiteX91" fmla="*/ 1047363 w 2632919"/>
                  <a:gd name="connsiteY91" fmla="*/ 811776 h 2746496"/>
                  <a:gd name="connsiteX92" fmla="*/ 987624 w 2632919"/>
                  <a:gd name="connsiteY92" fmla="*/ 834011 h 2746496"/>
                  <a:gd name="connsiteX93" fmla="*/ 918061 w 2632919"/>
                  <a:gd name="connsiteY93" fmla="*/ 713282 h 2746496"/>
                  <a:gd name="connsiteX94" fmla="*/ 1161127 w 2632919"/>
                  <a:gd name="connsiteY94" fmla="*/ 427174 h 2746496"/>
                  <a:gd name="connsiteX95" fmla="*/ 1427679 w 2632919"/>
                  <a:gd name="connsiteY95" fmla="*/ 86239 h 2746496"/>
                  <a:gd name="connsiteX96" fmla="*/ 1495276 w 2632919"/>
                  <a:gd name="connsiteY96" fmla="*/ 1853 h 2746496"/>
                  <a:gd name="connsiteX97" fmla="*/ 1519693 w 2632919"/>
                  <a:gd name="connsiteY97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1877199 w 2632919"/>
                  <a:gd name="connsiteY54" fmla="*/ 2734606 h 2746496"/>
                  <a:gd name="connsiteX55" fmla="*/ 1723966 w 2632919"/>
                  <a:gd name="connsiteY55" fmla="*/ 2741660 h 2746496"/>
                  <a:gd name="connsiteX56" fmla="*/ 1124248 w 2632919"/>
                  <a:gd name="connsiteY56" fmla="*/ 2605840 h 2746496"/>
                  <a:gd name="connsiteX57" fmla="*/ 747147 w 2632919"/>
                  <a:gd name="connsiteY57" fmla="*/ 2482610 h 2746496"/>
                  <a:gd name="connsiteX58" fmla="*/ 544800 w 2632919"/>
                  <a:gd name="connsiteY58" fmla="*/ 2719425 h 2746496"/>
                  <a:gd name="connsiteX59" fmla="*/ 246192 w 2632919"/>
                  <a:gd name="connsiteY59" fmla="*/ 2474305 h 2746496"/>
                  <a:gd name="connsiteX60" fmla="*/ 196453 w 2632919"/>
                  <a:gd name="connsiteY60" fmla="*/ 2426710 h 2746496"/>
                  <a:gd name="connsiteX61" fmla="*/ 194221 w 2632919"/>
                  <a:gd name="connsiteY61" fmla="*/ 2371346 h 2746496"/>
                  <a:gd name="connsiteX62" fmla="*/ 361563 w 2632919"/>
                  <a:gd name="connsiteY62" fmla="*/ 2234633 h 2746496"/>
                  <a:gd name="connsiteX63" fmla="*/ 597485 w 2632919"/>
                  <a:gd name="connsiteY63" fmla="*/ 2052020 h 2746496"/>
                  <a:gd name="connsiteX64" fmla="*/ 516493 w 2632919"/>
                  <a:gd name="connsiteY64" fmla="*/ 1927719 h 2746496"/>
                  <a:gd name="connsiteX65" fmla="*/ 458986 w 2632919"/>
                  <a:gd name="connsiteY65" fmla="*/ 1819223 h 2746496"/>
                  <a:gd name="connsiteX66" fmla="*/ 523458 w 2632919"/>
                  <a:gd name="connsiteY66" fmla="*/ 1647595 h 2746496"/>
                  <a:gd name="connsiteX67" fmla="*/ 287536 w 2632919"/>
                  <a:gd name="connsiteY67" fmla="*/ 1785112 h 2746496"/>
                  <a:gd name="connsiteX68" fmla="*/ 182076 w 2632919"/>
                  <a:gd name="connsiteY68" fmla="*/ 1825028 h 2746496"/>
                  <a:gd name="connsiteX69" fmla="*/ 136624 w 2632919"/>
                  <a:gd name="connsiteY69" fmla="*/ 1743500 h 2746496"/>
                  <a:gd name="connsiteX70" fmla="*/ 20628 w 2632919"/>
                  <a:gd name="connsiteY70" fmla="*/ 1521775 h 2746496"/>
                  <a:gd name="connsiteX71" fmla="*/ 0 w 2632919"/>
                  <a:gd name="connsiteY71" fmla="*/ 1447391 h 2746496"/>
                  <a:gd name="connsiteX72" fmla="*/ 222885 w 2632919"/>
                  <a:gd name="connsiteY72" fmla="*/ 1363273 h 2746496"/>
                  <a:gd name="connsiteX73" fmla="*/ 560070 w 2632919"/>
                  <a:gd name="connsiteY73" fmla="*/ 1227185 h 2746496"/>
                  <a:gd name="connsiteX74" fmla="*/ 714822 w 2632919"/>
                  <a:gd name="connsiteY74" fmla="*/ 1162356 h 2746496"/>
                  <a:gd name="connsiteX75" fmla="*/ 846892 w 2632919"/>
                  <a:gd name="connsiteY75" fmla="*/ 1230311 h 2746496"/>
                  <a:gd name="connsiteX76" fmla="*/ 943868 w 2632919"/>
                  <a:gd name="connsiteY76" fmla="*/ 1296122 h 2746496"/>
                  <a:gd name="connsiteX77" fmla="*/ 944939 w 2632919"/>
                  <a:gd name="connsiteY77" fmla="*/ 1354076 h 2746496"/>
                  <a:gd name="connsiteX78" fmla="*/ 739914 w 2632919"/>
                  <a:gd name="connsiteY78" fmla="*/ 1774664 h 2746496"/>
                  <a:gd name="connsiteX79" fmla="*/ 738753 w 2632919"/>
                  <a:gd name="connsiteY79" fmla="*/ 1812437 h 2746496"/>
                  <a:gd name="connsiteX80" fmla="*/ 962620 w 2632919"/>
                  <a:gd name="connsiteY80" fmla="*/ 1999603 h 2746496"/>
                  <a:gd name="connsiteX81" fmla="*/ 968246 w 2632919"/>
                  <a:gd name="connsiteY81" fmla="*/ 2029607 h 2746496"/>
                  <a:gd name="connsiteX82" fmla="*/ 902523 w 2632919"/>
                  <a:gd name="connsiteY82" fmla="*/ 2155248 h 2746496"/>
                  <a:gd name="connsiteX83" fmla="*/ 1084421 w 2632919"/>
                  <a:gd name="connsiteY83" fmla="*/ 2188913 h 2746496"/>
                  <a:gd name="connsiteX84" fmla="*/ 1180594 w 2632919"/>
                  <a:gd name="connsiteY84" fmla="*/ 2199807 h 2746496"/>
                  <a:gd name="connsiteX85" fmla="*/ 1126659 w 2632919"/>
                  <a:gd name="connsiteY85" fmla="*/ 2163552 h 2746496"/>
                  <a:gd name="connsiteX86" fmla="*/ 1121747 w 2632919"/>
                  <a:gd name="connsiteY86" fmla="*/ 2044966 h 2746496"/>
                  <a:gd name="connsiteX87" fmla="*/ 971014 w 2632919"/>
                  <a:gd name="connsiteY87" fmla="*/ 1862622 h 2746496"/>
                  <a:gd name="connsiteX88" fmla="*/ 983873 w 2632919"/>
                  <a:gd name="connsiteY88" fmla="*/ 1765645 h 2746496"/>
                  <a:gd name="connsiteX89" fmla="*/ 1042362 w 2632919"/>
                  <a:gd name="connsiteY89" fmla="*/ 1087078 h 2746496"/>
                  <a:gd name="connsiteX90" fmla="*/ 1047363 w 2632919"/>
                  <a:gd name="connsiteY90" fmla="*/ 811776 h 2746496"/>
                  <a:gd name="connsiteX91" fmla="*/ 987624 w 2632919"/>
                  <a:gd name="connsiteY91" fmla="*/ 834011 h 2746496"/>
                  <a:gd name="connsiteX92" fmla="*/ 918061 w 2632919"/>
                  <a:gd name="connsiteY92" fmla="*/ 713282 h 2746496"/>
                  <a:gd name="connsiteX93" fmla="*/ 1161127 w 2632919"/>
                  <a:gd name="connsiteY93" fmla="*/ 427174 h 2746496"/>
                  <a:gd name="connsiteX94" fmla="*/ 1427679 w 2632919"/>
                  <a:gd name="connsiteY94" fmla="*/ 86239 h 2746496"/>
                  <a:gd name="connsiteX95" fmla="*/ 1495276 w 2632919"/>
                  <a:gd name="connsiteY95" fmla="*/ 1853 h 2746496"/>
                  <a:gd name="connsiteX96" fmla="*/ 1519693 w 2632919"/>
                  <a:gd name="connsiteY96" fmla="*/ 404 h 274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2632919" h="2746496">
                    <a:moveTo>
                      <a:pt x="1856304" y="1641433"/>
                    </a:moveTo>
                    <a:cubicBezTo>
                      <a:pt x="1814512" y="1644737"/>
                      <a:pt x="1773972" y="1656167"/>
                      <a:pt x="1733877" y="1667597"/>
                    </a:cubicBezTo>
                    <a:cubicBezTo>
                      <a:pt x="1654314" y="1692243"/>
                      <a:pt x="1573590" y="1713317"/>
                      <a:pt x="1495723" y="1743142"/>
                    </a:cubicBezTo>
                    <a:cubicBezTo>
                      <a:pt x="1457861" y="1758412"/>
                      <a:pt x="1415356" y="1765199"/>
                      <a:pt x="1381066" y="1787702"/>
                    </a:cubicBezTo>
                    <a:cubicBezTo>
                      <a:pt x="1374457" y="1827081"/>
                      <a:pt x="1371243" y="1867087"/>
                      <a:pt x="1371779" y="1907091"/>
                    </a:cubicBezTo>
                    <a:cubicBezTo>
                      <a:pt x="1507063" y="1865390"/>
                      <a:pt x="1645206" y="1834136"/>
                      <a:pt x="1782366" y="1799489"/>
                    </a:cubicBezTo>
                    <a:cubicBezTo>
                      <a:pt x="1792099" y="1795649"/>
                      <a:pt x="1808172" y="1796542"/>
                      <a:pt x="1811298" y="1783772"/>
                    </a:cubicBezTo>
                    <a:cubicBezTo>
                      <a:pt x="1826746" y="1736535"/>
                      <a:pt x="1841391" y="1688939"/>
                      <a:pt x="1856304" y="1641433"/>
                    </a:cubicBezTo>
                    <a:close/>
                    <a:moveTo>
                      <a:pt x="1784419" y="791684"/>
                    </a:moveTo>
                    <a:cubicBezTo>
                      <a:pt x="1655564" y="824546"/>
                      <a:pt x="1530459" y="871516"/>
                      <a:pt x="1405533" y="916968"/>
                    </a:cubicBezTo>
                    <a:cubicBezTo>
                      <a:pt x="1403033" y="951168"/>
                      <a:pt x="1403836" y="985458"/>
                      <a:pt x="1404550" y="1019748"/>
                    </a:cubicBezTo>
                    <a:lnTo>
                      <a:pt x="1408054" y="1177490"/>
                    </a:lnTo>
                    <a:lnTo>
                      <a:pt x="1406158" y="1178161"/>
                    </a:lnTo>
                    <a:cubicBezTo>
                      <a:pt x="1405711" y="1195038"/>
                      <a:pt x="1405176" y="1212005"/>
                      <a:pt x="1405087" y="1228882"/>
                    </a:cubicBezTo>
                    <a:cubicBezTo>
                      <a:pt x="1507331" y="1205486"/>
                      <a:pt x="1605826" y="1168428"/>
                      <a:pt x="1707892" y="1144139"/>
                    </a:cubicBezTo>
                    <a:cubicBezTo>
                      <a:pt x="1712982" y="1118064"/>
                      <a:pt x="1718965" y="1092258"/>
                      <a:pt x="1722805" y="1066004"/>
                    </a:cubicBezTo>
                    <a:lnTo>
                      <a:pt x="1761177" y="900985"/>
                    </a:lnTo>
                    <a:lnTo>
                      <a:pt x="1761738" y="900805"/>
                    </a:lnTo>
                    <a:lnTo>
                      <a:pt x="1765837" y="882863"/>
                    </a:lnTo>
                    <a:lnTo>
                      <a:pt x="1773179" y="854312"/>
                    </a:lnTo>
                    <a:lnTo>
                      <a:pt x="1772327" y="854460"/>
                    </a:lnTo>
                    <a:lnTo>
                      <a:pt x="1774150" y="846479"/>
                    </a:lnTo>
                    <a:cubicBezTo>
                      <a:pt x="1778325" y="828363"/>
                      <a:pt x="1782142" y="810169"/>
                      <a:pt x="1784419" y="791684"/>
                    </a:cubicBezTo>
                    <a:close/>
                    <a:moveTo>
                      <a:pt x="1519693" y="404"/>
                    </a:moveTo>
                    <a:cubicBezTo>
                      <a:pt x="1543804" y="2786"/>
                      <a:pt x="1566959" y="15226"/>
                      <a:pt x="1588859" y="24803"/>
                    </a:cubicBezTo>
                    <a:cubicBezTo>
                      <a:pt x="1690211" y="74988"/>
                      <a:pt x="1793260" y="122136"/>
                      <a:pt x="1892737" y="176161"/>
                    </a:cubicBezTo>
                    <a:cubicBezTo>
                      <a:pt x="1912025" y="187680"/>
                      <a:pt x="1945779" y="209558"/>
                      <a:pt x="1926848" y="235097"/>
                    </a:cubicBezTo>
                    <a:cubicBezTo>
                      <a:pt x="1873091" y="304391"/>
                      <a:pt x="1798975" y="353683"/>
                      <a:pt x="1729859" y="406279"/>
                    </a:cubicBezTo>
                    <a:cubicBezTo>
                      <a:pt x="1600736" y="503702"/>
                      <a:pt x="1460450" y="584337"/>
                      <a:pt x="1321326" y="666401"/>
                    </a:cubicBezTo>
                    <a:cubicBezTo>
                      <a:pt x="1370618" y="670955"/>
                      <a:pt x="1415177" y="646845"/>
                      <a:pt x="1460272" y="631039"/>
                    </a:cubicBezTo>
                    <a:cubicBezTo>
                      <a:pt x="1661011" y="557548"/>
                      <a:pt x="1859875" y="478699"/>
                      <a:pt x="2062847" y="411190"/>
                    </a:cubicBezTo>
                    <a:cubicBezTo>
                      <a:pt x="2133838" y="460661"/>
                      <a:pt x="2203401" y="514507"/>
                      <a:pt x="2262337" y="577997"/>
                    </a:cubicBezTo>
                    <a:cubicBezTo>
                      <a:pt x="2266712" y="616752"/>
                      <a:pt x="2246531" y="654167"/>
                      <a:pt x="2237780" y="691582"/>
                    </a:cubicBezTo>
                    <a:cubicBezTo>
                      <a:pt x="2187595" y="865622"/>
                      <a:pt x="2135624" y="1039126"/>
                      <a:pt x="2089190" y="1214237"/>
                    </a:cubicBezTo>
                    <a:cubicBezTo>
                      <a:pt x="2084636" y="1228882"/>
                      <a:pt x="2079278" y="1243348"/>
                      <a:pt x="2071509" y="1256653"/>
                    </a:cubicBezTo>
                    <a:cubicBezTo>
                      <a:pt x="2049185" y="1266833"/>
                      <a:pt x="2024271" y="1268530"/>
                      <a:pt x="2000339" y="1272637"/>
                    </a:cubicBezTo>
                    <a:cubicBezTo>
                      <a:pt x="1812816" y="1304695"/>
                      <a:pt x="1627168" y="1347021"/>
                      <a:pt x="1443573" y="1396671"/>
                    </a:cubicBezTo>
                    <a:cubicBezTo>
                      <a:pt x="1426607" y="1404261"/>
                      <a:pt x="1402765" y="1402743"/>
                      <a:pt x="1391335" y="1418280"/>
                    </a:cubicBezTo>
                    <a:cubicBezTo>
                      <a:pt x="1388031" y="1447212"/>
                      <a:pt x="1387584" y="1476413"/>
                      <a:pt x="1387406" y="1505523"/>
                    </a:cubicBezTo>
                    <a:cubicBezTo>
                      <a:pt x="1578055" y="1445873"/>
                      <a:pt x="1768257" y="1383901"/>
                      <a:pt x="1962835" y="1338003"/>
                    </a:cubicBezTo>
                    <a:cubicBezTo>
                      <a:pt x="2010430" y="1327198"/>
                      <a:pt x="2057936" y="1312285"/>
                      <a:pt x="2107228" y="1312196"/>
                    </a:cubicBezTo>
                    <a:cubicBezTo>
                      <a:pt x="2161074" y="1310142"/>
                      <a:pt x="2209919" y="1336752"/>
                      <a:pt x="2257961" y="1357291"/>
                    </a:cubicBezTo>
                    <a:cubicBezTo>
                      <a:pt x="2290197" y="1374614"/>
                      <a:pt x="2327613" y="1388098"/>
                      <a:pt x="2349758" y="1418816"/>
                    </a:cubicBezTo>
                    <a:cubicBezTo>
                      <a:pt x="2360384" y="1452302"/>
                      <a:pt x="2341721" y="1486057"/>
                      <a:pt x="2333506" y="1518204"/>
                    </a:cubicBezTo>
                    <a:cubicBezTo>
                      <a:pt x="2291983" y="1633129"/>
                      <a:pt x="2252871" y="1750197"/>
                      <a:pt x="2192328" y="1856728"/>
                    </a:cubicBezTo>
                    <a:cubicBezTo>
                      <a:pt x="2210187" y="1870748"/>
                      <a:pt x="2233940" y="1879499"/>
                      <a:pt x="2245817" y="1899858"/>
                    </a:cubicBezTo>
                    <a:cubicBezTo>
                      <a:pt x="2246441" y="1924594"/>
                      <a:pt x="2235190" y="1947632"/>
                      <a:pt x="2231886" y="1971921"/>
                    </a:cubicBezTo>
                    <a:cubicBezTo>
                      <a:pt x="2226886" y="1993620"/>
                      <a:pt x="2227154" y="2018266"/>
                      <a:pt x="2213491" y="2036840"/>
                    </a:cubicBezTo>
                    <a:cubicBezTo>
                      <a:pt x="2185273" y="2045859"/>
                      <a:pt x="2155537" y="2046216"/>
                      <a:pt x="2126516" y="2050502"/>
                    </a:cubicBezTo>
                    <a:cubicBezTo>
                      <a:pt x="1999446" y="2068808"/>
                      <a:pt x="1871663" y="2082292"/>
                      <a:pt x="1745307" y="2105063"/>
                    </a:cubicBezTo>
                    <a:cubicBezTo>
                      <a:pt x="1569839" y="2133370"/>
                      <a:pt x="1393388" y="2158909"/>
                      <a:pt x="1221849" y="2206147"/>
                    </a:cubicBezTo>
                    <a:cubicBezTo>
                      <a:pt x="1379547" y="2235436"/>
                      <a:pt x="1541889" y="2232400"/>
                      <a:pt x="1700570" y="2212130"/>
                    </a:cubicBezTo>
                    <a:cubicBezTo>
                      <a:pt x="1912382" y="2185787"/>
                      <a:pt x="2123569" y="2153908"/>
                      <a:pt x="2335024" y="2124797"/>
                    </a:cubicBezTo>
                    <a:cubicBezTo>
                      <a:pt x="2433965" y="2111314"/>
                      <a:pt x="2532995" y="2095151"/>
                      <a:pt x="2632919" y="2090865"/>
                    </a:cubicBezTo>
                    <a:cubicBezTo>
                      <a:pt x="2556615" y="2192500"/>
                      <a:pt x="2028691" y="2626140"/>
                      <a:pt x="1877199" y="2734606"/>
                    </a:cubicBezTo>
                    <a:cubicBezTo>
                      <a:pt x="1827639" y="2749965"/>
                      <a:pt x="1774865" y="2748268"/>
                      <a:pt x="1723966" y="2741660"/>
                    </a:cubicBezTo>
                    <a:cubicBezTo>
                      <a:pt x="1521619" y="2707995"/>
                      <a:pt x="1322308" y="2658882"/>
                      <a:pt x="1124248" y="2605840"/>
                    </a:cubicBezTo>
                    <a:cubicBezTo>
                      <a:pt x="997178" y="2569139"/>
                      <a:pt x="871806" y="2526723"/>
                      <a:pt x="747147" y="2482610"/>
                    </a:cubicBezTo>
                    <a:cubicBezTo>
                      <a:pt x="681157" y="2562531"/>
                      <a:pt x="625078" y="2652720"/>
                      <a:pt x="544800" y="2719425"/>
                    </a:cubicBezTo>
                    <a:cubicBezTo>
                      <a:pt x="439698" y="2644952"/>
                      <a:pt x="342900" y="2559227"/>
                      <a:pt x="246192" y="2474305"/>
                    </a:cubicBezTo>
                    <a:cubicBezTo>
                      <a:pt x="229047" y="2459036"/>
                      <a:pt x="211187" y="2444301"/>
                      <a:pt x="196453" y="2426710"/>
                    </a:cubicBezTo>
                    <a:cubicBezTo>
                      <a:pt x="184130" y="2411440"/>
                      <a:pt x="176272" y="2385723"/>
                      <a:pt x="194221" y="2371346"/>
                    </a:cubicBezTo>
                    <a:cubicBezTo>
                      <a:pt x="243513" y="2318304"/>
                      <a:pt x="305842" y="2280353"/>
                      <a:pt x="361563" y="2234633"/>
                    </a:cubicBezTo>
                    <a:cubicBezTo>
                      <a:pt x="441484" y="2175429"/>
                      <a:pt x="518815" y="2112832"/>
                      <a:pt x="597485" y="2052020"/>
                    </a:cubicBezTo>
                    <a:cubicBezTo>
                      <a:pt x="568821" y="2011658"/>
                      <a:pt x="538817" y="1972100"/>
                      <a:pt x="516493" y="1927719"/>
                    </a:cubicBezTo>
                    <a:cubicBezTo>
                      <a:pt x="498187" y="1891107"/>
                      <a:pt x="470863" y="1858693"/>
                      <a:pt x="458986" y="1819223"/>
                    </a:cubicBezTo>
                    <a:cubicBezTo>
                      <a:pt x="467380" y="1758323"/>
                      <a:pt x="499705" y="1703673"/>
                      <a:pt x="523458" y="1647595"/>
                    </a:cubicBezTo>
                    <a:cubicBezTo>
                      <a:pt x="445591" y="1694743"/>
                      <a:pt x="369153" y="1744571"/>
                      <a:pt x="287536" y="1785112"/>
                    </a:cubicBezTo>
                    <a:cubicBezTo>
                      <a:pt x="253871" y="1801096"/>
                      <a:pt x="221278" y="1827617"/>
                      <a:pt x="182076" y="1825028"/>
                    </a:cubicBezTo>
                    <a:cubicBezTo>
                      <a:pt x="159484" y="1803061"/>
                      <a:pt x="152341" y="1770199"/>
                      <a:pt x="136624" y="1743500"/>
                    </a:cubicBezTo>
                    <a:cubicBezTo>
                      <a:pt x="96709" y="1670187"/>
                      <a:pt x="57150" y="1596785"/>
                      <a:pt x="20628" y="1521775"/>
                    </a:cubicBezTo>
                    <a:cubicBezTo>
                      <a:pt x="9198" y="1498380"/>
                      <a:pt x="536" y="1473555"/>
                      <a:pt x="0" y="1447391"/>
                    </a:cubicBezTo>
                    <a:cubicBezTo>
                      <a:pt x="75813" y="1423460"/>
                      <a:pt x="147876" y="1389437"/>
                      <a:pt x="222885" y="1363273"/>
                    </a:cubicBezTo>
                    <a:cubicBezTo>
                      <a:pt x="336739" y="1321661"/>
                      <a:pt x="447467" y="1272101"/>
                      <a:pt x="560070" y="1227185"/>
                    </a:cubicBezTo>
                    <a:cubicBezTo>
                      <a:pt x="611862" y="1206111"/>
                      <a:pt x="664190" y="1186198"/>
                      <a:pt x="714822" y="1162356"/>
                    </a:cubicBezTo>
                    <a:cubicBezTo>
                      <a:pt x="760720" y="1181108"/>
                      <a:pt x="803404" y="1206647"/>
                      <a:pt x="846892" y="1230311"/>
                    </a:cubicBezTo>
                    <a:cubicBezTo>
                      <a:pt x="880646" y="1249867"/>
                      <a:pt x="917079" y="1267101"/>
                      <a:pt x="943868" y="1296122"/>
                    </a:cubicBezTo>
                    <a:cubicBezTo>
                      <a:pt x="958245" y="1312196"/>
                      <a:pt x="948422" y="1335681"/>
                      <a:pt x="944939" y="1354076"/>
                    </a:cubicBezTo>
                    <a:cubicBezTo>
                      <a:pt x="904488" y="1506506"/>
                      <a:pt x="807780" y="1634468"/>
                      <a:pt x="739914" y="1774664"/>
                    </a:cubicBezTo>
                    <a:cubicBezTo>
                      <a:pt x="735717" y="1786630"/>
                      <a:pt x="726073" y="1802168"/>
                      <a:pt x="738753" y="1812437"/>
                    </a:cubicBezTo>
                    <a:cubicBezTo>
                      <a:pt x="807154" y="1881910"/>
                      <a:pt x="896273" y="1927719"/>
                      <a:pt x="962620" y="1999603"/>
                    </a:cubicBezTo>
                    <a:cubicBezTo>
                      <a:pt x="971282" y="2007104"/>
                      <a:pt x="973068" y="2019427"/>
                      <a:pt x="968246" y="2029607"/>
                    </a:cubicBezTo>
                    <a:cubicBezTo>
                      <a:pt x="950565" y="2073541"/>
                      <a:pt x="925026" y="2113725"/>
                      <a:pt x="902523" y="2155248"/>
                    </a:cubicBezTo>
                    <a:cubicBezTo>
                      <a:pt x="962531" y="2169535"/>
                      <a:pt x="1023878" y="2177215"/>
                      <a:pt x="1084421" y="2188913"/>
                    </a:cubicBezTo>
                    <a:cubicBezTo>
                      <a:pt x="1116211" y="2194628"/>
                      <a:pt x="1148090" y="2200521"/>
                      <a:pt x="1180594" y="2199807"/>
                    </a:cubicBezTo>
                    <a:cubicBezTo>
                      <a:pt x="1171932" y="2177036"/>
                      <a:pt x="1146304" y="2172839"/>
                      <a:pt x="1126659" y="2163552"/>
                    </a:cubicBezTo>
                    <a:cubicBezTo>
                      <a:pt x="1119961" y="2124351"/>
                      <a:pt x="1122819" y="2084435"/>
                      <a:pt x="1121747" y="2044966"/>
                    </a:cubicBezTo>
                    <a:cubicBezTo>
                      <a:pt x="1059865" y="1994960"/>
                      <a:pt x="1009144" y="1932184"/>
                      <a:pt x="971014" y="1862622"/>
                    </a:cubicBezTo>
                    <a:cubicBezTo>
                      <a:pt x="970300" y="1830028"/>
                      <a:pt x="980748" y="1798060"/>
                      <a:pt x="983873" y="1765645"/>
                    </a:cubicBezTo>
                    <a:cubicBezTo>
                      <a:pt x="1002982" y="1539456"/>
                      <a:pt x="1042630" y="1314607"/>
                      <a:pt x="1042362" y="1087078"/>
                    </a:cubicBezTo>
                    <a:cubicBezTo>
                      <a:pt x="1047720" y="995460"/>
                      <a:pt x="1048792" y="903573"/>
                      <a:pt x="1047363" y="811776"/>
                    </a:cubicBezTo>
                    <a:cubicBezTo>
                      <a:pt x="1026468" y="816330"/>
                      <a:pt x="1006822" y="824903"/>
                      <a:pt x="987624" y="834011"/>
                    </a:cubicBezTo>
                    <a:cubicBezTo>
                      <a:pt x="981105" y="786237"/>
                      <a:pt x="935742" y="756858"/>
                      <a:pt x="918061" y="713282"/>
                    </a:cubicBezTo>
                    <a:cubicBezTo>
                      <a:pt x="997089" y="616305"/>
                      <a:pt x="1082635" y="524687"/>
                      <a:pt x="1161127" y="427174"/>
                    </a:cubicBezTo>
                    <a:cubicBezTo>
                      <a:pt x="1255246" y="317786"/>
                      <a:pt x="1339275" y="200271"/>
                      <a:pt x="1427679" y="86239"/>
                    </a:cubicBezTo>
                    <a:cubicBezTo>
                      <a:pt x="1450092" y="58110"/>
                      <a:pt x="1468130" y="25963"/>
                      <a:pt x="1495276" y="1853"/>
                    </a:cubicBezTo>
                    <a:cubicBezTo>
                      <a:pt x="1503514" y="-67"/>
                      <a:pt x="1511657" y="-390"/>
                      <a:pt x="1519693" y="404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179F3328-4DB6-097B-4C23-664A938FFE7A}"/>
                  </a:ext>
                </a:extLst>
              </p:cNvPr>
              <p:cNvSpPr/>
              <p:nvPr/>
            </p:nvSpPr>
            <p:spPr>
              <a:xfrm>
                <a:off x="1834696" y="1645984"/>
                <a:ext cx="619576" cy="684485"/>
              </a:xfrm>
              <a:custGeom>
                <a:avLst/>
                <a:gdLst>
                  <a:gd name="connsiteX0" fmla="*/ 259910 w 619576"/>
                  <a:gd name="connsiteY0" fmla="*/ 10562 h 684485"/>
                  <a:gd name="connsiteX1" fmla="*/ 336794 w 619576"/>
                  <a:gd name="connsiteY1" fmla="*/ 14848 h 684485"/>
                  <a:gd name="connsiteX2" fmla="*/ 579950 w 619576"/>
                  <a:gd name="connsiteY2" fmla="*/ 289436 h 684485"/>
                  <a:gd name="connsiteX3" fmla="*/ 618169 w 619576"/>
                  <a:gd name="connsiteY3" fmla="*/ 384626 h 684485"/>
                  <a:gd name="connsiteX4" fmla="*/ 367870 w 619576"/>
                  <a:gd name="connsiteY4" fmla="*/ 519375 h 684485"/>
                  <a:gd name="connsiteX5" fmla="*/ 33989 w 619576"/>
                  <a:gd name="connsiteY5" fmla="*/ 684485 h 684485"/>
                  <a:gd name="connsiteX6" fmla="*/ 194991 w 619576"/>
                  <a:gd name="connsiteY6" fmla="*/ 453653 h 684485"/>
                  <a:gd name="connsiteX7" fmla="*/ 179007 w 619576"/>
                  <a:gd name="connsiteY7" fmla="*/ 405432 h 684485"/>
                  <a:gd name="connsiteX8" fmla="*/ 3628 w 619576"/>
                  <a:gd name="connsiteY8" fmla="*/ 161473 h 684485"/>
                  <a:gd name="connsiteX9" fmla="*/ 30506 w 619576"/>
                  <a:gd name="connsiteY9" fmla="*/ 119950 h 684485"/>
                  <a:gd name="connsiteX10" fmla="*/ 259910 w 619576"/>
                  <a:gd name="connsiteY10" fmla="*/ 10562 h 68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576" h="684485">
                    <a:moveTo>
                      <a:pt x="259910" y="10562"/>
                    </a:moveTo>
                    <a:cubicBezTo>
                      <a:pt x="284288" y="739"/>
                      <a:pt x="317060" y="-8994"/>
                      <a:pt x="336794" y="14848"/>
                    </a:cubicBezTo>
                    <a:cubicBezTo>
                      <a:pt x="426091" y="98519"/>
                      <a:pt x="505208" y="192727"/>
                      <a:pt x="579950" y="289436"/>
                    </a:cubicBezTo>
                    <a:cubicBezTo>
                      <a:pt x="597988" y="317743"/>
                      <a:pt x="626206" y="348461"/>
                      <a:pt x="618169" y="384626"/>
                    </a:cubicBezTo>
                    <a:cubicBezTo>
                      <a:pt x="538427" y="435793"/>
                      <a:pt x="450469" y="472941"/>
                      <a:pt x="367870" y="519375"/>
                    </a:cubicBezTo>
                    <a:cubicBezTo>
                      <a:pt x="257677" y="576615"/>
                      <a:pt x="147932" y="634836"/>
                      <a:pt x="33989" y="684485"/>
                    </a:cubicBezTo>
                    <a:cubicBezTo>
                      <a:pt x="91942" y="610726"/>
                      <a:pt x="148200" y="535092"/>
                      <a:pt x="194991" y="453653"/>
                    </a:cubicBezTo>
                    <a:cubicBezTo>
                      <a:pt x="208118" y="435704"/>
                      <a:pt x="187669" y="419720"/>
                      <a:pt x="179007" y="405432"/>
                    </a:cubicBezTo>
                    <a:cubicBezTo>
                      <a:pt x="120875" y="323905"/>
                      <a:pt x="60421" y="243894"/>
                      <a:pt x="3628" y="161473"/>
                    </a:cubicBezTo>
                    <a:cubicBezTo>
                      <a:pt x="-9409" y="140935"/>
                      <a:pt x="15772" y="128434"/>
                      <a:pt x="30506" y="119950"/>
                    </a:cubicBezTo>
                    <a:cubicBezTo>
                      <a:pt x="105962" y="81374"/>
                      <a:pt x="181507" y="42798"/>
                      <a:pt x="259910" y="10562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B581317-DD18-AB79-83FB-E4EADC2060C1}"/>
                </a:ext>
              </a:extLst>
            </p:cNvPr>
            <p:cNvGrpSpPr/>
            <p:nvPr/>
          </p:nvGrpSpPr>
          <p:grpSpPr>
            <a:xfrm>
              <a:off x="8376722" y="3148224"/>
              <a:ext cx="2539053" cy="1401888"/>
              <a:chOff x="5227855" y="3001000"/>
              <a:chExt cx="5017881" cy="2770524"/>
            </a:xfrm>
            <a:solidFill>
              <a:schemeClr val="tx1">
                <a:lumMod val="95000"/>
                <a:lumOff val="5000"/>
              </a:schemeClr>
            </a:solidFill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99C007A3-16B2-70DE-3489-38850473FC8E}"/>
                  </a:ext>
                </a:extLst>
              </p:cNvPr>
              <p:cNvGrpSpPr/>
              <p:nvPr/>
            </p:nvGrpSpPr>
            <p:grpSpPr>
              <a:xfrm>
                <a:off x="7594543" y="3001000"/>
                <a:ext cx="2651193" cy="2770524"/>
                <a:chOff x="7594543" y="3001000"/>
                <a:chExt cx="2651193" cy="2770524"/>
              </a:xfrm>
              <a:grpFill/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D3E9BA8D-2E97-2798-AF4B-45F21198BF9C}"/>
                    </a:ext>
                  </a:extLst>
                </p:cNvPr>
                <p:cNvSpPr/>
                <p:nvPr/>
              </p:nvSpPr>
              <p:spPr>
                <a:xfrm>
                  <a:off x="7594543" y="3001000"/>
                  <a:ext cx="2651193" cy="2770524"/>
                </a:xfrm>
                <a:custGeom>
                  <a:avLst/>
                  <a:gdLst>
                    <a:gd name="connsiteX0" fmla="*/ 804334 w 2651193"/>
                    <a:gd name="connsiteY0" fmla="*/ 0 h 2770524"/>
                    <a:gd name="connsiteX1" fmla="*/ 1025433 w 2651193"/>
                    <a:gd name="connsiteY1" fmla="*/ 114657 h 2770524"/>
                    <a:gd name="connsiteX2" fmla="*/ 1228494 w 2651193"/>
                    <a:gd name="connsiteY2" fmla="*/ 235208 h 2770524"/>
                    <a:gd name="connsiteX3" fmla="*/ 1163753 w 2651193"/>
                    <a:gd name="connsiteY3" fmla="*/ 344239 h 2770524"/>
                    <a:gd name="connsiteX4" fmla="*/ 976676 w 2651193"/>
                    <a:gd name="connsiteY4" fmla="*/ 585966 h 2770524"/>
                    <a:gd name="connsiteX5" fmla="*/ 735039 w 2651193"/>
                    <a:gd name="connsiteY5" fmla="*/ 853232 h 2770524"/>
                    <a:gd name="connsiteX6" fmla="*/ 699945 w 2651193"/>
                    <a:gd name="connsiteY6" fmla="*/ 901273 h 2770524"/>
                    <a:gd name="connsiteX7" fmla="*/ 916937 w 2651193"/>
                    <a:gd name="connsiteY7" fmla="*/ 751076 h 2770524"/>
                    <a:gd name="connsiteX8" fmla="*/ 1215277 w 2651193"/>
                    <a:gd name="connsiteY8" fmla="*/ 933778 h 2770524"/>
                    <a:gd name="connsiteX9" fmla="*/ 1223314 w 2651193"/>
                    <a:gd name="connsiteY9" fmla="*/ 967085 h 2770524"/>
                    <a:gd name="connsiteX10" fmla="*/ 1094905 w 2651193"/>
                    <a:gd name="connsiteY10" fmla="*/ 1168896 h 2770524"/>
                    <a:gd name="connsiteX11" fmla="*/ 1254301 w 2651193"/>
                    <a:gd name="connsiteY11" fmla="*/ 1113175 h 2770524"/>
                    <a:gd name="connsiteX12" fmla="*/ 2427572 w 2651193"/>
                    <a:gd name="connsiteY12" fmla="*/ 760631 h 2770524"/>
                    <a:gd name="connsiteX13" fmla="*/ 2539729 w 2651193"/>
                    <a:gd name="connsiteY13" fmla="*/ 733574 h 2770524"/>
                    <a:gd name="connsiteX14" fmla="*/ 2649386 w 2651193"/>
                    <a:gd name="connsiteY14" fmla="*/ 1162109 h 2770524"/>
                    <a:gd name="connsiteX15" fmla="*/ 2624382 w 2651193"/>
                    <a:gd name="connsiteY15" fmla="*/ 1206490 h 2770524"/>
                    <a:gd name="connsiteX16" fmla="*/ 2446503 w 2651193"/>
                    <a:gd name="connsiteY16" fmla="*/ 1262122 h 2770524"/>
                    <a:gd name="connsiteX17" fmla="*/ 2230762 w 2651193"/>
                    <a:gd name="connsiteY17" fmla="*/ 1326594 h 2770524"/>
                    <a:gd name="connsiteX18" fmla="*/ 2242103 w 2651193"/>
                    <a:gd name="connsiteY18" fmla="*/ 1544300 h 2770524"/>
                    <a:gd name="connsiteX19" fmla="*/ 2250943 w 2651193"/>
                    <a:gd name="connsiteY19" fmla="*/ 1838891 h 2770524"/>
                    <a:gd name="connsiteX20" fmla="*/ 2226744 w 2651193"/>
                    <a:gd name="connsiteY20" fmla="*/ 2330827 h 2770524"/>
                    <a:gd name="connsiteX21" fmla="*/ 2131464 w 2651193"/>
                    <a:gd name="connsiteY21" fmla="*/ 2624882 h 2770524"/>
                    <a:gd name="connsiteX22" fmla="*/ 1899381 w 2651193"/>
                    <a:gd name="connsiteY22" fmla="*/ 2766953 h 2770524"/>
                    <a:gd name="connsiteX23" fmla="*/ 1698553 w 2651193"/>
                    <a:gd name="connsiteY23" fmla="*/ 2709714 h 2770524"/>
                    <a:gd name="connsiteX24" fmla="*/ 1553088 w 2651193"/>
                    <a:gd name="connsiteY24" fmla="*/ 2586931 h 2770524"/>
                    <a:gd name="connsiteX25" fmla="*/ 1248407 w 2651193"/>
                    <a:gd name="connsiteY25" fmla="*/ 2181701 h 2770524"/>
                    <a:gd name="connsiteX26" fmla="*/ 1646581 w 2651193"/>
                    <a:gd name="connsiteY26" fmla="*/ 2236708 h 2770524"/>
                    <a:gd name="connsiteX27" fmla="*/ 1752577 w 2651193"/>
                    <a:gd name="connsiteY27" fmla="*/ 1475095 h 2770524"/>
                    <a:gd name="connsiteX28" fmla="*/ 1092941 w 2651193"/>
                    <a:gd name="connsiteY28" fmla="*/ 1700837 h 2770524"/>
                    <a:gd name="connsiteX29" fmla="*/ 1031058 w 2651193"/>
                    <a:gd name="connsiteY29" fmla="*/ 1689229 h 2770524"/>
                    <a:gd name="connsiteX30" fmla="*/ 961049 w 2651193"/>
                    <a:gd name="connsiteY30" fmla="*/ 1383119 h 2770524"/>
                    <a:gd name="connsiteX31" fmla="*/ 873896 w 2651193"/>
                    <a:gd name="connsiteY31" fmla="*/ 1492865 h 2770524"/>
                    <a:gd name="connsiteX32" fmla="*/ 873628 w 2651193"/>
                    <a:gd name="connsiteY32" fmla="*/ 1847820 h 2770524"/>
                    <a:gd name="connsiteX33" fmla="*/ 868895 w 2651193"/>
                    <a:gd name="connsiteY33" fmla="*/ 2452092 h 2770524"/>
                    <a:gd name="connsiteX34" fmla="*/ 822818 w 2651193"/>
                    <a:gd name="connsiteY34" fmla="*/ 2486650 h 2770524"/>
                    <a:gd name="connsiteX35" fmla="*/ 448039 w 2651193"/>
                    <a:gd name="connsiteY35" fmla="*/ 2486025 h 2770524"/>
                    <a:gd name="connsiteX36" fmla="*/ 446967 w 2651193"/>
                    <a:gd name="connsiteY36" fmla="*/ 2357348 h 2770524"/>
                    <a:gd name="connsiteX37" fmla="*/ 457862 w 2651193"/>
                    <a:gd name="connsiteY37" fmla="*/ 2053292 h 2770524"/>
                    <a:gd name="connsiteX38" fmla="*/ 466166 w 2651193"/>
                    <a:gd name="connsiteY38" fmla="*/ 1931491 h 2770524"/>
                    <a:gd name="connsiteX39" fmla="*/ 309629 w 2651193"/>
                    <a:gd name="connsiteY39" fmla="*/ 2106781 h 2770524"/>
                    <a:gd name="connsiteX40" fmla="*/ 267748 w 2651193"/>
                    <a:gd name="connsiteY40" fmla="*/ 2095351 h 2770524"/>
                    <a:gd name="connsiteX41" fmla="*/ 58347 w 2651193"/>
                    <a:gd name="connsiteY41" fmla="*/ 1911846 h 2770524"/>
                    <a:gd name="connsiteX42" fmla="*/ 3072 w 2651193"/>
                    <a:gd name="connsiteY42" fmla="*/ 1856035 h 2770524"/>
                    <a:gd name="connsiteX43" fmla="*/ 24236 w 2651193"/>
                    <a:gd name="connsiteY43" fmla="*/ 1821121 h 2770524"/>
                    <a:gd name="connsiteX44" fmla="*/ 705035 w 2651193"/>
                    <a:gd name="connsiteY44" fmla="*/ 1019324 h 2770524"/>
                    <a:gd name="connsiteX45" fmla="*/ 825318 w 2651193"/>
                    <a:gd name="connsiteY45" fmla="*/ 855375 h 2770524"/>
                    <a:gd name="connsiteX46" fmla="*/ 582342 w 2651193"/>
                    <a:gd name="connsiteY46" fmla="*/ 1075492 h 2770524"/>
                    <a:gd name="connsiteX47" fmla="*/ 361778 w 2651193"/>
                    <a:gd name="connsiteY47" fmla="*/ 1275427 h 2770524"/>
                    <a:gd name="connsiteX48" fmla="*/ 323470 w 2651193"/>
                    <a:gd name="connsiteY48" fmla="*/ 1272034 h 2770524"/>
                    <a:gd name="connsiteX49" fmla="*/ 23164 w 2651193"/>
                    <a:gd name="connsiteY49" fmla="*/ 1027539 h 2770524"/>
                    <a:gd name="connsiteX50" fmla="*/ 8073 w 2651193"/>
                    <a:gd name="connsiteY50" fmla="*/ 967710 h 2770524"/>
                    <a:gd name="connsiteX51" fmla="*/ 279893 w 2651193"/>
                    <a:gd name="connsiteY51" fmla="*/ 648920 h 2770524"/>
                    <a:gd name="connsiteX52" fmla="*/ 740397 w 2651193"/>
                    <a:gd name="connsiteY52" fmla="*/ 81796 h 2770524"/>
                    <a:gd name="connsiteX53" fmla="*/ 804334 w 2651193"/>
                    <a:gd name="connsiteY53" fmla="*/ 0 h 277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651193" h="2770524">
                      <a:moveTo>
                        <a:pt x="804334" y="0"/>
                      </a:moveTo>
                      <a:cubicBezTo>
                        <a:pt x="881575" y="30718"/>
                        <a:pt x="952299" y="75456"/>
                        <a:pt x="1025433" y="114657"/>
                      </a:cubicBezTo>
                      <a:cubicBezTo>
                        <a:pt x="1093209" y="154483"/>
                        <a:pt x="1165540" y="187702"/>
                        <a:pt x="1228494" y="235208"/>
                      </a:cubicBezTo>
                      <a:cubicBezTo>
                        <a:pt x="1222957" y="278874"/>
                        <a:pt x="1187506" y="309592"/>
                        <a:pt x="1163753" y="344239"/>
                      </a:cubicBezTo>
                      <a:cubicBezTo>
                        <a:pt x="1105889" y="428178"/>
                        <a:pt x="1039899" y="506045"/>
                        <a:pt x="976676" y="585966"/>
                      </a:cubicBezTo>
                      <a:cubicBezTo>
                        <a:pt x="896756" y="675531"/>
                        <a:pt x="816478" y="765006"/>
                        <a:pt x="735039" y="853232"/>
                      </a:cubicBezTo>
                      <a:cubicBezTo>
                        <a:pt x="722002" y="868233"/>
                        <a:pt x="710304" y="884396"/>
                        <a:pt x="699945" y="901273"/>
                      </a:cubicBezTo>
                      <a:cubicBezTo>
                        <a:pt x="779419" y="862072"/>
                        <a:pt x="840588" y="795278"/>
                        <a:pt x="916937" y="751076"/>
                      </a:cubicBezTo>
                      <a:cubicBezTo>
                        <a:pt x="1017039" y="810994"/>
                        <a:pt x="1115533" y="873413"/>
                        <a:pt x="1215277" y="933778"/>
                      </a:cubicBezTo>
                      <a:cubicBezTo>
                        <a:pt x="1230012" y="938957"/>
                        <a:pt x="1231262" y="955477"/>
                        <a:pt x="1223314" y="967085"/>
                      </a:cubicBezTo>
                      <a:cubicBezTo>
                        <a:pt x="1186345" y="1037897"/>
                        <a:pt x="1134464" y="1099602"/>
                        <a:pt x="1094905" y="1168896"/>
                      </a:cubicBezTo>
                      <a:cubicBezTo>
                        <a:pt x="1150359" y="1157466"/>
                        <a:pt x="1200722" y="1130499"/>
                        <a:pt x="1254301" y="1113175"/>
                      </a:cubicBezTo>
                      <a:cubicBezTo>
                        <a:pt x="1639705" y="977622"/>
                        <a:pt x="2033237" y="866894"/>
                        <a:pt x="2427572" y="760631"/>
                      </a:cubicBezTo>
                      <a:cubicBezTo>
                        <a:pt x="2464630" y="750808"/>
                        <a:pt x="2501064" y="736520"/>
                        <a:pt x="2539729" y="733574"/>
                      </a:cubicBezTo>
                      <a:cubicBezTo>
                        <a:pt x="2579912" y="875377"/>
                        <a:pt x="2612685" y="1019324"/>
                        <a:pt x="2649386" y="1162109"/>
                      </a:cubicBezTo>
                      <a:cubicBezTo>
                        <a:pt x="2656618" y="1181130"/>
                        <a:pt x="2640903" y="1199168"/>
                        <a:pt x="2624382" y="1206490"/>
                      </a:cubicBezTo>
                      <a:cubicBezTo>
                        <a:pt x="2568393" y="1234351"/>
                        <a:pt x="2505797" y="1243905"/>
                        <a:pt x="2446503" y="1262122"/>
                      </a:cubicBezTo>
                      <a:cubicBezTo>
                        <a:pt x="2374440" y="1283017"/>
                        <a:pt x="2303271" y="1307396"/>
                        <a:pt x="2230762" y="1326594"/>
                      </a:cubicBezTo>
                      <a:cubicBezTo>
                        <a:pt x="2228708" y="1399103"/>
                        <a:pt x="2240405" y="1471612"/>
                        <a:pt x="2242103" y="1544300"/>
                      </a:cubicBezTo>
                      <a:cubicBezTo>
                        <a:pt x="2243709" y="1642616"/>
                        <a:pt x="2252104" y="1740575"/>
                        <a:pt x="2250943" y="1838891"/>
                      </a:cubicBezTo>
                      <a:cubicBezTo>
                        <a:pt x="2252372" y="2003108"/>
                        <a:pt x="2253086" y="2168218"/>
                        <a:pt x="2226744" y="2330827"/>
                      </a:cubicBezTo>
                      <a:cubicBezTo>
                        <a:pt x="2210402" y="2432625"/>
                        <a:pt x="2191560" y="2538531"/>
                        <a:pt x="2131464" y="2624882"/>
                      </a:cubicBezTo>
                      <a:cubicBezTo>
                        <a:pt x="2080207" y="2704088"/>
                        <a:pt x="1989124" y="2747754"/>
                        <a:pt x="1899381" y="2766953"/>
                      </a:cubicBezTo>
                      <a:cubicBezTo>
                        <a:pt x="1827051" y="2782223"/>
                        <a:pt x="1758470" y="2745790"/>
                        <a:pt x="1698553" y="2709714"/>
                      </a:cubicBezTo>
                      <a:cubicBezTo>
                        <a:pt x="1642563" y="2678549"/>
                        <a:pt x="1598272" y="2631400"/>
                        <a:pt x="1553088" y="2586931"/>
                      </a:cubicBezTo>
                      <a:cubicBezTo>
                        <a:pt x="1436912" y="2463701"/>
                        <a:pt x="1337436" y="2325290"/>
                        <a:pt x="1248407" y="2181701"/>
                      </a:cubicBezTo>
                      <a:cubicBezTo>
                        <a:pt x="1380655" y="2202865"/>
                        <a:pt x="1511743" y="2236172"/>
                        <a:pt x="1646581" y="2236708"/>
                      </a:cubicBezTo>
                      <a:cubicBezTo>
                        <a:pt x="1707572" y="1987123"/>
                        <a:pt x="1731234" y="1730484"/>
                        <a:pt x="1752577" y="1475095"/>
                      </a:cubicBezTo>
                      <a:cubicBezTo>
                        <a:pt x="1531121" y="1545729"/>
                        <a:pt x="1314487" y="1630561"/>
                        <a:pt x="1092941" y="1700837"/>
                      </a:cubicBezTo>
                      <a:cubicBezTo>
                        <a:pt x="1072581" y="1707535"/>
                        <a:pt x="1039452" y="1717268"/>
                        <a:pt x="1031058" y="1689229"/>
                      </a:cubicBezTo>
                      <a:cubicBezTo>
                        <a:pt x="1002840" y="1588413"/>
                        <a:pt x="985160" y="1484918"/>
                        <a:pt x="961049" y="1383119"/>
                      </a:cubicBezTo>
                      <a:cubicBezTo>
                        <a:pt x="930688" y="1418481"/>
                        <a:pt x="898542" y="1453217"/>
                        <a:pt x="873896" y="1492865"/>
                      </a:cubicBezTo>
                      <a:cubicBezTo>
                        <a:pt x="879164" y="1611094"/>
                        <a:pt x="872645" y="1729502"/>
                        <a:pt x="873628" y="1847820"/>
                      </a:cubicBezTo>
                      <a:cubicBezTo>
                        <a:pt x="867198" y="2049185"/>
                        <a:pt x="873181" y="2250728"/>
                        <a:pt x="868895" y="2452092"/>
                      </a:cubicBezTo>
                      <a:cubicBezTo>
                        <a:pt x="871038" y="2477363"/>
                        <a:pt x="844160" y="2488794"/>
                        <a:pt x="822818" y="2486650"/>
                      </a:cubicBezTo>
                      <a:cubicBezTo>
                        <a:pt x="697981" y="2489508"/>
                        <a:pt x="572876" y="2488704"/>
                        <a:pt x="448039" y="2486025"/>
                      </a:cubicBezTo>
                      <a:cubicBezTo>
                        <a:pt x="431073" y="2444681"/>
                        <a:pt x="446788" y="2400032"/>
                        <a:pt x="446967" y="2357348"/>
                      </a:cubicBezTo>
                      <a:cubicBezTo>
                        <a:pt x="448753" y="2255818"/>
                        <a:pt x="459111" y="2154823"/>
                        <a:pt x="457862" y="2053292"/>
                      </a:cubicBezTo>
                      <a:cubicBezTo>
                        <a:pt x="459201" y="2012662"/>
                        <a:pt x="455361" y="1971229"/>
                        <a:pt x="466166" y="1931491"/>
                      </a:cubicBezTo>
                      <a:cubicBezTo>
                        <a:pt x="412766" y="1988820"/>
                        <a:pt x="365439" y="2051775"/>
                        <a:pt x="309629" y="2106781"/>
                      </a:cubicBezTo>
                      <a:cubicBezTo>
                        <a:pt x="295609" y="2121872"/>
                        <a:pt x="279446" y="2103834"/>
                        <a:pt x="267748" y="2095351"/>
                      </a:cubicBezTo>
                      <a:cubicBezTo>
                        <a:pt x="196757" y="2035522"/>
                        <a:pt x="127731" y="1973461"/>
                        <a:pt x="58347" y="1911846"/>
                      </a:cubicBezTo>
                      <a:cubicBezTo>
                        <a:pt x="38613" y="1894612"/>
                        <a:pt x="17360" y="1878360"/>
                        <a:pt x="3072" y="1856035"/>
                      </a:cubicBezTo>
                      <a:cubicBezTo>
                        <a:pt x="5037" y="1842105"/>
                        <a:pt x="15485" y="1831389"/>
                        <a:pt x="24236" y="1821121"/>
                      </a:cubicBezTo>
                      <a:cubicBezTo>
                        <a:pt x="264534" y="1565642"/>
                        <a:pt x="485275" y="1292572"/>
                        <a:pt x="705035" y="1019324"/>
                      </a:cubicBezTo>
                      <a:cubicBezTo>
                        <a:pt x="744058" y="963871"/>
                        <a:pt x="792011" y="914757"/>
                        <a:pt x="825318" y="855375"/>
                      </a:cubicBezTo>
                      <a:cubicBezTo>
                        <a:pt x="743522" y="927884"/>
                        <a:pt x="663245" y="1002000"/>
                        <a:pt x="582342" y="1075492"/>
                      </a:cubicBezTo>
                      <a:cubicBezTo>
                        <a:pt x="509832" y="1143268"/>
                        <a:pt x="440270" y="1214527"/>
                        <a:pt x="361778" y="1275427"/>
                      </a:cubicBezTo>
                      <a:cubicBezTo>
                        <a:pt x="350080" y="1286143"/>
                        <a:pt x="333471" y="1282928"/>
                        <a:pt x="323470" y="1272034"/>
                      </a:cubicBezTo>
                      <a:cubicBezTo>
                        <a:pt x="223725" y="1190149"/>
                        <a:pt x="119694" y="1113264"/>
                        <a:pt x="23164" y="1027539"/>
                      </a:cubicBezTo>
                      <a:cubicBezTo>
                        <a:pt x="5394" y="1013698"/>
                        <a:pt x="-9965" y="987802"/>
                        <a:pt x="8073" y="967710"/>
                      </a:cubicBezTo>
                      <a:cubicBezTo>
                        <a:pt x="95227" y="858589"/>
                        <a:pt x="189882" y="755720"/>
                        <a:pt x="279893" y="648920"/>
                      </a:cubicBezTo>
                      <a:cubicBezTo>
                        <a:pt x="437859" y="463540"/>
                        <a:pt x="593146" y="275838"/>
                        <a:pt x="740397" y="81796"/>
                      </a:cubicBezTo>
                      <a:cubicBezTo>
                        <a:pt x="761203" y="54114"/>
                        <a:pt x="780580" y="25360"/>
                        <a:pt x="804334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6F369A00-B999-AB54-1341-2D10ED6138E7}"/>
                    </a:ext>
                  </a:extLst>
                </p:cNvPr>
                <p:cNvSpPr/>
                <p:nvPr/>
              </p:nvSpPr>
              <p:spPr>
                <a:xfrm>
                  <a:off x="8899447" y="3109943"/>
                  <a:ext cx="1072203" cy="703122"/>
                </a:xfrm>
                <a:custGeom>
                  <a:avLst/>
                  <a:gdLst>
                    <a:gd name="connsiteX0" fmla="*/ 36371 w 1072203"/>
                    <a:gd name="connsiteY0" fmla="*/ 218687 h 703122"/>
                    <a:gd name="connsiteX1" fmla="*/ 989615 w 1072203"/>
                    <a:gd name="connsiteY1" fmla="*/ 2231 h 703122"/>
                    <a:gd name="connsiteX2" fmla="*/ 1036406 w 1072203"/>
                    <a:gd name="connsiteY2" fmla="*/ 534 h 703122"/>
                    <a:gd name="connsiteX3" fmla="*/ 1061498 w 1072203"/>
                    <a:gd name="connsiteY3" fmla="*/ 265657 h 703122"/>
                    <a:gd name="connsiteX4" fmla="*/ 1071322 w 1072203"/>
                    <a:gd name="connsiteY4" fmla="*/ 443268 h 703122"/>
                    <a:gd name="connsiteX5" fmla="*/ 826380 w 1072203"/>
                    <a:gd name="connsiteY5" fmla="*/ 524439 h 703122"/>
                    <a:gd name="connsiteX6" fmla="*/ 465175 w 1072203"/>
                    <a:gd name="connsiteY6" fmla="*/ 636864 h 703122"/>
                    <a:gd name="connsiteX7" fmla="*/ 254969 w 1072203"/>
                    <a:gd name="connsiteY7" fmla="*/ 703122 h 703122"/>
                    <a:gd name="connsiteX8" fmla="*/ 443475 w 1072203"/>
                    <a:gd name="connsiteY8" fmla="*/ 589894 h 703122"/>
                    <a:gd name="connsiteX9" fmla="*/ 121560 w 1072203"/>
                    <a:gd name="connsiteY9" fmla="*/ 679905 h 703122"/>
                    <a:gd name="connsiteX10" fmla="*/ 65839 w 1072203"/>
                    <a:gd name="connsiteY10" fmla="*/ 671690 h 703122"/>
                    <a:gd name="connsiteX11" fmla="*/ 473 w 1072203"/>
                    <a:gd name="connsiteY11" fmla="*/ 246547 h 703122"/>
                    <a:gd name="connsiteX12" fmla="*/ 36371 w 1072203"/>
                    <a:gd name="connsiteY12" fmla="*/ 218687 h 70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72203" h="703122">
                      <a:moveTo>
                        <a:pt x="36371" y="218687"/>
                      </a:moveTo>
                      <a:cubicBezTo>
                        <a:pt x="351232" y="134301"/>
                        <a:pt x="671985" y="74651"/>
                        <a:pt x="989615" y="2231"/>
                      </a:cubicBezTo>
                      <a:cubicBezTo>
                        <a:pt x="1004974" y="-626"/>
                        <a:pt x="1020690" y="-180"/>
                        <a:pt x="1036406" y="534"/>
                      </a:cubicBezTo>
                      <a:cubicBezTo>
                        <a:pt x="1048908" y="88403"/>
                        <a:pt x="1052123" y="177342"/>
                        <a:pt x="1061498" y="265657"/>
                      </a:cubicBezTo>
                      <a:cubicBezTo>
                        <a:pt x="1064981" y="324861"/>
                        <a:pt x="1075250" y="383797"/>
                        <a:pt x="1071322" y="443268"/>
                      </a:cubicBezTo>
                      <a:cubicBezTo>
                        <a:pt x="993454" y="480684"/>
                        <a:pt x="907998" y="497293"/>
                        <a:pt x="826380" y="524439"/>
                      </a:cubicBezTo>
                      <a:cubicBezTo>
                        <a:pt x="704847" y="558283"/>
                        <a:pt x="584475" y="596055"/>
                        <a:pt x="465175" y="636864"/>
                      </a:cubicBezTo>
                      <a:cubicBezTo>
                        <a:pt x="395433" y="659992"/>
                        <a:pt x="326496" y="686335"/>
                        <a:pt x="254969" y="703122"/>
                      </a:cubicBezTo>
                      <a:cubicBezTo>
                        <a:pt x="317924" y="665618"/>
                        <a:pt x="380343" y="627220"/>
                        <a:pt x="443475" y="589894"/>
                      </a:cubicBezTo>
                      <a:cubicBezTo>
                        <a:pt x="335961" y="619272"/>
                        <a:pt x="228806" y="649723"/>
                        <a:pt x="121560" y="679905"/>
                      </a:cubicBezTo>
                      <a:cubicBezTo>
                        <a:pt x="103344" y="682852"/>
                        <a:pt x="71821" y="699372"/>
                        <a:pt x="65839" y="671690"/>
                      </a:cubicBezTo>
                      <a:cubicBezTo>
                        <a:pt x="45926" y="529708"/>
                        <a:pt x="16368" y="389065"/>
                        <a:pt x="473" y="246547"/>
                      </a:cubicBezTo>
                      <a:cubicBezTo>
                        <a:pt x="-3902" y="225741"/>
                        <a:pt x="23155" y="224848"/>
                        <a:pt x="36371" y="218687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0AE964FB-65BB-E2FD-AE2A-361A1E3D6672}"/>
                  </a:ext>
                </a:extLst>
              </p:cNvPr>
              <p:cNvSpPr/>
              <p:nvPr/>
            </p:nvSpPr>
            <p:spPr>
              <a:xfrm>
                <a:off x="5892938" y="3188681"/>
                <a:ext cx="578197" cy="586879"/>
              </a:xfrm>
              <a:custGeom>
                <a:avLst/>
                <a:gdLst>
                  <a:gd name="connsiteX0" fmla="*/ 401390 w 578197"/>
                  <a:gd name="connsiteY0" fmla="*/ 4753 h 586879"/>
                  <a:gd name="connsiteX1" fmla="*/ 431572 w 578197"/>
                  <a:gd name="connsiteY1" fmla="*/ 8771 h 586879"/>
                  <a:gd name="connsiteX2" fmla="*/ 539353 w 578197"/>
                  <a:gd name="connsiteY2" fmla="*/ 308898 h 586879"/>
                  <a:gd name="connsiteX3" fmla="*/ 578197 w 578197"/>
                  <a:gd name="connsiteY3" fmla="*/ 445344 h 586879"/>
                  <a:gd name="connsiteX4" fmla="*/ 351829 w 578197"/>
                  <a:gd name="connsiteY4" fmla="*/ 529997 h 586879"/>
                  <a:gd name="connsiteX5" fmla="*/ 173950 w 578197"/>
                  <a:gd name="connsiteY5" fmla="*/ 586879 h 586879"/>
                  <a:gd name="connsiteX6" fmla="*/ 150554 w 578197"/>
                  <a:gd name="connsiteY6" fmla="*/ 548392 h 586879"/>
                  <a:gd name="connsiteX7" fmla="*/ 31611 w 578197"/>
                  <a:gd name="connsiteY7" fmla="*/ 256481 h 586879"/>
                  <a:gd name="connsiteX8" fmla="*/ 0 w 578197"/>
                  <a:gd name="connsiteY8" fmla="*/ 169238 h 586879"/>
                  <a:gd name="connsiteX9" fmla="*/ 94744 w 578197"/>
                  <a:gd name="connsiteY9" fmla="*/ 125929 h 586879"/>
                  <a:gd name="connsiteX10" fmla="*/ 401390 w 578197"/>
                  <a:gd name="connsiteY10" fmla="*/ 4753 h 586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8197" h="586879">
                    <a:moveTo>
                      <a:pt x="401390" y="4753"/>
                    </a:moveTo>
                    <a:cubicBezTo>
                      <a:pt x="410855" y="2520"/>
                      <a:pt x="428000" y="-6677"/>
                      <a:pt x="431572" y="8771"/>
                    </a:cubicBezTo>
                    <a:cubicBezTo>
                      <a:pt x="468183" y="108516"/>
                      <a:pt x="502295" y="209243"/>
                      <a:pt x="539353" y="308898"/>
                    </a:cubicBezTo>
                    <a:cubicBezTo>
                      <a:pt x="554176" y="353725"/>
                      <a:pt x="574268" y="397659"/>
                      <a:pt x="578197" y="445344"/>
                    </a:cubicBezTo>
                    <a:cubicBezTo>
                      <a:pt x="504527" y="478205"/>
                      <a:pt x="427018" y="501065"/>
                      <a:pt x="351829" y="529997"/>
                    </a:cubicBezTo>
                    <a:cubicBezTo>
                      <a:pt x="292537" y="548928"/>
                      <a:pt x="234226" y="571252"/>
                      <a:pt x="173950" y="586879"/>
                    </a:cubicBezTo>
                    <a:cubicBezTo>
                      <a:pt x="165289" y="574556"/>
                      <a:pt x="156716" y="562055"/>
                      <a:pt x="150554" y="548392"/>
                    </a:cubicBezTo>
                    <a:cubicBezTo>
                      <a:pt x="113496" y="450076"/>
                      <a:pt x="72330" y="353368"/>
                      <a:pt x="31611" y="256481"/>
                    </a:cubicBezTo>
                    <a:cubicBezTo>
                      <a:pt x="18931" y="228174"/>
                      <a:pt x="6965" y="199509"/>
                      <a:pt x="0" y="169238"/>
                    </a:cubicBezTo>
                    <a:cubicBezTo>
                      <a:pt x="30004" y="151468"/>
                      <a:pt x="62329" y="138609"/>
                      <a:pt x="94744" y="125929"/>
                    </a:cubicBezTo>
                    <a:cubicBezTo>
                      <a:pt x="195828" y="82888"/>
                      <a:pt x="297984" y="42079"/>
                      <a:pt x="401390" y="4753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A429200-CD87-64D6-F2C7-4192B7C2B70F}"/>
                  </a:ext>
                </a:extLst>
              </p:cNvPr>
              <p:cNvGrpSpPr/>
              <p:nvPr/>
            </p:nvGrpSpPr>
            <p:grpSpPr>
              <a:xfrm>
                <a:off x="5227855" y="3010286"/>
                <a:ext cx="2405883" cy="2666348"/>
                <a:chOff x="5227855" y="3010286"/>
                <a:chExt cx="2405883" cy="2666348"/>
              </a:xfrm>
              <a:grpFill/>
            </p:grpSpPr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871082B1-DF55-BF14-27E2-09A78C18F8AD}"/>
                    </a:ext>
                  </a:extLst>
                </p:cNvPr>
                <p:cNvSpPr/>
                <p:nvPr/>
              </p:nvSpPr>
              <p:spPr>
                <a:xfrm>
                  <a:off x="5227855" y="3010286"/>
                  <a:ext cx="2405883" cy="1379370"/>
                </a:xfrm>
                <a:custGeom>
                  <a:avLst/>
                  <a:gdLst>
                    <a:gd name="connsiteX0" fmla="*/ 1583680 w 2405883"/>
                    <a:gd name="connsiteY0" fmla="*/ 0 h 1379370"/>
                    <a:gd name="connsiteX1" fmla="*/ 1667262 w 2405883"/>
                    <a:gd name="connsiteY1" fmla="*/ 25985 h 1379370"/>
                    <a:gd name="connsiteX2" fmla="*/ 1911489 w 2405883"/>
                    <a:gd name="connsiteY2" fmla="*/ 129391 h 1379370"/>
                    <a:gd name="connsiteX3" fmla="*/ 2039540 w 2405883"/>
                    <a:gd name="connsiteY3" fmla="*/ 193417 h 1379370"/>
                    <a:gd name="connsiteX4" fmla="*/ 1824692 w 2405883"/>
                    <a:gd name="connsiteY4" fmla="*/ 521494 h 1379370"/>
                    <a:gd name="connsiteX5" fmla="*/ 2112585 w 2405883"/>
                    <a:gd name="connsiteY5" fmla="*/ 449610 h 1379370"/>
                    <a:gd name="connsiteX6" fmla="*/ 2343685 w 2405883"/>
                    <a:gd name="connsiteY6" fmla="*/ 392817 h 1379370"/>
                    <a:gd name="connsiteX7" fmla="*/ 2405479 w 2405883"/>
                    <a:gd name="connsiteY7" fmla="*/ 383977 h 1379370"/>
                    <a:gd name="connsiteX8" fmla="*/ 2384227 w 2405883"/>
                    <a:gd name="connsiteY8" fmla="*/ 659458 h 1379370"/>
                    <a:gd name="connsiteX9" fmla="*/ 2366010 w 2405883"/>
                    <a:gd name="connsiteY9" fmla="*/ 785277 h 1379370"/>
                    <a:gd name="connsiteX10" fmla="*/ 2332434 w 2405883"/>
                    <a:gd name="connsiteY10" fmla="*/ 808316 h 1379370"/>
                    <a:gd name="connsiteX11" fmla="*/ 1306413 w 2405883"/>
                    <a:gd name="connsiteY11" fmla="*/ 1037808 h 1379370"/>
                    <a:gd name="connsiteX12" fmla="*/ 812690 w 2405883"/>
                    <a:gd name="connsiteY12" fmla="*/ 1189524 h 1379370"/>
                    <a:gd name="connsiteX13" fmla="*/ 328791 w 2405883"/>
                    <a:gd name="connsiteY13" fmla="*/ 1349097 h 1379370"/>
                    <a:gd name="connsiteX14" fmla="*/ 220563 w 2405883"/>
                    <a:gd name="connsiteY14" fmla="*/ 1378923 h 1379370"/>
                    <a:gd name="connsiteX15" fmla="*/ 173950 w 2405883"/>
                    <a:gd name="connsiteY15" fmla="*/ 1340168 h 1379370"/>
                    <a:gd name="connsiteX16" fmla="*/ 0 w 2405883"/>
                    <a:gd name="connsiteY16" fmla="*/ 1033076 h 1379370"/>
                    <a:gd name="connsiteX17" fmla="*/ 446216 w 2405883"/>
                    <a:gd name="connsiteY17" fmla="*/ 902524 h 1379370"/>
                    <a:gd name="connsiteX18" fmla="*/ 1260782 w 2405883"/>
                    <a:gd name="connsiteY18" fmla="*/ 674817 h 1379370"/>
                    <a:gd name="connsiteX19" fmla="*/ 1295340 w 2405883"/>
                    <a:gd name="connsiteY19" fmla="*/ 654636 h 1379370"/>
                    <a:gd name="connsiteX20" fmla="*/ 1583680 w 2405883"/>
                    <a:gd name="connsiteY20" fmla="*/ 0 h 1379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405883" h="1379370">
                      <a:moveTo>
                        <a:pt x="1583680" y="0"/>
                      </a:moveTo>
                      <a:cubicBezTo>
                        <a:pt x="1613148" y="2322"/>
                        <a:pt x="1640116" y="15091"/>
                        <a:pt x="1667262" y="25985"/>
                      </a:cubicBezTo>
                      <a:cubicBezTo>
                        <a:pt x="1749594" y="58132"/>
                        <a:pt x="1830854" y="93137"/>
                        <a:pt x="1911489" y="129391"/>
                      </a:cubicBezTo>
                      <a:cubicBezTo>
                        <a:pt x="1953905" y="151180"/>
                        <a:pt x="2000518" y="165199"/>
                        <a:pt x="2039540" y="193417"/>
                      </a:cubicBezTo>
                      <a:cubicBezTo>
                        <a:pt x="1979533" y="309860"/>
                        <a:pt x="1897469" y="413087"/>
                        <a:pt x="1824692" y="521494"/>
                      </a:cubicBezTo>
                      <a:cubicBezTo>
                        <a:pt x="1921579" y="501313"/>
                        <a:pt x="2015788" y="470416"/>
                        <a:pt x="2112585" y="449610"/>
                      </a:cubicBezTo>
                      <a:cubicBezTo>
                        <a:pt x="2189470" y="430143"/>
                        <a:pt x="2267069" y="413534"/>
                        <a:pt x="2343685" y="392817"/>
                      </a:cubicBezTo>
                      <a:cubicBezTo>
                        <a:pt x="2363688" y="387102"/>
                        <a:pt x="2384584" y="384513"/>
                        <a:pt x="2405479" y="383977"/>
                      </a:cubicBezTo>
                      <a:cubicBezTo>
                        <a:pt x="2408515" y="476310"/>
                        <a:pt x="2393781" y="567928"/>
                        <a:pt x="2384227" y="659458"/>
                      </a:cubicBezTo>
                      <a:cubicBezTo>
                        <a:pt x="2376993" y="701249"/>
                        <a:pt x="2377976" y="744379"/>
                        <a:pt x="2366010" y="785277"/>
                      </a:cubicBezTo>
                      <a:cubicBezTo>
                        <a:pt x="2362795" y="801172"/>
                        <a:pt x="2345203" y="803851"/>
                        <a:pt x="2332434" y="808316"/>
                      </a:cubicBezTo>
                      <a:cubicBezTo>
                        <a:pt x="1986498" y="864483"/>
                        <a:pt x="1642705" y="938242"/>
                        <a:pt x="1306413" y="1037808"/>
                      </a:cubicBezTo>
                      <a:cubicBezTo>
                        <a:pt x="1142196" y="1089690"/>
                        <a:pt x="976104" y="1135053"/>
                        <a:pt x="812690" y="1189524"/>
                      </a:cubicBezTo>
                      <a:cubicBezTo>
                        <a:pt x="650617" y="1240512"/>
                        <a:pt x="490597" y="1297484"/>
                        <a:pt x="328791" y="1349097"/>
                      </a:cubicBezTo>
                      <a:cubicBezTo>
                        <a:pt x="293161" y="1360438"/>
                        <a:pt x="258425" y="1377851"/>
                        <a:pt x="220563" y="1378923"/>
                      </a:cubicBezTo>
                      <a:cubicBezTo>
                        <a:pt x="196006" y="1383119"/>
                        <a:pt x="185112" y="1356866"/>
                        <a:pt x="173950" y="1340168"/>
                      </a:cubicBezTo>
                      <a:cubicBezTo>
                        <a:pt x="116443" y="1237566"/>
                        <a:pt x="47595" y="1140857"/>
                        <a:pt x="0" y="1033076"/>
                      </a:cubicBezTo>
                      <a:cubicBezTo>
                        <a:pt x="146982" y="984052"/>
                        <a:pt x="297001" y="944493"/>
                        <a:pt x="446216" y="902524"/>
                      </a:cubicBezTo>
                      <a:cubicBezTo>
                        <a:pt x="717321" y="825014"/>
                        <a:pt x="989320" y="750808"/>
                        <a:pt x="1260782" y="674817"/>
                      </a:cubicBezTo>
                      <a:cubicBezTo>
                        <a:pt x="1273284" y="670263"/>
                        <a:pt x="1290429" y="669637"/>
                        <a:pt x="1295340" y="654636"/>
                      </a:cubicBezTo>
                      <a:cubicBezTo>
                        <a:pt x="1392317" y="436840"/>
                        <a:pt x="1498937" y="223064"/>
                        <a:pt x="158368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4DC1C192-ED74-C909-3051-F669FDC34BB2}"/>
                    </a:ext>
                  </a:extLst>
                </p:cNvPr>
                <p:cNvSpPr/>
                <p:nvPr/>
              </p:nvSpPr>
              <p:spPr>
                <a:xfrm>
                  <a:off x="6725542" y="3968840"/>
                  <a:ext cx="844337" cy="1707762"/>
                </a:xfrm>
                <a:custGeom>
                  <a:avLst/>
                  <a:gdLst>
                    <a:gd name="connsiteX0" fmla="*/ 321558 w 844337"/>
                    <a:gd name="connsiteY0" fmla="*/ 7996 h 1707762"/>
                    <a:gd name="connsiteX1" fmla="*/ 560338 w 844337"/>
                    <a:gd name="connsiteY1" fmla="*/ 2727 h 1707762"/>
                    <a:gd name="connsiteX2" fmla="*/ 737771 w 844337"/>
                    <a:gd name="connsiteY2" fmla="*/ 17729 h 1707762"/>
                    <a:gd name="connsiteX3" fmla="*/ 779383 w 844337"/>
                    <a:gd name="connsiteY3" fmla="*/ 96400 h 1707762"/>
                    <a:gd name="connsiteX4" fmla="*/ 792599 w 844337"/>
                    <a:gd name="connsiteY4" fmla="*/ 442604 h 1707762"/>
                    <a:gd name="connsiteX5" fmla="*/ 806172 w 844337"/>
                    <a:gd name="connsiteY5" fmla="*/ 718977 h 1707762"/>
                    <a:gd name="connsiteX6" fmla="*/ 837426 w 844337"/>
                    <a:gd name="connsiteY6" fmla="*/ 1344324 h 1707762"/>
                    <a:gd name="connsiteX7" fmla="*/ 841534 w 844337"/>
                    <a:gd name="connsiteY7" fmla="*/ 1513631 h 1707762"/>
                    <a:gd name="connsiteX8" fmla="*/ 749379 w 844337"/>
                    <a:gd name="connsiteY8" fmla="*/ 1573817 h 1707762"/>
                    <a:gd name="connsiteX9" fmla="*/ 150644 w 844337"/>
                    <a:gd name="connsiteY9" fmla="*/ 1679723 h 1707762"/>
                    <a:gd name="connsiteX10" fmla="*/ 0 w 844337"/>
                    <a:gd name="connsiteY10" fmla="*/ 1707762 h 1707762"/>
                    <a:gd name="connsiteX11" fmla="*/ 118408 w 844337"/>
                    <a:gd name="connsiteY11" fmla="*/ 1569888 h 1707762"/>
                    <a:gd name="connsiteX12" fmla="*/ 295841 w 844337"/>
                    <a:gd name="connsiteY12" fmla="*/ 1336734 h 1707762"/>
                    <a:gd name="connsiteX13" fmla="*/ 338078 w 844337"/>
                    <a:gd name="connsiteY13" fmla="*/ 1246901 h 1707762"/>
                    <a:gd name="connsiteX14" fmla="*/ 346651 w 844337"/>
                    <a:gd name="connsiteY14" fmla="*/ 951328 h 1707762"/>
                    <a:gd name="connsiteX15" fmla="*/ 351294 w 844337"/>
                    <a:gd name="connsiteY15" fmla="*/ 594230 h 1707762"/>
                    <a:gd name="connsiteX16" fmla="*/ 351472 w 844337"/>
                    <a:gd name="connsiteY16" fmla="*/ 245972 h 1707762"/>
                    <a:gd name="connsiteX17" fmla="*/ 341204 w 844337"/>
                    <a:gd name="connsiteY17" fmla="*/ 72468 h 1707762"/>
                    <a:gd name="connsiteX18" fmla="*/ 321558 w 844337"/>
                    <a:gd name="connsiteY18" fmla="*/ 7996 h 170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44337" h="1707762">
                      <a:moveTo>
                        <a:pt x="321558" y="7996"/>
                      </a:moveTo>
                      <a:cubicBezTo>
                        <a:pt x="400139" y="-6024"/>
                        <a:pt x="480863" y="2638"/>
                        <a:pt x="560338" y="2727"/>
                      </a:cubicBezTo>
                      <a:cubicBezTo>
                        <a:pt x="619185" y="11300"/>
                        <a:pt x="679907" y="2817"/>
                        <a:pt x="737771" y="17729"/>
                      </a:cubicBezTo>
                      <a:cubicBezTo>
                        <a:pt x="771257" y="27820"/>
                        <a:pt x="777508" y="66307"/>
                        <a:pt x="779383" y="96400"/>
                      </a:cubicBezTo>
                      <a:cubicBezTo>
                        <a:pt x="784205" y="211861"/>
                        <a:pt x="792063" y="327054"/>
                        <a:pt x="792599" y="442604"/>
                      </a:cubicBezTo>
                      <a:cubicBezTo>
                        <a:pt x="800904" y="534490"/>
                        <a:pt x="797421" y="627091"/>
                        <a:pt x="806172" y="718977"/>
                      </a:cubicBezTo>
                      <a:cubicBezTo>
                        <a:pt x="812602" y="927665"/>
                        <a:pt x="829479" y="1135726"/>
                        <a:pt x="837426" y="1344324"/>
                      </a:cubicBezTo>
                      <a:cubicBezTo>
                        <a:pt x="841534" y="1400491"/>
                        <a:pt x="848142" y="1457373"/>
                        <a:pt x="841534" y="1513631"/>
                      </a:cubicBezTo>
                      <a:cubicBezTo>
                        <a:pt x="831443" y="1553725"/>
                        <a:pt x="785098" y="1566851"/>
                        <a:pt x="749379" y="1573817"/>
                      </a:cubicBezTo>
                      <a:cubicBezTo>
                        <a:pt x="548997" y="1604267"/>
                        <a:pt x="348526" y="1635610"/>
                        <a:pt x="150644" y="1679723"/>
                      </a:cubicBezTo>
                      <a:cubicBezTo>
                        <a:pt x="100816" y="1690795"/>
                        <a:pt x="51524" y="1707494"/>
                        <a:pt x="0" y="1707762"/>
                      </a:cubicBezTo>
                      <a:cubicBezTo>
                        <a:pt x="34915" y="1658113"/>
                        <a:pt x="80814" y="1617483"/>
                        <a:pt x="118408" y="1569888"/>
                      </a:cubicBezTo>
                      <a:cubicBezTo>
                        <a:pt x="179130" y="1493450"/>
                        <a:pt x="239762" y="1416743"/>
                        <a:pt x="295841" y="1336734"/>
                      </a:cubicBezTo>
                      <a:cubicBezTo>
                        <a:pt x="313075" y="1308516"/>
                        <a:pt x="337721" y="1281816"/>
                        <a:pt x="338078" y="1246901"/>
                      </a:cubicBezTo>
                      <a:cubicBezTo>
                        <a:pt x="346918" y="1148674"/>
                        <a:pt x="344597" y="1049823"/>
                        <a:pt x="346651" y="951328"/>
                      </a:cubicBezTo>
                      <a:cubicBezTo>
                        <a:pt x="354687" y="832474"/>
                        <a:pt x="349062" y="713263"/>
                        <a:pt x="351294" y="594230"/>
                      </a:cubicBezTo>
                      <a:cubicBezTo>
                        <a:pt x="351205" y="478144"/>
                        <a:pt x="352187" y="362058"/>
                        <a:pt x="351472" y="245972"/>
                      </a:cubicBezTo>
                      <a:cubicBezTo>
                        <a:pt x="351026" y="188018"/>
                        <a:pt x="351830" y="129618"/>
                        <a:pt x="341204" y="72468"/>
                      </a:cubicBezTo>
                      <a:cubicBezTo>
                        <a:pt x="333435" y="51305"/>
                        <a:pt x="320397" y="31481"/>
                        <a:pt x="321558" y="7996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4FCBBFEC-13EA-BF02-A061-E8B3E29C41B8}"/>
                    </a:ext>
                  </a:extLst>
                </p:cNvPr>
                <p:cNvSpPr/>
                <p:nvPr/>
              </p:nvSpPr>
              <p:spPr>
                <a:xfrm>
                  <a:off x="5581151" y="4120034"/>
                  <a:ext cx="1080249" cy="1556600"/>
                </a:xfrm>
                <a:custGeom>
                  <a:avLst/>
                  <a:gdLst>
                    <a:gd name="connsiteX0" fmla="*/ 819350 w 1080249"/>
                    <a:gd name="connsiteY0" fmla="*/ 4588 h 1556600"/>
                    <a:gd name="connsiteX1" fmla="*/ 858641 w 1080249"/>
                    <a:gd name="connsiteY1" fmla="*/ 5927 h 1556600"/>
                    <a:gd name="connsiteX2" fmla="*/ 1080097 w 1080249"/>
                    <a:gd name="connsiteY2" fmla="*/ 151214 h 1556600"/>
                    <a:gd name="connsiteX3" fmla="*/ 1070275 w 1080249"/>
                    <a:gd name="connsiteY3" fmla="*/ 397941 h 1556600"/>
                    <a:gd name="connsiteX4" fmla="*/ 1057058 w 1080249"/>
                    <a:gd name="connsiteY4" fmla="*/ 763522 h 1556600"/>
                    <a:gd name="connsiteX5" fmla="*/ 1044468 w 1080249"/>
                    <a:gd name="connsiteY5" fmla="*/ 1076508 h 1556600"/>
                    <a:gd name="connsiteX6" fmla="*/ 1034645 w 1080249"/>
                    <a:gd name="connsiteY6" fmla="*/ 1344934 h 1556600"/>
                    <a:gd name="connsiteX7" fmla="*/ 987496 w 1080249"/>
                    <a:gd name="connsiteY7" fmla="*/ 1509419 h 1556600"/>
                    <a:gd name="connsiteX8" fmla="*/ 851765 w 1080249"/>
                    <a:gd name="connsiteY8" fmla="*/ 1555675 h 1556600"/>
                    <a:gd name="connsiteX9" fmla="*/ 755860 w 1080249"/>
                    <a:gd name="connsiteY9" fmla="*/ 1492274 h 1556600"/>
                    <a:gd name="connsiteX10" fmla="*/ 538423 w 1080249"/>
                    <a:gd name="connsiteY10" fmla="*/ 1229830 h 1556600"/>
                    <a:gd name="connsiteX11" fmla="*/ 675493 w 1080249"/>
                    <a:gd name="connsiteY11" fmla="*/ 1274122 h 1556600"/>
                    <a:gd name="connsiteX12" fmla="*/ 678083 w 1080249"/>
                    <a:gd name="connsiteY12" fmla="*/ 1015429 h 1556600"/>
                    <a:gd name="connsiteX13" fmla="*/ 472521 w 1080249"/>
                    <a:gd name="connsiteY13" fmla="*/ 1111066 h 1556600"/>
                    <a:gd name="connsiteX14" fmla="*/ 454573 w 1080249"/>
                    <a:gd name="connsiteY14" fmla="*/ 1156875 h 1556600"/>
                    <a:gd name="connsiteX15" fmla="*/ 444393 w 1080249"/>
                    <a:gd name="connsiteY15" fmla="*/ 1461377 h 1556600"/>
                    <a:gd name="connsiteX16" fmla="*/ 407781 w 1080249"/>
                    <a:gd name="connsiteY16" fmla="*/ 1511205 h 1556600"/>
                    <a:gd name="connsiteX17" fmla="*/ 126407 w 1080249"/>
                    <a:gd name="connsiteY17" fmla="*/ 1516652 h 1556600"/>
                    <a:gd name="connsiteX18" fmla="*/ 3355 w 1080249"/>
                    <a:gd name="connsiteY18" fmla="*/ 1511562 h 1556600"/>
                    <a:gd name="connsiteX19" fmla="*/ 7284 w 1080249"/>
                    <a:gd name="connsiteY19" fmla="*/ 1417086 h 1556600"/>
                    <a:gd name="connsiteX20" fmla="*/ 46843 w 1080249"/>
                    <a:gd name="connsiteY20" fmla="*/ 1035610 h 1556600"/>
                    <a:gd name="connsiteX21" fmla="*/ 86759 w 1080249"/>
                    <a:gd name="connsiteY21" fmla="*/ 567783 h 1556600"/>
                    <a:gd name="connsiteX22" fmla="*/ 95867 w 1080249"/>
                    <a:gd name="connsiteY22" fmla="*/ 361776 h 1556600"/>
                    <a:gd name="connsiteX23" fmla="*/ 74079 w 1080249"/>
                    <a:gd name="connsiteY23" fmla="*/ 262388 h 1556600"/>
                    <a:gd name="connsiteX24" fmla="*/ 182038 w 1080249"/>
                    <a:gd name="connsiteY24" fmla="*/ 211132 h 1556600"/>
                    <a:gd name="connsiteX25" fmla="*/ 334290 w 1080249"/>
                    <a:gd name="connsiteY25" fmla="*/ 196130 h 1556600"/>
                    <a:gd name="connsiteX26" fmla="*/ 819350 w 1080249"/>
                    <a:gd name="connsiteY26" fmla="*/ 4588 h 1556600"/>
                    <a:gd name="connsiteX27" fmla="*/ 505114 w 1080249"/>
                    <a:gd name="connsiteY27" fmla="*/ 401602 h 1556600"/>
                    <a:gd name="connsiteX28" fmla="*/ 496542 w 1080249"/>
                    <a:gd name="connsiteY28" fmla="*/ 522063 h 1556600"/>
                    <a:gd name="connsiteX29" fmla="*/ 699514 w 1080249"/>
                    <a:gd name="connsiteY29" fmla="*/ 435267 h 1556600"/>
                    <a:gd name="connsiteX30" fmla="*/ 703800 w 1080249"/>
                    <a:gd name="connsiteY30" fmla="*/ 318110 h 1556600"/>
                    <a:gd name="connsiteX31" fmla="*/ 505114 w 1080249"/>
                    <a:gd name="connsiteY31" fmla="*/ 401602 h 1556600"/>
                    <a:gd name="connsiteX32" fmla="*/ 481005 w 1080249"/>
                    <a:gd name="connsiteY32" fmla="*/ 742180 h 1556600"/>
                    <a:gd name="connsiteX33" fmla="*/ 472075 w 1080249"/>
                    <a:gd name="connsiteY33" fmla="*/ 881126 h 1556600"/>
                    <a:gd name="connsiteX34" fmla="*/ 683976 w 1080249"/>
                    <a:gd name="connsiteY34" fmla="*/ 785221 h 1556600"/>
                    <a:gd name="connsiteX35" fmla="*/ 693799 w 1080249"/>
                    <a:gd name="connsiteY35" fmla="*/ 641989 h 1556600"/>
                    <a:gd name="connsiteX36" fmla="*/ 481005 w 1080249"/>
                    <a:gd name="connsiteY36" fmla="*/ 742180 h 1556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80249" h="1556600">
                      <a:moveTo>
                        <a:pt x="819350" y="4588"/>
                      </a:moveTo>
                      <a:cubicBezTo>
                        <a:pt x="831852" y="-948"/>
                        <a:pt x="846854" y="-2556"/>
                        <a:pt x="858641" y="5927"/>
                      </a:cubicBezTo>
                      <a:cubicBezTo>
                        <a:pt x="935526" y="49504"/>
                        <a:pt x="1009195" y="98529"/>
                        <a:pt x="1080097" y="151214"/>
                      </a:cubicBezTo>
                      <a:cubicBezTo>
                        <a:pt x="1081079" y="233545"/>
                        <a:pt x="1077240" y="315966"/>
                        <a:pt x="1070275" y="397941"/>
                      </a:cubicBezTo>
                      <a:cubicBezTo>
                        <a:pt x="1066524" y="519831"/>
                        <a:pt x="1058131" y="641543"/>
                        <a:pt x="1057058" y="763522"/>
                      </a:cubicBezTo>
                      <a:cubicBezTo>
                        <a:pt x="1048129" y="867642"/>
                        <a:pt x="1052862" y="972388"/>
                        <a:pt x="1044468" y="1076508"/>
                      </a:cubicBezTo>
                      <a:cubicBezTo>
                        <a:pt x="1041789" y="1165984"/>
                        <a:pt x="1040092" y="1255548"/>
                        <a:pt x="1034645" y="1344934"/>
                      </a:cubicBezTo>
                      <a:cubicBezTo>
                        <a:pt x="1033038" y="1401549"/>
                        <a:pt x="1034467" y="1469057"/>
                        <a:pt x="987496" y="1509419"/>
                      </a:cubicBezTo>
                      <a:cubicBezTo>
                        <a:pt x="949188" y="1538530"/>
                        <a:pt x="900968" y="1561569"/>
                        <a:pt x="851765" y="1555675"/>
                      </a:cubicBezTo>
                      <a:cubicBezTo>
                        <a:pt x="815154" y="1543084"/>
                        <a:pt x="783721" y="1518527"/>
                        <a:pt x="755860" y="1492274"/>
                      </a:cubicBezTo>
                      <a:cubicBezTo>
                        <a:pt x="674243" y="1412889"/>
                        <a:pt x="602270" y="1323950"/>
                        <a:pt x="538423" y="1229830"/>
                      </a:cubicBezTo>
                      <a:cubicBezTo>
                        <a:pt x="583874" y="1245011"/>
                        <a:pt x="627184" y="1268853"/>
                        <a:pt x="675493" y="1274122"/>
                      </a:cubicBezTo>
                      <a:cubicBezTo>
                        <a:pt x="675047" y="1187861"/>
                        <a:pt x="678172" y="1101600"/>
                        <a:pt x="678083" y="1015429"/>
                      </a:cubicBezTo>
                      <a:cubicBezTo>
                        <a:pt x="608878" y="1045790"/>
                        <a:pt x="542262" y="1081865"/>
                        <a:pt x="472521" y="1111066"/>
                      </a:cubicBezTo>
                      <a:cubicBezTo>
                        <a:pt x="451626" y="1116156"/>
                        <a:pt x="455198" y="1140534"/>
                        <a:pt x="454573" y="1156875"/>
                      </a:cubicBezTo>
                      <a:cubicBezTo>
                        <a:pt x="455019" y="1258495"/>
                        <a:pt x="446447" y="1359847"/>
                        <a:pt x="444393" y="1461377"/>
                      </a:cubicBezTo>
                      <a:cubicBezTo>
                        <a:pt x="446268" y="1483613"/>
                        <a:pt x="430284" y="1507722"/>
                        <a:pt x="407781" y="1511205"/>
                      </a:cubicBezTo>
                      <a:cubicBezTo>
                        <a:pt x="314109" y="1516563"/>
                        <a:pt x="220258" y="1517010"/>
                        <a:pt x="126407" y="1516652"/>
                      </a:cubicBezTo>
                      <a:cubicBezTo>
                        <a:pt x="85330" y="1515759"/>
                        <a:pt x="43718" y="1520939"/>
                        <a:pt x="3355" y="1511562"/>
                      </a:cubicBezTo>
                      <a:cubicBezTo>
                        <a:pt x="-5485" y="1480219"/>
                        <a:pt x="5767" y="1448518"/>
                        <a:pt x="7284" y="1417086"/>
                      </a:cubicBezTo>
                      <a:cubicBezTo>
                        <a:pt x="26037" y="1290463"/>
                        <a:pt x="31127" y="1162501"/>
                        <a:pt x="46843" y="1035610"/>
                      </a:cubicBezTo>
                      <a:cubicBezTo>
                        <a:pt x="60595" y="879698"/>
                        <a:pt x="74079" y="723785"/>
                        <a:pt x="86759" y="567783"/>
                      </a:cubicBezTo>
                      <a:cubicBezTo>
                        <a:pt x="89616" y="499114"/>
                        <a:pt x="101136" y="430623"/>
                        <a:pt x="95867" y="361776"/>
                      </a:cubicBezTo>
                      <a:cubicBezTo>
                        <a:pt x="92295" y="327932"/>
                        <a:pt x="81758" y="295428"/>
                        <a:pt x="74079" y="262388"/>
                      </a:cubicBezTo>
                      <a:cubicBezTo>
                        <a:pt x="112298" y="250512"/>
                        <a:pt x="154267" y="242654"/>
                        <a:pt x="182038" y="211132"/>
                      </a:cubicBezTo>
                      <a:cubicBezTo>
                        <a:pt x="230259" y="195326"/>
                        <a:pt x="286516" y="219347"/>
                        <a:pt x="334290" y="196130"/>
                      </a:cubicBezTo>
                      <a:cubicBezTo>
                        <a:pt x="496096" y="132640"/>
                        <a:pt x="658169" y="69686"/>
                        <a:pt x="819350" y="4588"/>
                      </a:cubicBezTo>
                      <a:moveTo>
                        <a:pt x="505114" y="401602"/>
                      </a:moveTo>
                      <a:cubicBezTo>
                        <a:pt x="497703" y="441250"/>
                        <a:pt x="496810" y="481701"/>
                        <a:pt x="496542" y="522063"/>
                      </a:cubicBezTo>
                      <a:cubicBezTo>
                        <a:pt x="564051" y="492774"/>
                        <a:pt x="632452" y="465539"/>
                        <a:pt x="699514" y="435267"/>
                      </a:cubicBezTo>
                      <a:cubicBezTo>
                        <a:pt x="701836" y="396244"/>
                        <a:pt x="702729" y="357132"/>
                        <a:pt x="703800" y="318110"/>
                      </a:cubicBezTo>
                      <a:cubicBezTo>
                        <a:pt x="636739" y="344006"/>
                        <a:pt x="572534" y="376599"/>
                        <a:pt x="505114" y="401602"/>
                      </a:cubicBezTo>
                      <a:moveTo>
                        <a:pt x="481005" y="742180"/>
                      </a:moveTo>
                      <a:cubicBezTo>
                        <a:pt x="480737" y="788615"/>
                        <a:pt x="476540" y="834871"/>
                        <a:pt x="472075" y="881126"/>
                      </a:cubicBezTo>
                      <a:cubicBezTo>
                        <a:pt x="543959" y="852105"/>
                        <a:pt x="612985" y="816297"/>
                        <a:pt x="683976" y="785221"/>
                      </a:cubicBezTo>
                      <a:cubicBezTo>
                        <a:pt x="700139" y="740484"/>
                        <a:pt x="690941" y="689227"/>
                        <a:pt x="693799" y="641989"/>
                      </a:cubicBezTo>
                      <a:cubicBezTo>
                        <a:pt x="621558" y="672707"/>
                        <a:pt x="551995" y="708962"/>
                        <a:pt x="481005" y="74218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D5856F43-0A41-FC5E-8FBF-9E7ACE1AFA71}"/>
                    </a:ext>
                  </a:extLst>
                </p:cNvPr>
                <p:cNvSpPr/>
                <p:nvPr/>
              </p:nvSpPr>
              <p:spPr>
                <a:xfrm>
                  <a:off x="6675447" y="4241958"/>
                  <a:ext cx="324095" cy="924396"/>
                </a:xfrm>
                <a:custGeom>
                  <a:avLst/>
                  <a:gdLst>
                    <a:gd name="connsiteX0" fmla="*/ 72420 w 324095"/>
                    <a:gd name="connsiteY0" fmla="*/ 0 h 924396"/>
                    <a:gd name="connsiteX1" fmla="*/ 277713 w 324095"/>
                    <a:gd name="connsiteY1" fmla="*/ 57686 h 924396"/>
                    <a:gd name="connsiteX2" fmla="*/ 319326 w 324095"/>
                    <a:gd name="connsiteY2" fmla="*/ 91440 h 924396"/>
                    <a:gd name="connsiteX3" fmla="*/ 321379 w 324095"/>
                    <a:gd name="connsiteY3" fmla="*/ 866269 h 924396"/>
                    <a:gd name="connsiteX4" fmla="*/ 273427 w 324095"/>
                    <a:gd name="connsiteY4" fmla="*/ 924222 h 924396"/>
                    <a:gd name="connsiteX5" fmla="*/ 137160 w 324095"/>
                    <a:gd name="connsiteY5" fmla="*/ 888057 h 924396"/>
                    <a:gd name="connsiteX6" fmla="*/ 0 w 324095"/>
                    <a:gd name="connsiteY6" fmla="*/ 844659 h 924396"/>
                    <a:gd name="connsiteX7" fmla="*/ 39648 w 324095"/>
                    <a:gd name="connsiteY7" fmla="*/ 355938 h 924396"/>
                    <a:gd name="connsiteX8" fmla="*/ 72420 w 324095"/>
                    <a:gd name="connsiteY8" fmla="*/ 0 h 92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095" h="924396">
                      <a:moveTo>
                        <a:pt x="72420" y="0"/>
                      </a:moveTo>
                      <a:cubicBezTo>
                        <a:pt x="142250" y="13484"/>
                        <a:pt x="209937" y="36433"/>
                        <a:pt x="277713" y="57686"/>
                      </a:cubicBezTo>
                      <a:cubicBezTo>
                        <a:pt x="293876" y="64026"/>
                        <a:pt x="320308" y="68937"/>
                        <a:pt x="319326" y="91440"/>
                      </a:cubicBezTo>
                      <a:cubicBezTo>
                        <a:pt x="325040" y="349687"/>
                        <a:pt x="325487" y="608022"/>
                        <a:pt x="321379" y="866269"/>
                      </a:cubicBezTo>
                      <a:cubicBezTo>
                        <a:pt x="324148" y="894308"/>
                        <a:pt x="304413" y="927080"/>
                        <a:pt x="273427" y="924222"/>
                      </a:cubicBezTo>
                      <a:cubicBezTo>
                        <a:pt x="226546" y="919132"/>
                        <a:pt x="182969" y="898416"/>
                        <a:pt x="137160" y="888057"/>
                      </a:cubicBezTo>
                      <a:cubicBezTo>
                        <a:pt x="91708" y="872698"/>
                        <a:pt x="42148" y="868591"/>
                        <a:pt x="0" y="844659"/>
                      </a:cubicBezTo>
                      <a:cubicBezTo>
                        <a:pt x="22324" y="682585"/>
                        <a:pt x="30896" y="519172"/>
                        <a:pt x="39648" y="355938"/>
                      </a:cubicBezTo>
                      <a:cubicBezTo>
                        <a:pt x="51346" y="237530"/>
                        <a:pt x="50452" y="117247"/>
                        <a:pt x="7242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8231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73A6D-E7A9-B65C-D4E4-5473B33B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C554218-E6ED-8EBF-D39F-877B40E964D3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383BC61D-621B-E427-634E-50D2DA7D06A7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CE85719-D95C-2D85-F604-55F97D823303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15322EC-0D13-5B16-AA48-12987DC0F247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F7AC0042-5D66-9079-B08E-160A707F702B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EADC471-6CF3-9280-E82E-9FE14F97D48D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 descr="D:\51PPT模板网\51pptmoban.com\图片.jpg">
            <a:extLst>
              <a:ext uri="{FF2B5EF4-FFF2-40B4-BE49-F238E27FC236}">
                <a16:creationId xmlns:a16="http://schemas.microsoft.com/office/drawing/2014/main" id="{163C20BC-E4C8-2520-5D87-5294AB9E8E22}"/>
              </a:ext>
            </a:extLst>
          </p:cNvPr>
          <p:cNvGrpSpPr/>
          <p:nvPr/>
        </p:nvGrpSpPr>
        <p:grpSpPr>
          <a:xfrm>
            <a:off x="1820014" y="1893240"/>
            <a:ext cx="8726553" cy="3221157"/>
            <a:chOff x="1820014" y="1728140"/>
            <a:chExt cx="8726553" cy="3221157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3C1DA028-2D06-3022-53C8-1888BE35F342}"/>
                </a:ext>
              </a:extLst>
            </p:cNvPr>
            <p:cNvSpPr/>
            <p:nvPr/>
          </p:nvSpPr>
          <p:spPr>
            <a:xfrm>
              <a:off x="7421737" y="1728140"/>
              <a:ext cx="3124830" cy="2661961"/>
            </a:xfrm>
            <a:custGeom>
              <a:avLst/>
              <a:gdLst>
                <a:gd name="connsiteX0" fmla="*/ 3198876 w 3552825"/>
                <a:gd name="connsiteY0" fmla="*/ 14097 h 5096831"/>
                <a:gd name="connsiteX1" fmla="*/ 3551365 w 3552825"/>
                <a:gd name="connsiteY1" fmla="*/ 0 h 5096831"/>
                <a:gd name="connsiteX2" fmla="*/ 3551428 w 3552825"/>
                <a:gd name="connsiteY2" fmla="*/ 3983990 h 5096831"/>
                <a:gd name="connsiteX3" fmla="*/ 3552825 w 3552825"/>
                <a:gd name="connsiteY3" fmla="*/ 4194747 h 5096831"/>
                <a:gd name="connsiteX4" fmla="*/ 3395599 w 3552825"/>
                <a:gd name="connsiteY4" fmla="*/ 4317365 h 5096831"/>
                <a:gd name="connsiteX5" fmla="*/ 2728722 w 3552825"/>
                <a:gd name="connsiteY5" fmla="*/ 4710875 h 5096831"/>
                <a:gd name="connsiteX6" fmla="*/ 2457070 w 3552825"/>
                <a:gd name="connsiteY6" fmla="*/ 4864481 h 5096831"/>
                <a:gd name="connsiteX7" fmla="*/ 2049145 w 3552825"/>
                <a:gd name="connsiteY7" fmla="*/ 5073142 h 5096831"/>
                <a:gd name="connsiteX8" fmla="*/ 2014030 w 3552825"/>
                <a:gd name="connsiteY8" fmla="*/ 5083747 h 5096831"/>
                <a:gd name="connsiteX9" fmla="*/ 1949831 w 3552825"/>
                <a:gd name="connsiteY9" fmla="*/ 5092954 h 5096831"/>
                <a:gd name="connsiteX10" fmla="*/ 1741297 w 3552825"/>
                <a:gd name="connsiteY10" fmla="*/ 5051298 h 5096831"/>
                <a:gd name="connsiteX11" fmla="*/ 1567625 w 3552825"/>
                <a:gd name="connsiteY11" fmla="*/ 4901057 h 5096831"/>
                <a:gd name="connsiteX12" fmla="*/ 1380045 w 3552825"/>
                <a:gd name="connsiteY12" fmla="*/ 4561650 h 5096831"/>
                <a:gd name="connsiteX13" fmla="*/ 1289177 w 3552825"/>
                <a:gd name="connsiteY13" fmla="*/ 4386199 h 5096831"/>
                <a:gd name="connsiteX14" fmla="*/ 1280668 w 3552825"/>
                <a:gd name="connsiteY14" fmla="*/ 4343146 h 5096831"/>
                <a:gd name="connsiteX15" fmla="*/ 1307973 w 3552825"/>
                <a:gd name="connsiteY15" fmla="*/ 4331843 h 5096831"/>
                <a:gd name="connsiteX16" fmla="*/ 1296480 w 3552825"/>
                <a:gd name="connsiteY16" fmla="*/ 4370515 h 5096831"/>
                <a:gd name="connsiteX17" fmla="*/ 1351661 w 3552825"/>
                <a:gd name="connsiteY17" fmla="*/ 4481513 h 5096831"/>
                <a:gd name="connsiteX18" fmla="*/ 1435100 w 3552825"/>
                <a:gd name="connsiteY18" fmla="*/ 4652772 h 5096831"/>
                <a:gd name="connsiteX19" fmla="*/ 1631569 w 3552825"/>
                <a:gd name="connsiteY19" fmla="*/ 4957572 h 5096831"/>
                <a:gd name="connsiteX20" fmla="*/ 1842960 w 3552825"/>
                <a:gd name="connsiteY20" fmla="*/ 5076952 h 5096831"/>
                <a:gd name="connsiteX21" fmla="*/ 1990789 w 3552825"/>
                <a:gd name="connsiteY21" fmla="*/ 5072253 h 5096831"/>
                <a:gd name="connsiteX22" fmla="*/ 2008695 w 3552825"/>
                <a:gd name="connsiteY22" fmla="*/ 5056823 h 5096831"/>
                <a:gd name="connsiteX23" fmla="*/ 1970151 w 3552825"/>
                <a:gd name="connsiteY23" fmla="*/ 4809554 h 5096831"/>
                <a:gd name="connsiteX24" fmla="*/ 1930209 w 3552825"/>
                <a:gd name="connsiteY24" fmla="*/ 4652899 h 5096831"/>
                <a:gd name="connsiteX25" fmla="*/ 1867535 w 3552825"/>
                <a:gd name="connsiteY25" fmla="*/ 4435666 h 5096831"/>
                <a:gd name="connsiteX26" fmla="*/ 1798701 w 3552825"/>
                <a:gd name="connsiteY26" fmla="*/ 4231767 h 5096831"/>
                <a:gd name="connsiteX27" fmla="*/ 1731137 w 3552825"/>
                <a:gd name="connsiteY27" fmla="*/ 4031171 h 5096831"/>
                <a:gd name="connsiteX28" fmla="*/ 1674051 w 3552825"/>
                <a:gd name="connsiteY28" fmla="*/ 3899281 h 5096831"/>
                <a:gd name="connsiteX29" fmla="*/ 1557083 w 3552825"/>
                <a:gd name="connsiteY29" fmla="*/ 3647758 h 5096831"/>
                <a:gd name="connsiteX30" fmla="*/ 1509141 w 3552825"/>
                <a:gd name="connsiteY30" fmla="*/ 3512884 h 5096831"/>
                <a:gd name="connsiteX31" fmla="*/ 1376680 w 3552825"/>
                <a:gd name="connsiteY31" fmla="*/ 3097721 h 5096831"/>
                <a:gd name="connsiteX32" fmla="*/ 1181862 w 3552825"/>
                <a:gd name="connsiteY32" fmla="*/ 2695893 h 5096831"/>
                <a:gd name="connsiteX33" fmla="*/ 1030669 w 3552825"/>
                <a:gd name="connsiteY33" fmla="*/ 2370963 h 5096831"/>
                <a:gd name="connsiteX34" fmla="*/ 993394 w 3552825"/>
                <a:gd name="connsiteY34" fmla="*/ 2300288 h 5096831"/>
                <a:gd name="connsiteX35" fmla="*/ 756285 w 3552825"/>
                <a:gd name="connsiteY35" fmla="*/ 1984692 h 5096831"/>
                <a:gd name="connsiteX36" fmla="*/ 670243 w 3552825"/>
                <a:gd name="connsiteY36" fmla="*/ 1874139 h 5096831"/>
                <a:gd name="connsiteX37" fmla="*/ 382524 w 3552825"/>
                <a:gd name="connsiteY37" fmla="*/ 1590294 h 5096831"/>
                <a:gd name="connsiteX38" fmla="*/ 325183 w 3552825"/>
                <a:gd name="connsiteY38" fmla="*/ 1546162 h 5096831"/>
                <a:gd name="connsiteX39" fmla="*/ 124206 w 3552825"/>
                <a:gd name="connsiteY39" fmla="*/ 1483804 h 5096831"/>
                <a:gd name="connsiteX40" fmla="*/ 0 w 3552825"/>
                <a:gd name="connsiteY40" fmla="*/ 1444117 h 5096831"/>
                <a:gd name="connsiteX41" fmla="*/ 355854 w 3552825"/>
                <a:gd name="connsiteY41" fmla="*/ 1277684 h 5096831"/>
                <a:gd name="connsiteX42" fmla="*/ 643509 w 3552825"/>
                <a:gd name="connsiteY42" fmla="*/ 1144778 h 5096831"/>
                <a:gd name="connsiteX43" fmla="*/ 1402270 w 3552825"/>
                <a:gd name="connsiteY43" fmla="*/ 843344 h 5096831"/>
                <a:gd name="connsiteX44" fmla="*/ 1836738 w 3552825"/>
                <a:gd name="connsiteY44" fmla="*/ 695833 h 5096831"/>
                <a:gd name="connsiteX45" fmla="*/ 1918970 w 3552825"/>
                <a:gd name="connsiteY45" fmla="*/ 636841 h 5096831"/>
                <a:gd name="connsiteX46" fmla="*/ 2068385 w 3552825"/>
                <a:gd name="connsiteY46" fmla="*/ 513334 h 5096831"/>
                <a:gd name="connsiteX47" fmla="*/ 2228088 w 3552825"/>
                <a:gd name="connsiteY47" fmla="*/ 418528 h 5096831"/>
                <a:gd name="connsiteX48" fmla="*/ 2444496 w 3552825"/>
                <a:gd name="connsiteY48" fmla="*/ 317944 h 5096831"/>
                <a:gd name="connsiteX49" fmla="*/ 2584514 w 3552825"/>
                <a:gd name="connsiteY49" fmla="*/ 278511 h 5096831"/>
                <a:gd name="connsiteX50" fmla="*/ 2813685 w 3552825"/>
                <a:gd name="connsiteY50" fmla="*/ 223202 h 5096831"/>
                <a:gd name="connsiteX51" fmla="*/ 2933509 w 3552825"/>
                <a:gd name="connsiteY51" fmla="*/ 133794 h 5096831"/>
                <a:gd name="connsiteX52" fmla="*/ 3060382 w 3552825"/>
                <a:gd name="connsiteY52" fmla="*/ 70358 h 5096831"/>
                <a:gd name="connsiteX53" fmla="*/ 3198876 w 3552825"/>
                <a:gd name="connsiteY53" fmla="*/ 14097 h 5096831"/>
                <a:gd name="connsiteX54" fmla="*/ 2359724 w 3552825"/>
                <a:gd name="connsiteY54" fmla="*/ 4348544 h 5096831"/>
                <a:gd name="connsiteX55" fmla="*/ 2237042 w 3552825"/>
                <a:gd name="connsiteY55" fmla="*/ 4498785 h 5096831"/>
                <a:gd name="connsiteX56" fmla="*/ 2383028 w 3552825"/>
                <a:gd name="connsiteY56" fmla="*/ 4634929 h 5096831"/>
                <a:gd name="connsiteX57" fmla="*/ 2525268 w 3552825"/>
                <a:gd name="connsiteY57" fmla="*/ 4479354 h 5096831"/>
                <a:gd name="connsiteX58" fmla="*/ 2359724 w 3552825"/>
                <a:gd name="connsiteY58" fmla="*/ 4348544 h 5096831"/>
                <a:gd name="connsiteX0" fmla="*/ 3198876 w 5983086"/>
                <a:gd name="connsiteY0" fmla="*/ 14097 h 5096831"/>
                <a:gd name="connsiteX1" fmla="*/ 3551365 w 5983086"/>
                <a:gd name="connsiteY1" fmla="*/ 0 h 5096831"/>
                <a:gd name="connsiteX2" fmla="*/ 5983086 w 5983086"/>
                <a:gd name="connsiteY2" fmla="*/ 3157227 h 5096831"/>
                <a:gd name="connsiteX3" fmla="*/ 3552825 w 5983086"/>
                <a:gd name="connsiteY3" fmla="*/ 4194747 h 5096831"/>
                <a:gd name="connsiteX4" fmla="*/ 3395599 w 5983086"/>
                <a:gd name="connsiteY4" fmla="*/ 4317365 h 5096831"/>
                <a:gd name="connsiteX5" fmla="*/ 2728722 w 5983086"/>
                <a:gd name="connsiteY5" fmla="*/ 4710875 h 5096831"/>
                <a:gd name="connsiteX6" fmla="*/ 2457070 w 5983086"/>
                <a:gd name="connsiteY6" fmla="*/ 4864481 h 5096831"/>
                <a:gd name="connsiteX7" fmla="*/ 2049145 w 5983086"/>
                <a:gd name="connsiteY7" fmla="*/ 5073142 h 5096831"/>
                <a:gd name="connsiteX8" fmla="*/ 2014030 w 5983086"/>
                <a:gd name="connsiteY8" fmla="*/ 5083747 h 5096831"/>
                <a:gd name="connsiteX9" fmla="*/ 1949831 w 5983086"/>
                <a:gd name="connsiteY9" fmla="*/ 5092954 h 5096831"/>
                <a:gd name="connsiteX10" fmla="*/ 1741297 w 5983086"/>
                <a:gd name="connsiteY10" fmla="*/ 5051298 h 5096831"/>
                <a:gd name="connsiteX11" fmla="*/ 1567625 w 5983086"/>
                <a:gd name="connsiteY11" fmla="*/ 4901057 h 5096831"/>
                <a:gd name="connsiteX12" fmla="*/ 1380045 w 5983086"/>
                <a:gd name="connsiteY12" fmla="*/ 4561650 h 5096831"/>
                <a:gd name="connsiteX13" fmla="*/ 1289177 w 5983086"/>
                <a:gd name="connsiteY13" fmla="*/ 4386199 h 5096831"/>
                <a:gd name="connsiteX14" fmla="*/ 1280668 w 5983086"/>
                <a:gd name="connsiteY14" fmla="*/ 4343146 h 5096831"/>
                <a:gd name="connsiteX15" fmla="*/ 1307973 w 5983086"/>
                <a:gd name="connsiteY15" fmla="*/ 4331843 h 5096831"/>
                <a:gd name="connsiteX16" fmla="*/ 1296480 w 5983086"/>
                <a:gd name="connsiteY16" fmla="*/ 4370515 h 5096831"/>
                <a:gd name="connsiteX17" fmla="*/ 1351661 w 5983086"/>
                <a:gd name="connsiteY17" fmla="*/ 4481513 h 5096831"/>
                <a:gd name="connsiteX18" fmla="*/ 1435100 w 5983086"/>
                <a:gd name="connsiteY18" fmla="*/ 4652772 h 5096831"/>
                <a:gd name="connsiteX19" fmla="*/ 1631569 w 5983086"/>
                <a:gd name="connsiteY19" fmla="*/ 4957572 h 5096831"/>
                <a:gd name="connsiteX20" fmla="*/ 1842960 w 5983086"/>
                <a:gd name="connsiteY20" fmla="*/ 5076952 h 5096831"/>
                <a:gd name="connsiteX21" fmla="*/ 1990789 w 5983086"/>
                <a:gd name="connsiteY21" fmla="*/ 5072253 h 5096831"/>
                <a:gd name="connsiteX22" fmla="*/ 2008695 w 5983086"/>
                <a:gd name="connsiteY22" fmla="*/ 5056823 h 5096831"/>
                <a:gd name="connsiteX23" fmla="*/ 1970151 w 5983086"/>
                <a:gd name="connsiteY23" fmla="*/ 4809554 h 5096831"/>
                <a:gd name="connsiteX24" fmla="*/ 1930209 w 5983086"/>
                <a:gd name="connsiteY24" fmla="*/ 4652899 h 5096831"/>
                <a:gd name="connsiteX25" fmla="*/ 1867535 w 5983086"/>
                <a:gd name="connsiteY25" fmla="*/ 4435666 h 5096831"/>
                <a:gd name="connsiteX26" fmla="*/ 1798701 w 5983086"/>
                <a:gd name="connsiteY26" fmla="*/ 4231767 h 5096831"/>
                <a:gd name="connsiteX27" fmla="*/ 1731137 w 5983086"/>
                <a:gd name="connsiteY27" fmla="*/ 4031171 h 5096831"/>
                <a:gd name="connsiteX28" fmla="*/ 1674051 w 5983086"/>
                <a:gd name="connsiteY28" fmla="*/ 3899281 h 5096831"/>
                <a:gd name="connsiteX29" fmla="*/ 1557083 w 5983086"/>
                <a:gd name="connsiteY29" fmla="*/ 3647758 h 5096831"/>
                <a:gd name="connsiteX30" fmla="*/ 1509141 w 5983086"/>
                <a:gd name="connsiteY30" fmla="*/ 3512884 h 5096831"/>
                <a:gd name="connsiteX31" fmla="*/ 1376680 w 5983086"/>
                <a:gd name="connsiteY31" fmla="*/ 3097721 h 5096831"/>
                <a:gd name="connsiteX32" fmla="*/ 1181862 w 5983086"/>
                <a:gd name="connsiteY32" fmla="*/ 2695893 h 5096831"/>
                <a:gd name="connsiteX33" fmla="*/ 1030669 w 5983086"/>
                <a:gd name="connsiteY33" fmla="*/ 2370963 h 5096831"/>
                <a:gd name="connsiteX34" fmla="*/ 993394 w 5983086"/>
                <a:gd name="connsiteY34" fmla="*/ 2300288 h 5096831"/>
                <a:gd name="connsiteX35" fmla="*/ 756285 w 5983086"/>
                <a:gd name="connsiteY35" fmla="*/ 1984692 h 5096831"/>
                <a:gd name="connsiteX36" fmla="*/ 670243 w 5983086"/>
                <a:gd name="connsiteY36" fmla="*/ 1874139 h 5096831"/>
                <a:gd name="connsiteX37" fmla="*/ 382524 w 5983086"/>
                <a:gd name="connsiteY37" fmla="*/ 1590294 h 5096831"/>
                <a:gd name="connsiteX38" fmla="*/ 325183 w 5983086"/>
                <a:gd name="connsiteY38" fmla="*/ 1546162 h 5096831"/>
                <a:gd name="connsiteX39" fmla="*/ 124206 w 5983086"/>
                <a:gd name="connsiteY39" fmla="*/ 1483804 h 5096831"/>
                <a:gd name="connsiteX40" fmla="*/ 0 w 5983086"/>
                <a:gd name="connsiteY40" fmla="*/ 1444117 h 5096831"/>
                <a:gd name="connsiteX41" fmla="*/ 355854 w 5983086"/>
                <a:gd name="connsiteY41" fmla="*/ 1277684 h 5096831"/>
                <a:gd name="connsiteX42" fmla="*/ 643509 w 5983086"/>
                <a:gd name="connsiteY42" fmla="*/ 1144778 h 5096831"/>
                <a:gd name="connsiteX43" fmla="*/ 1402270 w 5983086"/>
                <a:gd name="connsiteY43" fmla="*/ 843344 h 5096831"/>
                <a:gd name="connsiteX44" fmla="*/ 1836738 w 5983086"/>
                <a:gd name="connsiteY44" fmla="*/ 695833 h 5096831"/>
                <a:gd name="connsiteX45" fmla="*/ 1918970 w 5983086"/>
                <a:gd name="connsiteY45" fmla="*/ 636841 h 5096831"/>
                <a:gd name="connsiteX46" fmla="*/ 2068385 w 5983086"/>
                <a:gd name="connsiteY46" fmla="*/ 513334 h 5096831"/>
                <a:gd name="connsiteX47" fmla="*/ 2228088 w 5983086"/>
                <a:gd name="connsiteY47" fmla="*/ 418528 h 5096831"/>
                <a:gd name="connsiteX48" fmla="*/ 2444496 w 5983086"/>
                <a:gd name="connsiteY48" fmla="*/ 317944 h 5096831"/>
                <a:gd name="connsiteX49" fmla="*/ 2584514 w 5983086"/>
                <a:gd name="connsiteY49" fmla="*/ 278511 h 5096831"/>
                <a:gd name="connsiteX50" fmla="*/ 2813685 w 5983086"/>
                <a:gd name="connsiteY50" fmla="*/ 223202 h 5096831"/>
                <a:gd name="connsiteX51" fmla="*/ 2933509 w 5983086"/>
                <a:gd name="connsiteY51" fmla="*/ 133794 h 5096831"/>
                <a:gd name="connsiteX52" fmla="*/ 3060382 w 5983086"/>
                <a:gd name="connsiteY52" fmla="*/ 70358 h 5096831"/>
                <a:gd name="connsiteX53" fmla="*/ 3198876 w 5983086"/>
                <a:gd name="connsiteY53" fmla="*/ 14097 h 5096831"/>
                <a:gd name="connsiteX54" fmla="*/ 2359724 w 5983086"/>
                <a:gd name="connsiteY54" fmla="*/ 4348544 h 5096831"/>
                <a:gd name="connsiteX55" fmla="*/ 2237042 w 5983086"/>
                <a:gd name="connsiteY55" fmla="*/ 4498785 h 5096831"/>
                <a:gd name="connsiteX56" fmla="*/ 2383028 w 5983086"/>
                <a:gd name="connsiteY56" fmla="*/ 4634929 h 5096831"/>
                <a:gd name="connsiteX57" fmla="*/ 2525268 w 5983086"/>
                <a:gd name="connsiteY57" fmla="*/ 4479354 h 5096831"/>
                <a:gd name="connsiteX58" fmla="*/ 2359724 w 5983086"/>
                <a:gd name="connsiteY58" fmla="*/ 4348544 h 50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983086" h="5096831">
                  <a:moveTo>
                    <a:pt x="3198876" y="14097"/>
                  </a:moveTo>
                  <a:cubicBezTo>
                    <a:pt x="3316288" y="7874"/>
                    <a:pt x="3433890" y="4635"/>
                    <a:pt x="3551365" y="0"/>
                  </a:cubicBezTo>
                  <a:cubicBezTo>
                    <a:pt x="3551492" y="1327976"/>
                    <a:pt x="5983086" y="1829252"/>
                    <a:pt x="5983086" y="3157227"/>
                  </a:cubicBezTo>
                  <a:cubicBezTo>
                    <a:pt x="5983721" y="3227458"/>
                    <a:pt x="3549904" y="4124516"/>
                    <a:pt x="3552825" y="4194747"/>
                  </a:cubicBezTo>
                  <a:cubicBezTo>
                    <a:pt x="3500438" y="4235577"/>
                    <a:pt x="3454400" y="4285361"/>
                    <a:pt x="3395599" y="4317365"/>
                  </a:cubicBezTo>
                  <a:cubicBezTo>
                    <a:pt x="3173349" y="4448620"/>
                    <a:pt x="2953957" y="4584764"/>
                    <a:pt x="2728722" y="4710875"/>
                  </a:cubicBezTo>
                  <a:cubicBezTo>
                    <a:pt x="2637981" y="4761802"/>
                    <a:pt x="2548383" y="4814697"/>
                    <a:pt x="2457070" y="4864481"/>
                  </a:cubicBezTo>
                  <a:lnTo>
                    <a:pt x="2049145" y="5073142"/>
                  </a:lnTo>
                  <a:cubicBezTo>
                    <a:pt x="2037969" y="5078032"/>
                    <a:pt x="2026857" y="5087303"/>
                    <a:pt x="2014030" y="5083747"/>
                  </a:cubicBezTo>
                  <a:cubicBezTo>
                    <a:pt x="1992122" y="5078984"/>
                    <a:pt x="1971231" y="5090541"/>
                    <a:pt x="1949831" y="5092954"/>
                  </a:cubicBezTo>
                  <a:cubicBezTo>
                    <a:pt x="1877632" y="5106734"/>
                    <a:pt x="1805750" y="5081651"/>
                    <a:pt x="1741297" y="5051298"/>
                  </a:cubicBezTo>
                  <a:cubicBezTo>
                    <a:pt x="1670685" y="5018532"/>
                    <a:pt x="1614424" y="4962017"/>
                    <a:pt x="1567625" y="4901057"/>
                  </a:cubicBezTo>
                  <a:cubicBezTo>
                    <a:pt x="1489202" y="4797552"/>
                    <a:pt x="1434147" y="4679061"/>
                    <a:pt x="1380045" y="4561650"/>
                  </a:cubicBezTo>
                  <a:cubicBezTo>
                    <a:pt x="1353566" y="4501198"/>
                    <a:pt x="1313625" y="4447604"/>
                    <a:pt x="1289177" y="4386199"/>
                  </a:cubicBezTo>
                  <a:cubicBezTo>
                    <a:pt x="1283907" y="4372356"/>
                    <a:pt x="1282256" y="4357624"/>
                    <a:pt x="1280668" y="4343146"/>
                  </a:cubicBezTo>
                  <a:cubicBezTo>
                    <a:pt x="1289621" y="4339273"/>
                    <a:pt x="1298639" y="4335209"/>
                    <a:pt x="1307973" y="4331843"/>
                  </a:cubicBezTo>
                  <a:cubicBezTo>
                    <a:pt x="1301559" y="4343654"/>
                    <a:pt x="1290066" y="4356164"/>
                    <a:pt x="1296480" y="4370515"/>
                  </a:cubicBezTo>
                  <a:cubicBezTo>
                    <a:pt x="1308291" y="4410393"/>
                    <a:pt x="1331658" y="4445445"/>
                    <a:pt x="1351661" y="4481513"/>
                  </a:cubicBezTo>
                  <a:cubicBezTo>
                    <a:pt x="1384808" y="4535869"/>
                    <a:pt x="1406906" y="4595876"/>
                    <a:pt x="1435100" y="4652772"/>
                  </a:cubicBezTo>
                  <a:cubicBezTo>
                    <a:pt x="1489075" y="4760976"/>
                    <a:pt x="1546860" y="4869879"/>
                    <a:pt x="1631569" y="4957572"/>
                  </a:cubicBezTo>
                  <a:cubicBezTo>
                    <a:pt x="1688465" y="5017072"/>
                    <a:pt x="1764030" y="5055807"/>
                    <a:pt x="1842960" y="5076952"/>
                  </a:cubicBezTo>
                  <a:cubicBezTo>
                    <a:pt x="1891411" y="5089970"/>
                    <a:pt x="1942973" y="5086160"/>
                    <a:pt x="1990789" y="5072253"/>
                  </a:cubicBezTo>
                  <a:cubicBezTo>
                    <a:pt x="1997583" y="5069332"/>
                    <a:pt x="2011680" y="5067681"/>
                    <a:pt x="2008695" y="5056823"/>
                  </a:cubicBezTo>
                  <a:cubicBezTo>
                    <a:pt x="1997583" y="4974209"/>
                    <a:pt x="1982089" y="4892104"/>
                    <a:pt x="1970151" y="4809554"/>
                  </a:cubicBezTo>
                  <a:cubicBezTo>
                    <a:pt x="1963357" y="4755769"/>
                    <a:pt x="1944878" y="4704715"/>
                    <a:pt x="1930209" y="4652899"/>
                  </a:cubicBezTo>
                  <a:cubicBezTo>
                    <a:pt x="1909255" y="4580509"/>
                    <a:pt x="1888681" y="4507992"/>
                    <a:pt x="1867535" y="4435666"/>
                  </a:cubicBezTo>
                  <a:cubicBezTo>
                    <a:pt x="1845310" y="4367467"/>
                    <a:pt x="1821815" y="4299649"/>
                    <a:pt x="1798701" y="4231767"/>
                  </a:cubicBezTo>
                  <a:cubicBezTo>
                    <a:pt x="1776349" y="4164838"/>
                    <a:pt x="1753680" y="4098036"/>
                    <a:pt x="1731137" y="4031171"/>
                  </a:cubicBezTo>
                  <a:cubicBezTo>
                    <a:pt x="1716913" y="3985260"/>
                    <a:pt x="1693418" y="3943033"/>
                    <a:pt x="1674051" y="3899281"/>
                  </a:cubicBezTo>
                  <a:lnTo>
                    <a:pt x="1557083" y="3647758"/>
                  </a:lnTo>
                  <a:cubicBezTo>
                    <a:pt x="1535303" y="3605022"/>
                    <a:pt x="1524254" y="3558096"/>
                    <a:pt x="1509141" y="3512884"/>
                  </a:cubicBezTo>
                  <a:cubicBezTo>
                    <a:pt x="1464691" y="3374581"/>
                    <a:pt x="1422400" y="3235579"/>
                    <a:pt x="1376680" y="3097721"/>
                  </a:cubicBezTo>
                  <a:cubicBezTo>
                    <a:pt x="1312672" y="2963355"/>
                    <a:pt x="1246378" y="2830005"/>
                    <a:pt x="1181862" y="2695893"/>
                  </a:cubicBezTo>
                  <a:cubicBezTo>
                    <a:pt x="1131126" y="2587688"/>
                    <a:pt x="1081151" y="2479167"/>
                    <a:pt x="1030669" y="2370963"/>
                  </a:cubicBezTo>
                  <a:cubicBezTo>
                    <a:pt x="1019175" y="2346897"/>
                    <a:pt x="1009714" y="2321560"/>
                    <a:pt x="993394" y="2300288"/>
                  </a:cubicBezTo>
                  <a:lnTo>
                    <a:pt x="756285" y="1984692"/>
                  </a:lnTo>
                  <a:cubicBezTo>
                    <a:pt x="727329" y="1948053"/>
                    <a:pt x="702056" y="1908429"/>
                    <a:pt x="670243" y="1874139"/>
                  </a:cubicBezTo>
                  <a:lnTo>
                    <a:pt x="382524" y="1590294"/>
                  </a:lnTo>
                  <a:cubicBezTo>
                    <a:pt x="364871" y="1573975"/>
                    <a:pt x="350012" y="1551813"/>
                    <a:pt x="325183" y="1546162"/>
                  </a:cubicBezTo>
                  <a:lnTo>
                    <a:pt x="124206" y="1483804"/>
                  </a:lnTo>
                  <a:cubicBezTo>
                    <a:pt x="82868" y="1470342"/>
                    <a:pt x="40831" y="1459039"/>
                    <a:pt x="0" y="1444117"/>
                  </a:cubicBezTo>
                  <a:cubicBezTo>
                    <a:pt x="117666" y="1386650"/>
                    <a:pt x="237554" y="1333817"/>
                    <a:pt x="355854" y="1277684"/>
                  </a:cubicBezTo>
                  <a:cubicBezTo>
                    <a:pt x="451866" y="1233742"/>
                    <a:pt x="546608" y="1186879"/>
                    <a:pt x="643509" y="1144778"/>
                  </a:cubicBezTo>
                  <a:lnTo>
                    <a:pt x="1402270" y="843344"/>
                  </a:lnTo>
                  <a:lnTo>
                    <a:pt x="1836738" y="695833"/>
                  </a:lnTo>
                  <a:cubicBezTo>
                    <a:pt x="1869757" y="685419"/>
                    <a:pt x="1891919" y="656844"/>
                    <a:pt x="1918970" y="636841"/>
                  </a:cubicBezTo>
                  <a:cubicBezTo>
                    <a:pt x="1968945" y="595947"/>
                    <a:pt x="2017458" y="553085"/>
                    <a:pt x="2068385" y="513334"/>
                  </a:cubicBezTo>
                  <a:cubicBezTo>
                    <a:pt x="2120964" y="480695"/>
                    <a:pt x="2174621" y="449707"/>
                    <a:pt x="2228088" y="418528"/>
                  </a:cubicBezTo>
                  <a:cubicBezTo>
                    <a:pt x="2299526" y="383540"/>
                    <a:pt x="2372614" y="351917"/>
                    <a:pt x="2444496" y="317944"/>
                  </a:cubicBezTo>
                  <a:cubicBezTo>
                    <a:pt x="2487930" y="295085"/>
                    <a:pt x="2537714" y="291084"/>
                    <a:pt x="2584514" y="278511"/>
                  </a:cubicBezTo>
                  <a:cubicBezTo>
                    <a:pt x="2661095" y="260985"/>
                    <a:pt x="2737993" y="244285"/>
                    <a:pt x="2813685" y="223202"/>
                  </a:cubicBezTo>
                  <a:cubicBezTo>
                    <a:pt x="2855913" y="196977"/>
                    <a:pt x="2893314" y="163195"/>
                    <a:pt x="2933509" y="133794"/>
                  </a:cubicBezTo>
                  <a:cubicBezTo>
                    <a:pt x="2969832" y="102171"/>
                    <a:pt x="3017647" y="90424"/>
                    <a:pt x="3060382" y="70358"/>
                  </a:cubicBezTo>
                  <a:cubicBezTo>
                    <a:pt x="3106865" y="52451"/>
                    <a:pt x="3151378" y="28892"/>
                    <a:pt x="3198876" y="14097"/>
                  </a:cubicBezTo>
                  <a:moveTo>
                    <a:pt x="2359724" y="4348544"/>
                  </a:moveTo>
                  <a:cubicBezTo>
                    <a:pt x="2288159" y="4357561"/>
                    <a:pt x="2232152" y="4427093"/>
                    <a:pt x="2237042" y="4498785"/>
                  </a:cubicBezTo>
                  <a:cubicBezTo>
                    <a:pt x="2239518" y="4573397"/>
                    <a:pt x="2307717" y="4638802"/>
                    <a:pt x="2383028" y="4634929"/>
                  </a:cubicBezTo>
                  <a:cubicBezTo>
                    <a:pt x="2464245" y="4638358"/>
                    <a:pt x="2534983" y="4559618"/>
                    <a:pt x="2525268" y="4479354"/>
                  </a:cubicBezTo>
                  <a:cubicBezTo>
                    <a:pt x="2522157" y="4398137"/>
                    <a:pt x="2439035" y="4334256"/>
                    <a:pt x="2359724" y="4348544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5347FEFC-EBA2-995A-B793-6F404EB4E315}"/>
                </a:ext>
              </a:extLst>
            </p:cNvPr>
            <p:cNvSpPr/>
            <p:nvPr/>
          </p:nvSpPr>
          <p:spPr>
            <a:xfrm>
              <a:off x="1820014" y="1993822"/>
              <a:ext cx="2664170" cy="2658013"/>
            </a:xfrm>
            <a:custGeom>
              <a:avLst/>
              <a:gdLst>
                <a:gd name="connsiteX0" fmla="*/ 0 w 3009836"/>
                <a:gd name="connsiteY0" fmla="*/ 0 h 5089270"/>
                <a:gd name="connsiteX1" fmla="*/ 165418 w 3009836"/>
                <a:gd name="connsiteY1" fmla="*/ 128588 h 5089270"/>
                <a:gd name="connsiteX2" fmla="*/ 300038 w 3009836"/>
                <a:gd name="connsiteY2" fmla="*/ 197739 h 5089270"/>
                <a:gd name="connsiteX3" fmla="*/ 406400 w 3009836"/>
                <a:gd name="connsiteY3" fmla="*/ 221234 h 5089270"/>
                <a:gd name="connsiteX4" fmla="*/ 695516 w 3009836"/>
                <a:gd name="connsiteY4" fmla="*/ 259905 h 5089270"/>
                <a:gd name="connsiteX5" fmla="*/ 1146810 w 3009836"/>
                <a:gd name="connsiteY5" fmla="*/ 424434 h 5089270"/>
                <a:gd name="connsiteX6" fmla="*/ 1263968 w 3009836"/>
                <a:gd name="connsiteY6" fmla="*/ 477647 h 5089270"/>
                <a:gd name="connsiteX7" fmla="*/ 1610487 w 3009836"/>
                <a:gd name="connsiteY7" fmla="*/ 645668 h 5089270"/>
                <a:gd name="connsiteX8" fmla="*/ 1783398 w 3009836"/>
                <a:gd name="connsiteY8" fmla="*/ 727012 h 5089270"/>
                <a:gd name="connsiteX9" fmla="*/ 2275078 w 3009836"/>
                <a:gd name="connsiteY9" fmla="*/ 933323 h 5089270"/>
                <a:gd name="connsiteX10" fmla="*/ 2632012 w 3009836"/>
                <a:gd name="connsiteY10" fmla="*/ 1077531 h 5089270"/>
                <a:gd name="connsiteX11" fmla="*/ 3009837 w 3009836"/>
                <a:gd name="connsiteY11" fmla="*/ 1213040 h 5089270"/>
                <a:gd name="connsiteX12" fmla="*/ 2982214 w 3009836"/>
                <a:gd name="connsiteY12" fmla="*/ 1255840 h 5089270"/>
                <a:gd name="connsiteX13" fmla="*/ 2826449 w 3009836"/>
                <a:gd name="connsiteY13" fmla="*/ 1495044 h 5089270"/>
                <a:gd name="connsiteX14" fmla="*/ 2780919 w 3009836"/>
                <a:gd name="connsiteY14" fmla="*/ 1569911 h 5089270"/>
                <a:gd name="connsiteX15" fmla="*/ 2502789 w 3009836"/>
                <a:gd name="connsiteY15" fmla="*/ 2142236 h 5089270"/>
                <a:gd name="connsiteX16" fmla="*/ 1935734 w 3009836"/>
                <a:gd name="connsiteY16" fmla="*/ 3633089 h 5089270"/>
                <a:gd name="connsiteX17" fmla="*/ 1890713 w 3009836"/>
                <a:gd name="connsiteY17" fmla="*/ 3758438 h 5089270"/>
                <a:gd name="connsiteX18" fmla="*/ 1821942 w 3009836"/>
                <a:gd name="connsiteY18" fmla="*/ 4106672 h 5089270"/>
                <a:gd name="connsiteX19" fmla="*/ 1746187 w 3009836"/>
                <a:gd name="connsiteY19" fmla="*/ 4485069 h 5089270"/>
                <a:gd name="connsiteX20" fmla="*/ 1678940 w 3009836"/>
                <a:gd name="connsiteY20" fmla="*/ 4805045 h 5089270"/>
                <a:gd name="connsiteX21" fmla="*/ 1642999 w 3009836"/>
                <a:gd name="connsiteY21" fmla="*/ 4930521 h 5089270"/>
                <a:gd name="connsiteX22" fmla="*/ 1712786 w 3009836"/>
                <a:gd name="connsiteY22" fmla="*/ 4864227 h 5089270"/>
                <a:gd name="connsiteX23" fmla="*/ 1830451 w 3009836"/>
                <a:gd name="connsiteY23" fmla="*/ 4746816 h 5089270"/>
                <a:gd name="connsiteX24" fmla="*/ 1902016 w 3009836"/>
                <a:gd name="connsiteY24" fmla="*/ 4641025 h 5089270"/>
                <a:gd name="connsiteX25" fmla="*/ 2040064 w 3009836"/>
                <a:gd name="connsiteY25" fmla="*/ 4403281 h 5089270"/>
                <a:gd name="connsiteX26" fmla="*/ 2132648 w 3009836"/>
                <a:gd name="connsiteY26" fmla="*/ 4163632 h 5089270"/>
                <a:gd name="connsiteX27" fmla="*/ 2144713 w 3009836"/>
                <a:gd name="connsiteY27" fmla="*/ 4166933 h 5089270"/>
                <a:gd name="connsiteX28" fmla="*/ 2079562 w 3009836"/>
                <a:gd name="connsiteY28" fmla="*/ 4355211 h 5089270"/>
                <a:gd name="connsiteX29" fmla="*/ 1934909 w 3009836"/>
                <a:gd name="connsiteY29" fmla="*/ 4610418 h 5089270"/>
                <a:gd name="connsiteX30" fmla="*/ 1851089 w 3009836"/>
                <a:gd name="connsiteY30" fmla="*/ 4742307 h 5089270"/>
                <a:gd name="connsiteX31" fmla="*/ 1602613 w 3009836"/>
                <a:gd name="connsiteY31" fmla="*/ 4989259 h 5089270"/>
                <a:gd name="connsiteX32" fmla="*/ 1511872 w 3009836"/>
                <a:gd name="connsiteY32" fmla="*/ 5089271 h 5089270"/>
                <a:gd name="connsiteX33" fmla="*/ 990537 w 3009836"/>
                <a:gd name="connsiteY33" fmla="*/ 4865815 h 5089270"/>
                <a:gd name="connsiteX34" fmla="*/ 448628 w 3009836"/>
                <a:gd name="connsiteY34" fmla="*/ 4639564 h 5089270"/>
                <a:gd name="connsiteX35" fmla="*/ 227330 w 3009836"/>
                <a:gd name="connsiteY35" fmla="*/ 4543489 h 5089270"/>
                <a:gd name="connsiteX36" fmla="*/ 0 w 3009836"/>
                <a:gd name="connsiteY36" fmla="*/ 4455224 h 5089270"/>
                <a:gd name="connsiteX37" fmla="*/ 0 w 3009836"/>
                <a:gd name="connsiteY37" fmla="*/ 0 h 5089270"/>
                <a:gd name="connsiteX38" fmla="*/ 1246442 w 3009836"/>
                <a:gd name="connsiteY38" fmla="*/ 4296347 h 5089270"/>
                <a:gd name="connsiteX39" fmla="*/ 1135952 w 3009836"/>
                <a:gd name="connsiteY39" fmla="*/ 4440682 h 5089270"/>
                <a:gd name="connsiteX40" fmla="*/ 1282891 w 3009836"/>
                <a:gd name="connsiteY40" fmla="*/ 4580827 h 5089270"/>
                <a:gd name="connsiteX41" fmla="*/ 1424496 w 3009836"/>
                <a:gd name="connsiteY41" fmla="*/ 4427728 h 5089270"/>
                <a:gd name="connsiteX42" fmla="*/ 1246442 w 3009836"/>
                <a:gd name="connsiteY42" fmla="*/ 4296347 h 5089270"/>
                <a:gd name="connsiteX0" fmla="*/ 2091226 w 5101064"/>
                <a:gd name="connsiteY0" fmla="*/ 0 h 5089272"/>
                <a:gd name="connsiteX1" fmla="*/ 2256644 w 5101064"/>
                <a:gd name="connsiteY1" fmla="*/ 128588 h 5089272"/>
                <a:gd name="connsiteX2" fmla="*/ 2391264 w 5101064"/>
                <a:gd name="connsiteY2" fmla="*/ 197739 h 5089272"/>
                <a:gd name="connsiteX3" fmla="*/ 2497626 w 5101064"/>
                <a:gd name="connsiteY3" fmla="*/ 221234 h 5089272"/>
                <a:gd name="connsiteX4" fmla="*/ 2786742 w 5101064"/>
                <a:gd name="connsiteY4" fmla="*/ 259905 h 5089272"/>
                <a:gd name="connsiteX5" fmla="*/ 3238036 w 5101064"/>
                <a:gd name="connsiteY5" fmla="*/ 424434 h 5089272"/>
                <a:gd name="connsiteX6" fmla="*/ 3355194 w 5101064"/>
                <a:gd name="connsiteY6" fmla="*/ 477647 h 5089272"/>
                <a:gd name="connsiteX7" fmla="*/ 3701713 w 5101064"/>
                <a:gd name="connsiteY7" fmla="*/ 645668 h 5089272"/>
                <a:gd name="connsiteX8" fmla="*/ 3874624 w 5101064"/>
                <a:gd name="connsiteY8" fmla="*/ 727012 h 5089272"/>
                <a:gd name="connsiteX9" fmla="*/ 4366304 w 5101064"/>
                <a:gd name="connsiteY9" fmla="*/ 933323 h 5089272"/>
                <a:gd name="connsiteX10" fmla="*/ 4723238 w 5101064"/>
                <a:gd name="connsiteY10" fmla="*/ 1077531 h 5089272"/>
                <a:gd name="connsiteX11" fmla="*/ 5101063 w 5101064"/>
                <a:gd name="connsiteY11" fmla="*/ 1213040 h 5089272"/>
                <a:gd name="connsiteX12" fmla="*/ 5073440 w 5101064"/>
                <a:gd name="connsiteY12" fmla="*/ 1255840 h 5089272"/>
                <a:gd name="connsiteX13" fmla="*/ 4917675 w 5101064"/>
                <a:gd name="connsiteY13" fmla="*/ 1495044 h 5089272"/>
                <a:gd name="connsiteX14" fmla="*/ 4872145 w 5101064"/>
                <a:gd name="connsiteY14" fmla="*/ 1569911 h 5089272"/>
                <a:gd name="connsiteX15" fmla="*/ 4594015 w 5101064"/>
                <a:gd name="connsiteY15" fmla="*/ 2142236 h 5089272"/>
                <a:gd name="connsiteX16" fmla="*/ 4026960 w 5101064"/>
                <a:gd name="connsiteY16" fmla="*/ 3633089 h 5089272"/>
                <a:gd name="connsiteX17" fmla="*/ 3981939 w 5101064"/>
                <a:gd name="connsiteY17" fmla="*/ 3758438 h 5089272"/>
                <a:gd name="connsiteX18" fmla="*/ 3913168 w 5101064"/>
                <a:gd name="connsiteY18" fmla="*/ 4106672 h 5089272"/>
                <a:gd name="connsiteX19" fmla="*/ 3837413 w 5101064"/>
                <a:gd name="connsiteY19" fmla="*/ 4485069 h 5089272"/>
                <a:gd name="connsiteX20" fmla="*/ 3770166 w 5101064"/>
                <a:gd name="connsiteY20" fmla="*/ 4805045 h 5089272"/>
                <a:gd name="connsiteX21" fmla="*/ 3734225 w 5101064"/>
                <a:gd name="connsiteY21" fmla="*/ 4930521 h 5089272"/>
                <a:gd name="connsiteX22" fmla="*/ 3804012 w 5101064"/>
                <a:gd name="connsiteY22" fmla="*/ 4864227 h 5089272"/>
                <a:gd name="connsiteX23" fmla="*/ 3921677 w 5101064"/>
                <a:gd name="connsiteY23" fmla="*/ 4746816 h 5089272"/>
                <a:gd name="connsiteX24" fmla="*/ 3993242 w 5101064"/>
                <a:gd name="connsiteY24" fmla="*/ 4641025 h 5089272"/>
                <a:gd name="connsiteX25" fmla="*/ 4131290 w 5101064"/>
                <a:gd name="connsiteY25" fmla="*/ 4403281 h 5089272"/>
                <a:gd name="connsiteX26" fmla="*/ 4223874 w 5101064"/>
                <a:gd name="connsiteY26" fmla="*/ 4163632 h 5089272"/>
                <a:gd name="connsiteX27" fmla="*/ 4235939 w 5101064"/>
                <a:gd name="connsiteY27" fmla="*/ 4166933 h 5089272"/>
                <a:gd name="connsiteX28" fmla="*/ 4170788 w 5101064"/>
                <a:gd name="connsiteY28" fmla="*/ 4355211 h 5089272"/>
                <a:gd name="connsiteX29" fmla="*/ 4026135 w 5101064"/>
                <a:gd name="connsiteY29" fmla="*/ 4610418 h 5089272"/>
                <a:gd name="connsiteX30" fmla="*/ 3942315 w 5101064"/>
                <a:gd name="connsiteY30" fmla="*/ 4742307 h 5089272"/>
                <a:gd name="connsiteX31" fmla="*/ 3693839 w 5101064"/>
                <a:gd name="connsiteY31" fmla="*/ 4989259 h 5089272"/>
                <a:gd name="connsiteX32" fmla="*/ 3603098 w 5101064"/>
                <a:gd name="connsiteY32" fmla="*/ 5089271 h 5089272"/>
                <a:gd name="connsiteX33" fmla="*/ 3081763 w 5101064"/>
                <a:gd name="connsiteY33" fmla="*/ 4865815 h 5089272"/>
                <a:gd name="connsiteX34" fmla="*/ 2539854 w 5101064"/>
                <a:gd name="connsiteY34" fmla="*/ 4639564 h 5089272"/>
                <a:gd name="connsiteX35" fmla="*/ 2318556 w 5101064"/>
                <a:gd name="connsiteY35" fmla="*/ 4543489 h 5089272"/>
                <a:gd name="connsiteX36" fmla="*/ 0 w 5101064"/>
                <a:gd name="connsiteY36" fmla="*/ 3798677 h 5089272"/>
                <a:gd name="connsiteX37" fmla="*/ 2091226 w 5101064"/>
                <a:gd name="connsiteY37" fmla="*/ 0 h 5089272"/>
                <a:gd name="connsiteX38" fmla="*/ 3337668 w 5101064"/>
                <a:gd name="connsiteY38" fmla="*/ 4296347 h 5089272"/>
                <a:gd name="connsiteX39" fmla="*/ 3227178 w 5101064"/>
                <a:gd name="connsiteY39" fmla="*/ 4440682 h 5089272"/>
                <a:gd name="connsiteX40" fmla="*/ 3374117 w 5101064"/>
                <a:gd name="connsiteY40" fmla="*/ 4580827 h 5089272"/>
                <a:gd name="connsiteX41" fmla="*/ 3515722 w 5101064"/>
                <a:gd name="connsiteY41" fmla="*/ 4427728 h 5089272"/>
                <a:gd name="connsiteX42" fmla="*/ 3337668 w 5101064"/>
                <a:gd name="connsiteY42" fmla="*/ 4296347 h 508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101064" h="5089272">
                  <a:moveTo>
                    <a:pt x="2091226" y="0"/>
                  </a:moveTo>
                  <a:lnTo>
                    <a:pt x="2256644" y="128588"/>
                  </a:lnTo>
                  <a:cubicBezTo>
                    <a:pt x="2300078" y="154305"/>
                    <a:pt x="2346877" y="173799"/>
                    <a:pt x="2391264" y="197739"/>
                  </a:cubicBezTo>
                  <a:cubicBezTo>
                    <a:pt x="2423458" y="216662"/>
                    <a:pt x="2461876" y="215392"/>
                    <a:pt x="2497626" y="221234"/>
                  </a:cubicBezTo>
                  <a:cubicBezTo>
                    <a:pt x="2593956" y="234569"/>
                    <a:pt x="2690730" y="244919"/>
                    <a:pt x="2786742" y="259905"/>
                  </a:cubicBezTo>
                  <a:cubicBezTo>
                    <a:pt x="2937681" y="313118"/>
                    <a:pt x="3087414" y="370078"/>
                    <a:pt x="3238036" y="424434"/>
                  </a:cubicBezTo>
                  <a:cubicBezTo>
                    <a:pt x="3278740" y="438277"/>
                    <a:pt x="3316459" y="459168"/>
                    <a:pt x="3355194" y="477647"/>
                  </a:cubicBezTo>
                  <a:lnTo>
                    <a:pt x="3701713" y="645668"/>
                  </a:lnTo>
                  <a:cubicBezTo>
                    <a:pt x="3759244" y="673100"/>
                    <a:pt x="3815505" y="703199"/>
                    <a:pt x="3874624" y="727012"/>
                  </a:cubicBezTo>
                  <a:lnTo>
                    <a:pt x="4366304" y="933323"/>
                  </a:lnTo>
                  <a:cubicBezTo>
                    <a:pt x="4485113" y="981774"/>
                    <a:pt x="4601635" y="1036320"/>
                    <a:pt x="4723238" y="1077531"/>
                  </a:cubicBezTo>
                  <a:lnTo>
                    <a:pt x="5101063" y="1213040"/>
                  </a:lnTo>
                  <a:cubicBezTo>
                    <a:pt x="5091728" y="1227265"/>
                    <a:pt x="5082838" y="1241743"/>
                    <a:pt x="5073440" y="1255840"/>
                  </a:cubicBezTo>
                  <a:cubicBezTo>
                    <a:pt x="5021243" y="1335405"/>
                    <a:pt x="4969554" y="1415288"/>
                    <a:pt x="4917675" y="1495044"/>
                  </a:cubicBezTo>
                  <a:cubicBezTo>
                    <a:pt x="4901990" y="1519682"/>
                    <a:pt x="4884401" y="1543304"/>
                    <a:pt x="4872145" y="1569911"/>
                  </a:cubicBezTo>
                  <a:cubicBezTo>
                    <a:pt x="4779753" y="1760855"/>
                    <a:pt x="4685963" y="1951101"/>
                    <a:pt x="4594015" y="2142236"/>
                  </a:cubicBezTo>
                  <a:lnTo>
                    <a:pt x="4026960" y="3633089"/>
                  </a:lnTo>
                  <a:cubicBezTo>
                    <a:pt x="4012292" y="3674936"/>
                    <a:pt x="3992607" y="3715195"/>
                    <a:pt x="3981939" y="3758438"/>
                  </a:cubicBezTo>
                  <a:cubicBezTo>
                    <a:pt x="3959015" y="3874516"/>
                    <a:pt x="3935711" y="3990531"/>
                    <a:pt x="3913168" y="4106672"/>
                  </a:cubicBezTo>
                  <a:cubicBezTo>
                    <a:pt x="3887705" y="4232783"/>
                    <a:pt x="3863574" y="4359085"/>
                    <a:pt x="3837413" y="4485069"/>
                  </a:cubicBezTo>
                  <a:cubicBezTo>
                    <a:pt x="3809346" y="4590542"/>
                    <a:pt x="3800138" y="4699953"/>
                    <a:pt x="3770166" y="4805045"/>
                  </a:cubicBezTo>
                  <a:cubicBezTo>
                    <a:pt x="3760133" y="4847400"/>
                    <a:pt x="3742036" y="4887532"/>
                    <a:pt x="3734225" y="4930521"/>
                  </a:cubicBezTo>
                  <a:cubicBezTo>
                    <a:pt x="3759879" y="4911027"/>
                    <a:pt x="3781152" y="4886770"/>
                    <a:pt x="3804012" y="4864227"/>
                  </a:cubicBezTo>
                  <a:lnTo>
                    <a:pt x="3921677" y="4746816"/>
                  </a:lnTo>
                  <a:cubicBezTo>
                    <a:pt x="3952157" y="4716399"/>
                    <a:pt x="3969874" y="4676521"/>
                    <a:pt x="3993242" y="4641025"/>
                  </a:cubicBezTo>
                  <a:cubicBezTo>
                    <a:pt x="4042137" y="4563428"/>
                    <a:pt x="4089063" y="4484688"/>
                    <a:pt x="4131290" y="4403281"/>
                  </a:cubicBezTo>
                  <a:cubicBezTo>
                    <a:pt x="4177392" y="4330002"/>
                    <a:pt x="4193965" y="4243832"/>
                    <a:pt x="4223874" y="4163632"/>
                  </a:cubicBezTo>
                  <a:lnTo>
                    <a:pt x="4235939" y="4166933"/>
                  </a:lnTo>
                  <a:cubicBezTo>
                    <a:pt x="4212317" y="4229037"/>
                    <a:pt x="4195553" y="4293553"/>
                    <a:pt x="4170788" y="4355211"/>
                  </a:cubicBezTo>
                  <a:cubicBezTo>
                    <a:pt x="4124369" y="4441254"/>
                    <a:pt x="4079030" y="4528058"/>
                    <a:pt x="4026135" y="4610418"/>
                  </a:cubicBezTo>
                  <a:cubicBezTo>
                    <a:pt x="3997623" y="4653979"/>
                    <a:pt x="3973938" y="4700969"/>
                    <a:pt x="3942315" y="4742307"/>
                  </a:cubicBezTo>
                  <a:cubicBezTo>
                    <a:pt x="3859511" y="4824667"/>
                    <a:pt x="3778040" y="4908360"/>
                    <a:pt x="3693839" y="4989259"/>
                  </a:cubicBezTo>
                  <a:cubicBezTo>
                    <a:pt x="3662915" y="5021961"/>
                    <a:pt x="3635165" y="5057585"/>
                    <a:pt x="3603098" y="5089271"/>
                  </a:cubicBezTo>
                  <a:cubicBezTo>
                    <a:pt x="3429552" y="5014214"/>
                    <a:pt x="3257150" y="4936554"/>
                    <a:pt x="3081763" y="4865815"/>
                  </a:cubicBezTo>
                  <a:cubicBezTo>
                    <a:pt x="2901105" y="4790504"/>
                    <a:pt x="2718860" y="4718939"/>
                    <a:pt x="2539854" y="4639564"/>
                  </a:cubicBezTo>
                  <a:lnTo>
                    <a:pt x="2318556" y="4543489"/>
                  </a:lnTo>
                  <a:cubicBezTo>
                    <a:pt x="2243182" y="4513072"/>
                    <a:pt x="75438" y="3828966"/>
                    <a:pt x="0" y="3798677"/>
                  </a:cubicBezTo>
                  <a:cubicBezTo>
                    <a:pt x="0" y="2313602"/>
                    <a:pt x="2091226" y="1485075"/>
                    <a:pt x="2091226" y="0"/>
                  </a:cubicBezTo>
                  <a:moveTo>
                    <a:pt x="3337668" y="4296347"/>
                  </a:moveTo>
                  <a:cubicBezTo>
                    <a:pt x="3273088" y="4311079"/>
                    <a:pt x="3223685" y="4374071"/>
                    <a:pt x="3227178" y="4440682"/>
                  </a:cubicBezTo>
                  <a:cubicBezTo>
                    <a:pt x="3227051" y="4517073"/>
                    <a:pt x="3297599" y="4585081"/>
                    <a:pt x="3374117" y="4580827"/>
                  </a:cubicBezTo>
                  <a:cubicBezTo>
                    <a:pt x="3453682" y="4582351"/>
                    <a:pt x="3523786" y="4507103"/>
                    <a:pt x="3515722" y="4427728"/>
                  </a:cubicBezTo>
                  <a:cubicBezTo>
                    <a:pt x="3513626" y="4340924"/>
                    <a:pt x="3421234" y="4273233"/>
                    <a:pt x="3337668" y="4296347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6" name="任意多边形: 形状 5" descr="D:\51PPT模板网\51pptmoban.com\图片.jpg">
              <a:extLst>
                <a:ext uri="{FF2B5EF4-FFF2-40B4-BE49-F238E27FC236}">
                  <a16:creationId xmlns:a16="http://schemas.microsoft.com/office/drawing/2014/main" id="{39B43662-FC82-95B4-1E7A-50A0E1749B4F}"/>
                </a:ext>
              </a:extLst>
            </p:cNvPr>
            <p:cNvSpPr/>
            <p:nvPr/>
          </p:nvSpPr>
          <p:spPr>
            <a:xfrm>
              <a:off x="4994792" y="2481192"/>
              <a:ext cx="2673751" cy="1461781"/>
            </a:xfrm>
            <a:custGeom>
              <a:avLst/>
              <a:gdLst>
                <a:gd name="connsiteX0" fmla="*/ 1807831 w 5119408"/>
                <a:gd name="connsiteY0" fmla="*/ 38831 h 2798858"/>
                <a:gd name="connsiteX1" fmla="*/ 2012936 w 5119408"/>
                <a:gd name="connsiteY1" fmla="*/ 4033 h 2798858"/>
                <a:gd name="connsiteX2" fmla="*/ 2370632 w 5119408"/>
                <a:gd name="connsiteY2" fmla="*/ 45054 h 2798858"/>
                <a:gd name="connsiteX3" fmla="*/ 2825736 w 5119408"/>
                <a:gd name="connsiteY3" fmla="*/ 143987 h 2798858"/>
                <a:gd name="connsiteX4" fmla="*/ 3322941 w 5119408"/>
                <a:gd name="connsiteY4" fmla="*/ 253080 h 2798858"/>
                <a:gd name="connsiteX5" fmla="*/ 3901299 w 5119408"/>
                <a:gd name="connsiteY5" fmla="*/ 387700 h 2798858"/>
                <a:gd name="connsiteX6" fmla="*/ 4349672 w 5119408"/>
                <a:gd name="connsiteY6" fmla="*/ 358109 h 2798858"/>
                <a:gd name="connsiteX7" fmla="*/ 4547158 w 5119408"/>
                <a:gd name="connsiteY7" fmla="*/ 278797 h 2798858"/>
                <a:gd name="connsiteX8" fmla="*/ 4572367 w 5119408"/>
                <a:gd name="connsiteY8" fmla="*/ 369856 h 2798858"/>
                <a:gd name="connsiteX9" fmla="*/ 4607165 w 5119408"/>
                <a:gd name="connsiteY9" fmla="*/ 513684 h 2798858"/>
                <a:gd name="connsiteX10" fmla="*/ 4724196 w 5119408"/>
                <a:gd name="connsiteY10" fmla="*/ 833470 h 2798858"/>
                <a:gd name="connsiteX11" fmla="*/ 4800269 w 5119408"/>
                <a:gd name="connsiteY11" fmla="*/ 1082707 h 2798858"/>
                <a:gd name="connsiteX12" fmla="*/ 4909489 w 5119408"/>
                <a:gd name="connsiteY12" fmla="*/ 1456341 h 2798858"/>
                <a:gd name="connsiteX13" fmla="*/ 5113260 w 5119408"/>
                <a:gd name="connsiteY13" fmla="*/ 2357343 h 2798858"/>
                <a:gd name="connsiteX14" fmla="*/ 5118467 w 5119408"/>
                <a:gd name="connsiteY14" fmla="*/ 2394300 h 2798858"/>
                <a:gd name="connsiteX15" fmla="*/ 5015407 w 5119408"/>
                <a:gd name="connsiteY15" fmla="*/ 2483644 h 2798858"/>
                <a:gd name="connsiteX16" fmla="*/ 4896408 w 5119408"/>
                <a:gd name="connsiteY16" fmla="*/ 2599532 h 2798858"/>
                <a:gd name="connsiteX17" fmla="*/ 4743310 w 5119408"/>
                <a:gd name="connsiteY17" fmla="*/ 2725833 h 2798858"/>
                <a:gd name="connsiteX18" fmla="*/ 4636058 w 5119408"/>
                <a:gd name="connsiteY18" fmla="*/ 2798858 h 2798858"/>
                <a:gd name="connsiteX19" fmla="*/ 4550714 w 5119408"/>
                <a:gd name="connsiteY19" fmla="*/ 2716118 h 2798858"/>
                <a:gd name="connsiteX20" fmla="*/ 4292396 w 5119408"/>
                <a:gd name="connsiteY20" fmla="*/ 2447322 h 2798858"/>
                <a:gd name="connsiteX21" fmla="*/ 4174667 w 5119408"/>
                <a:gd name="connsiteY21" fmla="*/ 2330356 h 2798858"/>
                <a:gd name="connsiteX22" fmla="*/ 3847134 w 5119408"/>
                <a:gd name="connsiteY22" fmla="*/ 2117884 h 2798858"/>
                <a:gd name="connsiteX23" fmla="*/ 3304780 w 5119408"/>
                <a:gd name="connsiteY23" fmla="*/ 1745838 h 2798858"/>
                <a:gd name="connsiteX24" fmla="*/ 2626536 w 5119408"/>
                <a:gd name="connsiteY24" fmla="*/ 1287558 h 2798858"/>
                <a:gd name="connsiteX25" fmla="*/ 2325991 w 5119408"/>
                <a:gd name="connsiteY25" fmla="*/ 1086200 h 2798858"/>
                <a:gd name="connsiteX26" fmla="*/ 1950960 w 5119408"/>
                <a:gd name="connsiteY26" fmla="*/ 909860 h 2798858"/>
                <a:gd name="connsiteX27" fmla="*/ 1691880 w 5119408"/>
                <a:gd name="connsiteY27" fmla="*/ 894493 h 2798858"/>
                <a:gd name="connsiteX28" fmla="*/ 1435848 w 5119408"/>
                <a:gd name="connsiteY28" fmla="*/ 968344 h 2798858"/>
                <a:gd name="connsiteX29" fmla="*/ 597394 w 5119408"/>
                <a:gd name="connsiteY29" fmla="*/ 1399445 h 2798858"/>
                <a:gd name="connsiteX30" fmla="*/ 263320 w 5119408"/>
                <a:gd name="connsiteY30" fmla="*/ 1528477 h 2798858"/>
                <a:gd name="connsiteX31" fmla="*/ 163054 w 5119408"/>
                <a:gd name="connsiteY31" fmla="*/ 1521746 h 2798858"/>
                <a:gd name="connsiteX32" fmla="*/ 72186 w 5119408"/>
                <a:gd name="connsiteY32" fmla="*/ 1479646 h 2798858"/>
                <a:gd name="connsiteX33" fmla="*/ 18909 w 5119408"/>
                <a:gd name="connsiteY33" fmla="*/ 1418368 h 2798858"/>
                <a:gd name="connsiteX34" fmla="*/ 367 w 5119408"/>
                <a:gd name="connsiteY34" fmla="*/ 1323055 h 2798858"/>
                <a:gd name="connsiteX35" fmla="*/ 9130 w 5119408"/>
                <a:gd name="connsiteY35" fmla="*/ 1261904 h 2798858"/>
                <a:gd name="connsiteX36" fmla="*/ 85711 w 5119408"/>
                <a:gd name="connsiteY36" fmla="*/ 1179862 h 2798858"/>
                <a:gd name="connsiteX37" fmla="*/ 247636 w 5119408"/>
                <a:gd name="connsiteY37" fmla="*/ 1068356 h 2798858"/>
                <a:gd name="connsiteX38" fmla="*/ 393559 w 5119408"/>
                <a:gd name="connsiteY38" fmla="*/ 966820 h 2798858"/>
                <a:gd name="connsiteX39" fmla="*/ 765479 w 5119408"/>
                <a:gd name="connsiteY39" fmla="*/ 456280 h 2798858"/>
                <a:gd name="connsiteX40" fmla="*/ 968234 w 5119408"/>
                <a:gd name="connsiteY40" fmla="*/ 354870 h 2798858"/>
                <a:gd name="connsiteX41" fmla="*/ 1488998 w 5119408"/>
                <a:gd name="connsiteY41" fmla="*/ 189516 h 2798858"/>
                <a:gd name="connsiteX42" fmla="*/ 1807831 w 5119408"/>
                <a:gd name="connsiteY42" fmla="*/ 38831 h 279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119408" h="2798858">
                  <a:moveTo>
                    <a:pt x="1807831" y="38831"/>
                  </a:moveTo>
                  <a:cubicBezTo>
                    <a:pt x="1873426" y="14574"/>
                    <a:pt x="1943975" y="10827"/>
                    <a:pt x="2012936" y="4033"/>
                  </a:cubicBezTo>
                  <a:cubicBezTo>
                    <a:pt x="2133269" y="-6826"/>
                    <a:pt x="2256649" y="3398"/>
                    <a:pt x="2370632" y="45054"/>
                  </a:cubicBezTo>
                  <a:cubicBezTo>
                    <a:pt x="2517190" y="99156"/>
                    <a:pt x="2673781" y="112618"/>
                    <a:pt x="2825736" y="143987"/>
                  </a:cubicBezTo>
                  <a:cubicBezTo>
                    <a:pt x="2991217" y="181388"/>
                    <a:pt x="3156761" y="218790"/>
                    <a:pt x="3322941" y="253080"/>
                  </a:cubicBezTo>
                  <a:cubicBezTo>
                    <a:pt x="3517569" y="289719"/>
                    <a:pt x="3709085" y="340519"/>
                    <a:pt x="3901299" y="387700"/>
                  </a:cubicBezTo>
                  <a:cubicBezTo>
                    <a:pt x="4050651" y="415386"/>
                    <a:pt x="4202671" y="386176"/>
                    <a:pt x="4349672" y="358109"/>
                  </a:cubicBezTo>
                  <a:cubicBezTo>
                    <a:pt x="4419840" y="344012"/>
                    <a:pt x="4484356" y="312135"/>
                    <a:pt x="4547158" y="278797"/>
                  </a:cubicBezTo>
                  <a:cubicBezTo>
                    <a:pt x="4561128" y="307372"/>
                    <a:pt x="4564239" y="339440"/>
                    <a:pt x="4572367" y="369856"/>
                  </a:cubicBezTo>
                  <a:cubicBezTo>
                    <a:pt x="4584432" y="417672"/>
                    <a:pt x="4592623" y="466503"/>
                    <a:pt x="4607165" y="513684"/>
                  </a:cubicBezTo>
                  <a:cubicBezTo>
                    <a:pt x="4647805" y="619665"/>
                    <a:pt x="4690350" y="725012"/>
                    <a:pt x="4724196" y="833470"/>
                  </a:cubicBezTo>
                  <a:cubicBezTo>
                    <a:pt x="4751056" y="916083"/>
                    <a:pt x="4782108" y="997490"/>
                    <a:pt x="4800269" y="1082707"/>
                  </a:cubicBezTo>
                  <a:cubicBezTo>
                    <a:pt x="4828463" y="1209580"/>
                    <a:pt x="4873485" y="1331691"/>
                    <a:pt x="4909489" y="1456341"/>
                  </a:cubicBezTo>
                  <a:cubicBezTo>
                    <a:pt x="4977624" y="1756633"/>
                    <a:pt x="5045125" y="2057051"/>
                    <a:pt x="5113260" y="2357343"/>
                  </a:cubicBezTo>
                  <a:cubicBezTo>
                    <a:pt x="5114721" y="2369471"/>
                    <a:pt x="5121960" y="2382108"/>
                    <a:pt x="5118467" y="2394300"/>
                  </a:cubicBezTo>
                  <a:cubicBezTo>
                    <a:pt x="5077764" y="2415890"/>
                    <a:pt x="5042839" y="2446687"/>
                    <a:pt x="5015407" y="2483644"/>
                  </a:cubicBezTo>
                  <a:cubicBezTo>
                    <a:pt x="4982450" y="2528793"/>
                    <a:pt x="4936349" y="2561241"/>
                    <a:pt x="4896408" y="2599532"/>
                  </a:cubicBezTo>
                  <a:cubicBezTo>
                    <a:pt x="4848085" y="2644807"/>
                    <a:pt x="4797030" y="2687098"/>
                    <a:pt x="4743310" y="2725833"/>
                  </a:cubicBezTo>
                  <a:cubicBezTo>
                    <a:pt x="4708638" y="2750979"/>
                    <a:pt x="4680190" y="2790984"/>
                    <a:pt x="4636058" y="2798858"/>
                  </a:cubicBezTo>
                  <a:cubicBezTo>
                    <a:pt x="4604308" y="2775046"/>
                    <a:pt x="4579416" y="2743296"/>
                    <a:pt x="4550714" y="2716118"/>
                  </a:cubicBezTo>
                  <a:cubicBezTo>
                    <a:pt x="4463719" y="2627281"/>
                    <a:pt x="4377994" y="2537429"/>
                    <a:pt x="4292396" y="2447322"/>
                  </a:cubicBezTo>
                  <a:cubicBezTo>
                    <a:pt x="4253660" y="2407889"/>
                    <a:pt x="4217339" y="2365788"/>
                    <a:pt x="4174667" y="2330356"/>
                  </a:cubicBezTo>
                  <a:cubicBezTo>
                    <a:pt x="4074845" y="2245900"/>
                    <a:pt x="3957941" y="2186020"/>
                    <a:pt x="3847134" y="2117884"/>
                  </a:cubicBezTo>
                  <a:cubicBezTo>
                    <a:pt x="3661586" y="2000917"/>
                    <a:pt x="3483977" y="1872076"/>
                    <a:pt x="3304780" y="1745838"/>
                  </a:cubicBezTo>
                  <a:cubicBezTo>
                    <a:pt x="3081323" y="1589247"/>
                    <a:pt x="2853485" y="1439069"/>
                    <a:pt x="2626536" y="1287558"/>
                  </a:cubicBezTo>
                  <a:cubicBezTo>
                    <a:pt x="2525698" y="1221328"/>
                    <a:pt x="2428290" y="1150081"/>
                    <a:pt x="2325991" y="1086200"/>
                  </a:cubicBezTo>
                  <a:cubicBezTo>
                    <a:pt x="2208643" y="1012984"/>
                    <a:pt x="2085263" y="945801"/>
                    <a:pt x="1950960" y="909860"/>
                  </a:cubicBezTo>
                  <a:cubicBezTo>
                    <a:pt x="1866823" y="887699"/>
                    <a:pt x="1777923" y="879253"/>
                    <a:pt x="1691880" y="894493"/>
                  </a:cubicBezTo>
                  <a:cubicBezTo>
                    <a:pt x="1604441" y="911067"/>
                    <a:pt x="1518843" y="936530"/>
                    <a:pt x="1435848" y="968344"/>
                  </a:cubicBezTo>
                  <a:cubicBezTo>
                    <a:pt x="1140954" y="1080866"/>
                    <a:pt x="884986" y="1271556"/>
                    <a:pt x="597394" y="1399445"/>
                  </a:cubicBezTo>
                  <a:cubicBezTo>
                    <a:pt x="488555" y="1448658"/>
                    <a:pt x="376605" y="1490822"/>
                    <a:pt x="263320" y="1528477"/>
                  </a:cubicBezTo>
                  <a:cubicBezTo>
                    <a:pt x="230174" y="1536351"/>
                    <a:pt x="195693" y="1528541"/>
                    <a:pt x="163054" y="1521746"/>
                  </a:cubicBezTo>
                  <a:cubicBezTo>
                    <a:pt x="130859" y="1513237"/>
                    <a:pt x="95236" y="1505681"/>
                    <a:pt x="72186" y="1479646"/>
                  </a:cubicBezTo>
                  <a:cubicBezTo>
                    <a:pt x="53326" y="1460215"/>
                    <a:pt x="33705" y="1441165"/>
                    <a:pt x="18909" y="1418368"/>
                  </a:cubicBezTo>
                  <a:cubicBezTo>
                    <a:pt x="621" y="1390174"/>
                    <a:pt x="1637" y="1355249"/>
                    <a:pt x="367" y="1323055"/>
                  </a:cubicBezTo>
                  <a:cubicBezTo>
                    <a:pt x="240" y="1302481"/>
                    <a:pt x="-2491" y="1280129"/>
                    <a:pt x="9130" y="1261904"/>
                  </a:cubicBezTo>
                  <a:cubicBezTo>
                    <a:pt x="28370" y="1229392"/>
                    <a:pt x="57009" y="1203865"/>
                    <a:pt x="85711" y="1179862"/>
                  </a:cubicBezTo>
                  <a:cubicBezTo>
                    <a:pt x="136765" y="1138651"/>
                    <a:pt x="191883" y="1102837"/>
                    <a:pt x="247636" y="1068356"/>
                  </a:cubicBezTo>
                  <a:cubicBezTo>
                    <a:pt x="297801" y="1036860"/>
                    <a:pt x="350506" y="1008222"/>
                    <a:pt x="393559" y="966820"/>
                  </a:cubicBezTo>
                  <a:cubicBezTo>
                    <a:pt x="548118" y="819944"/>
                    <a:pt x="610919" y="603219"/>
                    <a:pt x="765479" y="456280"/>
                  </a:cubicBezTo>
                  <a:cubicBezTo>
                    <a:pt x="821930" y="404083"/>
                    <a:pt x="894955" y="374555"/>
                    <a:pt x="968234" y="354870"/>
                  </a:cubicBezTo>
                  <a:cubicBezTo>
                    <a:pt x="1143938" y="306991"/>
                    <a:pt x="1320850" y="260509"/>
                    <a:pt x="1488998" y="189516"/>
                  </a:cubicBezTo>
                  <a:cubicBezTo>
                    <a:pt x="1596757" y="142463"/>
                    <a:pt x="1696833" y="78645"/>
                    <a:pt x="1807831" y="38831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5EA7727-2E7A-DE60-F089-592E7F9627D0}"/>
                </a:ext>
              </a:extLst>
            </p:cNvPr>
            <p:cNvSpPr/>
            <p:nvPr/>
          </p:nvSpPr>
          <p:spPr>
            <a:xfrm>
              <a:off x="4550788" y="2864791"/>
              <a:ext cx="2859548" cy="2084506"/>
            </a:xfrm>
            <a:custGeom>
              <a:avLst/>
              <a:gdLst>
                <a:gd name="connsiteX0" fmla="*/ 539982 w 5475153"/>
                <a:gd name="connsiteY0" fmla="*/ 164592 h 3991184"/>
                <a:gd name="connsiteX1" fmla="*/ 582019 w 5475153"/>
                <a:gd name="connsiteY1" fmla="*/ 0 h 3991184"/>
                <a:gd name="connsiteX2" fmla="*/ 838432 w 5475153"/>
                <a:gd name="connsiteY2" fmla="*/ 44768 h 3991184"/>
                <a:gd name="connsiteX3" fmla="*/ 1295315 w 5475153"/>
                <a:gd name="connsiteY3" fmla="*/ 44196 h 3991184"/>
                <a:gd name="connsiteX4" fmla="*/ 1188381 w 5475153"/>
                <a:gd name="connsiteY4" fmla="*/ 177165 h 3991184"/>
                <a:gd name="connsiteX5" fmla="*/ 1060428 w 5475153"/>
                <a:gd name="connsiteY5" fmla="*/ 265367 h 3991184"/>
                <a:gd name="connsiteX6" fmla="*/ 853672 w 5475153"/>
                <a:gd name="connsiteY6" fmla="*/ 413957 h 3991184"/>
                <a:gd name="connsiteX7" fmla="*/ 772773 w 5475153"/>
                <a:gd name="connsiteY7" fmla="*/ 556641 h 3991184"/>
                <a:gd name="connsiteX8" fmla="*/ 795887 w 5475153"/>
                <a:gd name="connsiteY8" fmla="*/ 713232 h 3991184"/>
                <a:gd name="connsiteX9" fmla="*/ 873484 w 5475153"/>
                <a:gd name="connsiteY9" fmla="*/ 806641 h 3991184"/>
                <a:gd name="connsiteX10" fmla="*/ 995849 w 5475153"/>
                <a:gd name="connsiteY10" fmla="*/ 863029 h 3991184"/>
                <a:gd name="connsiteX11" fmla="*/ 1145455 w 5475153"/>
                <a:gd name="connsiteY11" fmla="*/ 865505 h 3991184"/>
                <a:gd name="connsiteX12" fmla="*/ 1579033 w 5475153"/>
                <a:gd name="connsiteY12" fmla="*/ 688721 h 3991184"/>
                <a:gd name="connsiteX13" fmla="*/ 2369290 w 5475153"/>
                <a:gd name="connsiteY13" fmla="*/ 286258 h 3991184"/>
                <a:gd name="connsiteX14" fmla="*/ 2462889 w 5475153"/>
                <a:gd name="connsiteY14" fmla="*/ 263462 h 3991184"/>
                <a:gd name="connsiteX15" fmla="*/ 2698220 w 5475153"/>
                <a:gd name="connsiteY15" fmla="*/ 277368 h 3991184"/>
                <a:gd name="connsiteX16" fmla="*/ 3120178 w 5475153"/>
                <a:gd name="connsiteY16" fmla="*/ 483997 h 3991184"/>
                <a:gd name="connsiteX17" fmla="*/ 3813027 w 5475153"/>
                <a:gd name="connsiteY17" fmla="*/ 915480 h 3991184"/>
                <a:gd name="connsiteX18" fmla="*/ 4382431 w 5475153"/>
                <a:gd name="connsiteY18" fmla="*/ 1291781 h 3991184"/>
                <a:gd name="connsiteX19" fmla="*/ 4761145 w 5475153"/>
                <a:gd name="connsiteY19" fmla="*/ 1541526 h 3991184"/>
                <a:gd name="connsiteX20" fmla="*/ 5059913 w 5475153"/>
                <a:gd name="connsiteY20" fmla="*/ 1751394 h 3991184"/>
                <a:gd name="connsiteX21" fmla="*/ 5276765 w 5475153"/>
                <a:gd name="connsiteY21" fmla="*/ 1966024 h 3991184"/>
                <a:gd name="connsiteX22" fmla="*/ 5458312 w 5475153"/>
                <a:gd name="connsiteY22" fmla="*/ 2286318 h 3991184"/>
                <a:gd name="connsiteX23" fmla="*/ 5474949 w 5475153"/>
                <a:gd name="connsiteY23" fmla="*/ 2474087 h 3991184"/>
                <a:gd name="connsiteX24" fmla="*/ 5419005 w 5475153"/>
                <a:gd name="connsiteY24" fmla="*/ 2648649 h 3991184"/>
                <a:gd name="connsiteX25" fmla="*/ 5295625 w 5475153"/>
                <a:gd name="connsiteY25" fmla="*/ 2805176 h 3991184"/>
                <a:gd name="connsiteX26" fmla="*/ 5226854 w 5475153"/>
                <a:gd name="connsiteY26" fmla="*/ 2828227 h 3991184"/>
                <a:gd name="connsiteX27" fmla="*/ 4859697 w 5475153"/>
                <a:gd name="connsiteY27" fmla="*/ 2699957 h 3991184"/>
                <a:gd name="connsiteX28" fmla="*/ 4313533 w 5475153"/>
                <a:gd name="connsiteY28" fmla="*/ 2288159 h 3991184"/>
                <a:gd name="connsiteX29" fmla="*/ 3944979 w 5475153"/>
                <a:gd name="connsiteY29" fmla="*/ 2059495 h 3991184"/>
                <a:gd name="connsiteX30" fmla="*/ 3855635 w 5475153"/>
                <a:gd name="connsiteY30" fmla="*/ 2010855 h 3991184"/>
                <a:gd name="connsiteX31" fmla="*/ 3822361 w 5475153"/>
                <a:gd name="connsiteY31" fmla="*/ 2069783 h 3991184"/>
                <a:gd name="connsiteX32" fmla="*/ 3778990 w 5475153"/>
                <a:gd name="connsiteY32" fmla="*/ 2110296 h 3991184"/>
                <a:gd name="connsiteX33" fmla="*/ 3865096 w 5475153"/>
                <a:gd name="connsiteY33" fmla="*/ 2171256 h 3991184"/>
                <a:gd name="connsiteX34" fmla="*/ 3935201 w 5475153"/>
                <a:gd name="connsiteY34" fmla="*/ 2221738 h 3991184"/>
                <a:gd name="connsiteX35" fmla="*/ 4156371 w 5475153"/>
                <a:gd name="connsiteY35" fmla="*/ 2362645 h 3991184"/>
                <a:gd name="connsiteX36" fmla="*/ 4237651 w 5475153"/>
                <a:gd name="connsiteY36" fmla="*/ 2396554 h 3991184"/>
                <a:gd name="connsiteX37" fmla="*/ 4444661 w 5475153"/>
                <a:gd name="connsiteY37" fmla="*/ 2594991 h 3991184"/>
                <a:gd name="connsiteX38" fmla="*/ 4471839 w 5475153"/>
                <a:gd name="connsiteY38" fmla="*/ 2631186 h 3991184"/>
                <a:gd name="connsiteX39" fmla="*/ 4587980 w 5475153"/>
                <a:gd name="connsiteY39" fmla="*/ 2813558 h 3991184"/>
                <a:gd name="connsiteX40" fmla="*/ 4633510 w 5475153"/>
                <a:gd name="connsiteY40" fmla="*/ 2950210 h 3991184"/>
                <a:gd name="connsiteX41" fmla="*/ 4602458 w 5475153"/>
                <a:gd name="connsiteY41" fmla="*/ 3198749 h 3991184"/>
                <a:gd name="connsiteX42" fmla="*/ 4543912 w 5475153"/>
                <a:gd name="connsiteY42" fmla="*/ 3316605 h 3991184"/>
                <a:gd name="connsiteX43" fmla="*/ 4402751 w 5475153"/>
                <a:gd name="connsiteY43" fmla="*/ 3423984 h 3991184"/>
                <a:gd name="connsiteX44" fmla="*/ 4362111 w 5475153"/>
                <a:gd name="connsiteY44" fmla="*/ 3440049 h 3991184"/>
                <a:gd name="connsiteX45" fmla="*/ 4012226 w 5475153"/>
                <a:gd name="connsiteY45" fmla="*/ 3370707 h 3991184"/>
                <a:gd name="connsiteX46" fmla="*/ 3688185 w 5475153"/>
                <a:gd name="connsiteY46" fmla="*/ 3122803 h 3991184"/>
                <a:gd name="connsiteX47" fmla="*/ 3194663 w 5475153"/>
                <a:gd name="connsiteY47" fmla="*/ 2703830 h 3991184"/>
                <a:gd name="connsiteX48" fmla="*/ 3156373 w 5475153"/>
                <a:gd name="connsiteY48" fmla="*/ 2771712 h 3991184"/>
                <a:gd name="connsiteX49" fmla="*/ 3462126 w 5475153"/>
                <a:gd name="connsiteY49" fmla="*/ 3012250 h 3991184"/>
                <a:gd name="connsiteX50" fmla="*/ 3728317 w 5475153"/>
                <a:gd name="connsiteY50" fmla="*/ 3266758 h 3991184"/>
                <a:gd name="connsiteX51" fmla="*/ 4024164 w 5475153"/>
                <a:gd name="connsiteY51" fmla="*/ 3460750 h 3991184"/>
                <a:gd name="connsiteX52" fmla="*/ 4026387 w 5475153"/>
                <a:gd name="connsiteY52" fmla="*/ 3552952 h 3991184"/>
                <a:gd name="connsiteX53" fmla="*/ 3984477 w 5475153"/>
                <a:gd name="connsiteY53" fmla="*/ 3671887 h 3991184"/>
                <a:gd name="connsiteX54" fmla="*/ 3923580 w 5475153"/>
                <a:gd name="connsiteY54" fmla="*/ 3750500 h 3991184"/>
                <a:gd name="connsiteX55" fmla="*/ 3852142 w 5475153"/>
                <a:gd name="connsiteY55" fmla="*/ 3787013 h 3991184"/>
                <a:gd name="connsiteX56" fmla="*/ 3669326 w 5475153"/>
                <a:gd name="connsiteY56" fmla="*/ 3820223 h 3991184"/>
                <a:gd name="connsiteX57" fmla="*/ 3564488 w 5475153"/>
                <a:gd name="connsiteY57" fmla="*/ 3798634 h 3991184"/>
                <a:gd name="connsiteX58" fmla="*/ 3360081 w 5475153"/>
                <a:gd name="connsiteY58" fmla="*/ 3712464 h 3991184"/>
                <a:gd name="connsiteX59" fmla="*/ 3282357 w 5475153"/>
                <a:gd name="connsiteY59" fmla="*/ 3662299 h 3991184"/>
                <a:gd name="connsiteX60" fmla="*/ 2985875 w 5475153"/>
                <a:gd name="connsiteY60" fmla="*/ 3418777 h 3991184"/>
                <a:gd name="connsiteX61" fmla="*/ 2814679 w 5475153"/>
                <a:gd name="connsiteY61" fmla="*/ 3291586 h 3991184"/>
                <a:gd name="connsiteX62" fmla="*/ 2576872 w 5475153"/>
                <a:gd name="connsiteY62" fmla="*/ 3239072 h 3991184"/>
                <a:gd name="connsiteX63" fmla="*/ 2565378 w 5475153"/>
                <a:gd name="connsiteY63" fmla="*/ 3315907 h 3991184"/>
                <a:gd name="connsiteX64" fmla="*/ 2769849 w 5475153"/>
                <a:gd name="connsiteY64" fmla="*/ 3355277 h 3991184"/>
                <a:gd name="connsiteX65" fmla="*/ 3047089 w 5475153"/>
                <a:gd name="connsiteY65" fmla="*/ 3567240 h 3991184"/>
                <a:gd name="connsiteX66" fmla="*/ 3270800 w 5475153"/>
                <a:gd name="connsiteY66" fmla="*/ 3751136 h 3991184"/>
                <a:gd name="connsiteX67" fmla="*/ 3231875 w 5475153"/>
                <a:gd name="connsiteY67" fmla="*/ 3916807 h 3991184"/>
                <a:gd name="connsiteX68" fmla="*/ 3150150 w 5475153"/>
                <a:gd name="connsiteY68" fmla="*/ 3955542 h 3991184"/>
                <a:gd name="connsiteX69" fmla="*/ 2937425 w 5475153"/>
                <a:gd name="connsiteY69" fmla="*/ 3986974 h 3991184"/>
                <a:gd name="connsiteX70" fmla="*/ 2817410 w 5475153"/>
                <a:gd name="connsiteY70" fmla="*/ 3923919 h 3991184"/>
                <a:gd name="connsiteX71" fmla="*/ 2666725 w 5475153"/>
                <a:gd name="connsiteY71" fmla="*/ 3826955 h 3991184"/>
                <a:gd name="connsiteX72" fmla="*/ 2565315 w 5475153"/>
                <a:gd name="connsiteY72" fmla="*/ 3840924 h 3991184"/>
                <a:gd name="connsiteX73" fmla="*/ 2239115 w 5475153"/>
                <a:gd name="connsiteY73" fmla="*/ 3441764 h 3991184"/>
                <a:gd name="connsiteX74" fmla="*/ 2207048 w 5475153"/>
                <a:gd name="connsiteY74" fmla="*/ 3391408 h 3991184"/>
                <a:gd name="connsiteX75" fmla="*/ 2066014 w 5475153"/>
                <a:gd name="connsiteY75" fmla="*/ 3386074 h 3991184"/>
                <a:gd name="connsiteX76" fmla="*/ 2019215 w 5475153"/>
                <a:gd name="connsiteY76" fmla="*/ 3382645 h 3991184"/>
                <a:gd name="connsiteX77" fmla="*/ 1935458 w 5475153"/>
                <a:gd name="connsiteY77" fmla="*/ 3374263 h 3991184"/>
                <a:gd name="connsiteX78" fmla="*/ 1979337 w 5475153"/>
                <a:gd name="connsiteY78" fmla="*/ 3255899 h 3991184"/>
                <a:gd name="connsiteX79" fmla="*/ 1961493 w 5475153"/>
                <a:gd name="connsiteY79" fmla="*/ 3051620 h 3991184"/>
                <a:gd name="connsiteX80" fmla="*/ 1923203 w 5475153"/>
                <a:gd name="connsiteY80" fmla="*/ 2969895 h 3991184"/>
                <a:gd name="connsiteX81" fmla="*/ 1851003 w 5475153"/>
                <a:gd name="connsiteY81" fmla="*/ 2864422 h 3991184"/>
                <a:gd name="connsiteX82" fmla="*/ 1657455 w 5475153"/>
                <a:gd name="connsiteY82" fmla="*/ 2775522 h 3991184"/>
                <a:gd name="connsiteX83" fmla="*/ 1515215 w 5475153"/>
                <a:gd name="connsiteY83" fmla="*/ 2783713 h 3991184"/>
                <a:gd name="connsiteX84" fmla="*/ 1439968 w 5475153"/>
                <a:gd name="connsiteY84" fmla="*/ 2811717 h 3991184"/>
                <a:gd name="connsiteX85" fmla="*/ 1334494 w 5475153"/>
                <a:gd name="connsiteY85" fmla="*/ 2606485 h 3991184"/>
                <a:gd name="connsiteX86" fmla="*/ 1133580 w 5475153"/>
                <a:gd name="connsiteY86" fmla="*/ 2472246 h 3991184"/>
                <a:gd name="connsiteX87" fmla="*/ 916537 w 5475153"/>
                <a:gd name="connsiteY87" fmla="*/ 2497074 h 3991184"/>
                <a:gd name="connsiteX88" fmla="*/ 789220 w 5475153"/>
                <a:gd name="connsiteY88" fmla="*/ 2559177 h 3991184"/>
                <a:gd name="connsiteX89" fmla="*/ 730927 w 5475153"/>
                <a:gd name="connsiteY89" fmla="*/ 2630234 h 3991184"/>
                <a:gd name="connsiteX90" fmla="*/ 290300 w 5475153"/>
                <a:gd name="connsiteY90" fmla="*/ 2342261 h 3991184"/>
                <a:gd name="connsiteX91" fmla="*/ 212068 w 5475153"/>
                <a:gd name="connsiteY91" fmla="*/ 2305812 h 3991184"/>
                <a:gd name="connsiteX92" fmla="*/ 170603 w 5475153"/>
                <a:gd name="connsiteY92" fmla="*/ 2328164 h 3991184"/>
                <a:gd name="connsiteX93" fmla="*/ 127486 w 5475153"/>
                <a:gd name="connsiteY93" fmla="*/ 2399665 h 3991184"/>
                <a:gd name="connsiteX94" fmla="*/ 5185 w 5475153"/>
                <a:gd name="connsiteY94" fmla="*/ 2443036 h 3991184"/>
                <a:gd name="connsiteX95" fmla="*/ 486 w 5475153"/>
                <a:gd name="connsiteY95" fmla="*/ 2398840 h 3991184"/>
                <a:gd name="connsiteX96" fmla="*/ 14456 w 5475153"/>
                <a:gd name="connsiteY96" fmla="*/ 2105470 h 3991184"/>
                <a:gd name="connsiteX97" fmla="*/ 26966 w 5475153"/>
                <a:gd name="connsiteY97" fmla="*/ 2038795 h 3991184"/>
                <a:gd name="connsiteX98" fmla="*/ 224959 w 5475153"/>
                <a:gd name="connsiteY98" fmla="*/ 1162622 h 3991184"/>
                <a:gd name="connsiteX99" fmla="*/ 296460 w 5475153"/>
                <a:gd name="connsiteY99" fmla="*/ 916559 h 3991184"/>
                <a:gd name="connsiteX100" fmla="*/ 357293 w 5475153"/>
                <a:gd name="connsiteY100" fmla="*/ 691515 h 3991184"/>
                <a:gd name="connsiteX101" fmla="*/ 406950 w 5475153"/>
                <a:gd name="connsiteY101" fmla="*/ 532701 h 3991184"/>
                <a:gd name="connsiteX102" fmla="*/ 483531 w 5475153"/>
                <a:gd name="connsiteY102" fmla="*/ 311341 h 3991184"/>
                <a:gd name="connsiteX103" fmla="*/ 539982 w 5475153"/>
                <a:gd name="connsiteY103" fmla="*/ 164592 h 399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5475153" h="3991184">
                  <a:moveTo>
                    <a:pt x="539982" y="164592"/>
                  </a:moveTo>
                  <a:cubicBezTo>
                    <a:pt x="557445" y="110744"/>
                    <a:pt x="562779" y="53277"/>
                    <a:pt x="582019" y="0"/>
                  </a:cubicBezTo>
                  <a:cubicBezTo>
                    <a:pt x="665204" y="25781"/>
                    <a:pt x="752263" y="35115"/>
                    <a:pt x="838432" y="44768"/>
                  </a:cubicBezTo>
                  <a:cubicBezTo>
                    <a:pt x="990197" y="61659"/>
                    <a:pt x="1143550" y="59563"/>
                    <a:pt x="1295315" y="44196"/>
                  </a:cubicBezTo>
                  <a:cubicBezTo>
                    <a:pt x="1266168" y="93218"/>
                    <a:pt x="1229719" y="137986"/>
                    <a:pt x="1188381" y="177165"/>
                  </a:cubicBezTo>
                  <a:cubicBezTo>
                    <a:pt x="1150598" y="213233"/>
                    <a:pt x="1104116" y="237617"/>
                    <a:pt x="1060428" y="265367"/>
                  </a:cubicBezTo>
                  <a:cubicBezTo>
                    <a:pt x="988483" y="310388"/>
                    <a:pt x="916156" y="356108"/>
                    <a:pt x="853672" y="413957"/>
                  </a:cubicBezTo>
                  <a:cubicBezTo>
                    <a:pt x="814048" y="451930"/>
                    <a:pt x="772646" y="498412"/>
                    <a:pt x="772773" y="556641"/>
                  </a:cubicBezTo>
                  <a:cubicBezTo>
                    <a:pt x="773408" y="609219"/>
                    <a:pt x="770614" y="665226"/>
                    <a:pt x="795887" y="713232"/>
                  </a:cubicBezTo>
                  <a:cubicBezTo>
                    <a:pt x="815572" y="748983"/>
                    <a:pt x="844973" y="777939"/>
                    <a:pt x="873484" y="806641"/>
                  </a:cubicBezTo>
                  <a:cubicBezTo>
                    <a:pt x="905679" y="839914"/>
                    <a:pt x="952415" y="851852"/>
                    <a:pt x="995849" y="863029"/>
                  </a:cubicBezTo>
                  <a:cubicBezTo>
                    <a:pt x="1044680" y="872998"/>
                    <a:pt x="1097258" y="884111"/>
                    <a:pt x="1145455" y="865505"/>
                  </a:cubicBezTo>
                  <a:cubicBezTo>
                    <a:pt x="1293410" y="815594"/>
                    <a:pt x="1439333" y="758825"/>
                    <a:pt x="1579033" y="688721"/>
                  </a:cubicBezTo>
                  <a:cubicBezTo>
                    <a:pt x="1843764" y="557403"/>
                    <a:pt x="2087985" y="382905"/>
                    <a:pt x="2369290" y="286258"/>
                  </a:cubicBezTo>
                  <a:cubicBezTo>
                    <a:pt x="2400025" y="277368"/>
                    <a:pt x="2430060" y="262128"/>
                    <a:pt x="2462889" y="263462"/>
                  </a:cubicBezTo>
                  <a:cubicBezTo>
                    <a:pt x="2541185" y="263716"/>
                    <a:pt x="2623227" y="246761"/>
                    <a:pt x="2698220" y="277368"/>
                  </a:cubicBezTo>
                  <a:cubicBezTo>
                    <a:pt x="2846620" y="328422"/>
                    <a:pt x="2993432" y="389890"/>
                    <a:pt x="3120178" y="483997"/>
                  </a:cubicBezTo>
                  <a:cubicBezTo>
                    <a:pt x="3338618" y="647065"/>
                    <a:pt x="3579283" y="776288"/>
                    <a:pt x="3813027" y="915480"/>
                  </a:cubicBezTo>
                  <a:cubicBezTo>
                    <a:pt x="4009051" y="1031304"/>
                    <a:pt x="4194090" y="1164209"/>
                    <a:pt x="4382431" y="1291781"/>
                  </a:cubicBezTo>
                  <a:cubicBezTo>
                    <a:pt x="4507336" y="1376998"/>
                    <a:pt x="4633002" y="1461135"/>
                    <a:pt x="4761145" y="1541526"/>
                  </a:cubicBezTo>
                  <a:cubicBezTo>
                    <a:pt x="4865222" y="1604645"/>
                    <a:pt x="4965425" y="1674368"/>
                    <a:pt x="5059913" y="1751394"/>
                  </a:cubicBezTo>
                  <a:cubicBezTo>
                    <a:pt x="5140240" y="1814386"/>
                    <a:pt x="5204565" y="1894395"/>
                    <a:pt x="5276765" y="1966024"/>
                  </a:cubicBezTo>
                  <a:cubicBezTo>
                    <a:pt x="5366554" y="2052955"/>
                    <a:pt x="5418370" y="2169859"/>
                    <a:pt x="5458312" y="2286318"/>
                  </a:cubicBezTo>
                  <a:cubicBezTo>
                    <a:pt x="5475520" y="2347214"/>
                    <a:pt x="5475647" y="2411286"/>
                    <a:pt x="5474949" y="2474087"/>
                  </a:cubicBezTo>
                  <a:cubicBezTo>
                    <a:pt x="5473742" y="2536508"/>
                    <a:pt x="5447961" y="2594547"/>
                    <a:pt x="5419005" y="2648649"/>
                  </a:cubicBezTo>
                  <a:cubicBezTo>
                    <a:pt x="5389478" y="2708593"/>
                    <a:pt x="5348203" y="2763520"/>
                    <a:pt x="5295625" y="2805176"/>
                  </a:cubicBezTo>
                  <a:cubicBezTo>
                    <a:pt x="5276130" y="2819527"/>
                    <a:pt x="5252317" y="2836736"/>
                    <a:pt x="5226854" y="2828227"/>
                  </a:cubicBezTo>
                  <a:cubicBezTo>
                    <a:pt x="5100553" y="2798255"/>
                    <a:pt x="4976537" y="2756726"/>
                    <a:pt x="4859697" y="2699957"/>
                  </a:cubicBezTo>
                  <a:cubicBezTo>
                    <a:pt x="4657386" y="2591118"/>
                    <a:pt x="4501366" y="2417699"/>
                    <a:pt x="4313533" y="2288159"/>
                  </a:cubicBezTo>
                  <a:cubicBezTo>
                    <a:pt x="4195360" y="2204657"/>
                    <a:pt x="4070455" y="2131314"/>
                    <a:pt x="3944979" y="2059495"/>
                  </a:cubicBezTo>
                  <a:cubicBezTo>
                    <a:pt x="3915007" y="2043620"/>
                    <a:pt x="3887194" y="2023364"/>
                    <a:pt x="3855635" y="2010855"/>
                  </a:cubicBezTo>
                  <a:cubicBezTo>
                    <a:pt x="3845412" y="2030984"/>
                    <a:pt x="3833728" y="2050288"/>
                    <a:pt x="3822361" y="2069783"/>
                  </a:cubicBezTo>
                  <a:cubicBezTo>
                    <a:pt x="3798993" y="2061909"/>
                    <a:pt x="3768005" y="2085975"/>
                    <a:pt x="3778990" y="2110296"/>
                  </a:cubicBezTo>
                  <a:cubicBezTo>
                    <a:pt x="3806422" y="2132267"/>
                    <a:pt x="3836649" y="2150491"/>
                    <a:pt x="3865096" y="2171256"/>
                  </a:cubicBezTo>
                  <a:cubicBezTo>
                    <a:pt x="3889798" y="2186432"/>
                    <a:pt x="3908022" y="2210308"/>
                    <a:pt x="3935201" y="2221738"/>
                  </a:cubicBezTo>
                  <a:cubicBezTo>
                    <a:pt x="4007337" y="2271078"/>
                    <a:pt x="4079155" y="2321370"/>
                    <a:pt x="4156371" y="2362645"/>
                  </a:cubicBezTo>
                  <a:cubicBezTo>
                    <a:pt x="4182469" y="2376043"/>
                    <a:pt x="4207869" y="2392744"/>
                    <a:pt x="4237651" y="2396554"/>
                  </a:cubicBezTo>
                  <a:cubicBezTo>
                    <a:pt x="4306739" y="2462530"/>
                    <a:pt x="4371763" y="2533015"/>
                    <a:pt x="4444661" y="2594991"/>
                  </a:cubicBezTo>
                  <a:cubicBezTo>
                    <a:pt x="4456980" y="2604326"/>
                    <a:pt x="4465108" y="2617470"/>
                    <a:pt x="4471839" y="2631186"/>
                  </a:cubicBezTo>
                  <a:cubicBezTo>
                    <a:pt x="4504795" y="2695575"/>
                    <a:pt x="4552802" y="2750503"/>
                    <a:pt x="4587980" y="2813558"/>
                  </a:cubicBezTo>
                  <a:cubicBezTo>
                    <a:pt x="4611476" y="2855532"/>
                    <a:pt x="4631541" y="2901379"/>
                    <a:pt x="4633510" y="2950210"/>
                  </a:cubicBezTo>
                  <a:cubicBezTo>
                    <a:pt x="4634526" y="3033776"/>
                    <a:pt x="4631668" y="3119374"/>
                    <a:pt x="4602458" y="3198749"/>
                  </a:cubicBezTo>
                  <a:cubicBezTo>
                    <a:pt x="4586711" y="3239643"/>
                    <a:pt x="4572867" y="3282696"/>
                    <a:pt x="4543912" y="3316605"/>
                  </a:cubicBezTo>
                  <a:cubicBezTo>
                    <a:pt x="4505685" y="3362452"/>
                    <a:pt x="4455392" y="3396679"/>
                    <a:pt x="4402751" y="3423984"/>
                  </a:cubicBezTo>
                  <a:cubicBezTo>
                    <a:pt x="4389670" y="3430397"/>
                    <a:pt x="4376653" y="3437890"/>
                    <a:pt x="4362111" y="3440049"/>
                  </a:cubicBezTo>
                  <a:cubicBezTo>
                    <a:pt x="4242223" y="3446780"/>
                    <a:pt x="4119985" y="3424365"/>
                    <a:pt x="4012226" y="3370707"/>
                  </a:cubicBezTo>
                  <a:cubicBezTo>
                    <a:pt x="3888718" y="3310763"/>
                    <a:pt x="3786039" y="3217355"/>
                    <a:pt x="3688185" y="3122803"/>
                  </a:cubicBezTo>
                  <a:cubicBezTo>
                    <a:pt x="3532610" y="2973515"/>
                    <a:pt x="3383131" y="2812606"/>
                    <a:pt x="3194663" y="2703830"/>
                  </a:cubicBezTo>
                  <a:cubicBezTo>
                    <a:pt x="3181519" y="2726246"/>
                    <a:pt x="3168184" y="2748534"/>
                    <a:pt x="3156373" y="2771712"/>
                  </a:cubicBezTo>
                  <a:cubicBezTo>
                    <a:pt x="3269466" y="2836418"/>
                    <a:pt x="3367701" y="2923286"/>
                    <a:pt x="3462126" y="3012250"/>
                  </a:cubicBezTo>
                  <a:cubicBezTo>
                    <a:pt x="3551153" y="3096768"/>
                    <a:pt x="3637004" y="3184652"/>
                    <a:pt x="3728317" y="3266758"/>
                  </a:cubicBezTo>
                  <a:cubicBezTo>
                    <a:pt x="3816328" y="3345625"/>
                    <a:pt x="3913801" y="3416745"/>
                    <a:pt x="4024164" y="3460750"/>
                  </a:cubicBezTo>
                  <a:cubicBezTo>
                    <a:pt x="4027783" y="3490976"/>
                    <a:pt x="4033562" y="3523044"/>
                    <a:pt x="4026387" y="3552952"/>
                  </a:cubicBezTo>
                  <a:cubicBezTo>
                    <a:pt x="4004924" y="3589719"/>
                    <a:pt x="3997494" y="3631883"/>
                    <a:pt x="3984477" y="3671887"/>
                  </a:cubicBezTo>
                  <a:cubicBezTo>
                    <a:pt x="3972348" y="3703511"/>
                    <a:pt x="3946059" y="3726307"/>
                    <a:pt x="3923580" y="3750500"/>
                  </a:cubicBezTo>
                  <a:cubicBezTo>
                    <a:pt x="3904975" y="3770884"/>
                    <a:pt x="3877289" y="3778313"/>
                    <a:pt x="3852142" y="3787013"/>
                  </a:cubicBezTo>
                  <a:cubicBezTo>
                    <a:pt x="3792770" y="3804158"/>
                    <a:pt x="3732445" y="3830066"/>
                    <a:pt x="3669326" y="3820223"/>
                  </a:cubicBezTo>
                  <a:cubicBezTo>
                    <a:pt x="3634210" y="3813873"/>
                    <a:pt x="3599095" y="3807206"/>
                    <a:pt x="3564488" y="3798634"/>
                  </a:cubicBezTo>
                  <a:cubicBezTo>
                    <a:pt x="3494955" y="3773361"/>
                    <a:pt x="3429169" y="3738817"/>
                    <a:pt x="3360081" y="3712464"/>
                  </a:cubicBezTo>
                  <a:cubicBezTo>
                    <a:pt x="3330363" y="3702304"/>
                    <a:pt x="3307185" y="3680461"/>
                    <a:pt x="3282357" y="3662299"/>
                  </a:cubicBezTo>
                  <a:cubicBezTo>
                    <a:pt x="3181265" y="3583813"/>
                    <a:pt x="3088618" y="3495104"/>
                    <a:pt x="2985875" y="3418777"/>
                  </a:cubicBezTo>
                  <a:cubicBezTo>
                    <a:pt x="2929043" y="3376105"/>
                    <a:pt x="2872401" y="3333052"/>
                    <a:pt x="2814679" y="3291586"/>
                  </a:cubicBezTo>
                  <a:cubicBezTo>
                    <a:pt x="2742988" y="3249867"/>
                    <a:pt x="2656755" y="3250946"/>
                    <a:pt x="2576872" y="3239072"/>
                  </a:cubicBezTo>
                  <a:cubicBezTo>
                    <a:pt x="2572554" y="3264599"/>
                    <a:pt x="2567093" y="3289999"/>
                    <a:pt x="2565378" y="3315907"/>
                  </a:cubicBezTo>
                  <a:cubicBezTo>
                    <a:pt x="2633704" y="3326638"/>
                    <a:pt x="2706285" y="3325051"/>
                    <a:pt x="2769849" y="3355277"/>
                  </a:cubicBezTo>
                  <a:cubicBezTo>
                    <a:pt x="2863447" y="3424301"/>
                    <a:pt x="2958062" y="3492310"/>
                    <a:pt x="3047089" y="3567240"/>
                  </a:cubicBezTo>
                  <a:cubicBezTo>
                    <a:pt x="3120559" y="3629850"/>
                    <a:pt x="3192822" y="3694049"/>
                    <a:pt x="3270800" y="3751136"/>
                  </a:cubicBezTo>
                  <a:cubicBezTo>
                    <a:pt x="3272324" y="3808412"/>
                    <a:pt x="3252702" y="3864229"/>
                    <a:pt x="3231875" y="3916807"/>
                  </a:cubicBezTo>
                  <a:cubicBezTo>
                    <a:pt x="3207300" y="3934270"/>
                    <a:pt x="3176820" y="3941636"/>
                    <a:pt x="3150150" y="3955542"/>
                  </a:cubicBezTo>
                  <a:cubicBezTo>
                    <a:pt x="3085443" y="3989578"/>
                    <a:pt x="3009053" y="3997199"/>
                    <a:pt x="2937425" y="3986974"/>
                  </a:cubicBezTo>
                  <a:cubicBezTo>
                    <a:pt x="2890625" y="3981450"/>
                    <a:pt x="2856018" y="3947223"/>
                    <a:pt x="2817410" y="3923919"/>
                  </a:cubicBezTo>
                  <a:cubicBezTo>
                    <a:pt x="2766864" y="3892106"/>
                    <a:pt x="2719683" y="3854641"/>
                    <a:pt x="2666725" y="3826955"/>
                  </a:cubicBezTo>
                  <a:cubicBezTo>
                    <a:pt x="2633069" y="3809302"/>
                    <a:pt x="2595287" y="3822446"/>
                    <a:pt x="2565315" y="3840924"/>
                  </a:cubicBezTo>
                  <a:cubicBezTo>
                    <a:pt x="2437108" y="3724656"/>
                    <a:pt x="2353162" y="3570415"/>
                    <a:pt x="2239115" y="3441764"/>
                  </a:cubicBezTo>
                  <a:cubicBezTo>
                    <a:pt x="2224320" y="3427095"/>
                    <a:pt x="2228066" y="3401187"/>
                    <a:pt x="2207048" y="3391408"/>
                  </a:cubicBezTo>
                  <a:cubicBezTo>
                    <a:pt x="2160439" y="3384804"/>
                    <a:pt x="2112877" y="3380931"/>
                    <a:pt x="2066014" y="3386074"/>
                  </a:cubicBezTo>
                  <a:cubicBezTo>
                    <a:pt x="2050266" y="3389948"/>
                    <a:pt x="2034645" y="3384995"/>
                    <a:pt x="2019215" y="3382645"/>
                  </a:cubicBezTo>
                  <a:cubicBezTo>
                    <a:pt x="1991529" y="3377819"/>
                    <a:pt x="1963398" y="3376549"/>
                    <a:pt x="1935458" y="3374263"/>
                  </a:cubicBezTo>
                  <a:cubicBezTo>
                    <a:pt x="1955143" y="3336925"/>
                    <a:pt x="1973685" y="3298127"/>
                    <a:pt x="1979337" y="3255899"/>
                  </a:cubicBezTo>
                  <a:cubicBezTo>
                    <a:pt x="1988544" y="3187764"/>
                    <a:pt x="1985433" y="3116580"/>
                    <a:pt x="1961493" y="3051620"/>
                  </a:cubicBezTo>
                  <a:cubicBezTo>
                    <a:pt x="1951270" y="3023235"/>
                    <a:pt x="1937490" y="2996375"/>
                    <a:pt x="1923203" y="2969895"/>
                  </a:cubicBezTo>
                  <a:cubicBezTo>
                    <a:pt x="1902502" y="2932621"/>
                    <a:pt x="1884531" y="2892298"/>
                    <a:pt x="1851003" y="2864422"/>
                  </a:cubicBezTo>
                  <a:cubicBezTo>
                    <a:pt x="1796838" y="2817749"/>
                    <a:pt x="1730925" y="2777490"/>
                    <a:pt x="1657455" y="2775522"/>
                  </a:cubicBezTo>
                  <a:cubicBezTo>
                    <a:pt x="1610084" y="2773045"/>
                    <a:pt x="1561380" y="2770442"/>
                    <a:pt x="1515215" y="2783713"/>
                  </a:cubicBezTo>
                  <a:cubicBezTo>
                    <a:pt x="1489244" y="2790571"/>
                    <a:pt x="1464669" y="2801430"/>
                    <a:pt x="1439968" y="2811717"/>
                  </a:cubicBezTo>
                  <a:cubicBezTo>
                    <a:pt x="1413806" y="2739263"/>
                    <a:pt x="1381992" y="2667762"/>
                    <a:pt x="1334494" y="2606485"/>
                  </a:cubicBezTo>
                  <a:cubicBezTo>
                    <a:pt x="1284647" y="2541651"/>
                    <a:pt x="1214924" y="2488756"/>
                    <a:pt x="1133580" y="2472246"/>
                  </a:cubicBezTo>
                  <a:cubicBezTo>
                    <a:pt x="1060746" y="2458593"/>
                    <a:pt x="985943" y="2474341"/>
                    <a:pt x="916537" y="2497074"/>
                  </a:cubicBezTo>
                  <a:cubicBezTo>
                    <a:pt x="872341" y="2513457"/>
                    <a:pt x="825986" y="2528507"/>
                    <a:pt x="789220" y="2559177"/>
                  </a:cubicBezTo>
                  <a:cubicBezTo>
                    <a:pt x="765280" y="2578799"/>
                    <a:pt x="748707" y="2605342"/>
                    <a:pt x="730927" y="2630234"/>
                  </a:cubicBezTo>
                  <a:cubicBezTo>
                    <a:pt x="597640" y="2515870"/>
                    <a:pt x="457432" y="2402713"/>
                    <a:pt x="290300" y="2342261"/>
                  </a:cubicBezTo>
                  <a:cubicBezTo>
                    <a:pt x="263757" y="2330895"/>
                    <a:pt x="231245" y="2329879"/>
                    <a:pt x="212068" y="2305812"/>
                  </a:cubicBezTo>
                  <a:cubicBezTo>
                    <a:pt x="195177" y="2303336"/>
                    <a:pt x="182541" y="2318512"/>
                    <a:pt x="170603" y="2328164"/>
                  </a:cubicBezTo>
                  <a:cubicBezTo>
                    <a:pt x="149584" y="2347214"/>
                    <a:pt x="136757" y="2373186"/>
                    <a:pt x="127486" y="2399665"/>
                  </a:cubicBezTo>
                  <a:cubicBezTo>
                    <a:pt x="86656" y="2413953"/>
                    <a:pt x="46143" y="2429256"/>
                    <a:pt x="5185" y="2443036"/>
                  </a:cubicBezTo>
                  <a:cubicBezTo>
                    <a:pt x="931" y="2428621"/>
                    <a:pt x="-974" y="2413699"/>
                    <a:pt x="486" y="2398840"/>
                  </a:cubicBezTo>
                  <a:cubicBezTo>
                    <a:pt x="5566" y="2301050"/>
                    <a:pt x="9567" y="2203260"/>
                    <a:pt x="14456" y="2105470"/>
                  </a:cubicBezTo>
                  <a:cubicBezTo>
                    <a:pt x="15345" y="2082737"/>
                    <a:pt x="22267" y="2060893"/>
                    <a:pt x="26966" y="2038795"/>
                  </a:cubicBezTo>
                  <a:cubicBezTo>
                    <a:pt x="93006" y="1746758"/>
                    <a:pt x="158982" y="1454658"/>
                    <a:pt x="224959" y="1162622"/>
                  </a:cubicBezTo>
                  <a:cubicBezTo>
                    <a:pt x="241850" y="1078675"/>
                    <a:pt x="272330" y="998474"/>
                    <a:pt x="296460" y="916559"/>
                  </a:cubicBezTo>
                  <a:cubicBezTo>
                    <a:pt x="321669" y="842899"/>
                    <a:pt x="337925" y="766763"/>
                    <a:pt x="357293" y="691515"/>
                  </a:cubicBezTo>
                  <a:cubicBezTo>
                    <a:pt x="369675" y="637350"/>
                    <a:pt x="389995" y="585533"/>
                    <a:pt x="406950" y="532701"/>
                  </a:cubicBezTo>
                  <a:cubicBezTo>
                    <a:pt x="432350" y="458851"/>
                    <a:pt x="454511" y="383858"/>
                    <a:pt x="483531" y="311341"/>
                  </a:cubicBezTo>
                  <a:cubicBezTo>
                    <a:pt x="502200" y="262382"/>
                    <a:pt x="521250" y="213551"/>
                    <a:pt x="539982" y="164592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26DB2827-E322-18E2-8DDA-21AE7C9FDAC3}"/>
                </a:ext>
              </a:extLst>
            </p:cNvPr>
            <p:cNvSpPr/>
            <p:nvPr/>
          </p:nvSpPr>
          <p:spPr>
            <a:xfrm>
              <a:off x="4663250" y="4118812"/>
              <a:ext cx="1189237" cy="819933"/>
            </a:xfrm>
            <a:custGeom>
              <a:avLst/>
              <a:gdLst>
                <a:gd name="connsiteX0" fmla="*/ 10518 w 2277023"/>
                <a:gd name="connsiteY0" fmla="*/ 296164 h 1569918"/>
                <a:gd name="connsiteX1" fmla="*/ 5311 w 2277023"/>
                <a:gd name="connsiteY1" fmla="*/ 0 h 1569918"/>
                <a:gd name="connsiteX2" fmla="*/ 461177 w 2277023"/>
                <a:gd name="connsiteY2" fmla="*/ 285115 h 1569918"/>
                <a:gd name="connsiteX3" fmla="*/ 538520 w 2277023"/>
                <a:gd name="connsiteY3" fmla="*/ 348107 h 1569918"/>
                <a:gd name="connsiteX4" fmla="*/ 606846 w 2277023"/>
                <a:gd name="connsiteY4" fmla="*/ 235458 h 1569918"/>
                <a:gd name="connsiteX5" fmla="*/ 692635 w 2277023"/>
                <a:gd name="connsiteY5" fmla="*/ 182054 h 1569918"/>
                <a:gd name="connsiteX6" fmla="*/ 900597 w 2277023"/>
                <a:gd name="connsiteY6" fmla="*/ 146939 h 1569918"/>
                <a:gd name="connsiteX7" fmla="*/ 1066206 w 2277023"/>
                <a:gd name="connsiteY7" fmla="*/ 264732 h 1569918"/>
                <a:gd name="connsiteX8" fmla="*/ 1175489 w 2277023"/>
                <a:gd name="connsiteY8" fmla="*/ 521145 h 1569918"/>
                <a:gd name="connsiteX9" fmla="*/ 1364782 w 2277023"/>
                <a:gd name="connsiteY9" fmla="*/ 450278 h 1569918"/>
                <a:gd name="connsiteX10" fmla="*/ 1476098 w 2277023"/>
                <a:gd name="connsiteY10" fmla="*/ 457645 h 1569918"/>
                <a:gd name="connsiteX11" fmla="*/ 1583984 w 2277023"/>
                <a:gd name="connsiteY11" fmla="*/ 521589 h 1569918"/>
                <a:gd name="connsiteX12" fmla="*/ 1637134 w 2277023"/>
                <a:gd name="connsiteY12" fmla="*/ 602044 h 1569918"/>
                <a:gd name="connsiteX13" fmla="*/ 1689458 w 2277023"/>
                <a:gd name="connsiteY13" fmla="*/ 752539 h 1569918"/>
                <a:gd name="connsiteX14" fmla="*/ 1661835 w 2277023"/>
                <a:gd name="connsiteY14" fmla="*/ 915797 h 1569918"/>
                <a:gd name="connsiteX15" fmla="*/ 1580365 w 2277023"/>
                <a:gd name="connsiteY15" fmla="*/ 1049909 h 1569918"/>
                <a:gd name="connsiteX16" fmla="*/ 1790487 w 2277023"/>
                <a:gd name="connsiteY16" fmla="*/ 1057910 h 1569918"/>
                <a:gd name="connsiteX17" fmla="*/ 1994576 w 2277023"/>
                <a:gd name="connsiteY17" fmla="*/ 1140397 h 1569918"/>
                <a:gd name="connsiteX18" fmla="*/ 2036676 w 2277023"/>
                <a:gd name="connsiteY18" fmla="*/ 1180084 h 1569918"/>
                <a:gd name="connsiteX19" fmla="*/ 2277024 w 2277023"/>
                <a:gd name="connsiteY19" fmla="*/ 1478471 h 1569918"/>
                <a:gd name="connsiteX20" fmla="*/ 1912407 w 2277023"/>
                <a:gd name="connsiteY20" fmla="*/ 1564894 h 1569918"/>
                <a:gd name="connsiteX21" fmla="*/ 1827951 w 2277023"/>
                <a:gd name="connsiteY21" fmla="*/ 1553147 h 1569918"/>
                <a:gd name="connsiteX22" fmla="*/ 1738670 w 2277023"/>
                <a:gd name="connsiteY22" fmla="*/ 1433512 h 1569918"/>
                <a:gd name="connsiteX23" fmla="*/ 1621831 w 2277023"/>
                <a:gd name="connsiteY23" fmla="*/ 1334707 h 1569918"/>
                <a:gd name="connsiteX24" fmla="*/ 1471907 w 2277023"/>
                <a:gd name="connsiteY24" fmla="*/ 1256856 h 1569918"/>
                <a:gd name="connsiteX25" fmla="*/ 1237401 w 2277023"/>
                <a:gd name="connsiteY25" fmla="*/ 1198562 h 1569918"/>
                <a:gd name="connsiteX26" fmla="*/ 1176060 w 2277023"/>
                <a:gd name="connsiteY26" fmla="*/ 1158113 h 1569918"/>
                <a:gd name="connsiteX27" fmla="*/ 1086145 w 2277023"/>
                <a:gd name="connsiteY27" fmla="*/ 1038352 h 1569918"/>
                <a:gd name="connsiteX28" fmla="*/ 1064808 w 2277023"/>
                <a:gd name="connsiteY28" fmla="*/ 905129 h 1569918"/>
                <a:gd name="connsiteX29" fmla="*/ 1057570 w 2277023"/>
                <a:gd name="connsiteY29" fmla="*/ 790003 h 1569918"/>
                <a:gd name="connsiteX30" fmla="*/ 904281 w 2277023"/>
                <a:gd name="connsiteY30" fmla="*/ 895223 h 1569918"/>
                <a:gd name="connsiteX31" fmla="*/ 857481 w 2277023"/>
                <a:gd name="connsiteY31" fmla="*/ 907669 h 1569918"/>
                <a:gd name="connsiteX32" fmla="*/ 732386 w 2277023"/>
                <a:gd name="connsiteY32" fmla="*/ 878967 h 1569918"/>
                <a:gd name="connsiteX33" fmla="*/ 573826 w 2277023"/>
                <a:gd name="connsiteY33" fmla="*/ 795147 h 1569918"/>
                <a:gd name="connsiteX34" fmla="*/ 526582 w 2277023"/>
                <a:gd name="connsiteY34" fmla="*/ 728535 h 1569918"/>
                <a:gd name="connsiteX35" fmla="*/ 500357 w 2277023"/>
                <a:gd name="connsiteY35" fmla="*/ 398018 h 1569918"/>
                <a:gd name="connsiteX36" fmla="*/ 291569 w 2277023"/>
                <a:gd name="connsiteY36" fmla="*/ 452628 h 1569918"/>
                <a:gd name="connsiteX37" fmla="*/ 55349 w 2277023"/>
                <a:gd name="connsiteY37" fmla="*/ 373571 h 1569918"/>
                <a:gd name="connsiteX38" fmla="*/ 10518 w 2277023"/>
                <a:gd name="connsiteY38" fmla="*/ 296164 h 156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77023" h="1569918">
                  <a:moveTo>
                    <a:pt x="10518" y="296164"/>
                  </a:moveTo>
                  <a:cubicBezTo>
                    <a:pt x="-7580" y="198438"/>
                    <a:pt x="2580" y="98552"/>
                    <a:pt x="5311" y="0"/>
                  </a:cubicBezTo>
                  <a:cubicBezTo>
                    <a:pt x="180317" y="51626"/>
                    <a:pt x="324907" y="168465"/>
                    <a:pt x="461177" y="285115"/>
                  </a:cubicBezTo>
                  <a:cubicBezTo>
                    <a:pt x="487466" y="305435"/>
                    <a:pt x="509945" y="330835"/>
                    <a:pt x="538520" y="348107"/>
                  </a:cubicBezTo>
                  <a:cubicBezTo>
                    <a:pt x="560238" y="310007"/>
                    <a:pt x="580176" y="270510"/>
                    <a:pt x="606846" y="235458"/>
                  </a:cubicBezTo>
                  <a:cubicBezTo>
                    <a:pt x="627865" y="207708"/>
                    <a:pt x="661329" y="194501"/>
                    <a:pt x="692635" y="182054"/>
                  </a:cubicBezTo>
                  <a:cubicBezTo>
                    <a:pt x="758421" y="156782"/>
                    <a:pt x="829541" y="136652"/>
                    <a:pt x="900597" y="146939"/>
                  </a:cubicBezTo>
                  <a:cubicBezTo>
                    <a:pt x="969495" y="160464"/>
                    <a:pt x="1026327" y="208788"/>
                    <a:pt x="1066206" y="264732"/>
                  </a:cubicBezTo>
                  <a:cubicBezTo>
                    <a:pt x="1121070" y="340995"/>
                    <a:pt x="1151422" y="431228"/>
                    <a:pt x="1175489" y="521145"/>
                  </a:cubicBezTo>
                  <a:cubicBezTo>
                    <a:pt x="1237020" y="494157"/>
                    <a:pt x="1295885" y="454406"/>
                    <a:pt x="1364782" y="450278"/>
                  </a:cubicBezTo>
                  <a:cubicBezTo>
                    <a:pt x="1401930" y="449263"/>
                    <a:pt x="1439649" y="449771"/>
                    <a:pt x="1476098" y="457645"/>
                  </a:cubicBezTo>
                  <a:cubicBezTo>
                    <a:pt x="1516103" y="470726"/>
                    <a:pt x="1552615" y="493649"/>
                    <a:pt x="1583984" y="521589"/>
                  </a:cubicBezTo>
                  <a:cubicBezTo>
                    <a:pt x="1609257" y="542671"/>
                    <a:pt x="1621005" y="574294"/>
                    <a:pt x="1637134" y="602044"/>
                  </a:cubicBezTo>
                  <a:cubicBezTo>
                    <a:pt x="1663169" y="648526"/>
                    <a:pt x="1686156" y="698500"/>
                    <a:pt x="1689458" y="752539"/>
                  </a:cubicBezTo>
                  <a:cubicBezTo>
                    <a:pt x="1693839" y="807910"/>
                    <a:pt x="1690410" y="866648"/>
                    <a:pt x="1661835" y="915797"/>
                  </a:cubicBezTo>
                  <a:cubicBezTo>
                    <a:pt x="1636689" y="961708"/>
                    <a:pt x="1606273" y="1004443"/>
                    <a:pt x="1580365" y="1049909"/>
                  </a:cubicBezTo>
                  <a:cubicBezTo>
                    <a:pt x="1650406" y="1050481"/>
                    <a:pt x="1720954" y="1047814"/>
                    <a:pt x="1790487" y="1057910"/>
                  </a:cubicBezTo>
                  <a:cubicBezTo>
                    <a:pt x="1864020" y="1069150"/>
                    <a:pt x="1930695" y="1104138"/>
                    <a:pt x="1994576" y="1140397"/>
                  </a:cubicBezTo>
                  <a:cubicBezTo>
                    <a:pt x="2014641" y="1145858"/>
                    <a:pt x="2024547" y="1164908"/>
                    <a:pt x="2036676" y="1180084"/>
                  </a:cubicBezTo>
                  <a:cubicBezTo>
                    <a:pt x="2113828" y="1281748"/>
                    <a:pt x="2184695" y="1389444"/>
                    <a:pt x="2277024" y="1478471"/>
                  </a:cubicBezTo>
                  <a:cubicBezTo>
                    <a:pt x="2166978" y="1538859"/>
                    <a:pt x="2039724" y="1585722"/>
                    <a:pt x="1912407" y="1564894"/>
                  </a:cubicBezTo>
                  <a:cubicBezTo>
                    <a:pt x="1884339" y="1560386"/>
                    <a:pt x="1855574" y="1559497"/>
                    <a:pt x="1827951" y="1553147"/>
                  </a:cubicBezTo>
                  <a:cubicBezTo>
                    <a:pt x="1788010" y="1521904"/>
                    <a:pt x="1771945" y="1470724"/>
                    <a:pt x="1738670" y="1433512"/>
                  </a:cubicBezTo>
                  <a:cubicBezTo>
                    <a:pt x="1704634" y="1395286"/>
                    <a:pt x="1663423" y="1364234"/>
                    <a:pt x="1621831" y="1334707"/>
                  </a:cubicBezTo>
                  <a:cubicBezTo>
                    <a:pt x="1574968" y="1303591"/>
                    <a:pt x="1526771" y="1271778"/>
                    <a:pt x="1471907" y="1256856"/>
                  </a:cubicBezTo>
                  <a:cubicBezTo>
                    <a:pt x="1393357" y="1239202"/>
                    <a:pt x="1312903" y="1227646"/>
                    <a:pt x="1237401" y="1198562"/>
                  </a:cubicBezTo>
                  <a:cubicBezTo>
                    <a:pt x="1214732" y="1189228"/>
                    <a:pt x="1190348" y="1179132"/>
                    <a:pt x="1176060" y="1158113"/>
                  </a:cubicBezTo>
                  <a:cubicBezTo>
                    <a:pt x="1146914" y="1117600"/>
                    <a:pt x="1111227" y="1081786"/>
                    <a:pt x="1086145" y="1038352"/>
                  </a:cubicBezTo>
                  <a:cubicBezTo>
                    <a:pt x="1062776" y="998157"/>
                    <a:pt x="1066206" y="949833"/>
                    <a:pt x="1064808" y="905129"/>
                  </a:cubicBezTo>
                  <a:cubicBezTo>
                    <a:pt x="1065126" y="866584"/>
                    <a:pt x="1059982" y="828358"/>
                    <a:pt x="1057570" y="790003"/>
                  </a:cubicBezTo>
                  <a:cubicBezTo>
                    <a:pt x="1000038" y="814070"/>
                    <a:pt x="957113" y="862902"/>
                    <a:pt x="904281" y="895223"/>
                  </a:cubicBezTo>
                  <a:cubicBezTo>
                    <a:pt x="890120" y="903033"/>
                    <a:pt x="874245" y="912177"/>
                    <a:pt x="857481" y="907669"/>
                  </a:cubicBezTo>
                  <a:cubicBezTo>
                    <a:pt x="815381" y="899858"/>
                    <a:pt x="773026" y="892429"/>
                    <a:pt x="732386" y="878967"/>
                  </a:cubicBezTo>
                  <a:cubicBezTo>
                    <a:pt x="674855" y="860806"/>
                    <a:pt x="625706" y="824675"/>
                    <a:pt x="573826" y="795147"/>
                  </a:cubicBezTo>
                  <a:cubicBezTo>
                    <a:pt x="548553" y="781621"/>
                    <a:pt x="530837" y="756920"/>
                    <a:pt x="526582" y="728535"/>
                  </a:cubicBezTo>
                  <a:cubicBezTo>
                    <a:pt x="507913" y="619506"/>
                    <a:pt x="499341" y="508698"/>
                    <a:pt x="500357" y="398018"/>
                  </a:cubicBezTo>
                  <a:cubicBezTo>
                    <a:pt x="432158" y="420243"/>
                    <a:pt x="365801" y="461201"/>
                    <a:pt x="291569" y="452628"/>
                  </a:cubicBezTo>
                  <a:cubicBezTo>
                    <a:pt x="208384" y="442532"/>
                    <a:pt x="130851" y="408114"/>
                    <a:pt x="55349" y="373571"/>
                  </a:cubicBezTo>
                  <a:cubicBezTo>
                    <a:pt x="25631" y="360172"/>
                    <a:pt x="17503" y="324866"/>
                    <a:pt x="10518" y="296164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1" name="图形 74">
              <a:extLst>
                <a:ext uri="{FF2B5EF4-FFF2-40B4-BE49-F238E27FC236}">
                  <a16:creationId xmlns:a16="http://schemas.microsoft.com/office/drawing/2014/main" id="{97F2307D-AC59-2D4D-CFF7-6504A4D99D1C}"/>
                </a:ext>
              </a:extLst>
            </p:cNvPr>
            <p:cNvGrpSpPr/>
            <p:nvPr/>
          </p:nvGrpSpPr>
          <p:grpSpPr>
            <a:xfrm>
              <a:off x="3513476" y="3938297"/>
              <a:ext cx="5220560" cy="445597"/>
              <a:chOff x="1151234" y="5359527"/>
              <a:chExt cx="9995762" cy="853180"/>
            </a:xfrm>
            <a:solidFill>
              <a:srgbClr val="666666"/>
            </a:solidFill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EEF6E907-337A-A66A-1704-2D5434CFFBA3}"/>
                  </a:ext>
                </a:extLst>
              </p:cNvPr>
              <p:cNvSpPr/>
              <p:nvPr/>
            </p:nvSpPr>
            <p:spPr>
              <a:xfrm>
                <a:off x="9928753" y="5359527"/>
                <a:ext cx="714510" cy="853180"/>
              </a:xfrm>
              <a:custGeom>
                <a:avLst/>
                <a:gdLst>
                  <a:gd name="connsiteX0" fmla="*/ 282047 w 714510"/>
                  <a:gd name="connsiteY0" fmla="*/ 38481 h 853180"/>
                  <a:gd name="connsiteX1" fmla="*/ 504106 w 714510"/>
                  <a:gd name="connsiteY1" fmla="*/ 0 h 853180"/>
                  <a:gd name="connsiteX2" fmla="*/ 572941 w 714510"/>
                  <a:gd name="connsiteY2" fmla="*/ 203898 h 853180"/>
                  <a:gd name="connsiteX3" fmla="*/ 635615 w 714510"/>
                  <a:gd name="connsiteY3" fmla="*/ 421132 h 853180"/>
                  <a:gd name="connsiteX4" fmla="*/ 675556 w 714510"/>
                  <a:gd name="connsiteY4" fmla="*/ 577786 h 853180"/>
                  <a:gd name="connsiteX5" fmla="*/ 714101 w 714510"/>
                  <a:gd name="connsiteY5" fmla="*/ 825055 h 853180"/>
                  <a:gd name="connsiteX6" fmla="*/ 696194 w 714510"/>
                  <a:gd name="connsiteY6" fmla="*/ 840486 h 853180"/>
                  <a:gd name="connsiteX7" fmla="*/ 548365 w 714510"/>
                  <a:gd name="connsiteY7" fmla="*/ 845185 h 853180"/>
                  <a:gd name="connsiteX8" fmla="*/ 336974 w 714510"/>
                  <a:gd name="connsiteY8" fmla="*/ 725805 h 853180"/>
                  <a:gd name="connsiteX9" fmla="*/ 140505 w 714510"/>
                  <a:gd name="connsiteY9" fmla="*/ 421005 h 853180"/>
                  <a:gd name="connsiteX10" fmla="*/ 57066 w 714510"/>
                  <a:gd name="connsiteY10" fmla="*/ 249745 h 853180"/>
                  <a:gd name="connsiteX11" fmla="*/ 1885 w 714510"/>
                  <a:gd name="connsiteY11" fmla="*/ 138747 h 853180"/>
                  <a:gd name="connsiteX12" fmla="*/ 13378 w 714510"/>
                  <a:gd name="connsiteY12" fmla="*/ 100076 h 853180"/>
                  <a:gd name="connsiteX13" fmla="*/ 282047 w 714510"/>
                  <a:gd name="connsiteY13" fmla="*/ 38481 h 853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4510" h="853180">
                    <a:moveTo>
                      <a:pt x="282047" y="38481"/>
                    </a:moveTo>
                    <a:cubicBezTo>
                      <a:pt x="356024" y="25527"/>
                      <a:pt x="429939" y="12001"/>
                      <a:pt x="504106" y="0"/>
                    </a:cubicBezTo>
                    <a:cubicBezTo>
                      <a:pt x="527220" y="67882"/>
                      <a:pt x="550716" y="135699"/>
                      <a:pt x="572941" y="203898"/>
                    </a:cubicBezTo>
                    <a:cubicBezTo>
                      <a:pt x="594086" y="276225"/>
                      <a:pt x="614660" y="348742"/>
                      <a:pt x="635615" y="421132"/>
                    </a:cubicBezTo>
                    <a:cubicBezTo>
                      <a:pt x="650283" y="472948"/>
                      <a:pt x="668762" y="524002"/>
                      <a:pt x="675556" y="577786"/>
                    </a:cubicBezTo>
                    <a:cubicBezTo>
                      <a:pt x="687494" y="660336"/>
                      <a:pt x="702989" y="742442"/>
                      <a:pt x="714101" y="825055"/>
                    </a:cubicBezTo>
                    <a:cubicBezTo>
                      <a:pt x="717085" y="835914"/>
                      <a:pt x="702989" y="837565"/>
                      <a:pt x="696194" y="840486"/>
                    </a:cubicBezTo>
                    <a:cubicBezTo>
                      <a:pt x="648378" y="854392"/>
                      <a:pt x="596816" y="858202"/>
                      <a:pt x="548365" y="845185"/>
                    </a:cubicBezTo>
                    <a:cubicBezTo>
                      <a:pt x="469435" y="824039"/>
                      <a:pt x="393870" y="785304"/>
                      <a:pt x="336974" y="725805"/>
                    </a:cubicBezTo>
                    <a:cubicBezTo>
                      <a:pt x="252266" y="638111"/>
                      <a:pt x="194480" y="529209"/>
                      <a:pt x="140505" y="421005"/>
                    </a:cubicBezTo>
                    <a:cubicBezTo>
                      <a:pt x="112311" y="364109"/>
                      <a:pt x="90214" y="304101"/>
                      <a:pt x="57066" y="249745"/>
                    </a:cubicBezTo>
                    <a:cubicBezTo>
                      <a:pt x="37064" y="213677"/>
                      <a:pt x="13696" y="178626"/>
                      <a:pt x="1885" y="138747"/>
                    </a:cubicBezTo>
                    <a:cubicBezTo>
                      <a:pt x="-4529" y="124396"/>
                      <a:pt x="6965" y="111887"/>
                      <a:pt x="13378" y="100076"/>
                    </a:cubicBezTo>
                    <a:cubicBezTo>
                      <a:pt x="103167" y="80708"/>
                      <a:pt x="192131" y="57404"/>
                      <a:pt x="282047" y="38481"/>
                    </a:cubicBezTo>
                    <a:close/>
                  </a:path>
                </a:pathLst>
              </a:custGeom>
              <a:solidFill>
                <a:srgbClr val="666666"/>
              </a:solidFill>
              <a:ln w="596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79B0311-0902-A658-7286-D1F99D89E335}"/>
                  </a:ext>
                </a:extLst>
              </p:cNvPr>
              <p:cNvSpPr/>
              <p:nvPr/>
            </p:nvSpPr>
            <p:spPr>
              <a:xfrm>
                <a:off x="10884939" y="5487584"/>
                <a:ext cx="262057" cy="262241"/>
              </a:xfrm>
              <a:custGeom>
                <a:avLst/>
                <a:gdLst>
                  <a:gd name="connsiteX0" fmla="*/ 109451 w 262057"/>
                  <a:gd name="connsiteY0" fmla="*/ 2435 h 262241"/>
                  <a:gd name="connsiteX1" fmla="*/ 260009 w 262057"/>
                  <a:gd name="connsiteY1" fmla="*/ 151279 h 262241"/>
                  <a:gd name="connsiteX2" fmla="*/ 101641 w 262057"/>
                  <a:gd name="connsiteY2" fmla="*/ 258531 h 262241"/>
                  <a:gd name="connsiteX3" fmla="*/ 1818 w 262057"/>
                  <a:gd name="connsiteY3" fmla="*/ 149882 h 262241"/>
                  <a:gd name="connsiteX4" fmla="*/ 109451 w 262057"/>
                  <a:gd name="connsiteY4" fmla="*/ 2435 h 26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057" h="262241">
                    <a:moveTo>
                      <a:pt x="109451" y="2435"/>
                    </a:moveTo>
                    <a:cubicBezTo>
                      <a:pt x="192954" y="-15408"/>
                      <a:pt x="276266" y="67904"/>
                      <a:pt x="260009" y="151279"/>
                    </a:cubicBezTo>
                    <a:cubicBezTo>
                      <a:pt x="251817" y="224177"/>
                      <a:pt x="171998" y="277009"/>
                      <a:pt x="101641" y="258531"/>
                    </a:cubicBezTo>
                    <a:cubicBezTo>
                      <a:pt x="51730" y="245005"/>
                      <a:pt x="7597" y="202650"/>
                      <a:pt x="1818" y="149882"/>
                    </a:cubicBezTo>
                    <a:cubicBezTo>
                      <a:pt x="-10628" y="82636"/>
                      <a:pt x="42522" y="12405"/>
                      <a:pt x="109451" y="2435"/>
                    </a:cubicBezTo>
                    <a:close/>
                  </a:path>
                </a:pathLst>
              </a:custGeom>
              <a:solidFill>
                <a:srgbClr val="666666"/>
              </a:solidFill>
              <a:ln w="596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7F64F02F-9DF9-3BA5-3ACC-354DE1E50343}"/>
                  </a:ext>
                </a:extLst>
              </p:cNvPr>
              <p:cNvSpPr/>
              <p:nvPr/>
            </p:nvSpPr>
            <p:spPr>
              <a:xfrm>
                <a:off x="1151234" y="5943374"/>
                <a:ext cx="258820" cy="259817"/>
              </a:xfrm>
              <a:custGeom>
                <a:avLst/>
                <a:gdLst>
                  <a:gd name="connsiteX0" fmla="*/ 89873 w 258820"/>
                  <a:gd name="connsiteY0" fmla="*/ 4290 h 259817"/>
                  <a:gd name="connsiteX1" fmla="*/ 206459 w 258820"/>
                  <a:gd name="connsiteY1" fmla="*/ 26769 h 259817"/>
                  <a:gd name="connsiteX2" fmla="*/ 240749 w 258820"/>
                  <a:gd name="connsiteY2" fmla="*/ 198791 h 259817"/>
                  <a:gd name="connsiteX3" fmla="*/ 83079 w 258820"/>
                  <a:gd name="connsiteY3" fmla="*/ 251749 h 259817"/>
                  <a:gd name="connsiteX4" fmla="*/ 8593 w 258820"/>
                  <a:gd name="connsiteY4" fmla="*/ 180375 h 259817"/>
                  <a:gd name="connsiteX5" fmla="*/ 9927 w 258820"/>
                  <a:gd name="connsiteY5" fmla="*/ 74458 h 259817"/>
                  <a:gd name="connsiteX6" fmla="*/ 89873 w 258820"/>
                  <a:gd name="connsiteY6" fmla="*/ 4290 h 259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820" h="259817">
                    <a:moveTo>
                      <a:pt x="89873" y="4290"/>
                    </a:moveTo>
                    <a:cubicBezTo>
                      <a:pt x="129433" y="-3394"/>
                      <a:pt x="175725" y="-3394"/>
                      <a:pt x="206459" y="26769"/>
                    </a:cubicBezTo>
                    <a:cubicBezTo>
                      <a:pt x="262593" y="62266"/>
                      <a:pt x="272880" y="143927"/>
                      <a:pt x="240749" y="198791"/>
                    </a:cubicBezTo>
                    <a:cubicBezTo>
                      <a:pt x="209063" y="250225"/>
                      <a:pt x="139403" y="273340"/>
                      <a:pt x="83079" y="251749"/>
                    </a:cubicBezTo>
                    <a:cubicBezTo>
                      <a:pt x="49043" y="240764"/>
                      <a:pt x="22436" y="212760"/>
                      <a:pt x="8593" y="180375"/>
                    </a:cubicBezTo>
                    <a:cubicBezTo>
                      <a:pt x="-6393" y="146721"/>
                      <a:pt x="973" y="108557"/>
                      <a:pt x="9927" y="74458"/>
                    </a:cubicBezTo>
                    <a:cubicBezTo>
                      <a:pt x="26754" y="42898"/>
                      <a:pt x="55138" y="15022"/>
                      <a:pt x="89873" y="4290"/>
                    </a:cubicBezTo>
                    <a:close/>
                  </a:path>
                </a:pathLst>
              </a:custGeom>
              <a:solidFill>
                <a:srgbClr val="666666"/>
              </a:solidFill>
              <a:ln w="596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15" name="图形 74">
              <a:extLst>
                <a:ext uri="{FF2B5EF4-FFF2-40B4-BE49-F238E27FC236}">
                  <a16:creationId xmlns:a16="http://schemas.microsoft.com/office/drawing/2014/main" id="{F5402E45-1773-1511-35BA-F9874144E56A}"/>
                </a:ext>
              </a:extLst>
            </p:cNvPr>
            <p:cNvGrpSpPr/>
            <p:nvPr/>
          </p:nvGrpSpPr>
          <p:grpSpPr>
            <a:xfrm>
              <a:off x="3505404" y="3998238"/>
              <a:ext cx="5235526" cy="388145"/>
              <a:chOff x="1135777" y="5474295"/>
              <a:chExt cx="10024418" cy="743178"/>
            </a:xfrm>
            <a:solidFill>
              <a:srgbClr val="717171"/>
            </a:solidFill>
          </p:grpSpPr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D094875A-E26D-016F-0279-96953BF9DD29}"/>
                  </a:ext>
                </a:extLst>
              </p:cNvPr>
              <p:cNvSpPr/>
              <p:nvPr/>
            </p:nvSpPr>
            <p:spPr>
              <a:xfrm>
                <a:off x="10870775" y="5474295"/>
                <a:ext cx="289420" cy="288556"/>
              </a:xfrm>
              <a:custGeom>
                <a:avLst/>
                <a:gdLst>
                  <a:gd name="connsiteX0" fmla="*/ 122980 w 289420"/>
                  <a:gd name="connsiteY0" fmla="*/ 2008 h 288556"/>
                  <a:gd name="connsiteX1" fmla="*/ 288524 w 289420"/>
                  <a:gd name="connsiteY1" fmla="*/ 132818 h 288556"/>
                  <a:gd name="connsiteX2" fmla="*/ 146284 w 289420"/>
                  <a:gd name="connsiteY2" fmla="*/ 288393 h 288556"/>
                  <a:gd name="connsiteX3" fmla="*/ 297 w 289420"/>
                  <a:gd name="connsiteY3" fmla="*/ 152249 h 288556"/>
                  <a:gd name="connsiteX4" fmla="*/ 122980 w 289420"/>
                  <a:gd name="connsiteY4" fmla="*/ 2008 h 288556"/>
                  <a:gd name="connsiteX5" fmla="*/ 123170 w 289420"/>
                  <a:gd name="connsiteY5" fmla="*/ 15724 h 288556"/>
                  <a:gd name="connsiteX6" fmla="*/ 15538 w 289420"/>
                  <a:gd name="connsiteY6" fmla="*/ 163171 h 288556"/>
                  <a:gd name="connsiteX7" fmla="*/ 115359 w 289420"/>
                  <a:gd name="connsiteY7" fmla="*/ 271820 h 288556"/>
                  <a:gd name="connsiteX8" fmla="*/ 273729 w 289420"/>
                  <a:gd name="connsiteY8" fmla="*/ 164568 h 288556"/>
                  <a:gd name="connsiteX9" fmla="*/ 123170 w 289420"/>
                  <a:gd name="connsiteY9" fmla="*/ 15724 h 288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9420" h="288556">
                    <a:moveTo>
                      <a:pt x="122980" y="2008"/>
                    </a:moveTo>
                    <a:cubicBezTo>
                      <a:pt x="202291" y="-12280"/>
                      <a:pt x="285413" y="51601"/>
                      <a:pt x="288524" y="132818"/>
                    </a:cubicBezTo>
                    <a:cubicBezTo>
                      <a:pt x="298240" y="213082"/>
                      <a:pt x="227501" y="291822"/>
                      <a:pt x="146284" y="288393"/>
                    </a:cubicBezTo>
                    <a:cubicBezTo>
                      <a:pt x="70973" y="292266"/>
                      <a:pt x="2774" y="226861"/>
                      <a:pt x="297" y="152249"/>
                    </a:cubicBezTo>
                    <a:cubicBezTo>
                      <a:pt x="-4592" y="80558"/>
                      <a:pt x="51415" y="11025"/>
                      <a:pt x="122980" y="2008"/>
                    </a:cubicBezTo>
                    <a:moveTo>
                      <a:pt x="123170" y="15724"/>
                    </a:moveTo>
                    <a:cubicBezTo>
                      <a:pt x="56241" y="25693"/>
                      <a:pt x="3092" y="95924"/>
                      <a:pt x="15538" y="163171"/>
                    </a:cubicBezTo>
                    <a:cubicBezTo>
                      <a:pt x="21316" y="215939"/>
                      <a:pt x="65449" y="258294"/>
                      <a:pt x="115359" y="271820"/>
                    </a:cubicBezTo>
                    <a:cubicBezTo>
                      <a:pt x="185718" y="290298"/>
                      <a:pt x="265537" y="237466"/>
                      <a:pt x="273729" y="164568"/>
                    </a:cubicBezTo>
                    <a:cubicBezTo>
                      <a:pt x="289984" y="81192"/>
                      <a:pt x="206672" y="-2120"/>
                      <a:pt x="123170" y="15724"/>
                    </a:cubicBezTo>
                    <a:close/>
                  </a:path>
                </a:pathLst>
              </a:custGeom>
              <a:solidFill>
                <a:srgbClr val="717171"/>
              </a:solidFill>
              <a:ln w="596" cap="flat">
                <a:solidFill>
                  <a:srgbClr val="71717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1725240F-B18F-729E-E985-98760800C263}"/>
                  </a:ext>
                </a:extLst>
              </p:cNvPr>
              <p:cNvSpPr/>
              <p:nvPr/>
            </p:nvSpPr>
            <p:spPr>
              <a:xfrm>
                <a:off x="1135777" y="5928232"/>
                <a:ext cx="289352" cy="289242"/>
              </a:xfrm>
              <a:custGeom>
                <a:avLst/>
                <a:gdLst>
                  <a:gd name="connsiteX0" fmla="*/ 110664 w 289352"/>
                  <a:gd name="connsiteY0" fmla="*/ 4573 h 289242"/>
                  <a:gd name="connsiteX1" fmla="*/ 288718 w 289352"/>
                  <a:gd name="connsiteY1" fmla="*/ 135954 h 289242"/>
                  <a:gd name="connsiteX2" fmla="*/ 147113 w 289352"/>
                  <a:gd name="connsiteY2" fmla="*/ 289053 h 289242"/>
                  <a:gd name="connsiteX3" fmla="*/ 174 w 289352"/>
                  <a:gd name="connsiteY3" fmla="*/ 148909 h 289242"/>
                  <a:gd name="connsiteX4" fmla="*/ 110664 w 289352"/>
                  <a:gd name="connsiteY4" fmla="*/ 4573 h 289242"/>
                  <a:gd name="connsiteX5" fmla="*/ 105330 w 289352"/>
                  <a:gd name="connsiteY5" fmla="*/ 19432 h 289242"/>
                  <a:gd name="connsiteX6" fmla="*/ 25384 w 289352"/>
                  <a:gd name="connsiteY6" fmla="*/ 89600 h 289242"/>
                  <a:gd name="connsiteX7" fmla="*/ 24050 w 289352"/>
                  <a:gd name="connsiteY7" fmla="*/ 195517 h 289242"/>
                  <a:gd name="connsiteX8" fmla="*/ 98536 w 289352"/>
                  <a:gd name="connsiteY8" fmla="*/ 266891 h 289242"/>
                  <a:gd name="connsiteX9" fmla="*/ 256206 w 289352"/>
                  <a:gd name="connsiteY9" fmla="*/ 213933 h 289242"/>
                  <a:gd name="connsiteX10" fmla="*/ 221916 w 289352"/>
                  <a:gd name="connsiteY10" fmla="*/ 41911 h 289242"/>
                  <a:gd name="connsiteX11" fmla="*/ 105330 w 289352"/>
                  <a:gd name="connsiteY11" fmla="*/ 19432 h 28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9352" h="289242">
                    <a:moveTo>
                      <a:pt x="110664" y="4573"/>
                    </a:moveTo>
                    <a:cubicBezTo>
                      <a:pt x="194230" y="-18541"/>
                      <a:pt x="286623" y="49150"/>
                      <a:pt x="288718" y="135954"/>
                    </a:cubicBezTo>
                    <a:cubicBezTo>
                      <a:pt x="296783" y="215329"/>
                      <a:pt x="226679" y="290577"/>
                      <a:pt x="147113" y="289053"/>
                    </a:cubicBezTo>
                    <a:cubicBezTo>
                      <a:pt x="70596" y="293308"/>
                      <a:pt x="47" y="225299"/>
                      <a:pt x="174" y="148909"/>
                    </a:cubicBezTo>
                    <a:cubicBezTo>
                      <a:pt x="-3318" y="82297"/>
                      <a:pt x="46085" y="19305"/>
                      <a:pt x="110664" y="4573"/>
                    </a:cubicBezTo>
                    <a:moveTo>
                      <a:pt x="105330" y="19432"/>
                    </a:moveTo>
                    <a:cubicBezTo>
                      <a:pt x="70596" y="30164"/>
                      <a:pt x="42211" y="58040"/>
                      <a:pt x="25384" y="89600"/>
                    </a:cubicBezTo>
                    <a:cubicBezTo>
                      <a:pt x="16430" y="123699"/>
                      <a:pt x="9064" y="161863"/>
                      <a:pt x="24050" y="195517"/>
                    </a:cubicBezTo>
                    <a:cubicBezTo>
                      <a:pt x="37893" y="227902"/>
                      <a:pt x="64500" y="255906"/>
                      <a:pt x="98536" y="266891"/>
                    </a:cubicBezTo>
                    <a:cubicBezTo>
                      <a:pt x="154860" y="288482"/>
                      <a:pt x="224520" y="265367"/>
                      <a:pt x="256206" y="213933"/>
                    </a:cubicBezTo>
                    <a:cubicBezTo>
                      <a:pt x="288337" y="159069"/>
                      <a:pt x="278050" y="77408"/>
                      <a:pt x="221916" y="41911"/>
                    </a:cubicBezTo>
                    <a:cubicBezTo>
                      <a:pt x="191182" y="11748"/>
                      <a:pt x="144891" y="11748"/>
                      <a:pt x="105330" y="19432"/>
                    </a:cubicBezTo>
                    <a:close/>
                  </a:path>
                </a:pathLst>
              </a:custGeom>
              <a:solidFill>
                <a:srgbClr val="717171"/>
              </a:solidFill>
              <a:ln w="596" cap="flat">
                <a:solidFill>
                  <a:srgbClr val="71717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0B0495F2-BA27-2A07-B921-27D39C3A1AAB}"/>
                </a:ext>
              </a:extLst>
            </p:cNvPr>
            <p:cNvSpPr/>
            <p:nvPr/>
          </p:nvSpPr>
          <p:spPr>
            <a:xfrm>
              <a:off x="3770314" y="4138644"/>
              <a:ext cx="255732" cy="430277"/>
            </a:xfrm>
            <a:custGeom>
              <a:avLst/>
              <a:gdLst>
                <a:gd name="connsiteX0" fmla="*/ 178943 w 489648"/>
                <a:gd name="connsiteY0" fmla="*/ 0 h 823848"/>
                <a:gd name="connsiteX1" fmla="*/ 317500 w 489648"/>
                <a:gd name="connsiteY1" fmla="*/ 23304 h 823848"/>
                <a:gd name="connsiteX2" fmla="*/ 489649 w 489648"/>
                <a:gd name="connsiteY2" fmla="*/ 56960 h 823848"/>
                <a:gd name="connsiteX3" fmla="*/ 397066 w 489648"/>
                <a:gd name="connsiteY3" fmla="*/ 296609 h 823848"/>
                <a:gd name="connsiteX4" fmla="*/ 259017 w 489648"/>
                <a:gd name="connsiteY4" fmla="*/ 534353 h 823848"/>
                <a:gd name="connsiteX5" fmla="*/ 187452 w 489648"/>
                <a:gd name="connsiteY5" fmla="*/ 640144 h 823848"/>
                <a:gd name="connsiteX6" fmla="*/ 69787 w 489648"/>
                <a:gd name="connsiteY6" fmla="*/ 757555 h 823848"/>
                <a:gd name="connsiteX7" fmla="*/ 0 w 489648"/>
                <a:gd name="connsiteY7" fmla="*/ 823849 h 823848"/>
                <a:gd name="connsiteX8" fmla="*/ 35941 w 489648"/>
                <a:gd name="connsiteY8" fmla="*/ 698373 h 823848"/>
                <a:gd name="connsiteX9" fmla="*/ 103188 w 489648"/>
                <a:gd name="connsiteY9" fmla="*/ 378397 h 823848"/>
                <a:gd name="connsiteX10" fmla="*/ 178943 w 489648"/>
                <a:gd name="connsiteY10" fmla="*/ 0 h 82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9648" h="823848">
                  <a:moveTo>
                    <a:pt x="178943" y="0"/>
                  </a:moveTo>
                  <a:cubicBezTo>
                    <a:pt x="225425" y="5715"/>
                    <a:pt x="271272" y="15748"/>
                    <a:pt x="317500" y="23304"/>
                  </a:cubicBezTo>
                  <a:cubicBezTo>
                    <a:pt x="374968" y="33909"/>
                    <a:pt x="433070" y="41720"/>
                    <a:pt x="489649" y="56960"/>
                  </a:cubicBezTo>
                  <a:cubicBezTo>
                    <a:pt x="459740" y="137160"/>
                    <a:pt x="443167" y="223329"/>
                    <a:pt x="397066" y="296609"/>
                  </a:cubicBezTo>
                  <a:cubicBezTo>
                    <a:pt x="354838" y="378016"/>
                    <a:pt x="307912" y="456755"/>
                    <a:pt x="259017" y="534353"/>
                  </a:cubicBezTo>
                  <a:cubicBezTo>
                    <a:pt x="235649" y="569849"/>
                    <a:pt x="217932" y="609727"/>
                    <a:pt x="187452" y="640144"/>
                  </a:cubicBezTo>
                  <a:cubicBezTo>
                    <a:pt x="148209" y="679260"/>
                    <a:pt x="109157" y="718566"/>
                    <a:pt x="69787" y="757555"/>
                  </a:cubicBezTo>
                  <a:cubicBezTo>
                    <a:pt x="46927" y="780098"/>
                    <a:pt x="25654" y="804354"/>
                    <a:pt x="0" y="823849"/>
                  </a:cubicBezTo>
                  <a:cubicBezTo>
                    <a:pt x="7811" y="780860"/>
                    <a:pt x="25908" y="740728"/>
                    <a:pt x="35941" y="698373"/>
                  </a:cubicBezTo>
                  <a:cubicBezTo>
                    <a:pt x="65913" y="593280"/>
                    <a:pt x="75121" y="483870"/>
                    <a:pt x="103188" y="378397"/>
                  </a:cubicBezTo>
                  <a:cubicBezTo>
                    <a:pt x="129349" y="252413"/>
                    <a:pt x="153480" y="126111"/>
                    <a:pt x="178943" y="0"/>
                  </a:cubicBezTo>
                  <a:close/>
                </a:path>
              </a:pathLst>
            </a:custGeom>
            <a:solidFill>
              <a:srgbClr val="4D4D4D"/>
            </a:solidFill>
            <a:ln w="596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rgbClr val="40404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A7C7976-BFE2-D3A0-6AF1-7F57407F458C}"/>
              </a:ext>
            </a:extLst>
          </p:cNvPr>
          <p:cNvGrpSpPr/>
          <p:nvPr/>
        </p:nvGrpSpPr>
        <p:grpSpPr>
          <a:xfrm>
            <a:off x="2326111" y="1163509"/>
            <a:ext cx="7602642" cy="926213"/>
            <a:chOff x="-1348101" y="1866230"/>
            <a:chExt cx="7602642" cy="92621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A881810-568E-45C4-E41B-410F0850BC26}"/>
                </a:ext>
              </a:extLst>
            </p:cNvPr>
            <p:cNvSpPr txBox="1"/>
            <p:nvPr/>
          </p:nvSpPr>
          <p:spPr>
            <a:xfrm>
              <a:off x="-1348101" y="2216003"/>
              <a:ext cx="7602642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分钟之内。</a:t>
              </a:r>
              <a:endParaRPr lang="en-US" altLang="zh-CN" sz="1100" dirty="0">
                <a:solidFill>
                  <a:srgbClr val="404040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AA7D099-FDA1-81BA-1A4E-4FB0A57FF12F}"/>
                </a:ext>
              </a:extLst>
            </p:cNvPr>
            <p:cNvSpPr txBox="1"/>
            <p:nvPr/>
          </p:nvSpPr>
          <p:spPr>
            <a:xfrm>
              <a:off x="776426" y="1866230"/>
              <a:ext cx="3290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8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单击此处添加标题文本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352ADF5-F807-B656-C6B2-72E6F60EAA7A}"/>
              </a:ext>
            </a:extLst>
          </p:cNvPr>
          <p:cNvGrpSpPr/>
          <p:nvPr/>
        </p:nvGrpSpPr>
        <p:grpSpPr>
          <a:xfrm>
            <a:off x="713658" y="4956801"/>
            <a:ext cx="2984539" cy="816522"/>
            <a:chOff x="283598" y="1906534"/>
            <a:chExt cx="2984539" cy="8165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84752A-2F28-56F1-5D38-02A842705165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68108A-3211-AD79-932D-D897BCAAFCBF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F1B2171-7194-E7C0-2595-47E709D41995}"/>
              </a:ext>
            </a:extLst>
          </p:cNvPr>
          <p:cNvGrpSpPr/>
          <p:nvPr/>
        </p:nvGrpSpPr>
        <p:grpSpPr>
          <a:xfrm>
            <a:off x="8349517" y="4787161"/>
            <a:ext cx="2966425" cy="816522"/>
            <a:chOff x="283598" y="1906534"/>
            <a:chExt cx="2966425" cy="8165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00FD0F8-4044-6594-2C8E-97ECA357B9FF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EBA830D-440C-EDEC-8C1B-47ED5563565C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144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D2B57-AAA9-729D-6D3A-CE60DB96E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9A1F8AC-585C-792C-19C2-71C8E5FCA786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084EC649-FDC6-CE25-EFA3-64A4032863B9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B98F056-DB55-82D2-B859-33E182C9723C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9AF3330-CA5E-ACAC-C9A7-C65920CA1A91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45C9EAB2-3294-36A7-33E5-B76F63BF2938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D5B591D7-DD0C-0380-4FA5-2542FF062241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 descr="D:\51PPT模板网\51pptmoban.com\图片.jpg">
            <a:extLst>
              <a:ext uri="{FF2B5EF4-FFF2-40B4-BE49-F238E27FC236}">
                <a16:creationId xmlns:a16="http://schemas.microsoft.com/office/drawing/2014/main" id="{22F7B5EA-B4AC-78F5-909E-379AB9491F0F}"/>
              </a:ext>
            </a:extLst>
          </p:cNvPr>
          <p:cNvSpPr/>
          <p:nvPr/>
        </p:nvSpPr>
        <p:spPr>
          <a:xfrm>
            <a:off x="8145946" y="1570434"/>
            <a:ext cx="3098316" cy="4070879"/>
          </a:xfrm>
          <a:prstGeom prst="rect">
            <a:avLst/>
          </a:prstGeom>
          <a:blipFill dpi="0" rotWithShape="1"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solidFill>
                <a:srgbClr val="404040"/>
              </a:solidFill>
              <a:cs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93AECA-0007-F5CD-9E24-E22897047CBC}"/>
              </a:ext>
            </a:extLst>
          </p:cNvPr>
          <p:cNvSpPr/>
          <p:nvPr/>
        </p:nvSpPr>
        <p:spPr>
          <a:xfrm>
            <a:off x="947738" y="1570434"/>
            <a:ext cx="6948488" cy="1301635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686132B-589F-B8BF-BAA4-55B1036C1B16}"/>
              </a:ext>
            </a:extLst>
          </p:cNvPr>
          <p:cNvSpPr/>
          <p:nvPr/>
        </p:nvSpPr>
        <p:spPr>
          <a:xfrm>
            <a:off x="1374340" y="1815427"/>
            <a:ext cx="811648" cy="811648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base"/>
            <a:endParaRPr lang="zh-CN" altLang="en-US">
              <a:solidFill>
                <a:srgbClr val="404040"/>
              </a:solidFill>
              <a:latin typeface="Arial" charset="0"/>
            </a:endParaRPr>
          </a:p>
        </p:txBody>
      </p:sp>
      <p:sp>
        <p:nvSpPr>
          <p:cNvPr id="7" name="椭圆 70" descr="D:\51PPT模板网\51pptmoban.com\图片.jpg">
            <a:extLst>
              <a:ext uri="{FF2B5EF4-FFF2-40B4-BE49-F238E27FC236}">
                <a16:creationId xmlns:a16="http://schemas.microsoft.com/office/drawing/2014/main" id="{9CF41001-8632-072C-BE62-50BFFF0C95A8}"/>
              </a:ext>
            </a:extLst>
          </p:cNvPr>
          <p:cNvSpPr/>
          <p:nvPr/>
        </p:nvSpPr>
        <p:spPr>
          <a:xfrm>
            <a:off x="1580382" y="2008133"/>
            <a:ext cx="417280" cy="383066"/>
          </a:xfrm>
          <a:custGeom>
            <a:avLst/>
            <a:gdLst>
              <a:gd name="connsiteX0" fmla="*/ 117399 w 337212"/>
              <a:gd name="connsiteY0" fmla="*/ 192088 h 309563"/>
              <a:gd name="connsiteX1" fmla="*/ 130099 w 337212"/>
              <a:gd name="connsiteY1" fmla="*/ 196036 h 309563"/>
              <a:gd name="connsiteX2" fmla="*/ 130099 w 337212"/>
              <a:gd name="connsiteY2" fmla="*/ 278941 h 309563"/>
              <a:gd name="connsiteX3" fmla="*/ 117399 w 337212"/>
              <a:gd name="connsiteY3" fmla="*/ 292101 h 309563"/>
              <a:gd name="connsiteX4" fmla="*/ 176137 w 337212"/>
              <a:gd name="connsiteY4" fmla="*/ 187325 h 309563"/>
              <a:gd name="connsiteX5" fmla="*/ 187250 w 337212"/>
              <a:gd name="connsiteY5" fmla="*/ 191271 h 309563"/>
              <a:gd name="connsiteX6" fmla="*/ 187250 w 337212"/>
              <a:gd name="connsiteY6" fmla="*/ 267562 h 309563"/>
              <a:gd name="connsiteX7" fmla="*/ 176137 w 337212"/>
              <a:gd name="connsiteY7" fmla="*/ 279400 h 309563"/>
              <a:gd name="connsiteX8" fmla="*/ 176137 w 337212"/>
              <a:gd name="connsiteY8" fmla="*/ 187325 h 309563"/>
              <a:gd name="connsiteX9" fmla="*/ 231699 w 337212"/>
              <a:gd name="connsiteY9" fmla="*/ 180975 h 309563"/>
              <a:gd name="connsiteX10" fmla="*/ 239637 w 337212"/>
              <a:gd name="connsiteY10" fmla="*/ 184982 h 309563"/>
              <a:gd name="connsiteX11" fmla="*/ 239637 w 337212"/>
              <a:gd name="connsiteY11" fmla="*/ 254429 h 309563"/>
              <a:gd name="connsiteX12" fmla="*/ 231699 w 337212"/>
              <a:gd name="connsiteY12" fmla="*/ 265113 h 309563"/>
              <a:gd name="connsiteX13" fmla="*/ 277737 w 337212"/>
              <a:gd name="connsiteY13" fmla="*/ 177800 h 309563"/>
              <a:gd name="connsiteX14" fmla="*/ 287262 w 337212"/>
              <a:gd name="connsiteY14" fmla="*/ 180398 h 309563"/>
              <a:gd name="connsiteX15" fmla="*/ 287262 w 337212"/>
              <a:gd name="connsiteY15" fmla="*/ 238847 h 309563"/>
              <a:gd name="connsiteX16" fmla="*/ 277737 w 337212"/>
              <a:gd name="connsiteY16" fmla="*/ 249238 h 309563"/>
              <a:gd name="connsiteX17" fmla="*/ 280912 w 337212"/>
              <a:gd name="connsiteY17" fmla="*/ 92075 h 309563"/>
              <a:gd name="connsiteX18" fmla="*/ 307493 w 337212"/>
              <a:gd name="connsiteY18" fmla="*/ 92075 h 309563"/>
              <a:gd name="connsiteX19" fmla="*/ 315468 w 337212"/>
              <a:gd name="connsiteY19" fmla="*/ 97314 h 309563"/>
              <a:gd name="connsiteX20" fmla="*/ 336733 w 337212"/>
              <a:gd name="connsiteY20" fmla="*/ 158869 h 309563"/>
              <a:gd name="connsiteX21" fmla="*/ 331417 w 337212"/>
              <a:gd name="connsiteY21" fmla="*/ 169347 h 309563"/>
              <a:gd name="connsiteX22" fmla="*/ 320784 w 337212"/>
              <a:gd name="connsiteY22" fmla="*/ 164108 h 309563"/>
              <a:gd name="connsiteX23" fmla="*/ 314139 w 337212"/>
              <a:gd name="connsiteY23" fmla="*/ 145772 h 309563"/>
              <a:gd name="connsiteX24" fmla="*/ 314139 w 337212"/>
              <a:gd name="connsiteY24" fmla="*/ 238761 h 309563"/>
              <a:gd name="connsiteX25" fmla="*/ 304835 w 337212"/>
              <a:gd name="connsiteY25" fmla="*/ 249238 h 309563"/>
              <a:gd name="connsiteX26" fmla="*/ 294203 w 337212"/>
              <a:gd name="connsiteY26" fmla="*/ 238761 h 309563"/>
              <a:gd name="connsiteX27" fmla="*/ 294203 w 337212"/>
              <a:gd name="connsiteY27" fmla="*/ 179824 h 309563"/>
              <a:gd name="connsiteX28" fmla="*/ 288886 w 337212"/>
              <a:gd name="connsiteY28" fmla="*/ 179824 h 309563"/>
              <a:gd name="connsiteX29" fmla="*/ 294203 w 337212"/>
              <a:gd name="connsiteY29" fmla="*/ 178515 h 309563"/>
              <a:gd name="connsiteX30" fmla="*/ 304835 w 337212"/>
              <a:gd name="connsiteY30" fmla="*/ 157560 h 309563"/>
              <a:gd name="connsiteX31" fmla="*/ 280912 w 337212"/>
              <a:gd name="connsiteY31" fmla="*/ 92075 h 309563"/>
              <a:gd name="connsiteX32" fmla="*/ 231699 w 337212"/>
              <a:gd name="connsiteY32" fmla="*/ 82550 h 309563"/>
              <a:gd name="connsiteX33" fmla="*/ 243745 w 337212"/>
              <a:gd name="connsiteY33" fmla="*/ 82550 h 309563"/>
              <a:gd name="connsiteX34" fmla="*/ 262484 w 337212"/>
              <a:gd name="connsiteY34" fmla="*/ 82550 h 309563"/>
              <a:gd name="connsiteX35" fmla="*/ 273192 w 337212"/>
              <a:gd name="connsiteY35" fmla="*/ 89117 h 309563"/>
              <a:gd name="connsiteX36" fmla="*/ 297285 w 337212"/>
              <a:gd name="connsiteY36" fmla="*/ 160041 h 309563"/>
              <a:gd name="connsiteX37" fmla="*/ 291931 w 337212"/>
              <a:gd name="connsiteY37" fmla="*/ 171861 h 309563"/>
              <a:gd name="connsiteX38" fmla="*/ 279885 w 337212"/>
              <a:gd name="connsiteY38" fmla="*/ 166608 h 309563"/>
              <a:gd name="connsiteX39" fmla="*/ 271854 w 337212"/>
              <a:gd name="connsiteY39" fmla="*/ 144280 h 309563"/>
              <a:gd name="connsiteX40" fmla="*/ 271854 w 337212"/>
              <a:gd name="connsiteY40" fmla="*/ 253292 h 309563"/>
              <a:gd name="connsiteX41" fmla="*/ 259807 w 337212"/>
              <a:gd name="connsiteY41" fmla="*/ 265113 h 309563"/>
              <a:gd name="connsiteX42" fmla="*/ 247761 w 337212"/>
              <a:gd name="connsiteY42" fmla="*/ 253292 h 309563"/>
              <a:gd name="connsiteX43" fmla="*/ 247761 w 337212"/>
              <a:gd name="connsiteY43" fmla="*/ 183682 h 309563"/>
              <a:gd name="connsiteX44" fmla="*/ 258469 w 337212"/>
              <a:gd name="connsiteY44" fmla="*/ 160041 h 309563"/>
              <a:gd name="connsiteX45" fmla="*/ 231699 w 337212"/>
              <a:gd name="connsiteY45" fmla="*/ 82550 h 309563"/>
              <a:gd name="connsiteX46" fmla="*/ 177724 w 337212"/>
              <a:gd name="connsiteY46" fmla="*/ 77788 h 309563"/>
              <a:gd name="connsiteX47" fmla="*/ 214510 w 337212"/>
              <a:gd name="connsiteY47" fmla="*/ 77788 h 309563"/>
              <a:gd name="connsiteX48" fmla="*/ 225021 w 337212"/>
              <a:gd name="connsiteY48" fmla="*/ 85643 h 309563"/>
              <a:gd name="connsiteX49" fmla="*/ 252610 w 337212"/>
              <a:gd name="connsiteY49" fmla="*/ 162884 h 309563"/>
              <a:gd name="connsiteX50" fmla="*/ 246041 w 337212"/>
              <a:gd name="connsiteY50" fmla="*/ 175976 h 309563"/>
              <a:gd name="connsiteX51" fmla="*/ 231590 w 337212"/>
              <a:gd name="connsiteY51" fmla="*/ 169430 h 309563"/>
              <a:gd name="connsiteX52" fmla="*/ 223707 w 337212"/>
              <a:gd name="connsiteY52" fmla="*/ 145865 h 309563"/>
              <a:gd name="connsiteX53" fmla="*/ 223707 w 337212"/>
              <a:gd name="connsiteY53" fmla="*/ 266309 h 309563"/>
              <a:gd name="connsiteX54" fmla="*/ 210569 w 337212"/>
              <a:gd name="connsiteY54" fmla="*/ 279401 h 309563"/>
              <a:gd name="connsiteX55" fmla="*/ 198745 w 337212"/>
              <a:gd name="connsiteY55" fmla="*/ 266309 h 309563"/>
              <a:gd name="connsiteX56" fmla="*/ 198745 w 337212"/>
              <a:gd name="connsiteY56" fmla="*/ 189068 h 309563"/>
              <a:gd name="connsiteX57" fmla="*/ 197759 w 337212"/>
              <a:gd name="connsiteY57" fmla="*/ 189068 h 309563"/>
              <a:gd name="connsiteX58" fmla="*/ 194803 w 337212"/>
              <a:gd name="connsiteY58" fmla="*/ 189068 h 309563"/>
              <a:gd name="connsiteX59" fmla="*/ 206628 w 337212"/>
              <a:gd name="connsiteY59" fmla="*/ 178595 h 309563"/>
              <a:gd name="connsiteX60" fmla="*/ 206628 w 337212"/>
              <a:gd name="connsiteY60" fmla="*/ 162884 h 309563"/>
              <a:gd name="connsiteX61" fmla="*/ 177724 w 337212"/>
              <a:gd name="connsiteY61" fmla="*/ 79097 h 309563"/>
              <a:gd name="connsiteX62" fmla="*/ 177724 w 337212"/>
              <a:gd name="connsiteY62" fmla="*/ 77788 h 309563"/>
              <a:gd name="connsiteX63" fmla="*/ 120574 w 337212"/>
              <a:gd name="connsiteY63" fmla="*/ 73025 h 309563"/>
              <a:gd name="connsiteX64" fmla="*/ 157008 w 337212"/>
              <a:gd name="connsiteY64" fmla="*/ 73025 h 309563"/>
              <a:gd name="connsiteX65" fmla="*/ 168720 w 337212"/>
              <a:gd name="connsiteY65" fmla="*/ 80953 h 309563"/>
              <a:gd name="connsiteX66" fmla="*/ 197347 w 337212"/>
              <a:gd name="connsiteY66" fmla="*/ 166840 h 309563"/>
              <a:gd name="connsiteX67" fmla="*/ 190840 w 337212"/>
              <a:gd name="connsiteY67" fmla="*/ 181375 h 309563"/>
              <a:gd name="connsiteX68" fmla="*/ 176527 w 337212"/>
              <a:gd name="connsiteY68" fmla="*/ 173447 h 309563"/>
              <a:gd name="connsiteX69" fmla="*/ 167418 w 337212"/>
              <a:gd name="connsiteY69" fmla="*/ 148341 h 309563"/>
              <a:gd name="connsiteX70" fmla="*/ 167418 w 337212"/>
              <a:gd name="connsiteY70" fmla="*/ 279153 h 309563"/>
              <a:gd name="connsiteX71" fmla="*/ 153105 w 337212"/>
              <a:gd name="connsiteY71" fmla="*/ 293688 h 309563"/>
              <a:gd name="connsiteX72" fmla="*/ 140093 w 337212"/>
              <a:gd name="connsiteY72" fmla="*/ 279153 h 309563"/>
              <a:gd name="connsiteX73" fmla="*/ 140093 w 337212"/>
              <a:gd name="connsiteY73" fmla="*/ 195909 h 309563"/>
              <a:gd name="connsiteX74" fmla="*/ 133586 w 337212"/>
              <a:gd name="connsiteY74" fmla="*/ 195909 h 309563"/>
              <a:gd name="connsiteX75" fmla="*/ 138791 w 337212"/>
              <a:gd name="connsiteY75" fmla="*/ 194588 h 309563"/>
              <a:gd name="connsiteX76" fmla="*/ 151804 w 337212"/>
              <a:gd name="connsiteY76" fmla="*/ 166840 h 309563"/>
              <a:gd name="connsiteX77" fmla="*/ 120574 w 337212"/>
              <a:gd name="connsiteY77" fmla="*/ 73025 h 309563"/>
              <a:gd name="connsiteX78" fmla="*/ 46220 w 337212"/>
              <a:gd name="connsiteY78" fmla="*/ 66675 h 309563"/>
              <a:gd name="connsiteX79" fmla="*/ 72821 w 337212"/>
              <a:gd name="connsiteY79" fmla="*/ 66675 h 309563"/>
              <a:gd name="connsiteX80" fmla="*/ 98092 w 337212"/>
              <a:gd name="connsiteY80" fmla="*/ 66675 h 309563"/>
              <a:gd name="connsiteX81" fmla="*/ 111393 w 337212"/>
              <a:gd name="connsiteY81" fmla="*/ 74595 h 309563"/>
              <a:gd name="connsiteX82" fmla="*/ 143315 w 337212"/>
              <a:gd name="connsiteY82" fmla="*/ 169638 h 309563"/>
              <a:gd name="connsiteX83" fmla="*/ 135334 w 337212"/>
              <a:gd name="connsiteY83" fmla="*/ 185479 h 309563"/>
              <a:gd name="connsiteX84" fmla="*/ 119374 w 337212"/>
              <a:gd name="connsiteY84" fmla="*/ 177559 h 309563"/>
              <a:gd name="connsiteX85" fmla="*/ 108733 w 337212"/>
              <a:gd name="connsiteY85" fmla="*/ 148518 h 309563"/>
              <a:gd name="connsiteX86" fmla="*/ 108733 w 337212"/>
              <a:gd name="connsiteY86" fmla="*/ 295043 h 309563"/>
              <a:gd name="connsiteX87" fmla="*/ 94102 w 337212"/>
              <a:gd name="connsiteY87" fmla="*/ 309563 h 309563"/>
              <a:gd name="connsiteX88" fmla="*/ 78141 w 337212"/>
              <a:gd name="connsiteY88" fmla="*/ 295043 h 309563"/>
              <a:gd name="connsiteX89" fmla="*/ 78141 w 337212"/>
              <a:gd name="connsiteY89" fmla="*/ 202640 h 309563"/>
              <a:gd name="connsiteX90" fmla="*/ 66171 w 337212"/>
              <a:gd name="connsiteY90" fmla="*/ 202640 h 309563"/>
              <a:gd name="connsiteX91" fmla="*/ 66171 w 337212"/>
              <a:gd name="connsiteY91" fmla="*/ 295043 h 309563"/>
              <a:gd name="connsiteX92" fmla="*/ 50210 w 337212"/>
              <a:gd name="connsiteY92" fmla="*/ 309563 h 309563"/>
              <a:gd name="connsiteX93" fmla="*/ 35579 w 337212"/>
              <a:gd name="connsiteY93" fmla="*/ 295043 h 309563"/>
              <a:gd name="connsiteX94" fmla="*/ 35579 w 337212"/>
              <a:gd name="connsiteY94" fmla="*/ 148518 h 309563"/>
              <a:gd name="connsiteX95" fmla="*/ 24938 w 337212"/>
              <a:gd name="connsiteY95" fmla="*/ 177559 h 309563"/>
              <a:gd name="connsiteX96" fmla="*/ 8978 w 337212"/>
              <a:gd name="connsiteY96" fmla="*/ 185479 h 309563"/>
              <a:gd name="connsiteX97" fmla="*/ 997 w 337212"/>
              <a:gd name="connsiteY97" fmla="*/ 169638 h 309563"/>
              <a:gd name="connsiteX98" fmla="*/ 32919 w 337212"/>
              <a:gd name="connsiteY98" fmla="*/ 74595 h 309563"/>
              <a:gd name="connsiteX99" fmla="*/ 46220 w 337212"/>
              <a:gd name="connsiteY99" fmla="*/ 66675 h 309563"/>
              <a:gd name="connsiteX100" fmla="*/ 289643 w 337212"/>
              <a:gd name="connsiteY100" fmla="*/ 49213 h 309563"/>
              <a:gd name="connsiteX101" fmla="*/ 309487 w 337212"/>
              <a:gd name="connsiteY101" fmla="*/ 68263 h 309563"/>
              <a:gd name="connsiteX102" fmla="*/ 289643 w 337212"/>
              <a:gd name="connsiteY102" fmla="*/ 87313 h 309563"/>
              <a:gd name="connsiteX103" fmla="*/ 269799 w 337212"/>
              <a:gd name="connsiteY103" fmla="*/ 68263 h 309563"/>
              <a:gd name="connsiteX104" fmla="*/ 271122 w 337212"/>
              <a:gd name="connsiteY104" fmla="*/ 68263 h 309563"/>
              <a:gd name="connsiteX105" fmla="*/ 272445 w 337212"/>
              <a:gd name="connsiteY105" fmla="*/ 59373 h 309563"/>
              <a:gd name="connsiteX106" fmla="*/ 289643 w 337212"/>
              <a:gd name="connsiteY106" fmla="*/ 49213 h 309563"/>
              <a:gd name="connsiteX107" fmla="*/ 244544 w 337212"/>
              <a:gd name="connsiteY107" fmla="*/ 33338 h 309563"/>
              <a:gd name="connsiteX108" fmla="*/ 266625 w 337212"/>
              <a:gd name="connsiteY108" fmla="*/ 55699 h 309563"/>
              <a:gd name="connsiteX109" fmla="*/ 244544 w 337212"/>
              <a:gd name="connsiteY109" fmla="*/ 79376 h 309563"/>
              <a:gd name="connsiteX110" fmla="*/ 223762 w 337212"/>
              <a:gd name="connsiteY110" fmla="*/ 63592 h 309563"/>
              <a:gd name="connsiteX111" fmla="*/ 226360 w 337212"/>
              <a:gd name="connsiteY111" fmla="*/ 49123 h 309563"/>
              <a:gd name="connsiteX112" fmla="*/ 226360 w 337212"/>
              <a:gd name="connsiteY112" fmla="*/ 43861 h 309563"/>
              <a:gd name="connsiteX113" fmla="*/ 244544 w 337212"/>
              <a:gd name="connsiteY113" fmla="*/ 33338 h 309563"/>
              <a:gd name="connsiteX114" fmla="*/ 192806 w 337212"/>
              <a:gd name="connsiteY114" fmla="*/ 23813 h 309563"/>
              <a:gd name="connsiteX115" fmla="*/ 217412 w 337212"/>
              <a:gd name="connsiteY115" fmla="*/ 48420 h 309563"/>
              <a:gd name="connsiteX116" fmla="*/ 192806 w 337212"/>
              <a:gd name="connsiteY116" fmla="*/ 73026 h 309563"/>
              <a:gd name="connsiteX117" fmla="*/ 168199 w 337212"/>
              <a:gd name="connsiteY117" fmla="*/ 51010 h 309563"/>
              <a:gd name="connsiteX118" fmla="*/ 170789 w 337212"/>
              <a:gd name="connsiteY118" fmla="*/ 39354 h 309563"/>
              <a:gd name="connsiteX119" fmla="*/ 170789 w 337212"/>
              <a:gd name="connsiteY119" fmla="*/ 38059 h 309563"/>
              <a:gd name="connsiteX120" fmla="*/ 192806 w 337212"/>
              <a:gd name="connsiteY120" fmla="*/ 23813 h 309563"/>
              <a:gd name="connsiteX121" fmla="*/ 133275 w 337212"/>
              <a:gd name="connsiteY121" fmla="*/ 12700 h 309563"/>
              <a:gd name="connsiteX122" fmla="*/ 160262 w 337212"/>
              <a:gd name="connsiteY122" fmla="*/ 39029 h 309563"/>
              <a:gd name="connsiteX123" fmla="*/ 133275 w 337212"/>
              <a:gd name="connsiteY123" fmla="*/ 66675 h 309563"/>
              <a:gd name="connsiteX124" fmla="*/ 106287 w 337212"/>
              <a:gd name="connsiteY124" fmla="*/ 48245 h 309563"/>
              <a:gd name="connsiteX125" fmla="*/ 111685 w 337212"/>
              <a:gd name="connsiteY125" fmla="*/ 29814 h 309563"/>
              <a:gd name="connsiteX126" fmla="*/ 110335 w 337212"/>
              <a:gd name="connsiteY126" fmla="*/ 23232 h 309563"/>
              <a:gd name="connsiteX127" fmla="*/ 133275 w 337212"/>
              <a:gd name="connsiteY127" fmla="*/ 12700 h 309563"/>
              <a:gd name="connsiteX128" fmla="*/ 72809 w 337212"/>
              <a:gd name="connsiteY128" fmla="*/ 0 h 309563"/>
              <a:gd name="connsiteX129" fmla="*/ 101525 w 337212"/>
              <a:gd name="connsiteY129" fmla="*/ 30163 h 309563"/>
              <a:gd name="connsiteX130" fmla="*/ 72809 w 337212"/>
              <a:gd name="connsiteY130" fmla="*/ 60325 h 309563"/>
              <a:gd name="connsiteX131" fmla="*/ 42787 w 337212"/>
              <a:gd name="connsiteY131" fmla="*/ 30163 h 309563"/>
              <a:gd name="connsiteX132" fmla="*/ 72809 w 337212"/>
              <a:gd name="connsiteY132" fmla="*/ 0 h 30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337212" h="309563">
                <a:moveTo>
                  <a:pt x="117399" y="192088"/>
                </a:moveTo>
                <a:cubicBezTo>
                  <a:pt x="121632" y="194720"/>
                  <a:pt x="125866" y="196036"/>
                  <a:pt x="130099" y="196036"/>
                </a:cubicBezTo>
                <a:cubicBezTo>
                  <a:pt x="130099" y="196036"/>
                  <a:pt x="130099" y="196036"/>
                  <a:pt x="130099" y="278941"/>
                </a:cubicBezTo>
                <a:cubicBezTo>
                  <a:pt x="130099" y="285521"/>
                  <a:pt x="124455" y="290785"/>
                  <a:pt x="117399" y="292101"/>
                </a:cubicBezTo>
                <a:close/>
                <a:moveTo>
                  <a:pt x="176137" y="187325"/>
                </a:moveTo>
                <a:cubicBezTo>
                  <a:pt x="179841" y="189956"/>
                  <a:pt x="183546" y="191271"/>
                  <a:pt x="187250" y="191271"/>
                </a:cubicBezTo>
                <a:cubicBezTo>
                  <a:pt x="187250" y="191271"/>
                  <a:pt x="187250" y="191271"/>
                  <a:pt x="187250" y="267562"/>
                </a:cubicBezTo>
                <a:cubicBezTo>
                  <a:pt x="187250" y="274139"/>
                  <a:pt x="182311" y="279400"/>
                  <a:pt x="176137" y="279400"/>
                </a:cubicBezTo>
                <a:cubicBezTo>
                  <a:pt x="176137" y="279400"/>
                  <a:pt x="176137" y="279400"/>
                  <a:pt x="176137" y="187325"/>
                </a:cubicBezTo>
                <a:close/>
                <a:moveTo>
                  <a:pt x="231699" y="180975"/>
                </a:moveTo>
                <a:cubicBezTo>
                  <a:pt x="233967" y="183646"/>
                  <a:pt x="236235" y="183646"/>
                  <a:pt x="239637" y="184982"/>
                </a:cubicBezTo>
                <a:cubicBezTo>
                  <a:pt x="239637" y="184982"/>
                  <a:pt x="239637" y="184982"/>
                  <a:pt x="239637" y="254429"/>
                </a:cubicBezTo>
                <a:cubicBezTo>
                  <a:pt x="239637" y="259771"/>
                  <a:pt x="236235" y="263778"/>
                  <a:pt x="231699" y="265113"/>
                </a:cubicBezTo>
                <a:close/>
                <a:moveTo>
                  <a:pt x="277737" y="177800"/>
                </a:moveTo>
                <a:cubicBezTo>
                  <a:pt x="280458" y="179099"/>
                  <a:pt x="283180" y="180398"/>
                  <a:pt x="287262" y="180398"/>
                </a:cubicBezTo>
                <a:cubicBezTo>
                  <a:pt x="287262" y="180398"/>
                  <a:pt x="287262" y="180398"/>
                  <a:pt x="287262" y="238847"/>
                </a:cubicBezTo>
                <a:cubicBezTo>
                  <a:pt x="287262" y="244043"/>
                  <a:pt x="283180" y="247939"/>
                  <a:pt x="277737" y="249238"/>
                </a:cubicBezTo>
                <a:close/>
                <a:moveTo>
                  <a:pt x="280912" y="92075"/>
                </a:moveTo>
                <a:cubicBezTo>
                  <a:pt x="282241" y="92075"/>
                  <a:pt x="306164" y="92075"/>
                  <a:pt x="307493" y="92075"/>
                </a:cubicBezTo>
                <a:cubicBezTo>
                  <a:pt x="311481" y="92075"/>
                  <a:pt x="314139" y="94694"/>
                  <a:pt x="315468" y="97314"/>
                </a:cubicBezTo>
                <a:cubicBezTo>
                  <a:pt x="315468" y="97314"/>
                  <a:pt x="315468" y="97314"/>
                  <a:pt x="336733" y="158869"/>
                </a:cubicBezTo>
                <a:cubicBezTo>
                  <a:pt x="338062" y="162798"/>
                  <a:pt x="336733" y="168037"/>
                  <a:pt x="331417" y="169347"/>
                </a:cubicBezTo>
                <a:cubicBezTo>
                  <a:pt x="327430" y="170657"/>
                  <a:pt x="322113" y="168037"/>
                  <a:pt x="320784" y="164108"/>
                </a:cubicBezTo>
                <a:cubicBezTo>
                  <a:pt x="320784" y="164108"/>
                  <a:pt x="320784" y="164108"/>
                  <a:pt x="314139" y="145772"/>
                </a:cubicBezTo>
                <a:cubicBezTo>
                  <a:pt x="314139" y="145772"/>
                  <a:pt x="314139" y="145772"/>
                  <a:pt x="314139" y="238761"/>
                </a:cubicBezTo>
                <a:cubicBezTo>
                  <a:pt x="314139" y="243999"/>
                  <a:pt x="310152" y="249238"/>
                  <a:pt x="304835" y="249238"/>
                </a:cubicBezTo>
                <a:cubicBezTo>
                  <a:pt x="299519" y="249238"/>
                  <a:pt x="294203" y="243999"/>
                  <a:pt x="294203" y="238761"/>
                </a:cubicBezTo>
                <a:cubicBezTo>
                  <a:pt x="294203" y="238761"/>
                  <a:pt x="294203" y="238761"/>
                  <a:pt x="294203" y="179824"/>
                </a:cubicBezTo>
                <a:cubicBezTo>
                  <a:pt x="294203" y="179824"/>
                  <a:pt x="294203" y="179824"/>
                  <a:pt x="288886" y="179824"/>
                </a:cubicBezTo>
                <a:cubicBezTo>
                  <a:pt x="291545" y="179824"/>
                  <a:pt x="292874" y="179824"/>
                  <a:pt x="294203" y="178515"/>
                </a:cubicBezTo>
                <a:cubicBezTo>
                  <a:pt x="302177" y="175895"/>
                  <a:pt x="307493" y="166727"/>
                  <a:pt x="304835" y="157560"/>
                </a:cubicBezTo>
                <a:cubicBezTo>
                  <a:pt x="304835" y="157560"/>
                  <a:pt x="304835" y="157560"/>
                  <a:pt x="280912" y="92075"/>
                </a:cubicBezTo>
                <a:close/>
                <a:moveTo>
                  <a:pt x="231699" y="82550"/>
                </a:moveTo>
                <a:cubicBezTo>
                  <a:pt x="235715" y="82550"/>
                  <a:pt x="239730" y="82550"/>
                  <a:pt x="243745" y="82550"/>
                </a:cubicBezTo>
                <a:cubicBezTo>
                  <a:pt x="253115" y="82550"/>
                  <a:pt x="262484" y="82550"/>
                  <a:pt x="262484" y="82550"/>
                </a:cubicBezTo>
                <a:cubicBezTo>
                  <a:pt x="267838" y="82550"/>
                  <a:pt x="271854" y="85177"/>
                  <a:pt x="273192" y="89117"/>
                </a:cubicBezTo>
                <a:cubicBezTo>
                  <a:pt x="273192" y="89117"/>
                  <a:pt x="273192" y="89117"/>
                  <a:pt x="297285" y="160041"/>
                </a:cubicBezTo>
                <a:cubicBezTo>
                  <a:pt x="299962" y="165294"/>
                  <a:pt x="297285" y="170548"/>
                  <a:pt x="291931" y="171861"/>
                </a:cubicBezTo>
                <a:cubicBezTo>
                  <a:pt x="286577" y="174488"/>
                  <a:pt x="281223" y="170548"/>
                  <a:pt x="279885" y="166608"/>
                </a:cubicBezTo>
                <a:cubicBezTo>
                  <a:pt x="279885" y="166608"/>
                  <a:pt x="279885" y="166608"/>
                  <a:pt x="271854" y="144280"/>
                </a:cubicBezTo>
                <a:cubicBezTo>
                  <a:pt x="271854" y="144280"/>
                  <a:pt x="271854" y="144280"/>
                  <a:pt x="271854" y="253292"/>
                </a:cubicBezTo>
                <a:cubicBezTo>
                  <a:pt x="271854" y="259859"/>
                  <a:pt x="266500" y="265113"/>
                  <a:pt x="259807" y="265113"/>
                </a:cubicBezTo>
                <a:cubicBezTo>
                  <a:pt x="253115" y="265113"/>
                  <a:pt x="247761" y="259859"/>
                  <a:pt x="247761" y="253292"/>
                </a:cubicBezTo>
                <a:cubicBezTo>
                  <a:pt x="247761" y="253292"/>
                  <a:pt x="247761" y="253292"/>
                  <a:pt x="247761" y="183682"/>
                </a:cubicBezTo>
                <a:cubicBezTo>
                  <a:pt x="257130" y="179742"/>
                  <a:pt x="262484" y="169235"/>
                  <a:pt x="258469" y="160041"/>
                </a:cubicBezTo>
                <a:cubicBezTo>
                  <a:pt x="258469" y="160041"/>
                  <a:pt x="258469" y="160041"/>
                  <a:pt x="231699" y="82550"/>
                </a:cubicBezTo>
                <a:close/>
                <a:moveTo>
                  <a:pt x="177724" y="77788"/>
                </a:moveTo>
                <a:cubicBezTo>
                  <a:pt x="177724" y="77788"/>
                  <a:pt x="213196" y="77788"/>
                  <a:pt x="214510" y="77788"/>
                </a:cubicBezTo>
                <a:cubicBezTo>
                  <a:pt x="219765" y="77788"/>
                  <a:pt x="223707" y="80406"/>
                  <a:pt x="225021" y="85643"/>
                </a:cubicBezTo>
                <a:cubicBezTo>
                  <a:pt x="225021" y="85643"/>
                  <a:pt x="225021" y="85643"/>
                  <a:pt x="252610" y="162884"/>
                </a:cubicBezTo>
                <a:cubicBezTo>
                  <a:pt x="253924" y="168121"/>
                  <a:pt x="251296" y="174667"/>
                  <a:pt x="246041" y="175976"/>
                </a:cubicBezTo>
                <a:cubicBezTo>
                  <a:pt x="239472" y="178595"/>
                  <a:pt x="234217" y="175976"/>
                  <a:pt x="231590" y="169430"/>
                </a:cubicBezTo>
                <a:cubicBezTo>
                  <a:pt x="231590" y="169430"/>
                  <a:pt x="231590" y="169430"/>
                  <a:pt x="223707" y="145865"/>
                </a:cubicBezTo>
                <a:cubicBezTo>
                  <a:pt x="223707" y="145865"/>
                  <a:pt x="223707" y="145865"/>
                  <a:pt x="223707" y="266309"/>
                </a:cubicBezTo>
                <a:cubicBezTo>
                  <a:pt x="223707" y="272855"/>
                  <a:pt x="218452" y="279401"/>
                  <a:pt x="210569" y="279401"/>
                </a:cubicBezTo>
                <a:cubicBezTo>
                  <a:pt x="204000" y="279401"/>
                  <a:pt x="198745" y="272855"/>
                  <a:pt x="198745" y="266309"/>
                </a:cubicBezTo>
                <a:cubicBezTo>
                  <a:pt x="198745" y="266309"/>
                  <a:pt x="198745" y="266309"/>
                  <a:pt x="198745" y="189068"/>
                </a:cubicBezTo>
                <a:cubicBezTo>
                  <a:pt x="198745" y="189068"/>
                  <a:pt x="198745" y="189068"/>
                  <a:pt x="197759" y="189068"/>
                </a:cubicBezTo>
                <a:lnTo>
                  <a:pt x="194803" y="189068"/>
                </a:lnTo>
                <a:cubicBezTo>
                  <a:pt x="200059" y="187759"/>
                  <a:pt x="204000" y="183831"/>
                  <a:pt x="206628" y="178595"/>
                </a:cubicBezTo>
                <a:cubicBezTo>
                  <a:pt x="209255" y="173358"/>
                  <a:pt x="209255" y="168121"/>
                  <a:pt x="206628" y="162884"/>
                </a:cubicBezTo>
                <a:cubicBezTo>
                  <a:pt x="206628" y="162884"/>
                  <a:pt x="206628" y="162884"/>
                  <a:pt x="177724" y="79097"/>
                </a:cubicBezTo>
                <a:cubicBezTo>
                  <a:pt x="177724" y="79097"/>
                  <a:pt x="177724" y="77788"/>
                  <a:pt x="177724" y="77788"/>
                </a:cubicBezTo>
                <a:close/>
                <a:moveTo>
                  <a:pt x="120574" y="73025"/>
                </a:moveTo>
                <a:cubicBezTo>
                  <a:pt x="120574" y="73025"/>
                  <a:pt x="157008" y="73025"/>
                  <a:pt x="157008" y="73025"/>
                </a:cubicBezTo>
                <a:cubicBezTo>
                  <a:pt x="162213" y="73025"/>
                  <a:pt x="167418" y="75668"/>
                  <a:pt x="168720" y="80953"/>
                </a:cubicBezTo>
                <a:cubicBezTo>
                  <a:pt x="168720" y="80953"/>
                  <a:pt x="168720" y="80953"/>
                  <a:pt x="197347" y="166840"/>
                </a:cubicBezTo>
                <a:cubicBezTo>
                  <a:pt x="199949" y="172125"/>
                  <a:pt x="197347" y="178732"/>
                  <a:pt x="190840" y="181375"/>
                </a:cubicBezTo>
                <a:cubicBezTo>
                  <a:pt x="184334" y="184017"/>
                  <a:pt x="177828" y="180053"/>
                  <a:pt x="176527" y="173447"/>
                </a:cubicBezTo>
                <a:lnTo>
                  <a:pt x="167418" y="148341"/>
                </a:lnTo>
                <a:cubicBezTo>
                  <a:pt x="167418" y="148341"/>
                  <a:pt x="167418" y="148341"/>
                  <a:pt x="167418" y="279153"/>
                </a:cubicBezTo>
                <a:cubicBezTo>
                  <a:pt x="167418" y="287081"/>
                  <a:pt x="160912" y="293688"/>
                  <a:pt x="153105" y="293688"/>
                </a:cubicBezTo>
                <a:cubicBezTo>
                  <a:pt x="145297" y="293688"/>
                  <a:pt x="140093" y="287081"/>
                  <a:pt x="140093" y="279153"/>
                </a:cubicBezTo>
                <a:cubicBezTo>
                  <a:pt x="140093" y="279153"/>
                  <a:pt x="140093" y="279153"/>
                  <a:pt x="140093" y="195909"/>
                </a:cubicBezTo>
                <a:cubicBezTo>
                  <a:pt x="140093" y="195909"/>
                  <a:pt x="140093" y="195909"/>
                  <a:pt x="133586" y="195909"/>
                </a:cubicBezTo>
                <a:cubicBezTo>
                  <a:pt x="134888" y="195909"/>
                  <a:pt x="136189" y="195909"/>
                  <a:pt x="138791" y="194588"/>
                </a:cubicBezTo>
                <a:cubicBezTo>
                  <a:pt x="150502" y="190624"/>
                  <a:pt x="155707" y="177411"/>
                  <a:pt x="151804" y="166840"/>
                </a:cubicBezTo>
                <a:cubicBezTo>
                  <a:pt x="151804" y="166840"/>
                  <a:pt x="151804" y="166840"/>
                  <a:pt x="120574" y="73025"/>
                </a:cubicBezTo>
                <a:close/>
                <a:moveTo>
                  <a:pt x="46220" y="66675"/>
                </a:moveTo>
                <a:cubicBezTo>
                  <a:pt x="47550" y="66675"/>
                  <a:pt x="59520" y="66675"/>
                  <a:pt x="72821" y="66675"/>
                </a:cubicBezTo>
                <a:cubicBezTo>
                  <a:pt x="84792" y="66675"/>
                  <a:pt x="96762" y="66675"/>
                  <a:pt x="98092" y="66675"/>
                </a:cubicBezTo>
                <a:cubicBezTo>
                  <a:pt x="103413" y="66675"/>
                  <a:pt x="108733" y="69315"/>
                  <a:pt x="111393" y="74595"/>
                </a:cubicBezTo>
                <a:cubicBezTo>
                  <a:pt x="111393" y="74595"/>
                  <a:pt x="111393" y="74595"/>
                  <a:pt x="143315" y="169638"/>
                </a:cubicBezTo>
                <a:cubicBezTo>
                  <a:pt x="145975" y="176239"/>
                  <a:pt x="143315" y="184159"/>
                  <a:pt x="135334" y="185479"/>
                </a:cubicBezTo>
                <a:cubicBezTo>
                  <a:pt x="128684" y="188119"/>
                  <a:pt x="122034" y="184159"/>
                  <a:pt x="119374" y="177559"/>
                </a:cubicBezTo>
                <a:cubicBezTo>
                  <a:pt x="119374" y="177559"/>
                  <a:pt x="119374" y="177559"/>
                  <a:pt x="108733" y="148518"/>
                </a:cubicBezTo>
                <a:cubicBezTo>
                  <a:pt x="108733" y="148518"/>
                  <a:pt x="108733" y="148518"/>
                  <a:pt x="108733" y="295043"/>
                </a:cubicBezTo>
                <a:cubicBezTo>
                  <a:pt x="108733" y="302963"/>
                  <a:pt x="102083" y="309563"/>
                  <a:pt x="94102" y="309563"/>
                </a:cubicBezTo>
                <a:cubicBezTo>
                  <a:pt x="84792" y="309563"/>
                  <a:pt x="78141" y="302963"/>
                  <a:pt x="78141" y="295043"/>
                </a:cubicBezTo>
                <a:cubicBezTo>
                  <a:pt x="78141" y="295043"/>
                  <a:pt x="78141" y="295043"/>
                  <a:pt x="78141" y="202640"/>
                </a:cubicBezTo>
                <a:cubicBezTo>
                  <a:pt x="78141" y="202640"/>
                  <a:pt x="78141" y="202640"/>
                  <a:pt x="66171" y="202640"/>
                </a:cubicBezTo>
                <a:cubicBezTo>
                  <a:pt x="66171" y="202640"/>
                  <a:pt x="66171" y="202640"/>
                  <a:pt x="66171" y="295043"/>
                </a:cubicBezTo>
                <a:cubicBezTo>
                  <a:pt x="66171" y="302963"/>
                  <a:pt x="59520" y="309563"/>
                  <a:pt x="50210" y="309563"/>
                </a:cubicBezTo>
                <a:cubicBezTo>
                  <a:pt x="42229" y="309563"/>
                  <a:pt x="35579" y="302963"/>
                  <a:pt x="35579" y="295043"/>
                </a:cubicBezTo>
                <a:cubicBezTo>
                  <a:pt x="35579" y="295043"/>
                  <a:pt x="35579" y="295043"/>
                  <a:pt x="35579" y="148518"/>
                </a:cubicBezTo>
                <a:cubicBezTo>
                  <a:pt x="35579" y="148518"/>
                  <a:pt x="35579" y="148518"/>
                  <a:pt x="24938" y="177559"/>
                </a:cubicBezTo>
                <a:cubicBezTo>
                  <a:pt x="22278" y="184159"/>
                  <a:pt x="15628" y="188119"/>
                  <a:pt x="8978" y="185479"/>
                </a:cubicBezTo>
                <a:cubicBezTo>
                  <a:pt x="997" y="184159"/>
                  <a:pt x="-1663" y="176239"/>
                  <a:pt x="997" y="169638"/>
                </a:cubicBezTo>
                <a:cubicBezTo>
                  <a:pt x="997" y="169638"/>
                  <a:pt x="997" y="169638"/>
                  <a:pt x="32919" y="74595"/>
                </a:cubicBezTo>
                <a:cubicBezTo>
                  <a:pt x="35579" y="69315"/>
                  <a:pt x="40899" y="66675"/>
                  <a:pt x="46220" y="66675"/>
                </a:cubicBezTo>
                <a:close/>
                <a:moveTo>
                  <a:pt x="289643" y="49213"/>
                </a:moveTo>
                <a:cubicBezTo>
                  <a:pt x="301549" y="49213"/>
                  <a:pt x="309487" y="58103"/>
                  <a:pt x="309487" y="68263"/>
                </a:cubicBezTo>
                <a:cubicBezTo>
                  <a:pt x="309487" y="79693"/>
                  <a:pt x="300227" y="87313"/>
                  <a:pt x="289643" y="87313"/>
                </a:cubicBezTo>
                <a:cubicBezTo>
                  <a:pt x="280383" y="87313"/>
                  <a:pt x="269799" y="79693"/>
                  <a:pt x="269799" y="68263"/>
                </a:cubicBezTo>
                <a:cubicBezTo>
                  <a:pt x="269799" y="68263"/>
                  <a:pt x="271122" y="68263"/>
                  <a:pt x="271122" y="68263"/>
                </a:cubicBezTo>
                <a:cubicBezTo>
                  <a:pt x="271122" y="65723"/>
                  <a:pt x="272445" y="63183"/>
                  <a:pt x="272445" y="59373"/>
                </a:cubicBezTo>
                <a:cubicBezTo>
                  <a:pt x="276414" y="54293"/>
                  <a:pt x="283028" y="49213"/>
                  <a:pt x="289643" y="49213"/>
                </a:cubicBezTo>
                <a:close/>
                <a:moveTo>
                  <a:pt x="244544" y="33338"/>
                </a:moveTo>
                <a:cubicBezTo>
                  <a:pt x="257533" y="33338"/>
                  <a:pt x="266625" y="43861"/>
                  <a:pt x="266625" y="55699"/>
                </a:cubicBezTo>
                <a:cubicBezTo>
                  <a:pt x="266625" y="68853"/>
                  <a:pt x="256234" y="79376"/>
                  <a:pt x="244544" y="79376"/>
                </a:cubicBezTo>
                <a:cubicBezTo>
                  <a:pt x="235452" y="79376"/>
                  <a:pt x="226360" y="72799"/>
                  <a:pt x="223762" y="63592"/>
                </a:cubicBezTo>
                <a:cubicBezTo>
                  <a:pt x="225061" y="59645"/>
                  <a:pt x="226360" y="54384"/>
                  <a:pt x="226360" y="49123"/>
                </a:cubicBezTo>
                <a:cubicBezTo>
                  <a:pt x="226360" y="47807"/>
                  <a:pt x="226360" y="46492"/>
                  <a:pt x="226360" y="43861"/>
                </a:cubicBezTo>
                <a:cubicBezTo>
                  <a:pt x="230256" y="37284"/>
                  <a:pt x="236751" y="33338"/>
                  <a:pt x="244544" y="33338"/>
                </a:cubicBezTo>
                <a:close/>
                <a:moveTo>
                  <a:pt x="192806" y="23813"/>
                </a:moveTo>
                <a:cubicBezTo>
                  <a:pt x="205756" y="23813"/>
                  <a:pt x="217412" y="35469"/>
                  <a:pt x="217412" y="48420"/>
                </a:cubicBezTo>
                <a:cubicBezTo>
                  <a:pt x="217412" y="62665"/>
                  <a:pt x="205756" y="73026"/>
                  <a:pt x="192806" y="73026"/>
                </a:cubicBezTo>
                <a:cubicBezTo>
                  <a:pt x="179855" y="73026"/>
                  <a:pt x="169494" y="63961"/>
                  <a:pt x="168199" y="51010"/>
                </a:cubicBezTo>
                <a:cubicBezTo>
                  <a:pt x="169494" y="48420"/>
                  <a:pt x="170789" y="44534"/>
                  <a:pt x="170789" y="39354"/>
                </a:cubicBezTo>
                <a:cubicBezTo>
                  <a:pt x="170789" y="39354"/>
                  <a:pt x="170789" y="39354"/>
                  <a:pt x="170789" y="38059"/>
                </a:cubicBezTo>
                <a:cubicBezTo>
                  <a:pt x="174674" y="30288"/>
                  <a:pt x="182445" y="23813"/>
                  <a:pt x="192806" y="23813"/>
                </a:cubicBezTo>
                <a:close/>
                <a:moveTo>
                  <a:pt x="133275" y="12700"/>
                </a:moveTo>
                <a:cubicBezTo>
                  <a:pt x="148118" y="12700"/>
                  <a:pt x="160262" y="24548"/>
                  <a:pt x="160262" y="39029"/>
                </a:cubicBezTo>
                <a:cubicBezTo>
                  <a:pt x="160262" y="54827"/>
                  <a:pt x="148118" y="66675"/>
                  <a:pt x="133275" y="66675"/>
                </a:cubicBezTo>
                <a:cubicBezTo>
                  <a:pt x="121130" y="66675"/>
                  <a:pt x="110335" y="60093"/>
                  <a:pt x="106287" y="48245"/>
                </a:cubicBezTo>
                <a:cubicBezTo>
                  <a:pt x="108986" y="42979"/>
                  <a:pt x="111685" y="36396"/>
                  <a:pt x="111685" y="29814"/>
                </a:cubicBezTo>
                <a:cubicBezTo>
                  <a:pt x="111685" y="27181"/>
                  <a:pt x="110335" y="25865"/>
                  <a:pt x="110335" y="23232"/>
                </a:cubicBezTo>
                <a:cubicBezTo>
                  <a:pt x="115733" y="16649"/>
                  <a:pt x="123829" y="12700"/>
                  <a:pt x="133275" y="12700"/>
                </a:cubicBezTo>
                <a:close/>
                <a:moveTo>
                  <a:pt x="72809" y="0"/>
                </a:moveTo>
                <a:cubicBezTo>
                  <a:pt x="88472" y="0"/>
                  <a:pt x="101525" y="14426"/>
                  <a:pt x="101525" y="30163"/>
                </a:cubicBezTo>
                <a:cubicBezTo>
                  <a:pt x="101525" y="47211"/>
                  <a:pt x="87167" y="60325"/>
                  <a:pt x="72809" y="60325"/>
                </a:cubicBezTo>
                <a:cubicBezTo>
                  <a:pt x="57145" y="60325"/>
                  <a:pt x="42787" y="47211"/>
                  <a:pt x="42787" y="30163"/>
                </a:cubicBezTo>
                <a:cubicBezTo>
                  <a:pt x="42787" y="14426"/>
                  <a:pt x="55840" y="0"/>
                  <a:pt x="72809" y="0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1D9145-B97E-BEC8-A86D-9CC964BF89B1}"/>
              </a:ext>
            </a:extLst>
          </p:cNvPr>
          <p:cNvSpPr/>
          <p:nvPr/>
        </p:nvSpPr>
        <p:spPr>
          <a:xfrm>
            <a:off x="947738" y="2955055"/>
            <a:ext cx="6948488" cy="1301635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6988977-C992-410C-AFC5-87DEA0B8B7A7}"/>
              </a:ext>
            </a:extLst>
          </p:cNvPr>
          <p:cNvSpPr/>
          <p:nvPr/>
        </p:nvSpPr>
        <p:spPr>
          <a:xfrm>
            <a:off x="1374340" y="3200048"/>
            <a:ext cx="811648" cy="811648"/>
          </a:xfrm>
          <a:prstGeom prst="ellipse">
            <a:avLst/>
          </a:prstGeom>
          <a:solidFill>
            <a:schemeClr val="bg1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404040"/>
              </a:solidFill>
              <a:latin typeface="Arial"/>
              <a:ea typeface="微软雅黑"/>
            </a:endParaRPr>
          </a:p>
        </p:txBody>
      </p:sp>
      <p:sp>
        <p:nvSpPr>
          <p:cNvPr id="17" name="椭圆 71" descr="D:\51PPT模板网\51pptmoban.com\图片.jpg">
            <a:extLst>
              <a:ext uri="{FF2B5EF4-FFF2-40B4-BE49-F238E27FC236}">
                <a16:creationId xmlns:a16="http://schemas.microsoft.com/office/drawing/2014/main" id="{C6B29BBE-DE59-B2C8-9FA5-4AEE0D65E926}"/>
              </a:ext>
            </a:extLst>
          </p:cNvPr>
          <p:cNvSpPr/>
          <p:nvPr/>
        </p:nvSpPr>
        <p:spPr>
          <a:xfrm>
            <a:off x="1624062" y="3375647"/>
            <a:ext cx="329922" cy="417280"/>
          </a:xfrm>
          <a:custGeom>
            <a:avLst/>
            <a:gdLst>
              <a:gd name="connsiteX0" fmla="*/ 126399 w 261072"/>
              <a:gd name="connsiteY0" fmla="*/ 143933 h 330200"/>
              <a:gd name="connsiteX1" fmla="*/ 114493 w 261072"/>
              <a:gd name="connsiteY1" fmla="*/ 165100 h 330200"/>
              <a:gd name="connsiteX2" fmla="*/ 135660 w 261072"/>
              <a:gd name="connsiteY2" fmla="*/ 179652 h 330200"/>
              <a:gd name="connsiteX3" fmla="*/ 148889 w 261072"/>
              <a:gd name="connsiteY3" fmla="*/ 157162 h 330200"/>
              <a:gd name="connsiteX4" fmla="*/ 126399 w 261072"/>
              <a:gd name="connsiteY4" fmla="*/ 143933 h 330200"/>
              <a:gd name="connsiteX5" fmla="*/ 62158 w 261072"/>
              <a:gd name="connsiteY5" fmla="*/ 142587 h 330200"/>
              <a:gd name="connsiteX6" fmla="*/ 59301 w 261072"/>
              <a:gd name="connsiteY6" fmla="*/ 149803 h 330200"/>
              <a:gd name="connsiteX7" fmla="*/ 67873 w 261072"/>
              <a:gd name="connsiteY7" fmla="*/ 154132 h 330200"/>
              <a:gd name="connsiteX8" fmla="*/ 70731 w 261072"/>
              <a:gd name="connsiteY8" fmla="*/ 145473 h 330200"/>
              <a:gd name="connsiteX9" fmla="*/ 62158 w 261072"/>
              <a:gd name="connsiteY9" fmla="*/ 142587 h 330200"/>
              <a:gd name="connsiteX10" fmla="*/ 60253 w 261072"/>
              <a:gd name="connsiteY10" fmla="*/ 111601 h 330200"/>
              <a:gd name="connsiteX11" fmla="*/ 50887 w 261072"/>
              <a:gd name="connsiteY11" fmla="*/ 112077 h 330200"/>
              <a:gd name="connsiteX12" fmla="*/ 41997 w 261072"/>
              <a:gd name="connsiteY12" fmla="*/ 118427 h 330200"/>
              <a:gd name="connsiteX13" fmla="*/ 47077 w 261072"/>
              <a:gd name="connsiteY13" fmla="*/ 124777 h 330200"/>
              <a:gd name="connsiteX14" fmla="*/ 52157 w 261072"/>
              <a:gd name="connsiteY14" fmla="*/ 119697 h 330200"/>
              <a:gd name="connsiteX15" fmla="*/ 57237 w 261072"/>
              <a:gd name="connsiteY15" fmla="*/ 122237 h 330200"/>
              <a:gd name="connsiteX16" fmla="*/ 57237 w 261072"/>
              <a:gd name="connsiteY16" fmla="*/ 128587 h 330200"/>
              <a:gd name="connsiteX17" fmla="*/ 57237 w 261072"/>
              <a:gd name="connsiteY17" fmla="*/ 140017 h 330200"/>
              <a:gd name="connsiteX18" fmla="*/ 58507 w 261072"/>
              <a:gd name="connsiteY18" fmla="*/ 141287 h 330200"/>
              <a:gd name="connsiteX19" fmla="*/ 66127 w 261072"/>
              <a:gd name="connsiteY19" fmla="*/ 137477 h 330200"/>
              <a:gd name="connsiteX20" fmla="*/ 64857 w 261072"/>
              <a:gd name="connsiteY20" fmla="*/ 136207 h 330200"/>
              <a:gd name="connsiteX21" fmla="*/ 64857 w 261072"/>
              <a:gd name="connsiteY21" fmla="*/ 128587 h 330200"/>
              <a:gd name="connsiteX22" fmla="*/ 64857 w 261072"/>
              <a:gd name="connsiteY22" fmla="*/ 115887 h 330200"/>
              <a:gd name="connsiteX23" fmla="*/ 60253 w 261072"/>
              <a:gd name="connsiteY23" fmla="*/ 111601 h 330200"/>
              <a:gd name="connsiteX24" fmla="*/ 182967 w 261072"/>
              <a:gd name="connsiteY24" fmla="*/ 102870 h 330200"/>
              <a:gd name="connsiteX25" fmla="*/ 170584 w 261072"/>
              <a:gd name="connsiteY25" fmla="*/ 109220 h 330200"/>
              <a:gd name="connsiteX26" fmla="*/ 178839 w 261072"/>
              <a:gd name="connsiteY26" fmla="*/ 119380 h 330200"/>
              <a:gd name="connsiteX27" fmla="*/ 189846 w 261072"/>
              <a:gd name="connsiteY27" fmla="*/ 113030 h 330200"/>
              <a:gd name="connsiteX28" fmla="*/ 182967 w 261072"/>
              <a:gd name="connsiteY28" fmla="*/ 102870 h 330200"/>
              <a:gd name="connsiteX29" fmla="*/ 176934 w 261072"/>
              <a:gd name="connsiteY29" fmla="*/ 50542 h 330200"/>
              <a:gd name="connsiteX30" fmla="*/ 178287 w 261072"/>
              <a:gd name="connsiteY30" fmla="*/ 62513 h 330200"/>
              <a:gd name="connsiteX31" fmla="*/ 189105 w 261072"/>
              <a:gd name="connsiteY31" fmla="*/ 62513 h 330200"/>
              <a:gd name="connsiteX32" fmla="*/ 194515 w 261072"/>
              <a:gd name="connsiteY32" fmla="*/ 69163 h 330200"/>
              <a:gd name="connsiteX33" fmla="*/ 186401 w 261072"/>
              <a:gd name="connsiteY33" fmla="*/ 78474 h 330200"/>
              <a:gd name="connsiteX34" fmla="*/ 176934 w 261072"/>
              <a:gd name="connsiteY34" fmla="*/ 93105 h 330200"/>
              <a:gd name="connsiteX35" fmla="*/ 176934 w 261072"/>
              <a:gd name="connsiteY35" fmla="*/ 95765 h 330200"/>
              <a:gd name="connsiteX36" fmla="*/ 190458 w 261072"/>
              <a:gd name="connsiteY36" fmla="*/ 98425 h 330200"/>
              <a:gd name="connsiteX37" fmla="*/ 190458 w 261072"/>
              <a:gd name="connsiteY37" fmla="*/ 97095 h 330200"/>
              <a:gd name="connsiteX38" fmla="*/ 198572 w 261072"/>
              <a:gd name="connsiteY38" fmla="*/ 85124 h 330200"/>
              <a:gd name="connsiteX39" fmla="*/ 210743 w 261072"/>
              <a:gd name="connsiteY39" fmla="*/ 70494 h 330200"/>
              <a:gd name="connsiteX40" fmla="*/ 194515 w 261072"/>
              <a:gd name="connsiteY40" fmla="*/ 50542 h 330200"/>
              <a:gd name="connsiteX41" fmla="*/ 176934 w 261072"/>
              <a:gd name="connsiteY41" fmla="*/ 50542 h 330200"/>
              <a:gd name="connsiteX42" fmla="*/ 104071 w 261072"/>
              <a:gd name="connsiteY42" fmla="*/ 44936 h 330200"/>
              <a:gd name="connsiteX43" fmla="*/ 73747 w 261072"/>
              <a:gd name="connsiteY43" fmla="*/ 60685 h 330200"/>
              <a:gd name="connsiteX44" fmla="*/ 85613 w 261072"/>
              <a:gd name="connsiteY44" fmla="*/ 80370 h 330200"/>
              <a:gd name="connsiteX45" fmla="*/ 102752 w 261072"/>
              <a:gd name="connsiteY45" fmla="*/ 69871 h 330200"/>
              <a:gd name="connsiteX46" fmla="*/ 119892 w 261072"/>
              <a:gd name="connsiteY46" fmla="*/ 77745 h 330200"/>
              <a:gd name="connsiteX47" fmla="*/ 113300 w 261072"/>
              <a:gd name="connsiteY47" fmla="*/ 101367 h 330200"/>
              <a:gd name="connsiteX48" fmla="*/ 109345 w 261072"/>
              <a:gd name="connsiteY48" fmla="*/ 134175 h 330200"/>
              <a:gd name="connsiteX49" fmla="*/ 110663 w 261072"/>
              <a:gd name="connsiteY49" fmla="*/ 138112 h 330200"/>
              <a:gd name="connsiteX50" fmla="*/ 137032 w 261072"/>
              <a:gd name="connsiteY50" fmla="*/ 132863 h 330200"/>
              <a:gd name="connsiteX51" fmla="*/ 135713 w 261072"/>
              <a:gd name="connsiteY51" fmla="*/ 128926 h 330200"/>
              <a:gd name="connsiteX52" fmla="*/ 139669 w 261072"/>
              <a:gd name="connsiteY52" fmla="*/ 102679 h 330200"/>
              <a:gd name="connsiteX53" fmla="*/ 148898 w 261072"/>
              <a:gd name="connsiteY53" fmla="*/ 65934 h 330200"/>
              <a:gd name="connsiteX54" fmla="*/ 104071 w 261072"/>
              <a:gd name="connsiteY54" fmla="*/ 44936 h 330200"/>
              <a:gd name="connsiteX55" fmla="*/ 134819 w 261072"/>
              <a:gd name="connsiteY55" fmla="*/ 0 h 330200"/>
              <a:gd name="connsiteX56" fmla="*/ 221618 w 261072"/>
              <a:gd name="connsiteY56" fmla="*/ 35519 h 330200"/>
              <a:gd name="connsiteX57" fmla="*/ 247921 w 261072"/>
              <a:gd name="connsiteY57" fmla="*/ 113137 h 330200"/>
              <a:gd name="connsiteX58" fmla="*/ 243975 w 261072"/>
              <a:gd name="connsiteY58" fmla="*/ 144709 h 330200"/>
              <a:gd name="connsiteX59" fmla="*/ 261072 w 261072"/>
              <a:gd name="connsiteY59" fmla="*/ 180229 h 330200"/>
              <a:gd name="connsiteX60" fmla="*/ 246606 w 261072"/>
              <a:gd name="connsiteY60" fmla="*/ 190753 h 330200"/>
              <a:gd name="connsiteX61" fmla="*/ 243975 w 261072"/>
              <a:gd name="connsiteY61" fmla="*/ 198646 h 330200"/>
              <a:gd name="connsiteX62" fmla="*/ 243975 w 261072"/>
              <a:gd name="connsiteY62" fmla="*/ 210486 h 330200"/>
              <a:gd name="connsiteX63" fmla="*/ 237400 w 261072"/>
              <a:gd name="connsiteY63" fmla="*/ 215748 h 330200"/>
              <a:gd name="connsiteX64" fmla="*/ 237400 w 261072"/>
              <a:gd name="connsiteY64" fmla="*/ 219695 h 330200"/>
              <a:gd name="connsiteX65" fmla="*/ 236085 w 261072"/>
              <a:gd name="connsiteY65" fmla="*/ 230219 h 330200"/>
              <a:gd name="connsiteX66" fmla="*/ 232139 w 261072"/>
              <a:gd name="connsiteY66" fmla="*/ 244690 h 330200"/>
              <a:gd name="connsiteX67" fmla="*/ 229509 w 261072"/>
              <a:gd name="connsiteY67" fmla="*/ 263108 h 330200"/>
              <a:gd name="connsiteX68" fmla="*/ 196631 w 261072"/>
              <a:gd name="connsiteY68" fmla="*/ 267054 h 330200"/>
              <a:gd name="connsiteX69" fmla="*/ 161121 w 261072"/>
              <a:gd name="connsiteY69" fmla="*/ 273632 h 330200"/>
              <a:gd name="connsiteX70" fmla="*/ 136134 w 261072"/>
              <a:gd name="connsiteY70" fmla="*/ 330200 h 330200"/>
              <a:gd name="connsiteX71" fmla="*/ 45389 w 261072"/>
              <a:gd name="connsiteY71" fmla="*/ 246006 h 330200"/>
              <a:gd name="connsiteX72" fmla="*/ 32238 w 261072"/>
              <a:gd name="connsiteY72" fmla="*/ 184176 h 330200"/>
              <a:gd name="connsiteX73" fmla="*/ 675 w 261072"/>
              <a:gd name="connsiteY73" fmla="*/ 121030 h 330200"/>
              <a:gd name="connsiteX74" fmla="*/ 30923 w 261072"/>
              <a:gd name="connsiteY74" fmla="*/ 40781 h 330200"/>
              <a:gd name="connsiteX75" fmla="*/ 134819 w 261072"/>
              <a:gd name="connsiteY75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61072" h="330200">
                <a:moveTo>
                  <a:pt x="126399" y="143933"/>
                </a:moveTo>
                <a:cubicBezTo>
                  <a:pt x="117138" y="146579"/>
                  <a:pt x="111847" y="155840"/>
                  <a:pt x="114493" y="165100"/>
                </a:cubicBezTo>
                <a:cubicBezTo>
                  <a:pt x="115816" y="175684"/>
                  <a:pt x="125076" y="180975"/>
                  <a:pt x="135660" y="179652"/>
                </a:cubicBezTo>
                <a:cubicBezTo>
                  <a:pt x="146243" y="177006"/>
                  <a:pt x="151535" y="167746"/>
                  <a:pt x="148889" y="157162"/>
                </a:cubicBezTo>
                <a:cubicBezTo>
                  <a:pt x="146243" y="146579"/>
                  <a:pt x="136982" y="141287"/>
                  <a:pt x="126399" y="143933"/>
                </a:cubicBezTo>
                <a:close/>
                <a:moveTo>
                  <a:pt x="62158" y="142587"/>
                </a:moveTo>
                <a:cubicBezTo>
                  <a:pt x="59301" y="144030"/>
                  <a:pt x="57872" y="146916"/>
                  <a:pt x="59301" y="149803"/>
                </a:cubicBezTo>
                <a:cubicBezTo>
                  <a:pt x="60729" y="154132"/>
                  <a:pt x="65016" y="155575"/>
                  <a:pt x="67873" y="154132"/>
                </a:cubicBezTo>
                <a:cubicBezTo>
                  <a:pt x="70731" y="152689"/>
                  <a:pt x="72160" y="148359"/>
                  <a:pt x="70731" y="145473"/>
                </a:cubicBezTo>
                <a:cubicBezTo>
                  <a:pt x="69302" y="141143"/>
                  <a:pt x="66445" y="139700"/>
                  <a:pt x="62158" y="142587"/>
                </a:cubicBezTo>
                <a:close/>
                <a:moveTo>
                  <a:pt x="60253" y="111601"/>
                </a:moveTo>
                <a:cubicBezTo>
                  <a:pt x="57872" y="110807"/>
                  <a:pt x="54697" y="110807"/>
                  <a:pt x="50887" y="112077"/>
                </a:cubicBezTo>
                <a:cubicBezTo>
                  <a:pt x="47077" y="114617"/>
                  <a:pt x="43267" y="117157"/>
                  <a:pt x="41997" y="118427"/>
                </a:cubicBezTo>
                <a:cubicBezTo>
                  <a:pt x="41997" y="118427"/>
                  <a:pt x="41997" y="118427"/>
                  <a:pt x="47077" y="124777"/>
                </a:cubicBezTo>
                <a:cubicBezTo>
                  <a:pt x="48347" y="122237"/>
                  <a:pt x="49617" y="120967"/>
                  <a:pt x="52157" y="119697"/>
                </a:cubicBezTo>
                <a:cubicBezTo>
                  <a:pt x="54697" y="118427"/>
                  <a:pt x="55967" y="119697"/>
                  <a:pt x="57237" y="122237"/>
                </a:cubicBezTo>
                <a:cubicBezTo>
                  <a:pt x="58507" y="123507"/>
                  <a:pt x="57237" y="126047"/>
                  <a:pt x="57237" y="128587"/>
                </a:cubicBezTo>
                <a:cubicBezTo>
                  <a:pt x="55967" y="133667"/>
                  <a:pt x="55967" y="136207"/>
                  <a:pt x="57237" y="140017"/>
                </a:cubicBezTo>
                <a:lnTo>
                  <a:pt x="58507" y="141287"/>
                </a:lnTo>
                <a:cubicBezTo>
                  <a:pt x="58507" y="141287"/>
                  <a:pt x="58507" y="141287"/>
                  <a:pt x="66127" y="137477"/>
                </a:cubicBezTo>
                <a:cubicBezTo>
                  <a:pt x="66127" y="137477"/>
                  <a:pt x="66127" y="137477"/>
                  <a:pt x="64857" y="136207"/>
                </a:cubicBezTo>
                <a:cubicBezTo>
                  <a:pt x="63587" y="133667"/>
                  <a:pt x="63587" y="131127"/>
                  <a:pt x="64857" y="128587"/>
                </a:cubicBezTo>
                <a:cubicBezTo>
                  <a:pt x="66127" y="124777"/>
                  <a:pt x="67397" y="120967"/>
                  <a:pt x="64857" y="115887"/>
                </a:cubicBezTo>
                <a:cubicBezTo>
                  <a:pt x="64222" y="113982"/>
                  <a:pt x="62634" y="112395"/>
                  <a:pt x="60253" y="111601"/>
                </a:cubicBezTo>
                <a:close/>
                <a:moveTo>
                  <a:pt x="182967" y="102870"/>
                </a:moveTo>
                <a:cubicBezTo>
                  <a:pt x="177464" y="101600"/>
                  <a:pt x="171960" y="104140"/>
                  <a:pt x="170584" y="109220"/>
                </a:cubicBezTo>
                <a:cubicBezTo>
                  <a:pt x="170584" y="114300"/>
                  <a:pt x="173335" y="118110"/>
                  <a:pt x="178839" y="119380"/>
                </a:cubicBezTo>
                <a:cubicBezTo>
                  <a:pt x="184343" y="120650"/>
                  <a:pt x="188471" y="118110"/>
                  <a:pt x="189846" y="113030"/>
                </a:cubicBezTo>
                <a:cubicBezTo>
                  <a:pt x="191222" y="107950"/>
                  <a:pt x="188471" y="102870"/>
                  <a:pt x="182967" y="102870"/>
                </a:cubicBezTo>
                <a:close/>
                <a:moveTo>
                  <a:pt x="176934" y="50542"/>
                </a:moveTo>
                <a:cubicBezTo>
                  <a:pt x="176934" y="50542"/>
                  <a:pt x="176934" y="50542"/>
                  <a:pt x="178287" y="62513"/>
                </a:cubicBezTo>
                <a:cubicBezTo>
                  <a:pt x="180991" y="61183"/>
                  <a:pt x="185048" y="61183"/>
                  <a:pt x="189105" y="62513"/>
                </a:cubicBezTo>
                <a:cubicBezTo>
                  <a:pt x="194515" y="63843"/>
                  <a:pt x="195867" y="66503"/>
                  <a:pt x="194515" y="69163"/>
                </a:cubicBezTo>
                <a:cubicBezTo>
                  <a:pt x="194515" y="73154"/>
                  <a:pt x="190458" y="75814"/>
                  <a:pt x="186401" y="78474"/>
                </a:cubicBezTo>
                <a:cubicBezTo>
                  <a:pt x="180991" y="83794"/>
                  <a:pt x="178287" y="87785"/>
                  <a:pt x="176934" y="93105"/>
                </a:cubicBezTo>
                <a:cubicBezTo>
                  <a:pt x="176934" y="93105"/>
                  <a:pt x="176934" y="93105"/>
                  <a:pt x="176934" y="95765"/>
                </a:cubicBezTo>
                <a:cubicBezTo>
                  <a:pt x="176934" y="95765"/>
                  <a:pt x="176934" y="95765"/>
                  <a:pt x="190458" y="98425"/>
                </a:cubicBezTo>
                <a:cubicBezTo>
                  <a:pt x="190458" y="98425"/>
                  <a:pt x="190458" y="98425"/>
                  <a:pt x="190458" y="97095"/>
                </a:cubicBezTo>
                <a:cubicBezTo>
                  <a:pt x="191810" y="91775"/>
                  <a:pt x="193162" y="89115"/>
                  <a:pt x="198572" y="85124"/>
                </a:cubicBezTo>
                <a:cubicBezTo>
                  <a:pt x="203981" y="82464"/>
                  <a:pt x="209390" y="78474"/>
                  <a:pt x="210743" y="70494"/>
                </a:cubicBezTo>
                <a:cubicBezTo>
                  <a:pt x="213447" y="62513"/>
                  <a:pt x="208038" y="53202"/>
                  <a:pt x="194515" y="50542"/>
                </a:cubicBezTo>
                <a:cubicBezTo>
                  <a:pt x="187753" y="49212"/>
                  <a:pt x="180991" y="50542"/>
                  <a:pt x="176934" y="50542"/>
                </a:cubicBezTo>
                <a:close/>
                <a:moveTo>
                  <a:pt x="104071" y="44936"/>
                </a:moveTo>
                <a:cubicBezTo>
                  <a:pt x="90886" y="48873"/>
                  <a:pt x="80339" y="55435"/>
                  <a:pt x="73747" y="60685"/>
                </a:cubicBezTo>
                <a:cubicBezTo>
                  <a:pt x="73747" y="60685"/>
                  <a:pt x="73747" y="60685"/>
                  <a:pt x="85613" y="80370"/>
                </a:cubicBezTo>
                <a:cubicBezTo>
                  <a:pt x="89568" y="76433"/>
                  <a:pt x="97479" y="71183"/>
                  <a:pt x="102752" y="69871"/>
                </a:cubicBezTo>
                <a:cubicBezTo>
                  <a:pt x="113300" y="68559"/>
                  <a:pt x="118574" y="71183"/>
                  <a:pt x="119892" y="77745"/>
                </a:cubicBezTo>
                <a:cubicBezTo>
                  <a:pt x="121211" y="84307"/>
                  <a:pt x="118574" y="92181"/>
                  <a:pt x="113300" y="101367"/>
                </a:cubicBezTo>
                <a:cubicBezTo>
                  <a:pt x="108026" y="113178"/>
                  <a:pt x="106708" y="123677"/>
                  <a:pt x="109345" y="134175"/>
                </a:cubicBezTo>
                <a:cubicBezTo>
                  <a:pt x="109345" y="134175"/>
                  <a:pt x="109345" y="134175"/>
                  <a:pt x="110663" y="138112"/>
                </a:cubicBezTo>
                <a:cubicBezTo>
                  <a:pt x="110663" y="138112"/>
                  <a:pt x="110663" y="138112"/>
                  <a:pt x="137032" y="132863"/>
                </a:cubicBezTo>
                <a:cubicBezTo>
                  <a:pt x="137032" y="132863"/>
                  <a:pt x="137032" y="132863"/>
                  <a:pt x="135713" y="128926"/>
                </a:cubicBezTo>
                <a:cubicBezTo>
                  <a:pt x="134395" y="119740"/>
                  <a:pt x="134395" y="111866"/>
                  <a:pt x="139669" y="102679"/>
                </a:cubicBezTo>
                <a:cubicBezTo>
                  <a:pt x="144943" y="92181"/>
                  <a:pt x="151535" y="81682"/>
                  <a:pt x="148898" y="65934"/>
                </a:cubicBezTo>
                <a:cubicBezTo>
                  <a:pt x="144943" y="50186"/>
                  <a:pt x="129121" y="39687"/>
                  <a:pt x="104071" y="44936"/>
                </a:cubicBezTo>
                <a:close/>
                <a:moveTo>
                  <a:pt x="134819" y="0"/>
                </a:moveTo>
                <a:cubicBezTo>
                  <a:pt x="158491" y="0"/>
                  <a:pt x="194000" y="5262"/>
                  <a:pt x="221618" y="35519"/>
                </a:cubicBezTo>
                <a:cubicBezTo>
                  <a:pt x="238715" y="52622"/>
                  <a:pt x="251866" y="74986"/>
                  <a:pt x="247921" y="113137"/>
                </a:cubicBezTo>
                <a:cubicBezTo>
                  <a:pt x="246606" y="121030"/>
                  <a:pt x="236085" y="130238"/>
                  <a:pt x="243975" y="144709"/>
                </a:cubicBezTo>
                <a:cubicBezTo>
                  <a:pt x="243975" y="144709"/>
                  <a:pt x="261072" y="176282"/>
                  <a:pt x="261072" y="180229"/>
                </a:cubicBezTo>
                <a:cubicBezTo>
                  <a:pt x="261072" y="180229"/>
                  <a:pt x="261072" y="189438"/>
                  <a:pt x="246606" y="190753"/>
                </a:cubicBezTo>
                <a:cubicBezTo>
                  <a:pt x="246606" y="190753"/>
                  <a:pt x="242660" y="190753"/>
                  <a:pt x="243975" y="198646"/>
                </a:cubicBezTo>
                <a:cubicBezTo>
                  <a:pt x="243975" y="198646"/>
                  <a:pt x="243975" y="198646"/>
                  <a:pt x="243975" y="210486"/>
                </a:cubicBezTo>
                <a:cubicBezTo>
                  <a:pt x="243975" y="210486"/>
                  <a:pt x="243975" y="213117"/>
                  <a:pt x="237400" y="215748"/>
                </a:cubicBezTo>
                <a:cubicBezTo>
                  <a:pt x="237400" y="215748"/>
                  <a:pt x="236085" y="217064"/>
                  <a:pt x="237400" y="219695"/>
                </a:cubicBezTo>
                <a:cubicBezTo>
                  <a:pt x="237400" y="219695"/>
                  <a:pt x="241345" y="222326"/>
                  <a:pt x="236085" y="230219"/>
                </a:cubicBezTo>
                <a:cubicBezTo>
                  <a:pt x="233454" y="234166"/>
                  <a:pt x="229509" y="236797"/>
                  <a:pt x="232139" y="244690"/>
                </a:cubicBezTo>
                <a:cubicBezTo>
                  <a:pt x="232139" y="244690"/>
                  <a:pt x="234769" y="259161"/>
                  <a:pt x="229509" y="263108"/>
                </a:cubicBezTo>
                <a:cubicBezTo>
                  <a:pt x="229509" y="263108"/>
                  <a:pt x="222933" y="269685"/>
                  <a:pt x="196631" y="267054"/>
                </a:cubicBezTo>
                <a:cubicBezTo>
                  <a:pt x="187425" y="265739"/>
                  <a:pt x="171642" y="261792"/>
                  <a:pt x="161121" y="273632"/>
                </a:cubicBezTo>
                <a:cubicBezTo>
                  <a:pt x="161121" y="273632"/>
                  <a:pt x="137449" y="319676"/>
                  <a:pt x="136134" y="330200"/>
                </a:cubicBezTo>
                <a:cubicBezTo>
                  <a:pt x="136134" y="330200"/>
                  <a:pt x="95364" y="257846"/>
                  <a:pt x="45389" y="246006"/>
                </a:cubicBezTo>
                <a:cubicBezTo>
                  <a:pt x="45389" y="246006"/>
                  <a:pt x="57225" y="219695"/>
                  <a:pt x="32238" y="184176"/>
                </a:cubicBezTo>
                <a:cubicBezTo>
                  <a:pt x="32238" y="184176"/>
                  <a:pt x="1990" y="143394"/>
                  <a:pt x="675" y="121030"/>
                </a:cubicBezTo>
                <a:cubicBezTo>
                  <a:pt x="675" y="121030"/>
                  <a:pt x="-7216" y="82879"/>
                  <a:pt x="30923" y="40781"/>
                </a:cubicBezTo>
                <a:cubicBezTo>
                  <a:pt x="49335" y="19733"/>
                  <a:pt x="74322" y="0"/>
                  <a:pt x="134819" y="0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DCEB1D-23D7-B5D0-A9AC-BF6E12453346}"/>
              </a:ext>
            </a:extLst>
          </p:cNvPr>
          <p:cNvSpPr/>
          <p:nvPr/>
        </p:nvSpPr>
        <p:spPr>
          <a:xfrm>
            <a:off x="947738" y="4339678"/>
            <a:ext cx="6948488" cy="1301635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3FB195B-39D2-3A0B-B9AC-8A01A918046F}"/>
              </a:ext>
            </a:extLst>
          </p:cNvPr>
          <p:cNvSpPr/>
          <p:nvPr/>
        </p:nvSpPr>
        <p:spPr>
          <a:xfrm>
            <a:off x="1374340" y="4584671"/>
            <a:ext cx="811648" cy="811648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base"/>
            <a:endParaRPr lang="zh-CN" altLang="en-US">
              <a:solidFill>
                <a:srgbClr val="404040"/>
              </a:solidFill>
              <a:latin typeface="Arial" charset="0"/>
            </a:endParaRPr>
          </a:p>
        </p:txBody>
      </p:sp>
      <p:sp>
        <p:nvSpPr>
          <p:cNvPr id="9" name="椭圆 72">
            <a:extLst>
              <a:ext uri="{FF2B5EF4-FFF2-40B4-BE49-F238E27FC236}">
                <a16:creationId xmlns:a16="http://schemas.microsoft.com/office/drawing/2014/main" id="{00AD7CC4-9FDF-EAAA-205F-F45BD3B4A216}"/>
              </a:ext>
            </a:extLst>
          </p:cNvPr>
          <p:cNvSpPr/>
          <p:nvPr/>
        </p:nvSpPr>
        <p:spPr>
          <a:xfrm>
            <a:off x="1580382" y="4775268"/>
            <a:ext cx="417280" cy="387284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rgbClr val="404040"/>
              </a:solidFill>
              <a:cs typeface="+mn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218245-506B-E134-C98A-7DC3F7AF068C}"/>
              </a:ext>
            </a:extLst>
          </p:cNvPr>
          <p:cNvGrpSpPr/>
          <p:nvPr/>
        </p:nvGrpSpPr>
        <p:grpSpPr>
          <a:xfrm>
            <a:off x="2435710" y="1791405"/>
            <a:ext cx="2966425" cy="816522"/>
            <a:chOff x="283598" y="1906534"/>
            <a:chExt cx="2966425" cy="81652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1DB147E-2F53-7104-731D-ADD4825F8C7B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29521B-7EBE-2DD8-7397-CCA55D105F62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B2C7BF0-5301-AECB-4CC4-1A7AA619E84A}"/>
              </a:ext>
            </a:extLst>
          </p:cNvPr>
          <p:cNvGrpSpPr/>
          <p:nvPr/>
        </p:nvGrpSpPr>
        <p:grpSpPr>
          <a:xfrm>
            <a:off x="2435710" y="3176026"/>
            <a:ext cx="2966425" cy="816522"/>
            <a:chOff x="283598" y="1906534"/>
            <a:chExt cx="2966425" cy="816522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D8AD9DE-944F-12AD-8F51-07022628810C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ABE289A-7035-206E-072D-0AC2F164E66B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0BDAFA-6E47-7FA7-5D5D-8AB9D444ACB6}"/>
              </a:ext>
            </a:extLst>
          </p:cNvPr>
          <p:cNvGrpSpPr/>
          <p:nvPr/>
        </p:nvGrpSpPr>
        <p:grpSpPr>
          <a:xfrm>
            <a:off x="2435710" y="4560649"/>
            <a:ext cx="2966425" cy="816522"/>
            <a:chOff x="283598" y="1906534"/>
            <a:chExt cx="2966425" cy="816522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8BF94FC-1833-148C-EE5C-723255865B87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0281D39-9F01-8616-925B-1A6B0E1D99C2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732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4CDAF-8720-1441-8EC7-2D6F43AA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E3AC8CE-1901-4439-E102-381CAADA82FD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6DD33663-1A38-1762-DF56-1EDEDCD6E2FF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43BBA5A-9495-8812-B72B-0756468DD666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366ACC-C003-9D3C-586F-596E1FF417E9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6FA23242-DF04-AD5D-342B-E9144C745A7C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AF46F36C-B23C-797C-59AD-A359908C3AD4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289EBD3-A5EF-7450-961B-2B035B6AB705}"/>
              </a:ext>
            </a:extLst>
          </p:cNvPr>
          <p:cNvSpPr/>
          <p:nvPr/>
        </p:nvSpPr>
        <p:spPr>
          <a:xfrm>
            <a:off x="1063203" y="1968663"/>
            <a:ext cx="2484863" cy="2850987"/>
          </a:xfrm>
          <a:prstGeom prst="rect">
            <a:avLst/>
          </a:prstGeom>
          <a:blipFill>
            <a:blip r:embed="rId3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4" name="Docer搜索：半想象现实   http://chn.docer.com/works/?userid=199927538"/>
          <p:cNvSpPr/>
          <p:nvPr/>
        </p:nvSpPr>
        <p:spPr bwMode="auto">
          <a:xfrm>
            <a:off x="1063203" y="1693057"/>
            <a:ext cx="2182500" cy="551212"/>
          </a:xfrm>
          <a:custGeom>
            <a:avLst/>
            <a:gdLst>
              <a:gd name="T0" fmla="*/ 0 w 1172"/>
              <a:gd name="T1" fmla="*/ 0 h 296"/>
              <a:gd name="T2" fmla="*/ 1860550 w 1172"/>
              <a:gd name="T3" fmla="*/ 0 h 296"/>
              <a:gd name="T4" fmla="*/ 1617663 w 1172"/>
              <a:gd name="T5" fmla="*/ 233363 h 296"/>
              <a:gd name="T6" fmla="*/ 1860550 w 1172"/>
              <a:gd name="T7" fmla="*/ 469900 h 296"/>
              <a:gd name="T8" fmla="*/ 0 w 1172"/>
              <a:gd name="T9" fmla="*/ 469900 h 296"/>
              <a:gd name="T10" fmla="*/ 0 w 1172"/>
              <a:gd name="T11" fmla="*/ 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72" h="296">
                <a:moveTo>
                  <a:pt x="0" y="0"/>
                </a:moveTo>
                <a:lnTo>
                  <a:pt x="1172" y="0"/>
                </a:lnTo>
                <a:lnTo>
                  <a:pt x="1019" y="147"/>
                </a:lnTo>
                <a:lnTo>
                  <a:pt x="1172" y="296"/>
                </a:lnTo>
                <a:lnTo>
                  <a:pt x="0" y="29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2EF5BA-2983-38D8-8F19-3AA99BDF651B}"/>
              </a:ext>
            </a:extLst>
          </p:cNvPr>
          <p:cNvSpPr txBox="1"/>
          <p:nvPr/>
        </p:nvSpPr>
        <p:spPr>
          <a:xfrm>
            <a:off x="981442" y="4960963"/>
            <a:ext cx="2799928" cy="5324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根据自己的需要添加适当的文字，此处添加详细文本描述，建议与标题相关尽量简洁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... ...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A226D4-D47A-9834-ECBE-47BCC619449F}"/>
              </a:ext>
            </a:extLst>
          </p:cNvPr>
          <p:cNvSpPr txBox="1"/>
          <p:nvPr/>
        </p:nvSpPr>
        <p:spPr>
          <a:xfrm>
            <a:off x="1335464" y="1806077"/>
            <a:ext cx="223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19" name="矩形 18" descr="D:\51PPT模板网\51pptmoban.com\图片.jpg">
            <a:extLst>
              <a:ext uri="{FF2B5EF4-FFF2-40B4-BE49-F238E27FC236}">
                <a16:creationId xmlns:a16="http://schemas.microsoft.com/office/drawing/2014/main" id="{F5D83F3D-5365-8CE0-B6A1-0FEE2DDC647F}"/>
              </a:ext>
            </a:extLst>
          </p:cNvPr>
          <p:cNvSpPr/>
          <p:nvPr/>
        </p:nvSpPr>
        <p:spPr>
          <a:xfrm>
            <a:off x="4425358" y="1618730"/>
            <a:ext cx="3292056" cy="3777114"/>
          </a:xfrm>
          <a:prstGeom prst="rect">
            <a:avLst/>
          </a:prstGeom>
          <a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20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3BAF4359-C5C9-0F76-822F-33FBAECB0251}"/>
              </a:ext>
            </a:extLst>
          </p:cNvPr>
          <p:cNvSpPr/>
          <p:nvPr/>
        </p:nvSpPr>
        <p:spPr bwMode="auto">
          <a:xfrm>
            <a:off x="4425358" y="1253595"/>
            <a:ext cx="2891472" cy="730270"/>
          </a:xfrm>
          <a:custGeom>
            <a:avLst/>
            <a:gdLst>
              <a:gd name="T0" fmla="*/ 0 w 1172"/>
              <a:gd name="T1" fmla="*/ 0 h 296"/>
              <a:gd name="T2" fmla="*/ 1860550 w 1172"/>
              <a:gd name="T3" fmla="*/ 0 h 296"/>
              <a:gd name="T4" fmla="*/ 1617663 w 1172"/>
              <a:gd name="T5" fmla="*/ 233363 h 296"/>
              <a:gd name="T6" fmla="*/ 1860550 w 1172"/>
              <a:gd name="T7" fmla="*/ 469900 h 296"/>
              <a:gd name="T8" fmla="*/ 0 w 1172"/>
              <a:gd name="T9" fmla="*/ 469900 h 296"/>
              <a:gd name="T10" fmla="*/ 0 w 1172"/>
              <a:gd name="T11" fmla="*/ 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72" h="296">
                <a:moveTo>
                  <a:pt x="0" y="0"/>
                </a:moveTo>
                <a:lnTo>
                  <a:pt x="1172" y="0"/>
                </a:lnTo>
                <a:lnTo>
                  <a:pt x="1019" y="147"/>
                </a:lnTo>
                <a:lnTo>
                  <a:pt x="1172" y="296"/>
                </a:lnTo>
                <a:lnTo>
                  <a:pt x="0" y="296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6DE74E5-3282-F5B3-BB6B-EB580471D8BD}"/>
              </a:ext>
            </a:extLst>
          </p:cNvPr>
          <p:cNvGrpSpPr/>
          <p:nvPr/>
        </p:nvGrpSpPr>
        <p:grpSpPr>
          <a:xfrm>
            <a:off x="4317037" y="1441429"/>
            <a:ext cx="3709468" cy="4674086"/>
            <a:chOff x="-58189" y="1935292"/>
            <a:chExt cx="2799928" cy="352802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0B6831-6E1E-B63A-1256-6D6CFAF69DCB}"/>
                </a:ext>
              </a:extLst>
            </p:cNvPr>
            <p:cNvSpPr txBox="1"/>
            <p:nvPr/>
          </p:nvSpPr>
          <p:spPr>
            <a:xfrm>
              <a:off x="-58189" y="5061420"/>
              <a:ext cx="2799928" cy="401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E0B6D30-737F-0F69-EB2F-A4FC9BD2E6DC}"/>
                </a:ext>
              </a:extLst>
            </p:cNvPr>
            <p:cNvSpPr txBox="1"/>
            <p:nvPr/>
          </p:nvSpPr>
          <p:spPr>
            <a:xfrm>
              <a:off x="295833" y="1935292"/>
              <a:ext cx="2235567" cy="255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9" name="矩形 8" descr="D:\51PPT模板网\51pptmoban.com\图片.jpg">
            <a:extLst>
              <a:ext uri="{FF2B5EF4-FFF2-40B4-BE49-F238E27FC236}">
                <a16:creationId xmlns:a16="http://schemas.microsoft.com/office/drawing/2014/main" id="{CD02E5DF-3C96-AE01-AA25-DD862EFDEA29}"/>
              </a:ext>
            </a:extLst>
          </p:cNvPr>
          <p:cNvSpPr/>
          <p:nvPr/>
        </p:nvSpPr>
        <p:spPr>
          <a:xfrm>
            <a:off x="8643933" y="1968663"/>
            <a:ext cx="2484863" cy="2850987"/>
          </a:xfrm>
          <a:prstGeom prst="rect">
            <a:avLst/>
          </a:prstGeom>
          <a:blipFill>
            <a:blip r:embed="rId5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0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FB59A179-0447-CE19-762C-9E564DCCF51C}"/>
              </a:ext>
            </a:extLst>
          </p:cNvPr>
          <p:cNvSpPr/>
          <p:nvPr/>
        </p:nvSpPr>
        <p:spPr bwMode="auto">
          <a:xfrm>
            <a:off x="8643933" y="1693057"/>
            <a:ext cx="2182500" cy="551212"/>
          </a:xfrm>
          <a:custGeom>
            <a:avLst/>
            <a:gdLst>
              <a:gd name="T0" fmla="*/ 0 w 1172"/>
              <a:gd name="T1" fmla="*/ 0 h 296"/>
              <a:gd name="T2" fmla="*/ 1860550 w 1172"/>
              <a:gd name="T3" fmla="*/ 0 h 296"/>
              <a:gd name="T4" fmla="*/ 1617663 w 1172"/>
              <a:gd name="T5" fmla="*/ 233363 h 296"/>
              <a:gd name="T6" fmla="*/ 1860550 w 1172"/>
              <a:gd name="T7" fmla="*/ 469900 h 296"/>
              <a:gd name="T8" fmla="*/ 0 w 1172"/>
              <a:gd name="T9" fmla="*/ 469900 h 296"/>
              <a:gd name="T10" fmla="*/ 0 w 1172"/>
              <a:gd name="T11" fmla="*/ 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72" h="296">
                <a:moveTo>
                  <a:pt x="0" y="0"/>
                </a:moveTo>
                <a:lnTo>
                  <a:pt x="1172" y="0"/>
                </a:lnTo>
                <a:lnTo>
                  <a:pt x="1019" y="147"/>
                </a:lnTo>
                <a:lnTo>
                  <a:pt x="1172" y="296"/>
                </a:lnTo>
                <a:lnTo>
                  <a:pt x="0" y="29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F6CADD-F348-73BB-6C94-1537EB4A9B35}"/>
              </a:ext>
            </a:extLst>
          </p:cNvPr>
          <p:cNvSpPr txBox="1"/>
          <p:nvPr/>
        </p:nvSpPr>
        <p:spPr>
          <a:xfrm>
            <a:off x="8562172" y="4960963"/>
            <a:ext cx="2799928" cy="5324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根据自己的需要添加适当的文字，此处添加详细文本描述，建议与标题相关尽量简洁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... ...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5AEA33-EF82-9185-4BDD-811FDAF1D934}"/>
              </a:ext>
            </a:extLst>
          </p:cNvPr>
          <p:cNvSpPr txBox="1"/>
          <p:nvPr/>
        </p:nvSpPr>
        <p:spPr>
          <a:xfrm>
            <a:off x="8916194" y="1806077"/>
            <a:ext cx="223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78841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1A66A-B737-1D06-4407-2B9298C9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C7B0877-A6A7-4279-2FE6-70C462C5AB6C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EA80B234-E988-75C2-64A0-19A36169998F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750F170-6A26-5C12-BD33-485B9B9C257E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B638D1A-2FF6-7368-1F02-B8787436ABA9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6E324C00-6D9F-6D4D-65A6-878D95A018C8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74D72477-D2AE-BF06-AC80-D2F3F476A58E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Shape 2306">
            <a:extLst>
              <a:ext uri="{FF2B5EF4-FFF2-40B4-BE49-F238E27FC236}">
                <a16:creationId xmlns:a16="http://schemas.microsoft.com/office/drawing/2014/main" id="{243D392E-84F0-9E7E-08A1-6127C3672B14}"/>
              </a:ext>
            </a:extLst>
          </p:cNvPr>
          <p:cNvSpPr/>
          <p:nvPr/>
        </p:nvSpPr>
        <p:spPr>
          <a:xfrm>
            <a:off x="4781871" y="4275475"/>
            <a:ext cx="1256298" cy="1371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8149"/>
                </a:moveTo>
                <a:lnTo>
                  <a:pt x="8596" y="0"/>
                </a:lnTo>
                <a:lnTo>
                  <a:pt x="21600" y="3491"/>
                </a:lnTo>
                <a:lnTo>
                  <a:pt x="13003" y="21600"/>
                </a:lnTo>
                <a:lnTo>
                  <a:pt x="8002" y="16708"/>
                </a:lnTo>
                <a:lnTo>
                  <a:pt x="0" y="18149"/>
                </a:lnTo>
                <a:close/>
              </a:path>
            </a:pathLst>
          </a:custGeom>
          <a:solidFill>
            <a:srgbClr val="FFFF0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Helvetica Light"/>
            </a:endParaRPr>
          </a:p>
        </p:txBody>
      </p:sp>
      <p:sp>
        <p:nvSpPr>
          <p:cNvPr id="4" name="Shape 2307" descr="D:\51PPT模板网\51pptmoban.com\图片.jpg">
            <a:extLst>
              <a:ext uri="{FF2B5EF4-FFF2-40B4-BE49-F238E27FC236}">
                <a16:creationId xmlns:a16="http://schemas.microsoft.com/office/drawing/2014/main" id="{5BE3D71C-3308-D8EF-5026-177A39A5A9C5}"/>
              </a:ext>
            </a:extLst>
          </p:cNvPr>
          <p:cNvSpPr/>
          <p:nvPr/>
        </p:nvSpPr>
        <p:spPr>
          <a:xfrm>
            <a:off x="6191116" y="4305539"/>
            <a:ext cx="1209121" cy="13224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149"/>
                </a:moveTo>
                <a:lnTo>
                  <a:pt x="13019" y="0"/>
                </a:lnTo>
                <a:lnTo>
                  <a:pt x="0" y="3491"/>
                </a:lnTo>
                <a:lnTo>
                  <a:pt x="8580" y="21600"/>
                </a:lnTo>
                <a:lnTo>
                  <a:pt x="13587" y="16708"/>
                </a:lnTo>
                <a:lnTo>
                  <a:pt x="21600" y="18149"/>
                </a:lnTo>
                <a:close/>
              </a:path>
            </a:pathLst>
          </a:custGeom>
          <a:solidFill>
            <a:srgbClr val="FFFF0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Helvetica Light"/>
            </a:endParaRPr>
          </a:p>
        </p:txBody>
      </p:sp>
      <p:sp>
        <p:nvSpPr>
          <p:cNvPr id="5" name="Shape 2308">
            <a:extLst>
              <a:ext uri="{FF2B5EF4-FFF2-40B4-BE49-F238E27FC236}">
                <a16:creationId xmlns:a16="http://schemas.microsoft.com/office/drawing/2014/main" id="{2B232A8C-E217-824E-8C7C-95FD58CF9BF0}"/>
              </a:ext>
            </a:extLst>
          </p:cNvPr>
          <p:cNvSpPr/>
          <p:nvPr/>
        </p:nvSpPr>
        <p:spPr>
          <a:xfrm>
            <a:off x="4440975" y="1480330"/>
            <a:ext cx="3310051" cy="3310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2" y="10737"/>
                </a:moveTo>
                <a:cubicBezTo>
                  <a:pt x="2132" y="5977"/>
                  <a:pt x="6001" y="2100"/>
                  <a:pt x="10762" y="2087"/>
                </a:cubicBezTo>
                <a:cubicBezTo>
                  <a:pt x="10775" y="2087"/>
                  <a:pt x="10775" y="2087"/>
                  <a:pt x="10775" y="2087"/>
                </a:cubicBezTo>
                <a:cubicBezTo>
                  <a:pt x="15549" y="2087"/>
                  <a:pt x="19405" y="5965"/>
                  <a:pt x="19405" y="10737"/>
                </a:cubicBezTo>
                <a:cubicBezTo>
                  <a:pt x="19405" y="15511"/>
                  <a:pt x="15549" y="19401"/>
                  <a:pt x="10775" y="19401"/>
                </a:cubicBezTo>
                <a:cubicBezTo>
                  <a:pt x="10762" y="19401"/>
                  <a:pt x="10762" y="19401"/>
                  <a:pt x="10762" y="19401"/>
                </a:cubicBezTo>
                <a:cubicBezTo>
                  <a:pt x="6001" y="19388"/>
                  <a:pt x="2132" y="15511"/>
                  <a:pt x="2132" y="10737"/>
                </a:cubicBezTo>
                <a:close/>
                <a:moveTo>
                  <a:pt x="10762" y="1516"/>
                </a:moveTo>
                <a:cubicBezTo>
                  <a:pt x="10750" y="1528"/>
                  <a:pt x="10750" y="1528"/>
                  <a:pt x="10750" y="1528"/>
                </a:cubicBezTo>
                <a:cubicBezTo>
                  <a:pt x="8940" y="24"/>
                  <a:pt x="8940" y="24"/>
                  <a:pt x="8940" y="24"/>
                </a:cubicBezTo>
                <a:cubicBezTo>
                  <a:pt x="7762" y="2050"/>
                  <a:pt x="7762" y="2050"/>
                  <a:pt x="7762" y="2050"/>
                </a:cubicBezTo>
                <a:cubicBezTo>
                  <a:pt x="5579" y="1205"/>
                  <a:pt x="5579" y="1205"/>
                  <a:pt x="5579" y="1205"/>
                </a:cubicBezTo>
                <a:cubicBezTo>
                  <a:pt x="5121" y="3517"/>
                  <a:pt x="5121" y="3517"/>
                  <a:pt x="5121" y="3517"/>
                </a:cubicBezTo>
                <a:cubicBezTo>
                  <a:pt x="2765" y="3430"/>
                  <a:pt x="2765" y="3430"/>
                  <a:pt x="2765" y="3430"/>
                </a:cubicBezTo>
                <a:cubicBezTo>
                  <a:pt x="3087" y="5754"/>
                  <a:pt x="3087" y="5754"/>
                  <a:pt x="3087" y="5754"/>
                </a:cubicBezTo>
                <a:cubicBezTo>
                  <a:pt x="855" y="6450"/>
                  <a:pt x="855" y="6450"/>
                  <a:pt x="855" y="6450"/>
                </a:cubicBezTo>
                <a:cubicBezTo>
                  <a:pt x="1884" y="8538"/>
                  <a:pt x="1884" y="8538"/>
                  <a:pt x="1884" y="8538"/>
                </a:cubicBezTo>
                <a:cubicBezTo>
                  <a:pt x="0" y="9905"/>
                  <a:pt x="0" y="9905"/>
                  <a:pt x="0" y="9905"/>
                </a:cubicBezTo>
                <a:cubicBezTo>
                  <a:pt x="1661" y="11559"/>
                  <a:pt x="1661" y="11559"/>
                  <a:pt x="1661" y="11559"/>
                </a:cubicBezTo>
                <a:cubicBezTo>
                  <a:pt x="322" y="13485"/>
                  <a:pt x="322" y="13485"/>
                  <a:pt x="322" y="13485"/>
                </a:cubicBezTo>
                <a:cubicBezTo>
                  <a:pt x="2430" y="14479"/>
                  <a:pt x="2430" y="14479"/>
                  <a:pt x="2430" y="14479"/>
                </a:cubicBezTo>
                <a:cubicBezTo>
                  <a:pt x="1773" y="16754"/>
                  <a:pt x="1773" y="16754"/>
                  <a:pt x="1773" y="16754"/>
                </a:cubicBezTo>
                <a:cubicBezTo>
                  <a:pt x="4104" y="17015"/>
                  <a:pt x="4104" y="17015"/>
                  <a:pt x="4104" y="17015"/>
                </a:cubicBezTo>
                <a:cubicBezTo>
                  <a:pt x="4203" y="19351"/>
                  <a:pt x="4203" y="19351"/>
                  <a:pt x="4203" y="19351"/>
                </a:cubicBezTo>
                <a:cubicBezTo>
                  <a:pt x="6497" y="18854"/>
                  <a:pt x="6497" y="18854"/>
                  <a:pt x="6497" y="18854"/>
                </a:cubicBezTo>
                <a:cubicBezTo>
                  <a:pt x="7365" y="21041"/>
                  <a:pt x="7365" y="21041"/>
                  <a:pt x="7365" y="21041"/>
                </a:cubicBezTo>
                <a:cubicBezTo>
                  <a:pt x="9361" y="19811"/>
                  <a:pt x="9361" y="19811"/>
                  <a:pt x="9361" y="19811"/>
                </a:cubicBezTo>
                <a:cubicBezTo>
                  <a:pt x="10762" y="21451"/>
                  <a:pt x="10762" y="21451"/>
                  <a:pt x="10762" y="21451"/>
                </a:cubicBezTo>
                <a:cubicBezTo>
                  <a:pt x="10886" y="21600"/>
                  <a:pt x="10886" y="21600"/>
                  <a:pt x="10886" y="21600"/>
                </a:cubicBezTo>
                <a:cubicBezTo>
                  <a:pt x="12387" y="19798"/>
                  <a:pt x="12387" y="19798"/>
                  <a:pt x="12387" y="19798"/>
                </a:cubicBezTo>
                <a:cubicBezTo>
                  <a:pt x="14408" y="20979"/>
                  <a:pt x="14408" y="20979"/>
                  <a:pt x="14408" y="20979"/>
                </a:cubicBezTo>
                <a:cubicBezTo>
                  <a:pt x="15226" y="18792"/>
                  <a:pt x="15226" y="18792"/>
                  <a:pt x="15226" y="18792"/>
                </a:cubicBezTo>
                <a:cubicBezTo>
                  <a:pt x="17520" y="19264"/>
                  <a:pt x="17520" y="19264"/>
                  <a:pt x="17520" y="19264"/>
                </a:cubicBezTo>
                <a:cubicBezTo>
                  <a:pt x="17607" y="16915"/>
                  <a:pt x="17607" y="16915"/>
                  <a:pt x="17607" y="16915"/>
                </a:cubicBezTo>
                <a:cubicBezTo>
                  <a:pt x="19926" y="16617"/>
                  <a:pt x="19926" y="16617"/>
                  <a:pt x="19926" y="16617"/>
                </a:cubicBezTo>
                <a:cubicBezTo>
                  <a:pt x="19231" y="14367"/>
                  <a:pt x="19231" y="14367"/>
                  <a:pt x="19231" y="14367"/>
                </a:cubicBezTo>
                <a:cubicBezTo>
                  <a:pt x="21327" y="13336"/>
                  <a:pt x="21327" y="13336"/>
                  <a:pt x="21327" y="13336"/>
                </a:cubicBezTo>
                <a:cubicBezTo>
                  <a:pt x="19963" y="11422"/>
                  <a:pt x="19963" y="11422"/>
                  <a:pt x="19963" y="11422"/>
                </a:cubicBezTo>
                <a:cubicBezTo>
                  <a:pt x="21600" y="9768"/>
                  <a:pt x="21600" y="9768"/>
                  <a:pt x="21600" y="9768"/>
                </a:cubicBezTo>
                <a:cubicBezTo>
                  <a:pt x="19690" y="8413"/>
                  <a:pt x="19690" y="8413"/>
                  <a:pt x="19690" y="8413"/>
                </a:cubicBezTo>
                <a:cubicBezTo>
                  <a:pt x="20694" y="6301"/>
                  <a:pt x="20694" y="6301"/>
                  <a:pt x="20694" y="6301"/>
                </a:cubicBezTo>
                <a:cubicBezTo>
                  <a:pt x="18450" y="5654"/>
                  <a:pt x="18450" y="5654"/>
                  <a:pt x="18450" y="5654"/>
                </a:cubicBezTo>
                <a:cubicBezTo>
                  <a:pt x="18735" y="3305"/>
                  <a:pt x="18735" y="3305"/>
                  <a:pt x="18735" y="3305"/>
                </a:cubicBezTo>
                <a:cubicBezTo>
                  <a:pt x="16379" y="3430"/>
                  <a:pt x="16379" y="3430"/>
                  <a:pt x="16379" y="3430"/>
                </a:cubicBezTo>
                <a:cubicBezTo>
                  <a:pt x="15896" y="1130"/>
                  <a:pt x="15896" y="1130"/>
                  <a:pt x="15896" y="1130"/>
                </a:cubicBezTo>
                <a:cubicBezTo>
                  <a:pt x="13726" y="2013"/>
                  <a:pt x="13726" y="2013"/>
                  <a:pt x="13726" y="2013"/>
                </a:cubicBezTo>
                <a:cubicBezTo>
                  <a:pt x="12511" y="0"/>
                  <a:pt x="12511" y="0"/>
                  <a:pt x="12511" y="0"/>
                </a:cubicBezTo>
                <a:cubicBezTo>
                  <a:pt x="10762" y="1516"/>
                  <a:pt x="10762" y="1516"/>
                  <a:pt x="10762" y="151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404040"/>
              </a:solidFill>
              <a:sym typeface="Helvetica Light"/>
            </a:endParaRPr>
          </a:p>
        </p:txBody>
      </p:sp>
      <p:sp>
        <p:nvSpPr>
          <p:cNvPr id="6" name="Shape 2309">
            <a:extLst>
              <a:ext uri="{FF2B5EF4-FFF2-40B4-BE49-F238E27FC236}">
                <a16:creationId xmlns:a16="http://schemas.microsoft.com/office/drawing/2014/main" id="{DC537DBF-D898-70FC-D93E-FBABFCA69B87}"/>
              </a:ext>
            </a:extLst>
          </p:cNvPr>
          <p:cNvSpPr/>
          <p:nvPr/>
        </p:nvSpPr>
        <p:spPr>
          <a:xfrm>
            <a:off x="4697923" y="1738204"/>
            <a:ext cx="2796154" cy="2795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792"/>
                </a:moveTo>
                <a:cubicBezTo>
                  <a:pt x="0" y="16747"/>
                  <a:pt x="4837" y="21585"/>
                  <a:pt x="10792" y="21600"/>
                </a:cubicBezTo>
                <a:cubicBezTo>
                  <a:pt x="10807" y="21600"/>
                  <a:pt x="10807" y="21600"/>
                  <a:pt x="10807" y="21600"/>
                </a:cubicBezTo>
                <a:cubicBezTo>
                  <a:pt x="16777" y="21600"/>
                  <a:pt x="21600" y="16747"/>
                  <a:pt x="21600" y="10792"/>
                </a:cubicBezTo>
                <a:cubicBezTo>
                  <a:pt x="21600" y="4837"/>
                  <a:pt x="16777" y="0"/>
                  <a:pt x="10807" y="0"/>
                </a:cubicBezTo>
                <a:cubicBezTo>
                  <a:pt x="10792" y="0"/>
                  <a:pt x="10792" y="0"/>
                  <a:pt x="10792" y="0"/>
                </a:cubicBezTo>
                <a:cubicBezTo>
                  <a:pt x="4837" y="15"/>
                  <a:pt x="0" y="4853"/>
                  <a:pt x="0" y="10792"/>
                </a:cubicBezTo>
                <a:close/>
                <a:moveTo>
                  <a:pt x="10792" y="20670"/>
                </a:moveTo>
                <a:cubicBezTo>
                  <a:pt x="5334" y="20670"/>
                  <a:pt x="930" y="16251"/>
                  <a:pt x="930" y="10792"/>
                </a:cubicBezTo>
                <a:cubicBezTo>
                  <a:pt x="930" y="5349"/>
                  <a:pt x="5334" y="914"/>
                  <a:pt x="10792" y="899"/>
                </a:cubicBezTo>
                <a:cubicBezTo>
                  <a:pt x="10807" y="899"/>
                  <a:pt x="10807" y="899"/>
                  <a:pt x="10807" y="899"/>
                </a:cubicBezTo>
                <a:cubicBezTo>
                  <a:pt x="16250" y="899"/>
                  <a:pt x="20700" y="5349"/>
                  <a:pt x="20700" y="10792"/>
                </a:cubicBezTo>
                <a:cubicBezTo>
                  <a:pt x="20700" y="16251"/>
                  <a:pt x="16250" y="20670"/>
                  <a:pt x="10807" y="20670"/>
                </a:cubicBezTo>
                <a:cubicBezTo>
                  <a:pt x="10792" y="20670"/>
                  <a:pt x="10792" y="20670"/>
                  <a:pt x="10792" y="20670"/>
                </a:cubicBezTo>
                <a:close/>
              </a:path>
            </a:pathLst>
          </a:custGeom>
          <a:solidFill>
            <a:srgbClr val="F4C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404040"/>
              </a:solidFill>
              <a:sym typeface="Helvetica Light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14E2166-A873-8324-F899-4A11A832B7B7}"/>
              </a:ext>
            </a:extLst>
          </p:cNvPr>
          <p:cNvSpPr>
            <a:spLocks/>
          </p:cNvSpPr>
          <p:nvPr/>
        </p:nvSpPr>
        <p:spPr bwMode="auto">
          <a:xfrm>
            <a:off x="6096001" y="1962199"/>
            <a:ext cx="1172190" cy="1173115"/>
          </a:xfrm>
          <a:custGeom>
            <a:avLst/>
            <a:gdLst>
              <a:gd name="T0" fmla="*/ 0 w 3598"/>
              <a:gd name="T1" fmla="*/ 0 h 3597"/>
              <a:gd name="T2" fmla="*/ 3598 w 3598"/>
              <a:gd name="T3" fmla="*/ 3597 h 3597"/>
              <a:gd name="T4" fmla="*/ 0 w 3598"/>
              <a:gd name="T5" fmla="*/ 3597 h 3597"/>
              <a:gd name="T6" fmla="*/ 0 w 3598"/>
              <a:gd name="T7" fmla="*/ 0 h 3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8" h="3597">
                <a:moveTo>
                  <a:pt x="0" y="0"/>
                </a:moveTo>
                <a:cubicBezTo>
                  <a:pt x="1987" y="0"/>
                  <a:pt x="3598" y="1610"/>
                  <a:pt x="3598" y="3597"/>
                </a:cubicBezTo>
                <a:lnTo>
                  <a:pt x="0" y="3597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A68B7B9-A1EB-F8B1-7C12-E87B6D865666}"/>
              </a:ext>
            </a:extLst>
          </p:cNvPr>
          <p:cNvSpPr>
            <a:spLocks/>
          </p:cNvSpPr>
          <p:nvPr/>
        </p:nvSpPr>
        <p:spPr bwMode="auto">
          <a:xfrm>
            <a:off x="6096001" y="3135315"/>
            <a:ext cx="1172190" cy="1174040"/>
          </a:xfrm>
          <a:custGeom>
            <a:avLst/>
            <a:gdLst>
              <a:gd name="T0" fmla="*/ 3598 w 3598"/>
              <a:gd name="T1" fmla="*/ 0 h 3597"/>
              <a:gd name="T2" fmla="*/ 0 w 3598"/>
              <a:gd name="T3" fmla="*/ 3597 h 3597"/>
              <a:gd name="T4" fmla="*/ 0 w 3598"/>
              <a:gd name="T5" fmla="*/ 0 h 3597"/>
              <a:gd name="T6" fmla="*/ 3598 w 3598"/>
              <a:gd name="T7" fmla="*/ 0 h 3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8" h="3597">
                <a:moveTo>
                  <a:pt x="3598" y="0"/>
                </a:moveTo>
                <a:cubicBezTo>
                  <a:pt x="3598" y="1987"/>
                  <a:pt x="1987" y="3597"/>
                  <a:pt x="0" y="3597"/>
                </a:cubicBezTo>
                <a:lnTo>
                  <a:pt x="0" y="0"/>
                </a:lnTo>
                <a:lnTo>
                  <a:pt x="3598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9260476-E669-87E5-3180-F43B8EECC189}"/>
              </a:ext>
            </a:extLst>
          </p:cNvPr>
          <p:cNvSpPr>
            <a:spLocks/>
          </p:cNvSpPr>
          <p:nvPr/>
        </p:nvSpPr>
        <p:spPr bwMode="auto">
          <a:xfrm>
            <a:off x="4923812" y="3135315"/>
            <a:ext cx="1172190" cy="1174040"/>
          </a:xfrm>
          <a:custGeom>
            <a:avLst/>
            <a:gdLst>
              <a:gd name="T0" fmla="*/ 3597 w 3597"/>
              <a:gd name="T1" fmla="*/ 3597 h 3597"/>
              <a:gd name="T2" fmla="*/ 0 w 3597"/>
              <a:gd name="T3" fmla="*/ 0 h 3597"/>
              <a:gd name="T4" fmla="*/ 3597 w 3597"/>
              <a:gd name="T5" fmla="*/ 0 h 3597"/>
              <a:gd name="T6" fmla="*/ 3597 w 3597"/>
              <a:gd name="T7" fmla="*/ 3597 h 3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7" h="3597">
                <a:moveTo>
                  <a:pt x="3597" y="3597"/>
                </a:moveTo>
                <a:cubicBezTo>
                  <a:pt x="1611" y="3597"/>
                  <a:pt x="0" y="1987"/>
                  <a:pt x="0" y="0"/>
                </a:cubicBezTo>
                <a:lnTo>
                  <a:pt x="3597" y="0"/>
                </a:lnTo>
                <a:lnTo>
                  <a:pt x="3597" y="3597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07E7932-7244-B62A-8A9D-323BA1D2EE7E}"/>
              </a:ext>
            </a:extLst>
          </p:cNvPr>
          <p:cNvSpPr>
            <a:spLocks/>
          </p:cNvSpPr>
          <p:nvPr/>
        </p:nvSpPr>
        <p:spPr bwMode="auto">
          <a:xfrm>
            <a:off x="4923812" y="1962199"/>
            <a:ext cx="1172190" cy="1173115"/>
          </a:xfrm>
          <a:custGeom>
            <a:avLst/>
            <a:gdLst>
              <a:gd name="T0" fmla="*/ 0 w 3597"/>
              <a:gd name="T1" fmla="*/ 3597 h 3597"/>
              <a:gd name="T2" fmla="*/ 3597 w 3597"/>
              <a:gd name="T3" fmla="*/ 0 h 3597"/>
              <a:gd name="T4" fmla="*/ 3597 w 3597"/>
              <a:gd name="T5" fmla="*/ 3597 h 3597"/>
              <a:gd name="T6" fmla="*/ 0 w 3597"/>
              <a:gd name="T7" fmla="*/ 3597 h 3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7" h="3597">
                <a:moveTo>
                  <a:pt x="0" y="3597"/>
                </a:moveTo>
                <a:cubicBezTo>
                  <a:pt x="0" y="1610"/>
                  <a:pt x="1611" y="0"/>
                  <a:pt x="3597" y="0"/>
                </a:cubicBezTo>
                <a:lnTo>
                  <a:pt x="3597" y="3597"/>
                </a:lnTo>
                <a:lnTo>
                  <a:pt x="0" y="3597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</a:endParaRPr>
          </a:p>
        </p:txBody>
      </p:sp>
      <p:sp>
        <p:nvSpPr>
          <p:cNvPr id="11" name="Flowchart: Connector 20">
            <a:extLst>
              <a:ext uri="{FF2B5EF4-FFF2-40B4-BE49-F238E27FC236}">
                <a16:creationId xmlns:a16="http://schemas.microsoft.com/office/drawing/2014/main" id="{5673FE58-8853-A3A0-DC86-72CB5FD17795}"/>
              </a:ext>
            </a:extLst>
          </p:cNvPr>
          <p:cNvSpPr/>
          <p:nvPr/>
        </p:nvSpPr>
        <p:spPr>
          <a:xfrm>
            <a:off x="5710063" y="2750012"/>
            <a:ext cx="771876" cy="771532"/>
          </a:xfrm>
          <a:prstGeom prst="flowChartConnector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sz="1200" kern="0">
              <a:solidFill>
                <a:srgbClr val="404040"/>
              </a:solidFill>
              <a:latin typeface="Calibri" panose="020F0502020204030204"/>
            </a:endParaRPr>
          </a:p>
        </p:txBody>
      </p:sp>
      <p:sp>
        <p:nvSpPr>
          <p:cNvPr id="13" name="Freeform 55" descr="D:\51PPT模板网\51pptmoban.com\图片.jpg">
            <a:extLst>
              <a:ext uri="{FF2B5EF4-FFF2-40B4-BE49-F238E27FC236}">
                <a16:creationId xmlns:a16="http://schemas.microsoft.com/office/drawing/2014/main" id="{D4AA464C-2C21-E374-3C87-4502C13C47B7}"/>
              </a:ext>
            </a:extLst>
          </p:cNvPr>
          <p:cNvSpPr>
            <a:spLocks noEditPoints="1"/>
          </p:cNvSpPr>
          <p:nvPr/>
        </p:nvSpPr>
        <p:spPr bwMode="auto">
          <a:xfrm>
            <a:off x="5878016" y="2900383"/>
            <a:ext cx="426141" cy="488772"/>
          </a:xfrm>
          <a:custGeom>
            <a:avLst/>
            <a:gdLst>
              <a:gd name="T0" fmla="*/ 276200 w 129"/>
              <a:gd name="T1" fmla="*/ 306149 h 135"/>
              <a:gd name="T2" fmla="*/ 422619 w 129"/>
              <a:gd name="T3" fmla="*/ 86520 h 135"/>
              <a:gd name="T4" fmla="*/ 422619 w 129"/>
              <a:gd name="T5" fmla="*/ 69882 h 135"/>
              <a:gd name="T6" fmla="*/ 389342 w 129"/>
              <a:gd name="T7" fmla="*/ 33277 h 135"/>
              <a:gd name="T8" fmla="*/ 372703 w 129"/>
              <a:gd name="T9" fmla="*/ 33277 h 135"/>
              <a:gd name="T10" fmla="*/ 356064 w 129"/>
              <a:gd name="T11" fmla="*/ 53243 h 135"/>
              <a:gd name="T12" fmla="*/ 336098 w 129"/>
              <a:gd name="T13" fmla="*/ 53243 h 135"/>
              <a:gd name="T14" fmla="*/ 336098 w 129"/>
              <a:gd name="T15" fmla="*/ 0 h 135"/>
              <a:gd name="T16" fmla="*/ 89848 w 129"/>
              <a:gd name="T17" fmla="*/ 0 h 135"/>
              <a:gd name="T18" fmla="*/ 89848 w 129"/>
              <a:gd name="T19" fmla="*/ 53243 h 135"/>
              <a:gd name="T20" fmla="*/ 73210 w 129"/>
              <a:gd name="T21" fmla="*/ 53243 h 135"/>
              <a:gd name="T22" fmla="*/ 56571 w 129"/>
              <a:gd name="T23" fmla="*/ 33277 h 135"/>
              <a:gd name="T24" fmla="*/ 39932 w 129"/>
              <a:gd name="T25" fmla="*/ 33277 h 135"/>
              <a:gd name="T26" fmla="*/ 3328 w 129"/>
              <a:gd name="T27" fmla="*/ 69882 h 135"/>
              <a:gd name="T28" fmla="*/ 3328 w 129"/>
              <a:gd name="T29" fmla="*/ 86520 h 135"/>
              <a:gd name="T30" fmla="*/ 153074 w 129"/>
              <a:gd name="T31" fmla="*/ 306149 h 135"/>
              <a:gd name="T32" fmla="*/ 196335 w 129"/>
              <a:gd name="T33" fmla="*/ 326116 h 135"/>
              <a:gd name="T34" fmla="*/ 196335 w 129"/>
              <a:gd name="T35" fmla="*/ 342754 h 135"/>
              <a:gd name="T36" fmla="*/ 179696 w 129"/>
              <a:gd name="T37" fmla="*/ 352737 h 135"/>
              <a:gd name="T38" fmla="*/ 196335 w 129"/>
              <a:gd name="T39" fmla="*/ 359393 h 135"/>
              <a:gd name="T40" fmla="*/ 196335 w 129"/>
              <a:gd name="T41" fmla="*/ 379359 h 135"/>
              <a:gd name="T42" fmla="*/ 179696 w 129"/>
              <a:gd name="T43" fmla="*/ 395998 h 135"/>
              <a:gd name="T44" fmla="*/ 159730 w 129"/>
              <a:gd name="T45" fmla="*/ 412636 h 135"/>
              <a:gd name="T46" fmla="*/ 143091 w 129"/>
              <a:gd name="T47" fmla="*/ 429275 h 135"/>
              <a:gd name="T48" fmla="*/ 163058 w 129"/>
              <a:gd name="T49" fmla="*/ 449241 h 135"/>
              <a:gd name="T50" fmla="*/ 266216 w 129"/>
              <a:gd name="T51" fmla="*/ 449241 h 135"/>
              <a:gd name="T52" fmla="*/ 282855 w 129"/>
              <a:gd name="T53" fmla="*/ 429275 h 135"/>
              <a:gd name="T54" fmla="*/ 266216 w 129"/>
              <a:gd name="T55" fmla="*/ 412636 h 135"/>
              <a:gd name="T56" fmla="*/ 246250 w 129"/>
              <a:gd name="T57" fmla="*/ 395998 h 135"/>
              <a:gd name="T58" fmla="*/ 229612 w 129"/>
              <a:gd name="T59" fmla="*/ 379359 h 135"/>
              <a:gd name="T60" fmla="*/ 229612 w 129"/>
              <a:gd name="T61" fmla="*/ 359393 h 135"/>
              <a:gd name="T62" fmla="*/ 249578 w 129"/>
              <a:gd name="T63" fmla="*/ 352737 h 135"/>
              <a:gd name="T64" fmla="*/ 229612 w 129"/>
              <a:gd name="T65" fmla="*/ 342754 h 135"/>
              <a:gd name="T66" fmla="*/ 229612 w 129"/>
              <a:gd name="T67" fmla="*/ 326116 h 135"/>
              <a:gd name="T68" fmla="*/ 276200 w 129"/>
              <a:gd name="T69" fmla="*/ 306149 h 135"/>
              <a:gd name="T70" fmla="*/ 336098 w 129"/>
              <a:gd name="T71" fmla="*/ 69882 h 135"/>
              <a:gd name="T72" fmla="*/ 356064 w 129"/>
              <a:gd name="T73" fmla="*/ 69882 h 135"/>
              <a:gd name="T74" fmla="*/ 372703 w 129"/>
              <a:gd name="T75" fmla="*/ 53243 h 135"/>
              <a:gd name="T76" fmla="*/ 389342 w 129"/>
              <a:gd name="T77" fmla="*/ 69882 h 135"/>
              <a:gd name="T78" fmla="*/ 389342 w 129"/>
              <a:gd name="T79" fmla="*/ 86520 h 135"/>
              <a:gd name="T80" fmla="*/ 302821 w 129"/>
              <a:gd name="T81" fmla="*/ 236267 h 135"/>
              <a:gd name="T82" fmla="*/ 336098 w 129"/>
              <a:gd name="T83" fmla="*/ 69882 h 135"/>
              <a:gd name="T84" fmla="*/ 119797 w 129"/>
              <a:gd name="T85" fmla="*/ 239595 h 135"/>
              <a:gd name="T86" fmla="*/ 33277 w 129"/>
              <a:gd name="T87" fmla="*/ 89848 h 135"/>
              <a:gd name="T88" fmla="*/ 33277 w 129"/>
              <a:gd name="T89" fmla="*/ 73210 h 135"/>
              <a:gd name="T90" fmla="*/ 49916 w 129"/>
              <a:gd name="T91" fmla="*/ 56571 h 135"/>
              <a:gd name="T92" fmla="*/ 66554 w 129"/>
              <a:gd name="T93" fmla="*/ 73210 h 135"/>
              <a:gd name="T94" fmla="*/ 86520 w 129"/>
              <a:gd name="T95" fmla="*/ 73210 h 135"/>
              <a:gd name="T96" fmla="*/ 119797 w 129"/>
              <a:gd name="T97" fmla="*/ 239595 h 13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</a:endParaRPr>
          </a:p>
        </p:txBody>
      </p:sp>
      <p:sp>
        <p:nvSpPr>
          <p:cNvPr id="14" name="MH_Other_11">
            <a:extLst>
              <a:ext uri="{FF2B5EF4-FFF2-40B4-BE49-F238E27FC236}">
                <a16:creationId xmlns:a16="http://schemas.microsoft.com/office/drawing/2014/main" id="{E76991F3-2DD8-DCC6-D046-626DDF09A43C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6317740" y="2349582"/>
            <a:ext cx="525098" cy="400430"/>
          </a:xfrm>
          <a:custGeom>
            <a:avLst/>
            <a:gdLst>
              <a:gd name="T0" fmla="*/ 7 w 139"/>
              <a:gd name="T1" fmla="*/ 99 h 106"/>
              <a:gd name="T2" fmla="*/ 14 w 139"/>
              <a:gd name="T3" fmla="*/ 99 h 106"/>
              <a:gd name="T4" fmla="*/ 14 w 139"/>
              <a:gd name="T5" fmla="*/ 59 h 106"/>
              <a:gd name="T6" fmla="*/ 21 w 139"/>
              <a:gd name="T7" fmla="*/ 56 h 106"/>
              <a:gd name="T8" fmla="*/ 21 w 139"/>
              <a:gd name="T9" fmla="*/ 99 h 106"/>
              <a:gd name="T10" fmla="*/ 26 w 139"/>
              <a:gd name="T11" fmla="*/ 99 h 106"/>
              <a:gd name="T12" fmla="*/ 26 w 139"/>
              <a:gd name="T13" fmla="*/ 54 h 106"/>
              <a:gd name="T14" fmla="*/ 33 w 139"/>
              <a:gd name="T15" fmla="*/ 52 h 106"/>
              <a:gd name="T16" fmla="*/ 33 w 139"/>
              <a:gd name="T17" fmla="*/ 99 h 106"/>
              <a:gd name="T18" fmla="*/ 40 w 139"/>
              <a:gd name="T19" fmla="*/ 99 h 106"/>
              <a:gd name="T20" fmla="*/ 40 w 139"/>
              <a:gd name="T21" fmla="*/ 49 h 106"/>
              <a:gd name="T22" fmla="*/ 40 w 139"/>
              <a:gd name="T23" fmla="*/ 49 h 106"/>
              <a:gd name="T24" fmla="*/ 47 w 139"/>
              <a:gd name="T25" fmla="*/ 56 h 106"/>
              <a:gd name="T26" fmla="*/ 47 w 139"/>
              <a:gd name="T27" fmla="*/ 99 h 106"/>
              <a:gd name="T28" fmla="*/ 52 w 139"/>
              <a:gd name="T29" fmla="*/ 99 h 106"/>
              <a:gd name="T30" fmla="*/ 52 w 139"/>
              <a:gd name="T31" fmla="*/ 61 h 106"/>
              <a:gd name="T32" fmla="*/ 59 w 139"/>
              <a:gd name="T33" fmla="*/ 59 h 106"/>
              <a:gd name="T34" fmla="*/ 59 w 139"/>
              <a:gd name="T35" fmla="*/ 99 h 106"/>
              <a:gd name="T36" fmla="*/ 64 w 139"/>
              <a:gd name="T37" fmla="*/ 99 h 106"/>
              <a:gd name="T38" fmla="*/ 64 w 139"/>
              <a:gd name="T39" fmla="*/ 56 h 106"/>
              <a:gd name="T40" fmla="*/ 71 w 139"/>
              <a:gd name="T41" fmla="*/ 52 h 106"/>
              <a:gd name="T42" fmla="*/ 71 w 139"/>
              <a:gd name="T43" fmla="*/ 99 h 106"/>
              <a:gd name="T44" fmla="*/ 76 w 139"/>
              <a:gd name="T45" fmla="*/ 99 h 106"/>
              <a:gd name="T46" fmla="*/ 76 w 139"/>
              <a:gd name="T47" fmla="*/ 49 h 106"/>
              <a:gd name="T48" fmla="*/ 83 w 139"/>
              <a:gd name="T49" fmla="*/ 45 h 106"/>
              <a:gd name="T50" fmla="*/ 83 w 139"/>
              <a:gd name="T51" fmla="*/ 99 h 106"/>
              <a:gd name="T52" fmla="*/ 90 w 139"/>
              <a:gd name="T53" fmla="*/ 99 h 106"/>
              <a:gd name="T54" fmla="*/ 90 w 139"/>
              <a:gd name="T55" fmla="*/ 42 h 106"/>
              <a:gd name="T56" fmla="*/ 97 w 139"/>
              <a:gd name="T57" fmla="*/ 40 h 106"/>
              <a:gd name="T58" fmla="*/ 97 w 139"/>
              <a:gd name="T59" fmla="*/ 99 h 106"/>
              <a:gd name="T60" fmla="*/ 102 w 139"/>
              <a:gd name="T61" fmla="*/ 99 h 106"/>
              <a:gd name="T62" fmla="*/ 102 w 139"/>
              <a:gd name="T63" fmla="*/ 38 h 106"/>
              <a:gd name="T64" fmla="*/ 109 w 139"/>
              <a:gd name="T65" fmla="*/ 33 h 106"/>
              <a:gd name="T66" fmla="*/ 109 w 139"/>
              <a:gd name="T67" fmla="*/ 99 h 106"/>
              <a:gd name="T68" fmla="*/ 135 w 139"/>
              <a:gd name="T69" fmla="*/ 99 h 106"/>
              <a:gd name="T70" fmla="*/ 135 w 139"/>
              <a:gd name="T71" fmla="*/ 106 h 106"/>
              <a:gd name="T72" fmla="*/ 7 w 139"/>
              <a:gd name="T73" fmla="*/ 106 h 106"/>
              <a:gd name="T74" fmla="*/ 0 w 139"/>
              <a:gd name="T75" fmla="*/ 106 h 106"/>
              <a:gd name="T76" fmla="*/ 0 w 139"/>
              <a:gd name="T77" fmla="*/ 99 h 106"/>
              <a:gd name="T78" fmla="*/ 0 w 139"/>
              <a:gd name="T79" fmla="*/ 2 h 106"/>
              <a:gd name="T80" fmla="*/ 7 w 139"/>
              <a:gd name="T81" fmla="*/ 2 h 106"/>
              <a:gd name="T82" fmla="*/ 7 w 139"/>
              <a:gd name="T83" fmla="*/ 40 h 106"/>
              <a:gd name="T84" fmla="*/ 42 w 139"/>
              <a:gd name="T85" fmla="*/ 26 h 106"/>
              <a:gd name="T86" fmla="*/ 45 w 139"/>
              <a:gd name="T87" fmla="*/ 23 h 106"/>
              <a:gd name="T88" fmla="*/ 50 w 139"/>
              <a:gd name="T89" fmla="*/ 28 h 106"/>
              <a:gd name="T90" fmla="*/ 54 w 139"/>
              <a:gd name="T91" fmla="*/ 38 h 106"/>
              <a:gd name="T92" fmla="*/ 109 w 139"/>
              <a:gd name="T93" fmla="*/ 12 h 106"/>
              <a:gd name="T94" fmla="*/ 102 w 139"/>
              <a:gd name="T95" fmla="*/ 0 h 106"/>
              <a:gd name="T96" fmla="*/ 121 w 139"/>
              <a:gd name="T97" fmla="*/ 0 h 106"/>
              <a:gd name="T98" fmla="*/ 139 w 139"/>
              <a:gd name="T99" fmla="*/ 2 h 106"/>
              <a:gd name="T100" fmla="*/ 130 w 139"/>
              <a:gd name="T101" fmla="*/ 16 h 106"/>
              <a:gd name="T102" fmla="*/ 121 w 139"/>
              <a:gd name="T103" fmla="*/ 33 h 106"/>
              <a:gd name="T104" fmla="*/ 113 w 139"/>
              <a:gd name="T105" fmla="*/ 21 h 106"/>
              <a:gd name="T106" fmla="*/ 57 w 139"/>
              <a:gd name="T107" fmla="*/ 49 h 106"/>
              <a:gd name="T108" fmla="*/ 52 w 139"/>
              <a:gd name="T109" fmla="*/ 52 h 106"/>
              <a:gd name="T110" fmla="*/ 47 w 139"/>
              <a:gd name="T111" fmla="*/ 47 h 106"/>
              <a:gd name="T112" fmla="*/ 42 w 139"/>
              <a:gd name="T113" fmla="*/ 38 h 106"/>
              <a:gd name="T114" fmla="*/ 7 w 139"/>
              <a:gd name="T115" fmla="*/ 54 h 106"/>
              <a:gd name="T116" fmla="*/ 7 w 139"/>
              <a:gd name="T117" fmla="*/ 99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9" h="106">
                <a:moveTo>
                  <a:pt x="7" y="99"/>
                </a:moveTo>
                <a:lnTo>
                  <a:pt x="14" y="99"/>
                </a:lnTo>
                <a:lnTo>
                  <a:pt x="14" y="59"/>
                </a:lnTo>
                <a:lnTo>
                  <a:pt x="21" y="56"/>
                </a:lnTo>
                <a:lnTo>
                  <a:pt x="21" y="99"/>
                </a:lnTo>
                <a:lnTo>
                  <a:pt x="26" y="99"/>
                </a:lnTo>
                <a:lnTo>
                  <a:pt x="26" y="54"/>
                </a:lnTo>
                <a:lnTo>
                  <a:pt x="33" y="52"/>
                </a:lnTo>
                <a:lnTo>
                  <a:pt x="33" y="99"/>
                </a:lnTo>
                <a:lnTo>
                  <a:pt x="40" y="99"/>
                </a:lnTo>
                <a:lnTo>
                  <a:pt x="40" y="49"/>
                </a:lnTo>
                <a:lnTo>
                  <a:pt x="40" y="49"/>
                </a:lnTo>
                <a:lnTo>
                  <a:pt x="47" y="56"/>
                </a:lnTo>
                <a:lnTo>
                  <a:pt x="47" y="99"/>
                </a:lnTo>
                <a:lnTo>
                  <a:pt x="52" y="99"/>
                </a:lnTo>
                <a:lnTo>
                  <a:pt x="52" y="61"/>
                </a:lnTo>
                <a:lnTo>
                  <a:pt x="59" y="59"/>
                </a:lnTo>
                <a:lnTo>
                  <a:pt x="59" y="99"/>
                </a:lnTo>
                <a:lnTo>
                  <a:pt x="64" y="99"/>
                </a:lnTo>
                <a:lnTo>
                  <a:pt x="64" y="56"/>
                </a:lnTo>
                <a:lnTo>
                  <a:pt x="71" y="52"/>
                </a:lnTo>
                <a:lnTo>
                  <a:pt x="71" y="99"/>
                </a:lnTo>
                <a:lnTo>
                  <a:pt x="76" y="99"/>
                </a:lnTo>
                <a:lnTo>
                  <a:pt x="76" y="49"/>
                </a:lnTo>
                <a:lnTo>
                  <a:pt x="83" y="45"/>
                </a:lnTo>
                <a:lnTo>
                  <a:pt x="83" y="99"/>
                </a:lnTo>
                <a:lnTo>
                  <a:pt x="90" y="99"/>
                </a:lnTo>
                <a:lnTo>
                  <a:pt x="90" y="42"/>
                </a:lnTo>
                <a:lnTo>
                  <a:pt x="97" y="40"/>
                </a:lnTo>
                <a:lnTo>
                  <a:pt x="97" y="99"/>
                </a:lnTo>
                <a:lnTo>
                  <a:pt x="102" y="99"/>
                </a:lnTo>
                <a:lnTo>
                  <a:pt x="102" y="38"/>
                </a:lnTo>
                <a:lnTo>
                  <a:pt x="109" y="33"/>
                </a:lnTo>
                <a:lnTo>
                  <a:pt x="109" y="99"/>
                </a:lnTo>
                <a:lnTo>
                  <a:pt x="135" y="99"/>
                </a:lnTo>
                <a:lnTo>
                  <a:pt x="135" y="106"/>
                </a:lnTo>
                <a:lnTo>
                  <a:pt x="7" y="106"/>
                </a:lnTo>
                <a:lnTo>
                  <a:pt x="0" y="106"/>
                </a:lnTo>
                <a:lnTo>
                  <a:pt x="0" y="99"/>
                </a:lnTo>
                <a:lnTo>
                  <a:pt x="0" y="2"/>
                </a:lnTo>
                <a:lnTo>
                  <a:pt x="7" y="2"/>
                </a:lnTo>
                <a:lnTo>
                  <a:pt x="7" y="40"/>
                </a:lnTo>
                <a:lnTo>
                  <a:pt x="42" y="26"/>
                </a:lnTo>
                <a:lnTo>
                  <a:pt x="45" y="23"/>
                </a:lnTo>
                <a:lnTo>
                  <a:pt x="50" y="28"/>
                </a:lnTo>
                <a:lnTo>
                  <a:pt x="54" y="38"/>
                </a:lnTo>
                <a:lnTo>
                  <a:pt x="109" y="12"/>
                </a:lnTo>
                <a:lnTo>
                  <a:pt x="102" y="0"/>
                </a:lnTo>
                <a:lnTo>
                  <a:pt x="121" y="0"/>
                </a:lnTo>
                <a:lnTo>
                  <a:pt x="139" y="2"/>
                </a:lnTo>
                <a:lnTo>
                  <a:pt x="130" y="16"/>
                </a:lnTo>
                <a:lnTo>
                  <a:pt x="121" y="33"/>
                </a:lnTo>
                <a:lnTo>
                  <a:pt x="113" y="21"/>
                </a:lnTo>
                <a:lnTo>
                  <a:pt x="57" y="49"/>
                </a:lnTo>
                <a:lnTo>
                  <a:pt x="52" y="52"/>
                </a:lnTo>
                <a:lnTo>
                  <a:pt x="47" y="47"/>
                </a:lnTo>
                <a:lnTo>
                  <a:pt x="42" y="38"/>
                </a:lnTo>
                <a:lnTo>
                  <a:pt x="7" y="54"/>
                </a:lnTo>
                <a:lnTo>
                  <a:pt x="7" y="99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 dirty="0">
              <a:solidFill>
                <a:srgbClr val="40404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AutoShape 20" descr="D:\51PPT模板网\51pptmoban.com\图片.jpg">
            <a:extLst>
              <a:ext uri="{FF2B5EF4-FFF2-40B4-BE49-F238E27FC236}">
                <a16:creationId xmlns:a16="http://schemas.microsoft.com/office/drawing/2014/main" id="{D51E8D80-4BF1-6647-A2E3-22A3E89C60A6}"/>
              </a:ext>
            </a:extLst>
          </p:cNvPr>
          <p:cNvSpPr>
            <a:spLocks/>
          </p:cNvSpPr>
          <p:nvPr/>
        </p:nvSpPr>
        <p:spPr bwMode="auto">
          <a:xfrm>
            <a:off x="5322926" y="3474922"/>
            <a:ext cx="468070" cy="41406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600" y="8639"/>
                </a:moveTo>
                <a:cubicBezTo>
                  <a:pt x="21600" y="3959"/>
                  <a:pt x="16676" y="0"/>
                  <a:pt x="10800" y="0"/>
                </a:cubicBezTo>
                <a:cubicBezTo>
                  <a:pt x="4764" y="0"/>
                  <a:pt x="0" y="3959"/>
                  <a:pt x="0" y="8639"/>
                </a:cubicBezTo>
                <a:cubicBezTo>
                  <a:pt x="0" y="12059"/>
                  <a:pt x="2382" y="14939"/>
                  <a:pt x="5876" y="16379"/>
                </a:cubicBezTo>
                <a:cubicBezTo>
                  <a:pt x="6035" y="17279"/>
                  <a:pt x="5717" y="19079"/>
                  <a:pt x="3335" y="21599"/>
                </a:cubicBezTo>
                <a:cubicBezTo>
                  <a:pt x="3335" y="21599"/>
                  <a:pt x="8576" y="19979"/>
                  <a:pt x="11435" y="17279"/>
                </a:cubicBezTo>
                <a:cubicBezTo>
                  <a:pt x="17152" y="16919"/>
                  <a:pt x="21600" y="13139"/>
                  <a:pt x="21600" y="8639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s-ES" kern="0">
              <a:solidFill>
                <a:srgbClr val="404040"/>
              </a:solidFill>
              <a:cs typeface="+mn-ea"/>
              <a:sym typeface="Calibri" charset="0"/>
            </a:endParaRPr>
          </a:p>
        </p:txBody>
      </p:sp>
      <p:sp>
        <p:nvSpPr>
          <p:cNvPr id="16" name="Freeform 219">
            <a:extLst>
              <a:ext uri="{FF2B5EF4-FFF2-40B4-BE49-F238E27FC236}">
                <a16:creationId xmlns:a16="http://schemas.microsoft.com/office/drawing/2014/main" id="{58A06D47-C581-777C-57CC-532BD20EDDD7}"/>
              </a:ext>
            </a:extLst>
          </p:cNvPr>
          <p:cNvSpPr>
            <a:spLocks noEditPoints="1"/>
          </p:cNvSpPr>
          <p:nvPr/>
        </p:nvSpPr>
        <p:spPr bwMode="auto">
          <a:xfrm>
            <a:off x="6469642" y="3521544"/>
            <a:ext cx="462033" cy="358315"/>
          </a:xfrm>
          <a:custGeom>
            <a:avLst/>
            <a:gdLst>
              <a:gd name="T0" fmla="*/ 94216476 w 68"/>
              <a:gd name="T1" fmla="*/ 174893557 h 53"/>
              <a:gd name="T2" fmla="*/ 0 w 68"/>
              <a:gd name="T3" fmla="*/ 81616310 h 53"/>
              <a:gd name="T4" fmla="*/ 94216476 w 68"/>
              <a:gd name="T5" fmla="*/ 0 h 53"/>
              <a:gd name="T6" fmla="*/ 176658466 w 68"/>
              <a:gd name="T7" fmla="*/ 81616310 h 53"/>
              <a:gd name="T8" fmla="*/ 94216476 w 68"/>
              <a:gd name="T9" fmla="*/ 174893557 h 53"/>
              <a:gd name="T10" fmla="*/ 94216476 w 68"/>
              <a:gd name="T11" fmla="*/ 396427445 h 53"/>
              <a:gd name="T12" fmla="*/ 0 w 68"/>
              <a:gd name="T13" fmla="*/ 314811134 h 53"/>
              <a:gd name="T14" fmla="*/ 94216476 w 68"/>
              <a:gd name="T15" fmla="*/ 221533888 h 53"/>
              <a:gd name="T16" fmla="*/ 176658466 w 68"/>
              <a:gd name="T17" fmla="*/ 314811134 h 53"/>
              <a:gd name="T18" fmla="*/ 94216476 w 68"/>
              <a:gd name="T19" fmla="*/ 396427445 h 53"/>
              <a:gd name="T20" fmla="*/ 94216476 w 68"/>
              <a:gd name="T21" fmla="*/ 617961333 h 53"/>
              <a:gd name="T22" fmla="*/ 0 w 68"/>
              <a:gd name="T23" fmla="*/ 536345022 h 53"/>
              <a:gd name="T24" fmla="*/ 94216476 w 68"/>
              <a:gd name="T25" fmla="*/ 454725297 h 53"/>
              <a:gd name="T26" fmla="*/ 176658466 w 68"/>
              <a:gd name="T27" fmla="*/ 536345022 h 53"/>
              <a:gd name="T28" fmla="*/ 94216476 w 68"/>
              <a:gd name="T29" fmla="*/ 617961333 h 53"/>
              <a:gd name="T30" fmla="*/ 800850339 w 68"/>
              <a:gd name="T31" fmla="*/ 128256641 h 53"/>
              <a:gd name="T32" fmla="*/ 789072421 w 68"/>
              <a:gd name="T33" fmla="*/ 139914163 h 53"/>
              <a:gd name="T34" fmla="*/ 247322538 w 68"/>
              <a:gd name="T35" fmla="*/ 139914163 h 53"/>
              <a:gd name="T36" fmla="*/ 235544621 w 68"/>
              <a:gd name="T37" fmla="*/ 128256641 h 53"/>
              <a:gd name="T38" fmla="*/ 235544621 w 68"/>
              <a:gd name="T39" fmla="*/ 46636916 h 53"/>
              <a:gd name="T40" fmla="*/ 247322538 w 68"/>
              <a:gd name="T41" fmla="*/ 23318458 h 53"/>
              <a:gd name="T42" fmla="*/ 789072421 w 68"/>
              <a:gd name="T43" fmla="*/ 23318458 h 53"/>
              <a:gd name="T44" fmla="*/ 800850339 w 68"/>
              <a:gd name="T45" fmla="*/ 46636916 h 53"/>
              <a:gd name="T46" fmla="*/ 800850339 w 68"/>
              <a:gd name="T47" fmla="*/ 128256641 h 53"/>
              <a:gd name="T48" fmla="*/ 800850339 w 68"/>
              <a:gd name="T49" fmla="*/ 349790529 h 53"/>
              <a:gd name="T50" fmla="*/ 789072421 w 68"/>
              <a:gd name="T51" fmla="*/ 373108987 h 53"/>
              <a:gd name="T52" fmla="*/ 247322538 w 68"/>
              <a:gd name="T53" fmla="*/ 373108987 h 53"/>
              <a:gd name="T54" fmla="*/ 235544621 w 68"/>
              <a:gd name="T55" fmla="*/ 349790529 h 53"/>
              <a:gd name="T56" fmla="*/ 235544621 w 68"/>
              <a:gd name="T57" fmla="*/ 268170804 h 53"/>
              <a:gd name="T58" fmla="*/ 247322538 w 68"/>
              <a:gd name="T59" fmla="*/ 256513282 h 53"/>
              <a:gd name="T60" fmla="*/ 789072421 w 68"/>
              <a:gd name="T61" fmla="*/ 256513282 h 53"/>
              <a:gd name="T62" fmla="*/ 800850339 w 68"/>
              <a:gd name="T63" fmla="*/ 268170804 h 53"/>
              <a:gd name="T64" fmla="*/ 800850339 w 68"/>
              <a:gd name="T65" fmla="*/ 349790529 h 53"/>
              <a:gd name="T66" fmla="*/ 800850339 w 68"/>
              <a:gd name="T67" fmla="*/ 582981938 h 53"/>
              <a:gd name="T68" fmla="*/ 789072421 w 68"/>
              <a:gd name="T69" fmla="*/ 594642875 h 53"/>
              <a:gd name="T70" fmla="*/ 247322538 w 68"/>
              <a:gd name="T71" fmla="*/ 594642875 h 53"/>
              <a:gd name="T72" fmla="*/ 235544621 w 68"/>
              <a:gd name="T73" fmla="*/ 582981938 h 53"/>
              <a:gd name="T74" fmla="*/ 235544621 w 68"/>
              <a:gd name="T75" fmla="*/ 489704692 h 53"/>
              <a:gd name="T76" fmla="*/ 247322538 w 68"/>
              <a:gd name="T77" fmla="*/ 478047170 h 53"/>
              <a:gd name="T78" fmla="*/ 789072421 w 68"/>
              <a:gd name="T79" fmla="*/ 478047170 h 53"/>
              <a:gd name="T80" fmla="*/ 800850339 w 68"/>
              <a:gd name="T81" fmla="*/ 489704692 h 53"/>
              <a:gd name="T82" fmla="*/ 800850339 w 68"/>
              <a:gd name="T83" fmla="*/ 582981938 h 5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sz="2002">
              <a:solidFill>
                <a:srgbClr val="404040"/>
              </a:solidFill>
              <a:ea typeface="微软雅黑" panose="020B0503020204020204" pitchFamily="34" charset="-122"/>
            </a:endParaRPr>
          </a:p>
        </p:txBody>
      </p:sp>
      <p:sp>
        <p:nvSpPr>
          <p:cNvPr id="17" name="AutoShape 18" descr="D:\51PPT模板网\51pptmoban.com\图片.jpg">
            <a:extLst>
              <a:ext uri="{FF2B5EF4-FFF2-40B4-BE49-F238E27FC236}">
                <a16:creationId xmlns:a16="http://schemas.microsoft.com/office/drawing/2014/main" id="{AB740C76-396E-E06E-0E09-3A53AF7B9C52}"/>
              </a:ext>
            </a:extLst>
          </p:cNvPr>
          <p:cNvSpPr>
            <a:spLocks/>
          </p:cNvSpPr>
          <p:nvPr/>
        </p:nvSpPr>
        <p:spPr bwMode="auto">
          <a:xfrm>
            <a:off x="5343359" y="2347504"/>
            <a:ext cx="493213" cy="409959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600" y="9391"/>
                </a:moveTo>
                <a:cubicBezTo>
                  <a:pt x="21600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600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600" y="8895"/>
                  <a:pt x="21600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1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20090" tIns="20090" rIns="20090" bIns="20090" anchor="ctr"/>
          <a:lstStyle/>
          <a:p>
            <a:pPr defTabSz="341525">
              <a:defRPr/>
            </a:pPr>
            <a:endParaRPr lang="es-ES" sz="2250" dirty="0">
              <a:solidFill>
                <a:srgbClr val="40404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Gill Sans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145120-86B3-C392-8F22-8061697F6F7F}"/>
              </a:ext>
            </a:extLst>
          </p:cNvPr>
          <p:cNvGrpSpPr/>
          <p:nvPr/>
        </p:nvGrpSpPr>
        <p:grpSpPr>
          <a:xfrm>
            <a:off x="7715815" y="1847766"/>
            <a:ext cx="2966425" cy="816522"/>
            <a:chOff x="283598" y="1906534"/>
            <a:chExt cx="2966425" cy="81652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6CF6CA9-BB89-9081-8322-F3EECD23BEE2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36BED0-AB3F-22AE-6D61-59923AEB93AD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7DC7900-EA7F-681C-5ACD-86F0DED10508}"/>
              </a:ext>
            </a:extLst>
          </p:cNvPr>
          <p:cNvGrpSpPr/>
          <p:nvPr/>
        </p:nvGrpSpPr>
        <p:grpSpPr>
          <a:xfrm>
            <a:off x="1513796" y="1847766"/>
            <a:ext cx="2984539" cy="816522"/>
            <a:chOff x="283598" y="1906534"/>
            <a:chExt cx="2984539" cy="81652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7175D17-90F2-CCEA-3BC4-0B13AA8A6064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A3A3213-666D-AFE6-1ED0-158A6C2D8B66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EF7972F-EBF6-B28E-6C54-07B056A0B38F}"/>
              </a:ext>
            </a:extLst>
          </p:cNvPr>
          <p:cNvGrpSpPr/>
          <p:nvPr/>
        </p:nvGrpSpPr>
        <p:grpSpPr>
          <a:xfrm>
            <a:off x="7715815" y="3738596"/>
            <a:ext cx="2966425" cy="816522"/>
            <a:chOff x="283598" y="1906534"/>
            <a:chExt cx="2966425" cy="81652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B8026DD-5095-C530-DD49-9FB74AF4B33C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8B1CB6C-AACC-E3CB-E5E9-741E5D8BB736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7258B57-231A-B6C3-3FC8-34F58FEE3589}"/>
              </a:ext>
            </a:extLst>
          </p:cNvPr>
          <p:cNvGrpSpPr/>
          <p:nvPr/>
        </p:nvGrpSpPr>
        <p:grpSpPr>
          <a:xfrm>
            <a:off x="1513796" y="3738596"/>
            <a:ext cx="2984539" cy="816522"/>
            <a:chOff x="283598" y="1906534"/>
            <a:chExt cx="2984539" cy="816522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2628D34-E307-0F3B-900A-72225459F145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335E0F0-ECA1-0C81-3FC1-8B448C8647F6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19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CD75-0044-2B2C-73B6-42622A98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7C6DA95-C67D-5EC4-E319-4EF60219D958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11F49080-3C2D-6D52-D1A1-A17BA31BD5E7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FF680610-61C7-9B21-9874-B0A178CFCBD5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19C345B8-5143-F14E-7512-2278D97859D7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806721F5-CD74-518F-C5E7-E7F26FEEA2CA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6AD2DE6E-8CB0-930E-351A-ACCDE0F3193C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1E62D384-A24E-B5EF-1A47-CA2E68D86EAD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2038A2CD-8104-06CC-003F-2034C73C5817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5144D968-8C11-A0B3-01FC-DE1F9D6219E1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BE55E3D3-587D-A3D7-1E51-477523856C94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FB73ACCC-1B7C-4FDD-FE8F-E46CB1900818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B5973004-8388-7102-CBFE-3AB4738861AF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4CC01E0E-991F-73AA-B9DA-C0E242BC91B7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D8BC6DB2-F1EB-F7DC-4277-91E66E798C22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BB575598-9618-1079-F0DA-7B37C24C7E85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CFEC8AC9-580D-0E28-F76A-72D5E2EE8507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2A8B6ED8-0F5A-1EBE-E230-A22BBA789E52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616FB58C-1CF1-2761-0201-E4E481B8DCBD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896D71E4-8A27-96C1-2C04-2CCAD0DB6BB8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B1F61571-3360-C949-88D2-BF04BDC763A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02BFC443-6207-8347-BE73-8870621B0C6D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5A714FCD-50C0-4124-C126-BF4FCA536BBD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678AF01B-1BAF-A48B-9313-11EF922BEC7C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015FFF44-916F-2F68-2214-F40E0D018DA1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34E773EE-5EA6-20B6-0481-D4BABD1A0B39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37FCFD9C-6DE2-5F96-66F7-90F320D2D7C6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A66E30A1-47EE-343D-9F26-1734C1BB725F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5178FB58-2B5E-9632-0F8E-97D3ED8F798B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613EAF3-3826-4500-05F6-DB7E36F97126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D341551D-A7A4-A5E2-9796-132D67BDD97E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03F7B438-EF97-D206-67C0-F7C5D101DA24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90424D4B-F0C8-A62A-7151-0BA880D14AB2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30760F78-69F8-34BD-B421-8280CF35B3B2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934660A1-C076-B50F-BBD9-75A982531FFF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84DFC2B7-9EAB-86FE-EF33-35547D882215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7DEF67CC-3C6C-2893-EE94-28E83A71A842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ECD5F75C-62C2-D46B-4A28-EB50A470E3CD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575C0A88-E47E-4B5C-277E-424A17CC9DB1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B2CD3CED-29CC-A80F-A745-5F1470808955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560410F8-441E-DE76-B8DA-A0B617281B89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4EC872DF-513A-1A01-AF93-29CF644BD469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1BD8FC4B-2FED-B1CB-3064-4F7A4DCF3E7C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EAF0566C-50B0-CFA1-248B-685A75066821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703A4FC3-840D-9BF8-680A-0DEBF8ED6F03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10FBC5BC-A1DA-AFF9-658C-71C231867047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A1C2BAAC-D24D-3B00-D088-165AE8316ED0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FD2F4E72-CD88-E7B8-1DFA-69331ED459E2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D673E4B4-FEA5-620D-5F21-757986E6A40B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69BAA894-61E1-DB24-20B5-8138FE00E84A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3E910132-8764-C281-AFE3-A50F9DB2139C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B6BC350B-A358-7E95-7F28-1D2160D1BE14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1BD09625-EE57-F574-21A4-8209A502685B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F22EE298-5A85-564E-5867-BC880DD9E622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0D4CFED6-F0FE-6977-A0D6-F654FB2FD371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43C6B81-A8B0-FF8B-EDF6-44A893BAFEF0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AC411D5-4850-D806-3264-8E8F4A5FC4A9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5A144587-B85D-0E5D-6118-AA9CC7195F60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9930764A-D1A0-F59E-A6B7-E6D0997FE118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7557E880-8C50-C73C-D4B8-74999D52354D}"/>
              </a:ext>
            </a:extLst>
          </p:cNvPr>
          <p:cNvGrpSpPr/>
          <p:nvPr/>
        </p:nvGrpSpPr>
        <p:grpSpPr>
          <a:xfrm>
            <a:off x="1837702" y="2175896"/>
            <a:ext cx="4135685" cy="584775"/>
            <a:chOff x="1825002" y="2322008"/>
            <a:chExt cx="4135685" cy="58477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FB26BF5E-8F2D-A119-2BC5-825BAE7904EB}"/>
                </a:ext>
              </a:extLst>
            </p:cNvPr>
            <p:cNvSpPr/>
            <p:nvPr/>
          </p:nvSpPr>
          <p:spPr>
            <a:xfrm>
              <a:off x="1825002" y="2350272"/>
              <a:ext cx="4135685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1E53F7E-75EE-F484-6415-5CC38AD08A3E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742CF04-BBCF-64AA-BA97-6A9B96F8FEFB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42" name="箭头: V 形 41">
              <a:extLst>
                <a:ext uri="{FF2B5EF4-FFF2-40B4-BE49-F238E27FC236}">
                  <a16:creationId xmlns:a16="http://schemas.microsoft.com/office/drawing/2014/main" id="{E73B5FCB-2ED8-FD3D-0E7C-C85FF9E5E6B2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03756E92-0787-0217-216C-D8F390324CD8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FC3BA40-3963-6003-3BBE-AA02FCB93404}"/>
              </a:ext>
            </a:extLst>
          </p:cNvPr>
          <p:cNvSpPr txBox="1"/>
          <p:nvPr/>
        </p:nvSpPr>
        <p:spPr>
          <a:xfrm>
            <a:off x="1833616" y="3098689"/>
            <a:ext cx="4342218" cy="145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9DD57B-E678-07BB-3C01-F3AD0290D543}"/>
              </a:ext>
            </a:extLst>
          </p:cNvPr>
          <p:cNvGrpSpPr/>
          <p:nvPr/>
        </p:nvGrpSpPr>
        <p:grpSpPr>
          <a:xfrm>
            <a:off x="6438070" y="2139496"/>
            <a:ext cx="4601254" cy="2385774"/>
            <a:chOff x="6314521" y="2164338"/>
            <a:chExt cx="4601254" cy="238577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3E24CBD-42EB-1C2B-707B-309E7157BDEC}"/>
                </a:ext>
              </a:extLst>
            </p:cNvPr>
            <p:cNvGrpSpPr/>
            <p:nvPr/>
          </p:nvGrpSpPr>
          <p:grpSpPr>
            <a:xfrm>
              <a:off x="7431372" y="2167792"/>
              <a:ext cx="1531795" cy="1667251"/>
              <a:chOff x="3401304" y="797153"/>
              <a:chExt cx="3171988" cy="345248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7D784D22-8BC6-1C35-4A1E-967E06B09416}"/>
                  </a:ext>
                </a:extLst>
              </p:cNvPr>
              <p:cNvSpPr/>
              <p:nvPr/>
            </p:nvSpPr>
            <p:spPr>
              <a:xfrm>
                <a:off x="3401304" y="797153"/>
                <a:ext cx="3171988" cy="3452485"/>
              </a:xfrm>
              <a:custGeom>
                <a:avLst/>
                <a:gdLst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258670 w 3171988"/>
                  <a:gd name="connsiteY46" fmla="*/ 3435726 h 3474203"/>
                  <a:gd name="connsiteX47" fmla="*/ 0 w 3171988"/>
                  <a:gd name="connsiteY47" fmla="*/ 3216514 h 3474203"/>
                  <a:gd name="connsiteX48" fmla="*/ 230638 w 3171988"/>
                  <a:gd name="connsiteY48" fmla="*/ 3170754 h 3474203"/>
                  <a:gd name="connsiteX49" fmla="*/ 741059 w 3171988"/>
                  <a:gd name="connsiteY49" fmla="*/ 3031897 h 3474203"/>
                  <a:gd name="connsiteX50" fmla="*/ 1307558 w 3171988"/>
                  <a:gd name="connsiteY50" fmla="*/ 2785973 h 3474203"/>
                  <a:gd name="connsiteX51" fmla="*/ 1587861 w 3171988"/>
                  <a:gd name="connsiteY51" fmla="*/ 2605504 h 3474203"/>
                  <a:gd name="connsiteX52" fmla="*/ 1445165 w 3171988"/>
                  <a:gd name="connsiteY52" fmla="*/ 2519154 h 3474203"/>
                  <a:gd name="connsiteX53" fmla="*/ 1410607 w 3171988"/>
                  <a:gd name="connsiteY53" fmla="*/ 2512814 h 3474203"/>
                  <a:gd name="connsiteX54" fmla="*/ 1243979 w 3171988"/>
                  <a:gd name="connsiteY54" fmla="*/ 2648635 h 3474203"/>
                  <a:gd name="connsiteX55" fmla="*/ 1149502 w 3171988"/>
                  <a:gd name="connsiteY55" fmla="*/ 2565410 h 3474203"/>
                  <a:gd name="connsiteX56" fmla="*/ 971266 w 3171988"/>
                  <a:gd name="connsiteY56" fmla="*/ 2403961 h 3474203"/>
                  <a:gd name="connsiteX57" fmla="*/ 984125 w 3171988"/>
                  <a:gd name="connsiteY57" fmla="*/ 2371993 h 3474203"/>
                  <a:gd name="connsiteX58" fmla="*/ 1362565 w 3171988"/>
                  <a:gd name="connsiteY58" fmla="*/ 2054275 h 3474203"/>
                  <a:gd name="connsiteX59" fmla="*/ 1617507 w 3171988"/>
                  <a:gd name="connsiteY59" fmla="*/ 1789242 h 3474203"/>
                  <a:gd name="connsiteX60" fmla="*/ 1799138 w 3171988"/>
                  <a:gd name="connsiteY60" fmla="*/ 1816477 h 3474203"/>
                  <a:gd name="connsiteX61" fmla="*/ 1625009 w 3171988"/>
                  <a:gd name="connsiteY61" fmla="*/ 1598414 h 3474203"/>
                  <a:gd name="connsiteX62" fmla="*/ 1606524 w 3171988"/>
                  <a:gd name="connsiteY62" fmla="*/ 1538764 h 3474203"/>
                  <a:gd name="connsiteX63" fmla="*/ 1672425 w 3171988"/>
                  <a:gd name="connsiteY63" fmla="*/ 1462326 h 3474203"/>
                  <a:gd name="connsiteX64" fmla="*/ 1912366 w 3171988"/>
                  <a:gd name="connsiteY64" fmla="*/ 1246674 h 3474203"/>
                  <a:gd name="connsiteX65" fmla="*/ 2037471 w 3171988"/>
                  <a:gd name="connsiteY65" fmla="*/ 1130677 h 3474203"/>
                  <a:gd name="connsiteX66" fmla="*/ 2084262 w 3171988"/>
                  <a:gd name="connsiteY66" fmla="*/ 1069241 h 3474203"/>
                  <a:gd name="connsiteX67" fmla="*/ 2099621 w 3171988"/>
                  <a:gd name="connsiteY67" fmla="*/ 938153 h 3474203"/>
                  <a:gd name="connsiteX68" fmla="*/ 1892274 w 3171988"/>
                  <a:gd name="connsiteY68" fmla="*/ 988784 h 3474203"/>
                  <a:gd name="connsiteX69" fmla="*/ 1800120 w 3171988"/>
                  <a:gd name="connsiteY69" fmla="*/ 959406 h 3474203"/>
                  <a:gd name="connsiteX70" fmla="*/ 1744130 w 3171988"/>
                  <a:gd name="connsiteY70" fmla="*/ 765631 h 3474203"/>
                  <a:gd name="connsiteX71" fmla="*/ 1717877 w 3171988"/>
                  <a:gd name="connsiteY71" fmla="*/ 625078 h 3474203"/>
                  <a:gd name="connsiteX72" fmla="*/ 2151056 w 3171988"/>
                  <a:gd name="connsiteY72" fmla="*/ 482025 h 3474203"/>
                  <a:gd name="connsiteX73" fmla="*/ 2179542 w 3171988"/>
                  <a:gd name="connsiteY73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0 w 3171988"/>
                  <a:gd name="connsiteY46" fmla="*/ 3216514 h 3474203"/>
                  <a:gd name="connsiteX47" fmla="*/ 230638 w 3171988"/>
                  <a:gd name="connsiteY47" fmla="*/ 3170754 h 3474203"/>
                  <a:gd name="connsiteX48" fmla="*/ 741059 w 3171988"/>
                  <a:gd name="connsiteY48" fmla="*/ 3031897 h 3474203"/>
                  <a:gd name="connsiteX49" fmla="*/ 1307558 w 3171988"/>
                  <a:gd name="connsiteY49" fmla="*/ 2785973 h 3474203"/>
                  <a:gd name="connsiteX50" fmla="*/ 1587861 w 3171988"/>
                  <a:gd name="connsiteY50" fmla="*/ 2605504 h 3474203"/>
                  <a:gd name="connsiteX51" fmla="*/ 1445165 w 3171988"/>
                  <a:gd name="connsiteY51" fmla="*/ 2519154 h 3474203"/>
                  <a:gd name="connsiteX52" fmla="*/ 1410607 w 3171988"/>
                  <a:gd name="connsiteY52" fmla="*/ 2512814 h 3474203"/>
                  <a:gd name="connsiteX53" fmla="*/ 1243979 w 3171988"/>
                  <a:gd name="connsiteY53" fmla="*/ 2648635 h 3474203"/>
                  <a:gd name="connsiteX54" fmla="*/ 1149502 w 3171988"/>
                  <a:gd name="connsiteY54" fmla="*/ 2565410 h 3474203"/>
                  <a:gd name="connsiteX55" fmla="*/ 971266 w 3171988"/>
                  <a:gd name="connsiteY55" fmla="*/ 2403961 h 3474203"/>
                  <a:gd name="connsiteX56" fmla="*/ 984125 w 3171988"/>
                  <a:gd name="connsiteY56" fmla="*/ 2371993 h 3474203"/>
                  <a:gd name="connsiteX57" fmla="*/ 1362565 w 3171988"/>
                  <a:gd name="connsiteY57" fmla="*/ 2054275 h 3474203"/>
                  <a:gd name="connsiteX58" fmla="*/ 1617507 w 3171988"/>
                  <a:gd name="connsiteY58" fmla="*/ 1789242 h 3474203"/>
                  <a:gd name="connsiteX59" fmla="*/ 1799138 w 3171988"/>
                  <a:gd name="connsiteY59" fmla="*/ 1816477 h 3474203"/>
                  <a:gd name="connsiteX60" fmla="*/ 1625009 w 3171988"/>
                  <a:gd name="connsiteY60" fmla="*/ 1598414 h 3474203"/>
                  <a:gd name="connsiteX61" fmla="*/ 1606524 w 3171988"/>
                  <a:gd name="connsiteY61" fmla="*/ 1538764 h 3474203"/>
                  <a:gd name="connsiteX62" fmla="*/ 1672425 w 3171988"/>
                  <a:gd name="connsiteY62" fmla="*/ 1462326 h 3474203"/>
                  <a:gd name="connsiteX63" fmla="*/ 1912366 w 3171988"/>
                  <a:gd name="connsiteY63" fmla="*/ 1246674 h 3474203"/>
                  <a:gd name="connsiteX64" fmla="*/ 2037471 w 3171988"/>
                  <a:gd name="connsiteY64" fmla="*/ 1130677 h 3474203"/>
                  <a:gd name="connsiteX65" fmla="*/ 2084262 w 3171988"/>
                  <a:gd name="connsiteY65" fmla="*/ 1069241 h 3474203"/>
                  <a:gd name="connsiteX66" fmla="*/ 2099621 w 3171988"/>
                  <a:gd name="connsiteY66" fmla="*/ 938153 h 3474203"/>
                  <a:gd name="connsiteX67" fmla="*/ 1892274 w 3171988"/>
                  <a:gd name="connsiteY67" fmla="*/ 988784 h 3474203"/>
                  <a:gd name="connsiteX68" fmla="*/ 1800120 w 3171988"/>
                  <a:gd name="connsiteY68" fmla="*/ 959406 h 3474203"/>
                  <a:gd name="connsiteX69" fmla="*/ 1744130 w 3171988"/>
                  <a:gd name="connsiteY69" fmla="*/ 765631 h 3474203"/>
                  <a:gd name="connsiteX70" fmla="*/ 1717877 w 3171988"/>
                  <a:gd name="connsiteY70" fmla="*/ 625078 h 3474203"/>
                  <a:gd name="connsiteX71" fmla="*/ 2151056 w 3171988"/>
                  <a:gd name="connsiteY71" fmla="*/ 482025 h 3474203"/>
                  <a:gd name="connsiteX72" fmla="*/ 2179542 w 3171988"/>
                  <a:gd name="connsiteY72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0 w 3171988"/>
                  <a:gd name="connsiteY45" fmla="*/ 3216514 h 3474203"/>
                  <a:gd name="connsiteX46" fmla="*/ 230638 w 3171988"/>
                  <a:gd name="connsiteY46" fmla="*/ 3170754 h 3474203"/>
                  <a:gd name="connsiteX47" fmla="*/ 741059 w 3171988"/>
                  <a:gd name="connsiteY47" fmla="*/ 3031897 h 3474203"/>
                  <a:gd name="connsiteX48" fmla="*/ 1307558 w 3171988"/>
                  <a:gd name="connsiteY48" fmla="*/ 2785973 h 3474203"/>
                  <a:gd name="connsiteX49" fmla="*/ 1587861 w 3171988"/>
                  <a:gd name="connsiteY49" fmla="*/ 2605504 h 3474203"/>
                  <a:gd name="connsiteX50" fmla="*/ 1445165 w 3171988"/>
                  <a:gd name="connsiteY50" fmla="*/ 2519154 h 3474203"/>
                  <a:gd name="connsiteX51" fmla="*/ 1410607 w 3171988"/>
                  <a:gd name="connsiteY51" fmla="*/ 2512814 h 3474203"/>
                  <a:gd name="connsiteX52" fmla="*/ 1243979 w 3171988"/>
                  <a:gd name="connsiteY52" fmla="*/ 2648635 h 3474203"/>
                  <a:gd name="connsiteX53" fmla="*/ 1149502 w 3171988"/>
                  <a:gd name="connsiteY53" fmla="*/ 2565410 h 3474203"/>
                  <a:gd name="connsiteX54" fmla="*/ 971266 w 3171988"/>
                  <a:gd name="connsiteY54" fmla="*/ 2403961 h 3474203"/>
                  <a:gd name="connsiteX55" fmla="*/ 984125 w 3171988"/>
                  <a:gd name="connsiteY55" fmla="*/ 2371993 h 3474203"/>
                  <a:gd name="connsiteX56" fmla="*/ 1362565 w 3171988"/>
                  <a:gd name="connsiteY56" fmla="*/ 2054275 h 3474203"/>
                  <a:gd name="connsiteX57" fmla="*/ 1617507 w 3171988"/>
                  <a:gd name="connsiteY57" fmla="*/ 1789242 h 3474203"/>
                  <a:gd name="connsiteX58" fmla="*/ 1799138 w 3171988"/>
                  <a:gd name="connsiteY58" fmla="*/ 1816477 h 3474203"/>
                  <a:gd name="connsiteX59" fmla="*/ 1625009 w 3171988"/>
                  <a:gd name="connsiteY59" fmla="*/ 1598414 h 3474203"/>
                  <a:gd name="connsiteX60" fmla="*/ 1606524 w 3171988"/>
                  <a:gd name="connsiteY60" fmla="*/ 1538764 h 3474203"/>
                  <a:gd name="connsiteX61" fmla="*/ 1672425 w 3171988"/>
                  <a:gd name="connsiteY61" fmla="*/ 1462326 h 3474203"/>
                  <a:gd name="connsiteX62" fmla="*/ 1912366 w 3171988"/>
                  <a:gd name="connsiteY62" fmla="*/ 1246674 h 3474203"/>
                  <a:gd name="connsiteX63" fmla="*/ 2037471 w 3171988"/>
                  <a:gd name="connsiteY63" fmla="*/ 1130677 h 3474203"/>
                  <a:gd name="connsiteX64" fmla="*/ 2084262 w 3171988"/>
                  <a:gd name="connsiteY64" fmla="*/ 1069241 h 3474203"/>
                  <a:gd name="connsiteX65" fmla="*/ 2099621 w 3171988"/>
                  <a:gd name="connsiteY65" fmla="*/ 938153 h 3474203"/>
                  <a:gd name="connsiteX66" fmla="*/ 1892274 w 3171988"/>
                  <a:gd name="connsiteY66" fmla="*/ 988784 h 3474203"/>
                  <a:gd name="connsiteX67" fmla="*/ 1800120 w 3171988"/>
                  <a:gd name="connsiteY67" fmla="*/ 959406 h 3474203"/>
                  <a:gd name="connsiteX68" fmla="*/ 1744130 w 3171988"/>
                  <a:gd name="connsiteY68" fmla="*/ 765631 h 3474203"/>
                  <a:gd name="connsiteX69" fmla="*/ 1717877 w 3171988"/>
                  <a:gd name="connsiteY69" fmla="*/ 625078 h 3474203"/>
                  <a:gd name="connsiteX70" fmla="*/ 2151056 w 3171988"/>
                  <a:gd name="connsiteY70" fmla="*/ 482025 h 3474203"/>
                  <a:gd name="connsiteX71" fmla="*/ 2179542 w 3171988"/>
                  <a:gd name="connsiteY71" fmla="*/ 0 h 3474203"/>
                  <a:gd name="connsiteX0" fmla="*/ 2119535 w 3171988"/>
                  <a:gd name="connsiteY0" fmla="*/ 2154198 h 3452485"/>
                  <a:gd name="connsiteX1" fmla="*/ 1867807 w 3171988"/>
                  <a:gd name="connsiteY1" fmla="*/ 2185184 h 3452485"/>
                  <a:gd name="connsiteX2" fmla="*/ 1770473 w 3171988"/>
                  <a:gd name="connsiteY2" fmla="*/ 2212598 h 3452485"/>
                  <a:gd name="connsiteX3" fmla="*/ 1669300 w 3171988"/>
                  <a:gd name="connsiteY3" fmla="*/ 2303949 h 3452485"/>
                  <a:gd name="connsiteX4" fmla="*/ 1851555 w 3171988"/>
                  <a:gd name="connsiteY4" fmla="*/ 2398336 h 3452485"/>
                  <a:gd name="connsiteX5" fmla="*/ 2053098 w 3171988"/>
                  <a:gd name="connsiteY5" fmla="*/ 2218135 h 3452485"/>
                  <a:gd name="connsiteX6" fmla="*/ 2119535 w 3171988"/>
                  <a:gd name="connsiteY6" fmla="*/ 2154198 h 3452485"/>
                  <a:gd name="connsiteX7" fmla="*/ 2069886 w 3171988"/>
                  <a:gd name="connsiteY7" fmla="*/ 1507242 h 3452485"/>
                  <a:gd name="connsiteX8" fmla="*/ 1990768 w 3171988"/>
                  <a:gd name="connsiteY8" fmla="*/ 1601807 h 3452485"/>
                  <a:gd name="connsiteX9" fmla="*/ 1837714 w 3171988"/>
                  <a:gd name="connsiteY9" fmla="*/ 1806119 h 3452485"/>
                  <a:gd name="connsiteX10" fmla="*/ 1947103 w 3171988"/>
                  <a:gd name="connsiteY10" fmla="*/ 1795403 h 3452485"/>
                  <a:gd name="connsiteX11" fmla="*/ 1853965 w 3171988"/>
                  <a:gd name="connsiteY11" fmla="*/ 1897380 h 3452485"/>
                  <a:gd name="connsiteX12" fmla="*/ 2153199 w 3171988"/>
                  <a:gd name="connsiteY12" fmla="*/ 1893719 h 3452485"/>
                  <a:gd name="connsiteX13" fmla="*/ 2035239 w 3171988"/>
                  <a:gd name="connsiteY13" fmla="*/ 1792367 h 3452485"/>
                  <a:gd name="connsiteX14" fmla="*/ 2069886 w 3171988"/>
                  <a:gd name="connsiteY14" fmla="*/ 1507242 h 3452485"/>
                  <a:gd name="connsiteX15" fmla="*/ 2445021 w 3171988"/>
                  <a:gd name="connsiteY15" fmla="*/ 1293465 h 3452485"/>
                  <a:gd name="connsiteX16" fmla="*/ 2391771 w 3171988"/>
                  <a:gd name="connsiteY16" fmla="*/ 1715394 h 3452485"/>
                  <a:gd name="connsiteX17" fmla="*/ 2636207 w 3171988"/>
                  <a:gd name="connsiteY17" fmla="*/ 1409045 h 3452485"/>
                  <a:gd name="connsiteX18" fmla="*/ 2445021 w 3171988"/>
                  <a:gd name="connsiteY18" fmla="*/ 1293465 h 3452485"/>
                  <a:gd name="connsiteX19" fmla="*/ 2179542 w 3171988"/>
                  <a:gd name="connsiteY19" fmla="*/ 0 h 3452485"/>
                  <a:gd name="connsiteX20" fmla="*/ 2223833 w 3171988"/>
                  <a:gd name="connsiteY20" fmla="*/ 8215 h 3452485"/>
                  <a:gd name="connsiteX21" fmla="*/ 2502797 w 3171988"/>
                  <a:gd name="connsiteY21" fmla="*/ 104835 h 3452485"/>
                  <a:gd name="connsiteX22" fmla="*/ 2561107 w 3171988"/>
                  <a:gd name="connsiteY22" fmla="*/ 135553 h 3452485"/>
                  <a:gd name="connsiteX23" fmla="*/ 2542266 w 3171988"/>
                  <a:gd name="connsiteY23" fmla="*/ 385852 h 3452485"/>
                  <a:gd name="connsiteX24" fmla="*/ 2810960 w 3171988"/>
                  <a:gd name="connsiteY24" fmla="*/ 351026 h 3452485"/>
                  <a:gd name="connsiteX25" fmla="*/ 2796226 w 3171988"/>
                  <a:gd name="connsiteY25" fmla="*/ 506938 h 3452485"/>
                  <a:gd name="connsiteX26" fmla="*/ 2768276 w 3171988"/>
                  <a:gd name="connsiteY26" fmla="*/ 702588 h 3452485"/>
                  <a:gd name="connsiteX27" fmla="*/ 2734522 w 3171988"/>
                  <a:gd name="connsiteY27" fmla="*/ 735985 h 3452485"/>
                  <a:gd name="connsiteX28" fmla="*/ 2504850 w 3171988"/>
                  <a:gd name="connsiteY28" fmla="*/ 812155 h 3452485"/>
                  <a:gd name="connsiteX29" fmla="*/ 2488509 w 3171988"/>
                  <a:gd name="connsiteY29" fmla="*/ 936456 h 3452485"/>
                  <a:gd name="connsiteX30" fmla="*/ 2638617 w 3171988"/>
                  <a:gd name="connsiteY30" fmla="*/ 995571 h 3452485"/>
                  <a:gd name="connsiteX31" fmla="*/ 3110462 w 3171988"/>
                  <a:gd name="connsiteY31" fmla="*/ 1220063 h 3452485"/>
                  <a:gd name="connsiteX32" fmla="*/ 3171988 w 3171988"/>
                  <a:gd name="connsiteY32" fmla="*/ 1255603 h 3452485"/>
                  <a:gd name="connsiteX33" fmla="*/ 3072868 w 3171988"/>
                  <a:gd name="connsiteY33" fmla="*/ 1398300 h 3452485"/>
                  <a:gd name="connsiteX34" fmla="*/ 2949281 w 3171988"/>
                  <a:gd name="connsiteY34" fmla="*/ 1551355 h 3452485"/>
                  <a:gd name="connsiteX35" fmla="*/ 2394837 w 3171988"/>
                  <a:gd name="connsiteY35" fmla="*/ 1749147 h 3452485"/>
                  <a:gd name="connsiteX36" fmla="*/ 2383139 w 3171988"/>
                  <a:gd name="connsiteY36" fmla="*/ 1863804 h 3452485"/>
                  <a:gd name="connsiteX37" fmla="*/ 2615221 w 3171988"/>
                  <a:gd name="connsiteY37" fmla="*/ 1974265 h 3452485"/>
                  <a:gd name="connsiteX38" fmla="*/ 2737022 w 3171988"/>
                  <a:gd name="connsiteY38" fmla="*/ 2079457 h 3452485"/>
                  <a:gd name="connsiteX39" fmla="*/ 2712912 w 3171988"/>
                  <a:gd name="connsiteY39" fmla="*/ 2154734 h 3452485"/>
                  <a:gd name="connsiteX40" fmla="*/ 2385907 w 3171988"/>
                  <a:gd name="connsiteY40" fmla="*/ 2577644 h 3452485"/>
                  <a:gd name="connsiteX41" fmla="*/ 1864592 w 3171988"/>
                  <a:gd name="connsiteY41" fmla="*/ 3092172 h 3452485"/>
                  <a:gd name="connsiteX42" fmla="*/ 1679658 w 3171988"/>
                  <a:gd name="connsiteY42" fmla="*/ 3246388 h 3452485"/>
                  <a:gd name="connsiteX43" fmla="*/ 1302915 w 3171988"/>
                  <a:gd name="connsiteY43" fmla="*/ 3452485 h 3452485"/>
                  <a:gd name="connsiteX44" fmla="*/ 0 w 3171988"/>
                  <a:gd name="connsiteY44" fmla="*/ 3216514 h 3452485"/>
                  <a:gd name="connsiteX45" fmla="*/ 230638 w 3171988"/>
                  <a:gd name="connsiteY45" fmla="*/ 3170754 h 3452485"/>
                  <a:gd name="connsiteX46" fmla="*/ 741059 w 3171988"/>
                  <a:gd name="connsiteY46" fmla="*/ 3031897 h 3452485"/>
                  <a:gd name="connsiteX47" fmla="*/ 1307558 w 3171988"/>
                  <a:gd name="connsiteY47" fmla="*/ 2785973 h 3452485"/>
                  <a:gd name="connsiteX48" fmla="*/ 1587861 w 3171988"/>
                  <a:gd name="connsiteY48" fmla="*/ 2605504 h 3452485"/>
                  <a:gd name="connsiteX49" fmla="*/ 1445165 w 3171988"/>
                  <a:gd name="connsiteY49" fmla="*/ 2519154 h 3452485"/>
                  <a:gd name="connsiteX50" fmla="*/ 1410607 w 3171988"/>
                  <a:gd name="connsiteY50" fmla="*/ 2512814 h 3452485"/>
                  <a:gd name="connsiteX51" fmla="*/ 1243979 w 3171988"/>
                  <a:gd name="connsiteY51" fmla="*/ 2648635 h 3452485"/>
                  <a:gd name="connsiteX52" fmla="*/ 1149502 w 3171988"/>
                  <a:gd name="connsiteY52" fmla="*/ 2565410 h 3452485"/>
                  <a:gd name="connsiteX53" fmla="*/ 971266 w 3171988"/>
                  <a:gd name="connsiteY53" fmla="*/ 2403961 h 3452485"/>
                  <a:gd name="connsiteX54" fmla="*/ 984125 w 3171988"/>
                  <a:gd name="connsiteY54" fmla="*/ 2371993 h 3452485"/>
                  <a:gd name="connsiteX55" fmla="*/ 1362565 w 3171988"/>
                  <a:gd name="connsiteY55" fmla="*/ 2054275 h 3452485"/>
                  <a:gd name="connsiteX56" fmla="*/ 1617507 w 3171988"/>
                  <a:gd name="connsiteY56" fmla="*/ 1789242 h 3452485"/>
                  <a:gd name="connsiteX57" fmla="*/ 1799138 w 3171988"/>
                  <a:gd name="connsiteY57" fmla="*/ 1816477 h 3452485"/>
                  <a:gd name="connsiteX58" fmla="*/ 1625009 w 3171988"/>
                  <a:gd name="connsiteY58" fmla="*/ 1598414 h 3452485"/>
                  <a:gd name="connsiteX59" fmla="*/ 1606524 w 3171988"/>
                  <a:gd name="connsiteY59" fmla="*/ 1538764 h 3452485"/>
                  <a:gd name="connsiteX60" fmla="*/ 1672425 w 3171988"/>
                  <a:gd name="connsiteY60" fmla="*/ 1462326 h 3452485"/>
                  <a:gd name="connsiteX61" fmla="*/ 1912366 w 3171988"/>
                  <a:gd name="connsiteY61" fmla="*/ 1246674 h 3452485"/>
                  <a:gd name="connsiteX62" fmla="*/ 2037471 w 3171988"/>
                  <a:gd name="connsiteY62" fmla="*/ 1130677 h 3452485"/>
                  <a:gd name="connsiteX63" fmla="*/ 2084262 w 3171988"/>
                  <a:gd name="connsiteY63" fmla="*/ 1069241 h 3452485"/>
                  <a:gd name="connsiteX64" fmla="*/ 2099621 w 3171988"/>
                  <a:gd name="connsiteY64" fmla="*/ 938153 h 3452485"/>
                  <a:gd name="connsiteX65" fmla="*/ 1892274 w 3171988"/>
                  <a:gd name="connsiteY65" fmla="*/ 988784 h 3452485"/>
                  <a:gd name="connsiteX66" fmla="*/ 1800120 w 3171988"/>
                  <a:gd name="connsiteY66" fmla="*/ 959406 h 3452485"/>
                  <a:gd name="connsiteX67" fmla="*/ 1744130 w 3171988"/>
                  <a:gd name="connsiteY67" fmla="*/ 765631 h 3452485"/>
                  <a:gd name="connsiteX68" fmla="*/ 1717877 w 3171988"/>
                  <a:gd name="connsiteY68" fmla="*/ 625078 h 3452485"/>
                  <a:gd name="connsiteX69" fmla="*/ 2151056 w 3171988"/>
                  <a:gd name="connsiteY69" fmla="*/ 482025 h 3452485"/>
                  <a:gd name="connsiteX70" fmla="*/ 2179542 w 3171988"/>
                  <a:gd name="connsiteY70" fmla="*/ 0 h 345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171988" h="3452485">
                    <a:moveTo>
                      <a:pt x="2119535" y="2154198"/>
                    </a:moveTo>
                    <a:cubicBezTo>
                      <a:pt x="2035506" y="2162503"/>
                      <a:pt x="1952103" y="2177772"/>
                      <a:pt x="1867807" y="2185184"/>
                    </a:cubicBezTo>
                    <a:cubicBezTo>
                      <a:pt x="1835213" y="2192596"/>
                      <a:pt x="1794851" y="2185184"/>
                      <a:pt x="1770473" y="2212598"/>
                    </a:cubicBezTo>
                    <a:cubicBezTo>
                      <a:pt x="1738415" y="2244924"/>
                      <a:pt x="1704215" y="2274838"/>
                      <a:pt x="1669300" y="2303949"/>
                    </a:cubicBezTo>
                    <a:cubicBezTo>
                      <a:pt x="1729575" y="2336274"/>
                      <a:pt x="1790297" y="2367975"/>
                      <a:pt x="1851555" y="2398336"/>
                    </a:cubicBezTo>
                    <a:lnTo>
                      <a:pt x="2053098" y="2218135"/>
                    </a:lnTo>
                    <a:cubicBezTo>
                      <a:pt x="2075958" y="2197507"/>
                      <a:pt x="2101407" y="2179380"/>
                      <a:pt x="2119535" y="2154198"/>
                    </a:cubicBezTo>
                    <a:close/>
                    <a:moveTo>
                      <a:pt x="2069886" y="1507242"/>
                    </a:moveTo>
                    <a:cubicBezTo>
                      <a:pt x="2041042" y="1536621"/>
                      <a:pt x="2018004" y="1571000"/>
                      <a:pt x="1990768" y="1601807"/>
                    </a:cubicBezTo>
                    <a:cubicBezTo>
                      <a:pt x="1938083" y="1668602"/>
                      <a:pt x="1881648" y="1733074"/>
                      <a:pt x="1837714" y="1806119"/>
                    </a:cubicBezTo>
                    <a:cubicBezTo>
                      <a:pt x="1874147" y="1802190"/>
                      <a:pt x="1910223" y="1795224"/>
                      <a:pt x="1947103" y="1795403"/>
                    </a:cubicBezTo>
                    <a:cubicBezTo>
                      <a:pt x="1915045" y="1828443"/>
                      <a:pt x="1878433" y="1858000"/>
                      <a:pt x="1853965" y="1897380"/>
                    </a:cubicBezTo>
                    <a:lnTo>
                      <a:pt x="2153199" y="1893719"/>
                    </a:lnTo>
                    <a:cubicBezTo>
                      <a:pt x="2139358" y="1835676"/>
                      <a:pt x="2056491" y="1843623"/>
                      <a:pt x="2035239" y="1792367"/>
                    </a:cubicBezTo>
                    <a:cubicBezTo>
                      <a:pt x="2051579" y="1698159"/>
                      <a:pt x="2067475" y="1602968"/>
                      <a:pt x="2069886" y="1507242"/>
                    </a:cubicBezTo>
                    <a:close/>
                    <a:moveTo>
                      <a:pt x="2445021" y="1293465"/>
                    </a:moveTo>
                    <a:cubicBezTo>
                      <a:pt x="2431359" y="1390888"/>
                      <a:pt x="2400879" y="1617346"/>
                      <a:pt x="2391771" y="1715394"/>
                    </a:cubicBezTo>
                    <a:lnTo>
                      <a:pt x="2636207" y="1409045"/>
                    </a:lnTo>
                    <a:cubicBezTo>
                      <a:pt x="2594148" y="1390382"/>
                      <a:pt x="2483777" y="1317933"/>
                      <a:pt x="2445021" y="1293465"/>
                    </a:cubicBezTo>
                    <a:close/>
                    <a:moveTo>
                      <a:pt x="2179542" y="0"/>
                    </a:moveTo>
                    <a:cubicBezTo>
                      <a:pt x="2194454" y="1161"/>
                      <a:pt x="2209635" y="2768"/>
                      <a:pt x="2223833" y="8215"/>
                    </a:cubicBezTo>
                    <a:lnTo>
                      <a:pt x="2502797" y="104835"/>
                    </a:lnTo>
                    <a:cubicBezTo>
                      <a:pt x="2523424" y="112425"/>
                      <a:pt x="2542891" y="123051"/>
                      <a:pt x="2561107" y="135553"/>
                    </a:cubicBezTo>
                    <a:cubicBezTo>
                      <a:pt x="2566912" y="219581"/>
                      <a:pt x="2552089" y="302806"/>
                      <a:pt x="2542266" y="385852"/>
                    </a:cubicBezTo>
                    <a:cubicBezTo>
                      <a:pt x="2631116" y="370761"/>
                      <a:pt x="2720324" y="348883"/>
                      <a:pt x="2810960" y="351026"/>
                    </a:cubicBezTo>
                    <a:cubicBezTo>
                      <a:pt x="2817033" y="403622"/>
                      <a:pt x="2802120" y="455146"/>
                      <a:pt x="2796226" y="506938"/>
                    </a:cubicBezTo>
                    <a:cubicBezTo>
                      <a:pt x="2789708" y="572572"/>
                      <a:pt x="2776760" y="637223"/>
                      <a:pt x="2768276" y="702588"/>
                    </a:cubicBezTo>
                    <a:cubicBezTo>
                      <a:pt x="2768991" y="721608"/>
                      <a:pt x="2750238" y="731520"/>
                      <a:pt x="2734522" y="735985"/>
                    </a:cubicBezTo>
                    <a:cubicBezTo>
                      <a:pt x="2657548" y="760274"/>
                      <a:pt x="2582449" y="790010"/>
                      <a:pt x="2504850" y="812155"/>
                    </a:cubicBezTo>
                    <a:cubicBezTo>
                      <a:pt x="2496635" y="853142"/>
                      <a:pt x="2492617" y="894844"/>
                      <a:pt x="2488509" y="936456"/>
                    </a:cubicBezTo>
                    <a:cubicBezTo>
                      <a:pt x="2541463" y="947886"/>
                      <a:pt x="2588075" y="977086"/>
                      <a:pt x="2638617" y="995571"/>
                    </a:cubicBezTo>
                    <a:cubicBezTo>
                      <a:pt x="2796405" y="1069330"/>
                      <a:pt x="2955443" y="1140678"/>
                      <a:pt x="3110462" y="1220063"/>
                    </a:cubicBezTo>
                    <a:cubicBezTo>
                      <a:pt x="3131625" y="1230779"/>
                      <a:pt x="3152253" y="1242477"/>
                      <a:pt x="3171988" y="1255603"/>
                    </a:cubicBezTo>
                    <a:cubicBezTo>
                      <a:pt x="3146091" y="1307753"/>
                      <a:pt x="3107337" y="1351776"/>
                      <a:pt x="3072868" y="1398300"/>
                    </a:cubicBezTo>
                    <a:cubicBezTo>
                      <a:pt x="3031166" y="1448931"/>
                      <a:pt x="2994019" y="1503402"/>
                      <a:pt x="2949281" y="1551355"/>
                    </a:cubicBezTo>
                    <a:cubicBezTo>
                      <a:pt x="2836276" y="1609829"/>
                      <a:pt x="2489194" y="1697072"/>
                      <a:pt x="2394837" y="1749147"/>
                    </a:cubicBezTo>
                    <a:cubicBezTo>
                      <a:pt x="2390997" y="1787366"/>
                      <a:pt x="2383853" y="1825317"/>
                      <a:pt x="2383139" y="1863804"/>
                    </a:cubicBezTo>
                    <a:cubicBezTo>
                      <a:pt x="2468685" y="1879342"/>
                      <a:pt x="2542712" y="1928991"/>
                      <a:pt x="2615221" y="1974265"/>
                    </a:cubicBezTo>
                    <a:cubicBezTo>
                      <a:pt x="2657637" y="2006679"/>
                      <a:pt x="2710054" y="2031325"/>
                      <a:pt x="2737022" y="2079457"/>
                    </a:cubicBezTo>
                    <a:cubicBezTo>
                      <a:pt x="2744077" y="2106156"/>
                      <a:pt x="2723360" y="2131159"/>
                      <a:pt x="2712912" y="2154734"/>
                    </a:cubicBezTo>
                    <a:cubicBezTo>
                      <a:pt x="2623079" y="2309485"/>
                      <a:pt x="2501547" y="2442180"/>
                      <a:pt x="2385907" y="2577644"/>
                    </a:cubicBezTo>
                    <a:cubicBezTo>
                      <a:pt x="2220708" y="2757577"/>
                      <a:pt x="2048186" y="2930991"/>
                      <a:pt x="1864592" y="3092172"/>
                    </a:cubicBezTo>
                    <a:cubicBezTo>
                      <a:pt x="1806728" y="3147894"/>
                      <a:pt x="1741541" y="3195310"/>
                      <a:pt x="1679658" y="3246388"/>
                    </a:cubicBezTo>
                    <a:cubicBezTo>
                      <a:pt x="1568394" y="3337114"/>
                      <a:pt x="1445343" y="3421678"/>
                      <a:pt x="1302915" y="3452485"/>
                    </a:cubicBezTo>
                    <a:cubicBezTo>
                      <a:pt x="1022972" y="3447506"/>
                      <a:pt x="178713" y="3263469"/>
                      <a:pt x="0" y="3216514"/>
                    </a:cubicBezTo>
                    <a:lnTo>
                      <a:pt x="230638" y="3170754"/>
                    </a:lnTo>
                    <a:cubicBezTo>
                      <a:pt x="401463" y="3127266"/>
                      <a:pt x="572823" y="3084850"/>
                      <a:pt x="741059" y="3031897"/>
                    </a:cubicBezTo>
                    <a:cubicBezTo>
                      <a:pt x="937155" y="2968318"/>
                      <a:pt x="1128875" y="2889201"/>
                      <a:pt x="1307558" y="2785973"/>
                    </a:cubicBezTo>
                    <a:cubicBezTo>
                      <a:pt x="1405070" y="2732752"/>
                      <a:pt x="1499636" y="2673281"/>
                      <a:pt x="1587861" y="2605504"/>
                    </a:cubicBezTo>
                    <a:lnTo>
                      <a:pt x="1445165" y="2519154"/>
                    </a:lnTo>
                    <a:cubicBezTo>
                      <a:pt x="1434985" y="2514154"/>
                      <a:pt x="1421233" y="2503081"/>
                      <a:pt x="1410607" y="2512814"/>
                    </a:cubicBezTo>
                    <a:cubicBezTo>
                      <a:pt x="1356671" y="2560052"/>
                      <a:pt x="1301754" y="2606308"/>
                      <a:pt x="1243979" y="2648635"/>
                    </a:cubicBezTo>
                    <a:cubicBezTo>
                      <a:pt x="1212011" y="2621399"/>
                      <a:pt x="1179863" y="2594432"/>
                      <a:pt x="1149502" y="2565410"/>
                    </a:cubicBezTo>
                    <a:cubicBezTo>
                      <a:pt x="1086727" y="2515493"/>
                      <a:pt x="1025380" y="2463254"/>
                      <a:pt x="971266" y="2403961"/>
                    </a:cubicBezTo>
                    <a:cubicBezTo>
                      <a:pt x="961354" y="2392264"/>
                      <a:pt x="974838" y="2378958"/>
                      <a:pt x="984125" y="2371993"/>
                    </a:cubicBezTo>
                    <a:cubicBezTo>
                      <a:pt x="1112802" y="2269212"/>
                      <a:pt x="1238710" y="2162860"/>
                      <a:pt x="1362565" y="2054275"/>
                    </a:cubicBezTo>
                    <a:cubicBezTo>
                      <a:pt x="1452219" y="1970693"/>
                      <a:pt x="1542409" y="1886486"/>
                      <a:pt x="1617507" y="1789242"/>
                    </a:cubicBezTo>
                    <a:cubicBezTo>
                      <a:pt x="1677962" y="1798975"/>
                      <a:pt x="1737166" y="1820317"/>
                      <a:pt x="1799138" y="1816477"/>
                    </a:cubicBezTo>
                    <a:cubicBezTo>
                      <a:pt x="1742344" y="1742807"/>
                      <a:pt x="1680372" y="1673156"/>
                      <a:pt x="1625009" y="1598414"/>
                    </a:cubicBezTo>
                    <a:cubicBezTo>
                      <a:pt x="1614025" y="1581090"/>
                      <a:pt x="1596255" y="1560284"/>
                      <a:pt x="1606524" y="1538764"/>
                    </a:cubicBezTo>
                    <a:cubicBezTo>
                      <a:pt x="1623312" y="1509296"/>
                      <a:pt x="1648315" y="1485721"/>
                      <a:pt x="1672425" y="1462326"/>
                    </a:cubicBezTo>
                    <a:cubicBezTo>
                      <a:pt x="1750471" y="1388209"/>
                      <a:pt x="1830659" y="1316593"/>
                      <a:pt x="1912366" y="1246674"/>
                    </a:cubicBezTo>
                    <a:cubicBezTo>
                      <a:pt x="1954157" y="1208097"/>
                      <a:pt x="1994340" y="1167825"/>
                      <a:pt x="2037471" y="1130677"/>
                    </a:cubicBezTo>
                    <a:cubicBezTo>
                      <a:pt x="2056134" y="1112907"/>
                      <a:pt x="2081405" y="1097280"/>
                      <a:pt x="2084262" y="1069241"/>
                    </a:cubicBezTo>
                    <a:cubicBezTo>
                      <a:pt x="2089084" y="1025485"/>
                      <a:pt x="2097568" y="982176"/>
                      <a:pt x="2099621" y="938153"/>
                    </a:cubicBezTo>
                    <a:cubicBezTo>
                      <a:pt x="2034078" y="966728"/>
                      <a:pt x="1962283" y="976819"/>
                      <a:pt x="1892274" y="988784"/>
                    </a:cubicBezTo>
                    <a:cubicBezTo>
                      <a:pt x="1860306" y="993517"/>
                      <a:pt x="1814318" y="995928"/>
                      <a:pt x="1800120" y="959406"/>
                    </a:cubicBezTo>
                    <a:cubicBezTo>
                      <a:pt x="1773241" y="897612"/>
                      <a:pt x="1760204" y="830818"/>
                      <a:pt x="1744130" y="765631"/>
                    </a:cubicBezTo>
                    <a:cubicBezTo>
                      <a:pt x="1735469" y="718751"/>
                      <a:pt x="1720556" y="672852"/>
                      <a:pt x="1717877" y="625078"/>
                    </a:cubicBezTo>
                    <a:cubicBezTo>
                      <a:pt x="1858788" y="567660"/>
                      <a:pt x="2004877" y="523548"/>
                      <a:pt x="2151056" y="482025"/>
                    </a:cubicBezTo>
                    <a:cubicBezTo>
                      <a:pt x="2170880" y="322362"/>
                      <a:pt x="2179006" y="161002"/>
                      <a:pt x="2179542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BCFAB4A5-32E2-483F-5F21-08B6D9126405}"/>
                  </a:ext>
                </a:extLst>
              </p:cNvPr>
              <p:cNvSpPr/>
              <p:nvPr/>
            </p:nvSpPr>
            <p:spPr>
              <a:xfrm>
                <a:off x="3887955" y="965477"/>
                <a:ext cx="1344721" cy="1854395"/>
              </a:xfrm>
              <a:custGeom>
                <a:avLst/>
                <a:gdLst>
                  <a:gd name="connsiteX0" fmla="*/ 608379 w 1344721"/>
                  <a:gd name="connsiteY0" fmla="*/ 0 h 1854395"/>
                  <a:gd name="connsiteX1" fmla="*/ 913150 w 1344721"/>
                  <a:gd name="connsiteY1" fmla="*/ 92869 h 1854395"/>
                  <a:gd name="connsiteX2" fmla="*/ 983337 w 1344721"/>
                  <a:gd name="connsiteY2" fmla="*/ 129302 h 1854395"/>
                  <a:gd name="connsiteX3" fmla="*/ 983069 w 1344721"/>
                  <a:gd name="connsiteY3" fmla="*/ 335131 h 1854395"/>
                  <a:gd name="connsiteX4" fmla="*/ 1141571 w 1344721"/>
                  <a:gd name="connsiteY4" fmla="*/ 317808 h 1854395"/>
                  <a:gd name="connsiteX5" fmla="*/ 1199971 w 1344721"/>
                  <a:gd name="connsiteY5" fmla="*/ 341650 h 1854395"/>
                  <a:gd name="connsiteX6" fmla="*/ 1187202 w 1344721"/>
                  <a:gd name="connsiteY6" fmla="*/ 588645 h 1854395"/>
                  <a:gd name="connsiteX7" fmla="*/ 1163985 w 1344721"/>
                  <a:gd name="connsiteY7" fmla="*/ 646867 h 1854395"/>
                  <a:gd name="connsiteX8" fmla="*/ 972264 w 1344721"/>
                  <a:gd name="connsiteY8" fmla="*/ 703838 h 1854395"/>
                  <a:gd name="connsiteX9" fmla="*/ 963870 w 1344721"/>
                  <a:gd name="connsiteY9" fmla="*/ 838766 h 1854395"/>
                  <a:gd name="connsiteX10" fmla="*/ 1020306 w 1344721"/>
                  <a:gd name="connsiteY10" fmla="*/ 825907 h 1854395"/>
                  <a:gd name="connsiteX11" fmla="*/ 1289983 w 1344721"/>
                  <a:gd name="connsiteY11" fmla="*/ 957709 h 1854395"/>
                  <a:gd name="connsiteX12" fmla="*/ 1344722 w 1344721"/>
                  <a:gd name="connsiteY12" fmla="*/ 992624 h 1854395"/>
                  <a:gd name="connsiteX13" fmla="*/ 1330345 w 1344721"/>
                  <a:gd name="connsiteY13" fmla="*/ 1045488 h 1854395"/>
                  <a:gd name="connsiteX14" fmla="*/ 1168450 w 1344721"/>
                  <a:gd name="connsiteY14" fmla="*/ 1258907 h 1854395"/>
                  <a:gd name="connsiteX15" fmla="*/ 1143357 w 1344721"/>
                  <a:gd name="connsiteY15" fmla="*/ 1271677 h 1854395"/>
                  <a:gd name="connsiteX16" fmla="*/ 952530 w 1344721"/>
                  <a:gd name="connsiteY16" fmla="*/ 1139785 h 1854395"/>
                  <a:gd name="connsiteX17" fmla="*/ 939939 w 1344721"/>
                  <a:gd name="connsiteY17" fmla="*/ 1704499 h 1854395"/>
                  <a:gd name="connsiteX18" fmla="*/ 862965 w 1344721"/>
                  <a:gd name="connsiteY18" fmla="*/ 1828354 h 1854395"/>
                  <a:gd name="connsiteX19" fmla="*/ 782508 w 1344721"/>
                  <a:gd name="connsiteY19" fmla="*/ 1847463 h 1854395"/>
                  <a:gd name="connsiteX20" fmla="*/ 538906 w 1344721"/>
                  <a:gd name="connsiteY20" fmla="*/ 1734681 h 1854395"/>
                  <a:gd name="connsiteX21" fmla="*/ 572929 w 1344721"/>
                  <a:gd name="connsiteY21" fmla="*/ 1372850 h 1854395"/>
                  <a:gd name="connsiteX22" fmla="*/ 522744 w 1344721"/>
                  <a:gd name="connsiteY22" fmla="*/ 1434644 h 1854395"/>
                  <a:gd name="connsiteX23" fmla="*/ 398710 w 1344721"/>
                  <a:gd name="connsiteY23" fmla="*/ 1596271 h 1854395"/>
                  <a:gd name="connsiteX24" fmla="*/ 293162 w 1344721"/>
                  <a:gd name="connsiteY24" fmla="*/ 1721822 h 1854395"/>
                  <a:gd name="connsiteX25" fmla="*/ 233958 w 1344721"/>
                  <a:gd name="connsiteY25" fmla="*/ 1674049 h 1854395"/>
                  <a:gd name="connsiteX26" fmla="*/ 2679 w 1344721"/>
                  <a:gd name="connsiteY26" fmla="*/ 1436608 h 1854395"/>
                  <a:gd name="connsiteX27" fmla="*/ 43398 w 1344721"/>
                  <a:gd name="connsiteY27" fmla="*/ 1392853 h 1854395"/>
                  <a:gd name="connsiteX28" fmla="*/ 484257 w 1344721"/>
                  <a:gd name="connsiteY28" fmla="*/ 976283 h 1854395"/>
                  <a:gd name="connsiteX29" fmla="*/ 587305 w 1344721"/>
                  <a:gd name="connsiteY29" fmla="*/ 839212 h 1854395"/>
                  <a:gd name="connsiteX30" fmla="*/ 452378 w 1344721"/>
                  <a:gd name="connsiteY30" fmla="*/ 872609 h 1854395"/>
                  <a:gd name="connsiteX31" fmla="*/ 176629 w 1344721"/>
                  <a:gd name="connsiteY31" fmla="*/ 930384 h 1854395"/>
                  <a:gd name="connsiteX32" fmla="*/ 138053 w 1344721"/>
                  <a:gd name="connsiteY32" fmla="*/ 904131 h 1854395"/>
                  <a:gd name="connsiteX33" fmla="*/ 0 w 1344721"/>
                  <a:gd name="connsiteY33" fmla="*/ 602575 h 1854395"/>
                  <a:gd name="connsiteX34" fmla="*/ 103227 w 1344721"/>
                  <a:gd name="connsiteY34" fmla="*/ 567750 h 1854395"/>
                  <a:gd name="connsiteX35" fmla="*/ 611058 w 1344721"/>
                  <a:gd name="connsiteY35" fmla="*/ 425946 h 1854395"/>
                  <a:gd name="connsiteX36" fmla="*/ 615791 w 1344721"/>
                  <a:gd name="connsiteY36" fmla="*/ 275749 h 1854395"/>
                  <a:gd name="connsiteX37" fmla="*/ 608379 w 1344721"/>
                  <a:gd name="connsiteY37" fmla="*/ 0 h 185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44721" h="1854395">
                    <a:moveTo>
                      <a:pt x="608379" y="0"/>
                    </a:moveTo>
                    <a:cubicBezTo>
                      <a:pt x="710893" y="27861"/>
                      <a:pt x="812512" y="58936"/>
                      <a:pt x="913150" y="92869"/>
                    </a:cubicBezTo>
                    <a:cubicBezTo>
                      <a:pt x="937171" y="102870"/>
                      <a:pt x="965121" y="109389"/>
                      <a:pt x="983337" y="129302"/>
                    </a:cubicBezTo>
                    <a:cubicBezTo>
                      <a:pt x="1001911" y="196542"/>
                      <a:pt x="983069" y="266730"/>
                      <a:pt x="983069" y="335131"/>
                    </a:cubicBezTo>
                    <a:cubicBezTo>
                      <a:pt x="1035754" y="328434"/>
                      <a:pt x="1088708" y="323701"/>
                      <a:pt x="1141571" y="317808"/>
                    </a:cubicBezTo>
                    <a:cubicBezTo>
                      <a:pt x="1163717" y="314414"/>
                      <a:pt x="1185595" y="325219"/>
                      <a:pt x="1199971" y="341650"/>
                    </a:cubicBezTo>
                    <a:cubicBezTo>
                      <a:pt x="1205686" y="424071"/>
                      <a:pt x="1193274" y="506492"/>
                      <a:pt x="1187202" y="588645"/>
                    </a:cubicBezTo>
                    <a:cubicBezTo>
                      <a:pt x="1180951" y="607844"/>
                      <a:pt x="1187023" y="638294"/>
                      <a:pt x="1163985" y="646867"/>
                    </a:cubicBezTo>
                    <a:cubicBezTo>
                      <a:pt x="1101209" y="669369"/>
                      <a:pt x="1034594" y="680085"/>
                      <a:pt x="972264" y="703838"/>
                    </a:cubicBezTo>
                    <a:cubicBezTo>
                      <a:pt x="962442" y="747058"/>
                      <a:pt x="967799" y="794117"/>
                      <a:pt x="963870" y="838766"/>
                    </a:cubicBezTo>
                    <a:cubicBezTo>
                      <a:pt x="981462" y="831175"/>
                      <a:pt x="1000393" y="813673"/>
                      <a:pt x="1020306" y="825907"/>
                    </a:cubicBezTo>
                    <a:cubicBezTo>
                      <a:pt x="1110764" y="868591"/>
                      <a:pt x="1200507" y="912971"/>
                      <a:pt x="1289983" y="957709"/>
                    </a:cubicBezTo>
                    <a:cubicBezTo>
                      <a:pt x="1309360" y="967442"/>
                      <a:pt x="1327487" y="979497"/>
                      <a:pt x="1344722" y="992624"/>
                    </a:cubicBezTo>
                    <a:cubicBezTo>
                      <a:pt x="1342846" y="1010930"/>
                      <a:pt x="1340524" y="1029682"/>
                      <a:pt x="1330345" y="1045488"/>
                    </a:cubicBezTo>
                    <a:cubicBezTo>
                      <a:pt x="1285339" y="1122908"/>
                      <a:pt x="1230422" y="1194346"/>
                      <a:pt x="1168450" y="1258907"/>
                    </a:cubicBezTo>
                    <a:cubicBezTo>
                      <a:pt x="1161306" y="1264533"/>
                      <a:pt x="1153984" y="1276767"/>
                      <a:pt x="1143357" y="1271677"/>
                    </a:cubicBezTo>
                    <a:cubicBezTo>
                      <a:pt x="1077367" y="1231493"/>
                      <a:pt x="1017806" y="1181308"/>
                      <a:pt x="952530" y="1139785"/>
                    </a:cubicBezTo>
                    <a:cubicBezTo>
                      <a:pt x="948065" y="1327934"/>
                      <a:pt x="955298" y="1516618"/>
                      <a:pt x="939939" y="1704499"/>
                    </a:cubicBezTo>
                    <a:cubicBezTo>
                      <a:pt x="940296" y="1757720"/>
                      <a:pt x="893772" y="1791117"/>
                      <a:pt x="862965" y="1828354"/>
                    </a:cubicBezTo>
                    <a:cubicBezTo>
                      <a:pt x="844123" y="1853803"/>
                      <a:pt x="810816" y="1861483"/>
                      <a:pt x="782508" y="1847463"/>
                    </a:cubicBezTo>
                    <a:cubicBezTo>
                      <a:pt x="700713" y="1811209"/>
                      <a:pt x="618827" y="1774865"/>
                      <a:pt x="538906" y="1734681"/>
                    </a:cubicBezTo>
                    <a:cubicBezTo>
                      <a:pt x="556141" y="1614756"/>
                      <a:pt x="567124" y="1493758"/>
                      <a:pt x="572929" y="1372850"/>
                    </a:cubicBezTo>
                    <a:cubicBezTo>
                      <a:pt x="551408" y="1389192"/>
                      <a:pt x="539621" y="1414105"/>
                      <a:pt x="522744" y="1434644"/>
                    </a:cubicBezTo>
                    <a:cubicBezTo>
                      <a:pt x="481042" y="1488222"/>
                      <a:pt x="438805" y="1541443"/>
                      <a:pt x="398710" y="1596271"/>
                    </a:cubicBezTo>
                    <a:cubicBezTo>
                      <a:pt x="363885" y="1638419"/>
                      <a:pt x="333791" y="1684853"/>
                      <a:pt x="293162" y="1721822"/>
                    </a:cubicBezTo>
                    <a:cubicBezTo>
                      <a:pt x="271552" y="1708338"/>
                      <a:pt x="251996" y="1691997"/>
                      <a:pt x="233958" y="1674049"/>
                    </a:cubicBezTo>
                    <a:cubicBezTo>
                      <a:pt x="154216" y="1597878"/>
                      <a:pt x="66883" y="1527155"/>
                      <a:pt x="2679" y="1436608"/>
                    </a:cubicBezTo>
                    <a:cubicBezTo>
                      <a:pt x="15359" y="1421249"/>
                      <a:pt x="28486" y="1406158"/>
                      <a:pt x="43398" y="1392853"/>
                    </a:cubicBezTo>
                    <a:cubicBezTo>
                      <a:pt x="191720" y="1255514"/>
                      <a:pt x="339417" y="1117372"/>
                      <a:pt x="484257" y="976283"/>
                    </a:cubicBezTo>
                    <a:cubicBezTo>
                      <a:pt x="523815" y="935206"/>
                      <a:pt x="567482" y="894219"/>
                      <a:pt x="587305" y="839212"/>
                    </a:cubicBezTo>
                    <a:cubicBezTo>
                      <a:pt x="540871" y="843409"/>
                      <a:pt x="497651" y="862697"/>
                      <a:pt x="452378" y="872609"/>
                    </a:cubicBezTo>
                    <a:cubicBezTo>
                      <a:pt x="360581" y="892344"/>
                      <a:pt x="270123" y="919669"/>
                      <a:pt x="176629" y="930384"/>
                    </a:cubicBezTo>
                    <a:cubicBezTo>
                      <a:pt x="159931" y="929848"/>
                      <a:pt x="145197" y="918865"/>
                      <a:pt x="138053" y="904131"/>
                    </a:cubicBezTo>
                    <a:cubicBezTo>
                      <a:pt x="84296" y="807333"/>
                      <a:pt x="41523" y="704999"/>
                      <a:pt x="0" y="602575"/>
                    </a:cubicBezTo>
                    <a:cubicBezTo>
                      <a:pt x="32593" y="586145"/>
                      <a:pt x="68312" y="577929"/>
                      <a:pt x="103227" y="567750"/>
                    </a:cubicBezTo>
                    <a:cubicBezTo>
                      <a:pt x="271373" y="516850"/>
                      <a:pt x="440144" y="466576"/>
                      <a:pt x="611058" y="425946"/>
                    </a:cubicBezTo>
                    <a:cubicBezTo>
                      <a:pt x="612219" y="375851"/>
                      <a:pt x="618024" y="325844"/>
                      <a:pt x="615791" y="275749"/>
                    </a:cubicBezTo>
                    <a:cubicBezTo>
                      <a:pt x="609808" y="183952"/>
                      <a:pt x="610880" y="91886"/>
                      <a:pt x="608379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B102337-25B6-B822-52C3-0E3C163217D8}"/>
                </a:ext>
              </a:extLst>
            </p:cNvPr>
            <p:cNvGrpSpPr/>
            <p:nvPr/>
          </p:nvGrpSpPr>
          <p:grpSpPr>
            <a:xfrm>
              <a:off x="6314521" y="2164338"/>
              <a:ext cx="1457731" cy="1520614"/>
              <a:chOff x="1528821" y="1136412"/>
              <a:chExt cx="2632919" cy="2746496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9A90EB7E-02FE-BCE7-FDFA-B90B0DE92A2A}"/>
                  </a:ext>
                </a:extLst>
              </p:cNvPr>
              <p:cNvSpPr/>
              <p:nvPr/>
            </p:nvSpPr>
            <p:spPr>
              <a:xfrm>
                <a:off x="1528821" y="1136412"/>
                <a:ext cx="2632919" cy="2746496"/>
              </a:xfrm>
              <a:custGeom>
                <a:avLst/>
                <a:gdLst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18337 w 2632919"/>
                  <a:gd name="connsiteY17" fmla="*/ 1067587 h 2746496"/>
                  <a:gd name="connsiteX18" fmla="*/ 1761177 w 2632919"/>
                  <a:gd name="connsiteY18" fmla="*/ 900985 h 2746496"/>
                  <a:gd name="connsiteX19" fmla="*/ 1761738 w 2632919"/>
                  <a:gd name="connsiteY19" fmla="*/ 900805 h 2746496"/>
                  <a:gd name="connsiteX20" fmla="*/ 1765837 w 2632919"/>
                  <a:gd name="connsiteY20" fmla="*/ 882863 h 2746496"/>
                  <a:gd name="connsiteX21" fmla="*/ 1773179 w 2632919"/>
                  <a:gd name="connsiteY21" fmla="*/ 854312 h 2746496"/>
                  <a:gd name="connsiteX22" fmla="*/ 1772327 w 2632919"/>
                  <a:gd name="connsiteY22" fmla="*/ 854460 h 2746496"/>
                  <a:gd name="connsiteX23" fmla="*/ 1774150 w 2632919"/>
                  <a:gd name="connsiteY23" fmla="*/ 846479 h 2746496"/>
                  <a:gd name="connsiteX24" fmla="*/ 1784419 w 2632919"/>
                  <a:gd name="connsiteY24" fmla="*/ 791684 h 2746496"/>
                  <a:gd name="connsiteX25" fmla="*/ 1519693 w 2632919"/>
                  <a:gd name="connsiteY25" fmla="*/ 404 h 2746496"/>
                  <a:gd name="connsiteX26" fmla="*/ 1588859 w 2632919"/>
                  <a:gd name="connsiteY26" fmla="*/ 24803 h 2746496"/>
                  <a:gd name="connsiteX27" fmla="*/ 1892737 w 2632919"/>
                  <a:gd name="connsiteY27" fmla="*/ 176161 h 2746496"/>
                  <a:gd name="connsiteX28" fmla="*/ 1926848 w 2632919"/>
                  <a:gd name="connsiteY28" fmla="*/ 235097 h 2746496"/>
                  <a:gd name="connsiteX29" fmla="*/ 1729859 w 2632919"/>
                  <a:gd name="connsiteY29" fmla="*/ 406279 h 2746496"/>
                  <a:gd name="connsiteX30" fmla="*/ 1321326 w 2632919"/>
                  <a:gd name="connsiteY30" fmla="*/ 666401 h 2746496"/>
                  <a:gd name="connsiteX31" fmla="*/ 1460272 w 2632919"/>
                  <a:gd name="connsiteY31" fmla="*/ 631039 h 2746496"/>
                  <a:gd name="connsiteX32" fmla="*/ 2062847 w 2632919"/>
                  <a:gd name="connsiteY32" fmla="*/ 411190 h 2746496"/>
                  <a:gd name="connsiteX33" fmla="*/ 2262337 w 2632919"/>
                  <a:gd name="connsiteY33" fmla="*/ 577997 h 2746496"/>
                  <a:gd name="connsiteX34" fmla="*/ 2237780 w 2632919"/>
                  <a:gd name="connsiteY34" fmla="*/ 691582 h 2746496"/>
                  <a:gd name="connsiteX35" fmla="*/ 2089190 w 2632919"/>
                  <a:gd name="connsiteY35" fmla="*/ 1214237 h 2746496"/>
                  <a:gd name="connsiteX36" fmla="*/ 2071509 w 2632919"/>
                  <a:gd name="connsiteY36" fmla="*/ 1256653 h 2746496"/>
                  <a:gd name="connsiteX37" fmla="*/ 2000339 w 2632919"/>
                  <a:gd name="connsiteY37" fmla="*/ 1272637 h 2746496"/>
                  <a:gd name="connsiteX38" fmla="*/ 1443573 w 2632919"/>
                  <a:gd name="connsiteY38" fmla="*/ 1396671 h 2746496"/>
                  <a:gd name="connsiteX39" fmla="*/ 1391335 w 2632919"/>
                  <a:gd name="connsiteY39" fmla="*/ 1418280 h 2746496"/>
                  <a:gd name="connsiteX40" fmla="*/ 1387406 w 2632919"/>
                  <a:gd name="connsiteY40" fmla="*/ 1505523 h 2746496"/>
                  <a:gd name="connsiteX41" fmla="*/ 1962835 w 2632919"/>
                  <a:gd name="connsiteY41" fmla="*/ 1338003 h 2746496"/>
                  <a:gd name="connsiteX42" fmla="*/ 2107228 w 2632919"/>
                  <a:gd name="connsiteY42" fmla="*/ 1312196 h 2746496"/>
                  <a:gd name="connsiteX43" fmla="*/ 2257961 w 2632919"/>
                  <a:gd name="connsiteY43" fmla="*/ 1357291 h 2746496"/>
                  <a:gd name="connsiteX44" fmla="*/ 2349758 w 2632919"/>
                  <a:gd name="connsiteY44" fmla="*/ 1418816 h 2746496"/>
                  <a:gd name="connsiteX45" fmla="*/ 2333506 w 2632919"/>
                  <a:gd name="connsiteY45" fmla="*/ 1518204 h 2746496"/>
                  <a:gd name="connsiteX46" fmla="*/ 2192328 w 2632919"/>
                  <a:gd name="connsiteY46" fmla="*/ 1856728 h 2746496"/>
                  <a:gd name="connsiteX47" fmla="*/ 2245817 w 2632919"/>
                  <a:gd name="connsiteY47" fmla="*/ 1899858 h 2746496"/>
                  <a:gd name="connsiteX48" fmla="*/ 2231886 w 2632919"/>
                  <a:gd name="connsiteY48" fmla="*/ 1971921 h 2746496"/>
                  <a:gd name="connsiteX49" fmla="*/ 2213491 w 2632919"/>
                  <a:gd name="connsiteY49" fmla="*/ 2036840 h 2746496"/>
                  <a:gd name="connsiteX50" fmla="*/ 2126516 w 2632919"/>
                  <a:gd name="connsiteY50" fmla="*/ 2050502 h 2746496"/>
                  <a:gd name="connsiteX51" fmla="*/ 1745307 w 2632919"/>
                  <a:gd name="connsiteY51" fmla="*/ 2105063 h 2746496"/>
                  <a:gd name="connsiteX52" fmla="*/ 1221849 w 2632919"/>
                  <a:gd name="connsiteY52" fmla="*/ 2206147 h 2746496"/>
                  <a:gd name="connsiteX53" fmla="*/ 1700570 w 2632919"/>
                  <a:gd name="connsiteY53" fmla="*/ 2212130 h 2746496"/>
                  <a:gd name="connsiteX54" fmla="*/ 2335024 w 2632919"/>
                  <a:gd name="connsiteY54" fmla="*/ 2124797 h 2746496"/>
                  <a:gd name="connsiteX55" fmla="*/ 2632919 w 2632919"/>
                  <a:gd name="connsiteY55" fmla="*/ 2090865 h 2746496"/>
                  <a:gd name="connsiteX56" fmla="*/ 2410212 w 2632919"/>
                  <a:gd name="connsiteY56" fmla="*/ 2408404 h 2746496"/>
                  <a:gd name="connsiteX57" fmla="*/ 1877199 w 2632919"/>
                  <a:gd name="connsiteY57" fmla="*/ 2734606 h 2746496"/>
                  <a:gd name="connsiteX58" fmla="*/ 1723966 w 2632919"/>
                  <a:gd name="connsiteY58" fmla="*/ 2741660 h 2746496"/>
                  <a:gd name="connsiteX59" fmla="*/ 1124248 w 2632919"/>
                  <a:gd name="connsiteY59" fmla="*/ 2605840 h 2746496"/>
                  <a:gd name="connsiteX60" fmla="*/ 747147 w 2632919"/>
                  <a:gd name="connsiteY60" fmla="*/ 2482610 h 2746496"/>
                  <a:gd name="connsiteX61" fmla="*/ 544800 w 2632919"/>
                  <a:gd name="connsiteY61" fmla="*/ 2719425 h 2746496"/>
                  <a:gd name="connsiteX62" fmla="*/ 246192 w 2632919"/>
                  <a:gd name="connsiteY62" fmla="*/ 2474305 h 2746496"/>
                  <a:gd name="connsiteX63" fmla="*/ 196453 w 2632919"/>
                  <a:gd name="connsiteY63" fmla="*/ 2426710 h 2746496"/>
                  <a:gd name="connsiteX64" fmla="*/ 194221 w 2632919"/>
                  <a:gd name="connsiteY64" fmla="*/ 2371346 h 2746496"/>
                  <a:gd name="connsiteX65" fmla="*/ 361563 w 2632919"/>
                  <a:gd name="connsiteY65" fmla="*/ 2234633 h 2746496"/>
                  <a:gd name="connsiteX66" fmla="*/ 597485 w 2632919"/>
                  <a:gd name="connsiteY66" fmla="*/ 2052020 h 2746496"/>
                  <a:gd name="connsiteX67" fmla="*/ 516493 w 2632919"/>
                  <a:gd name="connsiteY67" fmla="*/ 1927719 h 2746496"/>
                  <a:gd name="connsiteX68" fmla="*/ 458986 w 2632919"/>
                  <a:gd name="connsiteY68" fmla="*/ 1819223 h 2746496"/>
                  <a:gd name="connsiteX69" fmla="*/ 523458 w 2632919"/>
                  <a:gd name="connsiteY69" fmla="*/ 1647595 h 2746496"/>
                  <a:gd name="connsiteX70" fmla="*/ 287536 w 2632919"/>
                  <a:gd name="connsiteY70" fmla="*/ 1785112 h 2746496"/>
                  <a:gd name="connsiteX71" fmla="*/ 182076 w 2632919"/>
                  <a:gd name="connsiteY71" fmla="*/ 1825028 h 2746496"/>
                  <a:gd name="connsiteX72" fmla="*/ 136624 w 2632919"/>
                  <a:gd name="connsiteY72" fmla="*/ 1743500 h 2746496"/>
                  <a:gd name="connsiteX73" fmla="*/ 20628 w 2632919"/>
                  <a:gd name="connsiteY73" fmla="*/ 1521775 h 2746496"/>
                  <a:gd name="connsiteX74" fmla="*/ 0 w 2632919"/>
                  <a:gd name="connsiteY74" fmla="*/ 1447391 h 2746496"/>
                  <a:gd name="connsiteX75" fmla="*/ 222885 w 2632919"/>
                  <a:gd name="connsiteY75" fmla="*/ 1363273 h 2746496"/>
                  <a:gd name="connsiteX76" fmla="*/ 560070 w 2632919"/>
                  <a:gd name="connsiteY76" fmla="*/ 1227185 h 2746496"/>
                  <a:gd name="connsiteX77" fmla="*/ 714822 w 2632919"/>
                  <a:gd name="connsiteY77" fmla="*/ 1162356 h 2746496"/>
                  <a:gd name="connsiteX78" fmla="*/ 846892 w 2632919"/>
                  <a:gd name="connsiteY78" fmla="*/ 1230311 h 2746496"/>
                  <a:gd name="connsiteX79" fmla="*/ 943868 w 2632919"/>
                  <a:gd name="connsiteY79" fmla="*/ 1296122 h 2746496"/>
                  <a:gd name="connsiteX80" fmla="*/ 944939 w 2632919"/>
                  <a:gd name="connsiteY80" fmla="*/ 1354076 h 2746496"/>
                  <a:gd name="connsiteX81" fmla="*/ 739914 w 2632919"/>
                  <a:gd name="connsiteY81" fmla="*/ 1774664 h 2746496"/>
                  <a:gd name="connsiteX82" fmla="*/ 738753 w 2632919"/>
                  <a:gd name="connsiteY82" fmla="*/ 1812437 h 2746496"/>
                  <a:gd name="connsiteX83" fmla="*/ 962620 w 2632919"/>
                  <a:gd name="connsiteY83" fmla="*/ 1999603 h 2746496"/>
                  <a:gd name="connsiteX84" fmla="*/ 968246 w 2632919"/>
                  <a:gd name="connsiteY84" fmla="*/ 2029607 h 2746496"/>
                  <a:gd name="connsiteX85" fmla="*/ 902523 w 2632919"/>
                  <a:gd name="connsiteY85" fmla="*/ 2155248 h 2746496"/>
                  <a:gd name="connsiteX86" fmla="*/ 1084421 w 2632919"/>
                  <a:gd name="connsiteY86" fmla="*/ 2188913 h 2746496"/>
                  <a:gd name="connsiteX87" fmla="*/ 1180594 w 2632919"/>
                  <a:gd name="connsiteY87" fmla="*/ 2199807 h 2746496"/>
                  <a:gd name="connsiteX88" fmla="*/ 1126659 w 2632919"/>
                  <a:gd name="connsiteY88" fmla="*/ 2163552 h 2746496"/>
                  <a:gd name="connsiteX89" fmla="*/ 1121747 w 2632919"/>
                  <a:gd name="connsiteY89" fmla="*/ 2044966 h 2746496"/>
                  <a:gd name="connsiteX90" fmla="*/ 971014 w 2632919"/>
                  <a:gd name="connsiteY90" fmla="*/ 1862622 h 2746496"/>
                  <a:gd name="connsiteX91" fmla="*/ 983873 w 2632919"/>
                  <a:gd name="connsiteY91" fmla="*/ 1765645 h 2746496"/>
                  <a:gd name="connsiteX92" fmla="*/ 1042362 w 2632919"/>
                  <a:gd name="connsiteY92" fmla="*/ 1087078 h 2746496"/>
                  <a:gd name="connsiteX93" fmla="*/ 1047363 w 2632919"/>
                  <a:gd name="connsiteY93" fmla="*/ 811776 h 2746496"/>
                  <a:gd name="connsiteX94" fmla="*/ 987624 w 2632919"/>
                  <a:gd name="connsiteY94" fmla="*/ 834011 h 2746496"/>
                  <a:gd name="connsiteX95" fmla="*/ 918061 w 2632919"/>
                  <a:gd name="connsiteY95" fmla="*/ 713282 h 2746496"/>
                  <a:gd name="connsiteX96" fmla="*/ 1161127 w 2632919"/>
                  <a:gd name="connsiteY96" fmla="*/ 427174 h 2746496"/>
                  <a:gd name="connsiteX97" fmla="*/ 1427679 w 2632919"/>
                  <a:gd name="connsiteY97" fmla="*/ 86239 h 2746496"/>
                  <a:gd name="connsiteX98" fmla="*/ 1495276 w 2632919"/>
                  <a:gd name="connsiteY98" fmla="*/ 1853 h 2746496"/>
                  <a:gd name="connsiteX99" fmla="*/ 1519693 w 2632919"/>
                  <a:gd name="connsiteY99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61177 w 2632919"/>
                  <a:gd name="connsiteY17" fmla="*/ 900985 h 2746496"/>
                  <a:gd name="connsiteX18" fmla="*/ 1761738 w 2632919"/>
                  <a:gd name="connsiteY18" fmla="*/ 900805 h 2746496"/>
                  <a:gd name="connsiteX19" fmla="*/ 1765837 w 2632919"/>
                  <a:gd name="connsiteY19" fmla="*/ 882863 h 2746496"/>
                  <a:gd name="connsiteX20" fmla="*/ 1773179 w 2632919"/>
                  <a:gd name="connsiteY20" fmla="*/ 854312 h 2746496"/>
                  <a:gd name="connsiteX21" fmla="*/ 1772327 w 2632919"/>
                  <a:gd name="connsiteY21" fmla="*/ 854460 h 2746496"/>
                  <a:gd name="connsiteX22" fmla="*/ 1774150 w 2632919"/>
                  <a:gd name="connsiteY22" fmla="*/ 846479 h 2746496"/>
                  <a:gd name="connsiteX23" fmla="*/ 1784419 w 2632919"/>
                  <a:gd name="connsiteY23" fmla="*/ 791684 h 2746496"/>
                  <a:gd name="connsiteX24" fmla="*/ 1519693 w 2632919"/>
                  <a:gd name="connsiteY24" fmla="*/ 404 h 2746496"/>
                  <a:gd name="connsiteX25" fmla="*/ 1588859 w 2632919"/>
                  <a:gd name="connsiteY25" fmla="*/ 24803 h 2746496"/>
                  <a:gd name="connsiteX26" fmla="*/ 1892737 w 2632919"/>
                  <a:gd name="connsiteY26" fmla="*/ 176161 h 2746496"/>
                  <a:gd name="connsiteX27" fmla="*/ 1926848 w 2632919"/>
                  <a:gd name="connsiteY27" fmla="*/ 235097 h 2746496"/>
                  <a:gd name="connsiteX28" fmla="*/ 1729859 w 2632919"/>
                  <a:gd name="connsiteY28" fmla="*/ 406279 h 2746496"/>
                  <a:gd name="connsiteX29" fmla="*/ 1321326 w 2632919"/>
                  <a:gd name="connsiteY29" fmla="*/ 666401 h 2746496"/>
                  <a:gd name="connsiteX30" fmla="*/ 1460272 w 2632919"/>
                  <a:gd name="connsiteY30" fmla="*/ 631039 h 2746496"/>
                  <a:gd name="connsiteX31" fmla="*/ 2062847 w 2632919"/>
                  <a:gd name="connsiteY31" fmla="*/ 411190 h 2746496"/>
                  <a:gd name="connsiteX32" fmla="*/ 2262337 w 2632919"/>
                  <a:gd name="connsiteY32" fmla="*/ 577997 h 2746496"/>
                  <a:gd name="connsiteX33" fmla="*/ 2237780 w 2632919"/>
                  <a:gd name="connsiteY33" fmla="*/ 691582 h 2746496"/>
                  <a:gd name="connsiteX34" fmla="*/ 2089190 w 2632919"/>
                  <a:gd name="connsiteY34" fmla="*/ 1214237 h 2746496"/>
                  <a:gd name="connsiteX35" fmla="*/ 2071509 w 2632919"/>
                  <a:gd name="connsiteY35" fmla="*/ 1256653 h 2746496"/>
                  <a:gd name="connsiteX36" fmla="*/ 2000339 w 2632919"/>
                  <a:gd name="connsiteY36" fmla="*/ 1272637 h 2746496"/>
                  <a:gd name="connsiteX37" fmla="*/ 1443573 w 2632919"/>
                  <a:gd name="connsiteY37" fmla="*/ 1396671 h 2746496"/>
                  <a:gd name="connsiteX38" fmla="*/ 1391335 w 2632919"/>
                  <a:gd name="connsiteY38" fmla="*/ 1418280 h 2746496"/>
                  <a:gd name="connsiteX39" fmla="*/ 1387406 w 2632919"/>
                  <a:gd name="connsiteY39" fmla="*/ 1505523 h 2746496"/>
                  <a:gd name="connsiteX40" fmla="*/ 1962835 w 2632919"/>
                  <a:gd name="connsiteY40" fmla="*/ 1338003 h 2746496"/>
                  <a:gd name="connsiteX41" fmla="*/ 2107228 w 2632919"/>
                  <a:gd name="connsiteY41" fmla="*/ 1312196 h 2746496"/>
                  <a:gd name="connsiteX42" fmla="*/ 2257961 w 2632919"/>
                  <a:gd name="connsiteY42" fmla="*/ 1357291 h 2746496"/>
                  <a:gd name="connsiteX43" fmla="*/ 2349758 w 2632919"/>
                  <a:gd name="connsiteY43" fmla="*/ 1418816 h 2746496"/>
                  <a:gd name="connsiteX44" fmla="*/ 2333506 w 2632919"/>
                  <a:gd name="connsiteY44" fmla="*/ 1518204 h 2746496"/>
                  <a:gd name="connsiteX45" fmla="*/ 2192328 w 2632919"/>
                  <a:gd name="connsiteY45" fmla="*/ 1856728 h 2746496"/>
                  <a:gd name="connsiteX46" fmla="*/ 2245817 w 2632919"/>
                  <a:gd name="connsiteY46" fmla="*/ 1899858 h 2746496"/>
                  <a:gd name="connsiteX47" fmla="*/ 2231886 w 2632919"/>
                  <a:gd name="connsiteY47" fmla="*/ 1971921 h 2746496"/>
                  <a:gd name="connsiteX48" fmla="*/ 2213491 w 2632919"/>
                  <a:gd name="connsiteY48" fmla="*/ 2036840 h 2746496"/>
                  <a:gd name="connsiteX49" fmla="*/ 2126516 w 2632919"/>
                  <a:gd name="connsiteY49" fmla="*/ 2050502 h 2746496"/>
                  <a:gd name="connsiteX50" fmla="*/ 1745307 w 2632919"/>
                  <a:gd name="connsiteY50" fmla="*/ 2105063 h 2746496"/>
                  <a:gd name="connsiteX51" fmla="*/ 1221849 w 2632919"/>
                  <a:gd name="connsiteY51" fmla="*/ 2206147 h 2746496"/>
                  <a:gd name="connsiteX52" fmla="*/ 1700570 w 2632919"/>
                  <a:gd name="connsiteY52" fmla="*/ 2212130 h 2746496"/>
                  <a:gd name="connsiteX53" fmla="*/ 2335024 w 2632919"/>
                  <a:gd name="connsiteY53" fmla="*/ 2124797 h 2746496"/>
                  <a:gd name="connsiteX54" fmla="*/ 2632919 w 2632919"/>
                  <a:gd name="connsiteY54" fmla="*/ 2090865 h 2746496"/>
                  <a:gd name="connsiteX55" fmla="*/ 2410212 w 2632919"/>
                  <a:gd name="connsiteY55" fmla="*/ 2408404 h 2746496"/>
                  <a:gd name="connsiteX56" fmla="*/ 1877199 w 2632919"/>
                  <a:gd name="connsiteY56" fmla="*/ 2734606 h 2746496"/>
                  <a:gd name="connsiteX57" fmla="*/ 1723966 w 2632919"/>
                  <a:gd name="connsiteY57" fmla="*/ 2741660 h 2746496"/>
                  <a:gd name="connsiteX58" fmla="*/ 1124248 w 2632919"/>
                  <a:gd name="connsiteY58" fmla="*/ 2605840 h 2746496"/>
                  <a:gd name="connsiteX59" fmla="*/ 747147 w 2632919"/>
                  <a:gd name="connsiteY59" fmla="*/ 2482610 h 2746496"/>
                  <a:gd name="connsiteX60" fmla="*/ 544800 w 2632919"/>
                  <a:gd name="connsiteY60" fmla="*/ 2719425 h 2746496"/>
                  <a:gd name="connsiteX61" fmla="*/ 246192 w 2632919"/>
                  <a:gd name="connsiteY61" fmla="*/ 2474305 h 2746496"/>
                  <a:gd name="connsiteX62" fmla="*/ 196453 w 2632919"/>
                  <a:gd name="connsiteY62" fmla="*/ 2426710 h 2746496"/>
                  <a:gd name="connsiteX63" fmla="*/ 194221 w 2632919"/>
                  <a:gd name="connsiteY63" fmla="*/ 2371346 h 2746496"/>
                  <a:gd name="connsiteX64" fmla="*/ 361563 w 2632919"/>
                  <a:gd name="connsiteY64" fmla="*/ 2234633 h 2746496"/>
                  <a:gd name="connsiteX65" fmla="*/ 597485 w 2632919"/>
                  <a:gd name="connsiteY65" fmla="*/ 2052020 h 2746496"/>
                  <a:gd name="connsiteX66" fmla="*/ 516493 w 2632919"/>
                  <a:gd name="connsiteY66" fmla="*/ 1927719 h 2746496"/>
                  <a:gd name="connsiteX67" fmla="*/ 458986 w 2632919"/>
                  <a:gd name="connsiteY67" fmla="*/ 1819223 h 2746496"/>
                  <a:gd name="connsiteX68" fmla="*/ 523458 w 2632919"/>
                  <a:gd name="connsiteY68" fmla="*/ 1647595 h 2746496"/>
                  <a:gd name="connsiteX69" fmla="*/ 287536 w 2632919"/>
                  <a:gd name="connsiteY69" fmla="*/ 1785112 h 2746496"/>
                  <a:gd name="connsiteX70" fmla="*/ 182076 w 2632919"/>
                  <a:gd name="connsiteY70" fmla="*/ 1825028 h 2746496"/>
                  <a:gd name="connsiteX71" fmla="*/ 136624 w 2632919"/>
                  <a:gd name="connsiteY71" fmla="*/ 1743500 h 2746496"/>
                  <a:gd name="connsiteX72" fmla="*/ 20628 w 2632919"/>
                  <a:gd name="connsiteY72" fmla="*/ 1521775 h 2746496"/>
                  <a:gd name="connsiteX73" fmla="*/ 0 w 2632919"/>
                  <a:gd name="connsiteY73" fmla="*/ 1447391 h 2746496"/>
                  <a:gd name="connsiteX74" fmla="*/ 222885 w 2632919"/>
                  <a:gd name="connsiteY74" fmla="*/ 1363273 h 2746496"/>
                  <a:gd name="connsiteX75" fmla="*/ 560070 w 2632919"/>
                  <a:gd name="connsiteY75" fmla="*/ 1227185 h 2746496"/>
                  <a:gd name="connsiteX76" fmla="*/ 714822 w 2632919"/>
                  <a:gd name="connsiteY76" fmla="*/ 1162356 h 2746496"/>
                  <a:gd name="connsiteX77" fmla="*/ 846892 w 2632919"/>
                  <a:gd name="connsiteY77" fmla="*/ 1230311 h 2746496"/>
                  <a:gd name="connsiteX78" fmla="*/ 943868 w 2632919"/>
                  <a:gd name="connsiteY78" fmla="*/ 1296122 h 2746496"/>
                  <a:gd name="connsiteX79" fmla="*/ 944939 w 2632919"/>
                  <a:gd name="connsiteY79" fmla="*/ 1354076 h 2746496"/>
                  <a:gd name="connsiteX80" fmla="*/ 739914 w 2632919"/>
                  <a:gd name="connsiteY80" fmla="*/ 1774664 h 2746496"/>
                  <a:gd name="connsiteX81" fmla="*/ 738753 w 2632919"/>
                  <a:gd name="connsiteY81" fmla="*/ 1812437 h 2746496"/>
                  <a:gd name="connsiteX82" fmla="*/ 962620 w 2632919"/>
                  <a:gd name="connsiteY82" fmla="*/ 1999603 h 2746496"/>
                  <a:gd name="connsiteX83" fmla="*/ 968246 w 2632919"/>
                  <a:gd name="connsiteY83" fmla="*/ 2029607 h 2746496"/>
                  <a:gd name="connsiteX84" fmla="*/ 902523 w 2632919"/>
                  <a:gd name="connsiteY84" fmla="*/ 2155248 h 2746496"/>
                  <a:gd name="connsiteX85" fmla="*/ 1084421 w 2632919"/>
                  <a:gd name="connsiteY85" fmla="*/ 2188913 h 2746496"/>
                  <a:gd name="connsiteX86" fmla="*/ 1180594 w 2632919"/>
                  <a:gd name="connsiteY86" fmla="*/ 2199807 h 2746496"/>
                  <a:gd name="connsiteX87" fmla="*/ 1126659 w 2632919"/>
                  <a:gd name="connsiteY87" fmla="*/ 2163552 h 2746496"/>
                  <a:gd name="connsiteX88" fmla="*/ 1121747 w 2632919"/>
                  <a:gd name="connsiteY88" fmla="*/ 2044966 h 2746496"/>
                  <a:gd name="connsiteX89" fmla="*/ 971014 w 2632919"/>
                  <a:gd name="connsiteY89" fmla="*/ 1862622 h 2746496"/>
                  <a:gd name="connsiteX90" fmla="*/ 983873 w 2632919"/>
                  <a:gd name="connsiteY90" fmla="*/ 1765645 h 2746496"/>
                  <a:gd name="connsiteX91" fmla="*/ 1042362 w 2632919"/>
                  <a:gd name="connsiteY91" fmla="*/ 1087078 h 2746496"/>
                  <a:gd name="connsiteX92" fmla="*/ 1047363 w 2632919"/>
                  <a:gd name="connsiteY92" fmla="*/ 811776 h 2746496"/>
                  <a:gd name="connsiteX93" fmla="*/ 987624 w 2632919"/>
                  <a:gd name="connsiteY93" fmla="*/ 834011 h 2746496"/>
                  <a:gd name="connsiteX94" fmla="*/ 918061 w 2632919"/>
                  <a:gd name="connsiteY94" fmla="*/ 713282 h 2746496"/>
                  <a:gd name="connsiteX95" fmla="*/ 1161127 w 2632919"/>
                  <a:gd name="connsiteY95" fmla="*/ 427174 h 2746496"/>
                  <a:gd name="connsiteX96" fmla="*/ 1427679 w 2632919"/>
                  <a:gd name="connsiteY96" fmla="*/ 86239 h 2746496"/>
                  <a:gd name="connsiteX97" fmla="*/ 1495276 w 2632919"/>
                  <a:gd name="connsiteY97" fmla="*/ 1853 h 2746496"/>
                  <a:gd name="connsiteX98" fmla="*/ 1519693 w 2632919"/>
                  <a:gd name="connsiteY98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2410212 w 2632919"/>
                  <a:gd name="connsiteY54" fmla="*/ 2408404 h 2746496"/>
                  <a:gd name="connsiteX55" fmla="*/ 1877199 w 2632919"/>
                  <a:gd name="connsiteY55" fmla="*/ 2734606 h 2746496"/>
                  <a:gd name="connsiteX56" fmla="*/ 1723966 w 2632919"/>
                  <a:gd name="connsiteY56" fmla="*/ 2741660 h 2746496"/>
                  <a:gd name="connsiteX57" fmla="*/ 1124248 w 2632919"/>
                  <a:gd name="connsiteY57" fmla="*/ 2605840 h 2746496"/>
                  <a:gd name="connsiteX58" fmla="*/ 747147 w 2632919"/>
                  <a:gd name="connsiteY58" fmla="*/ 2482610 h 2746496"/>
                  <a:gd name="connsiteX59" fmla="*/ 544800 w 2632919"/>
                  <a:gd name="connsiteY59" fmla="*/ 2719425 h 2746496"/>
                  <a:gd name="connsiteX60" fmla="*/ 246192 w 2632919"/>
                  <a:gd name="connsiteY60" fmla="*/ 2474305 h 2746496"/>
                  <a:gd name="connsiteX61" fmla="*/ 196453 w 2632919"/>
                  <a:gd name="connsiteY61" fmla="*/ 2426710 h 2746496"/>
                  <a:gd name="connsiteX62" fmla="*/ 194221 w 2632919"/>
                  <a:gd name="connsiteY62" fmla="*/ 2371346 h 2746496"/>
                  <a:gd name="connsiteX63" fmla="*/ 361563 w 2632919"/>
                  <a:gd name="connsiteY63" fmla="*/ 2234633 h 2746496"/>
                  <a:gd name="connsiteX64" fmla="*/ 597485 w 2632919"/>
                  <a:gd name="connsiteY64" fmla="*/ 2052020 h 2746496"/>
                  <a:gd name="connsiteX65" fmla="*/ 516493 w 2632919"/>
                  <a:gd name="connsiteY65" fmla="*/ 1927719 h 2746496"/>
                  <a:gd name="connsiteX66" fmla="*/ 458986 w 2632919"/>
                  <a:gd name="connsiteY66" fmla="*/ 1819223 h 2746496"/>
                  <a:gd name="connsiteX67" fmla="*/ 523458 w 2632919"/>
                  <a:gd name="connsiteY67" fmla="*/ 1647595 h 2746496"/>
                  <a:gd name="connsiteX68" fmla="*/ 287536 w 2632919"/>
                  <a:gd name="connsiteY68" fmla="*/ 1785112 h 2746496"/>
                  <a:gd name="connsiteX69" fmla="*/ 182076 w 2632919"/>
                  <a:gd name="connsiteY69" fmla="*/ 1825028 h 2746496"/>
                  <a:gd name="connsiteX70" fmla="*/ 136624 w 2632919"/>
                  <a:gd name="connsiteY70" fmla="*/ 1743500 h 2746496"/>
                  <a:gd name="connsiteX71" fmla="*/ 20628 w 2632919"/>
                  <a:gd name="connsiteY71" fmla="*/ 1521775 h 2746496"/>
                  <a:gd name="connsiteX72" fmla="*/ 0 w 2632919"/>
                  <a:gd name="connsiteY72" fmla="*/ 1447391 h 2746496"/>
                  <a:gd name="connsiteX73" fmla="*/ 222885 w 2632919"/>
                  <a:gd name="connsiteY73" fmla="*/ 1363273 h 2746496"/>
                  <a:gd name="connsiteX74" fmla="*/ 560070 w 2632919"/>
                  <a:gd name="connsiteY74" fmla="*/ 1227185 h 2746496"/>
                  <a:gd name="connsiteX75" fmla="*/ 714822 w 2632919"/>
                  <a:gd name="connsiteY75" fmla="*/ 1162356 h 2746496"/>
                  <a:gd name="connsiteX76" fmla="*/ 846892 w 2632919"/>
                  <a:gd name="connsiteY76" fmla="*/ 1230311 h 2746496"/>
                  <a:gd name="connsiteX77" fmla="*/ 943868 w 2632919"/>
                  <a:gd name="connsiteY77" fmla="*/ 1296122 h 2746496"/>
                  <a:gd name="connsiteX78" fmla="*/ 944939 w 2632919"/>
                  <a:gd name="connsiteY78" fmla="*/ 1354076 h 2746496"/>
                  <a:gd name="connsiteX79" fmla="*/ 739914 w 2632919"/>
                  <a:gd name="connsiteY79" fmla="*/ 1774664 h 2746496"/>
                  <a:gd name="connsiteX80" fmla="*/ 738753 w 2632919"/>
                  <a:gd name="connsiteY80" fmla="*/ 1812437 h 2746496"/>
                  <a:gd name="connsiteX81" fmla="*/ 962620 w 2632919"/>
                  <a:gd name="connsiteY81" fmla="*/ 1999603 h 2746496"/>
                  <a:gd name="connsiteX82" fmla="*/ 968246 w 2632919"/>
                  <a:gd name="connsiteY82" fmla="*/ 2029607 h 2746496"/>
                  <a:gd name="connsiteX83" fmla="*/ 902523 w 2632919"/>
                  <a:gd name="connsiteY83" fmla="*/ 2155248 h 2746496"/>
                  <a:gd name="connsiteX84" fmla="*/ 1084421 w 2632919"/>
                  <a:gd name="connsiteY84" fmla="*/ 2188913 h 2746496"/>
                  <a:gd name="connsiteX85" fmla="*/ 1180594 w 2632919"/>
                  <a:gd name="connsiteY85" fmla="*/ 2199807 h 2746496"/>
                  <a:gd name="connsiteX86" fmla="*/ 1126659 w 2632919"/>
                  <a:gd name="connsiteY86" fmla="*/ 2163552 h 2746496"/>
                  <a:gd name="connsiteX87" fmla="*/ 1121747 w 2632919"/>
                  <a:gd name="connsiteY87" fmla="*/ 2044966 h 2746496"/>
                  <a:gd name="connsiteX88" fmla="*/ 971014 w 2632919"/>
                  <a:gd name="connsiteY88" fmla="*/ 1862622 h 2746496"/>
                  <a:gd name="connsiteX89" fmla="*/ 983873 w 2632919"/>
                  <a:gd name="connsiteY89" fmla="*/ 1765645 h 2746496"/>
                  <a:gd name="connsiteX90" fmla="*/ 1042362 w 2632919"/>
                  <a:gd name="connsiteY90" fmla="*/ 1087078 h 2746496"/>
                  <a:gd name="connsiteX91" fmla="*/ 1047363 w 2632919"/>
                  <a:gd name="connsiteY91" fmla="*/ 811776 h 2746496"/>
                  <a:gd name="connsiteX92" fmla="*/ 987624 w 2632919"/>
                  <a:gd name="connsiteY92" fmla="*/ 834011 h 2746496"/>
                  <a:gd name="connsiteX93" fmla="*/ 918061 w 2632919"/>
                  <a:gd name="connsiteY93" fmla="*/ 713282 h 2746496"/>
                  <a:gd name="connsiteX94" fmla="*/ 1161127 w 2632919"/>
                  <a:gd name="connsiteY94" fmla="*/ 427174 h 2746496"/>
                  <a:gd name="connsiteX95" fmla="*/ 1427679 w 2632919"/>
                  <a:gd name="connsiteY95" fmla="*/ 86239 h 2746496"/>
                  <a:gd name="connsiteX96" fmla="*/ 1495276 w 2632919"/>
                  <a:gd name="connsiteY96" fmla="*/ 1853 h 2746496"/>
                  <a:gd name="connsiteX97" fmla="*/ 1519693 w 2632919"/>
                  <a:gd name="connsiteY97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1877199 w 2632919"/>
                  <a:gd name="connsiteY54" fmla="*/ 2734606 h 2746496"/>
                  <a:gd name="connsiteX55" fmla="*/ 1723966 w 2632919"/>
                  <a:gd name="connsiteY55" fmla="*/ 2741660 h 2746496"/>
                  <a:gd name="connsiteX56" fmla="*/ 1124248 w 2632919"/>
                  <a:gd name="connsiteY56" fmla="*/ 2605840 h 2746496"/>
                  <a:gd name="connsiteX57" fmla="*/ 747147 w 2632919"/>
                  <a:gd name="connsiteY57" fmla="*/ 2482610 h 2746496"/>
                  <a:gd name="connsiteX58" fmla="*/ 544800 w 2632919"/>
                  <a:gd name="connsiteY58" fmla="*/ 2719425 h 2746496"/>
                  <a:gd name="connsiteX59" fmla="*/ 246192 w 2632919"/>
                  <a:gd name="connsiteY59" fmla="*/ 2474305 h 2746496"/>
                  <a:gd name="connsiteX60" fmla="*/ 196453 w 2632919"/>
                  <a:gd name="connsiteY60" fmla="*/ 2426710 h 2746496"/>
                  <a:gd name="connsiteX61" fmla="*/ 194221 w 2632919"/>
                  <a:gd name="connsiteY61" fmla="*/ 2371346 h 2746496"/>
                  <a:gd name="connsiteX62" fmla="*/ 361563 w 2632919"/>
                  <a:gd name="connsiteY62" fmla="*/ 2234633 h 2746496"/>
                  <a:gd name="connsiteX63" fmla="*/ 597485 w 2632919"/>
                  <a:gd name="connsiteY63" fmla="*/ 2052020 h 2746496"/>
                  <a:gd name="connsiteX64" fmla="*/ 516493 w 2632919"/>
                  <a:gd name="connsiteY64" fmla="*/ 1927719 h 2746496"/>
                  <a:gd name="connsiteX65" fmla="*/ 458986 w 2632919"/>
                  <a:gd name="connsiteY65" fmla="*/ 1819223 h 2746496"/>
                  <a:gd name="connsiteX66" fmla="*/ 523458 w 2632919"/>
                  <a:gd name="connsiteY66" fmla="*/ 1647595 h 2746496"/>
                  <a:gd name="connsiteX67" fmla="*/ 287536 w 2632919"/>
                  <a:gd name="connsiteY67" fmla="*/ 1785112 h 2746496"/>
                  <a:gd name="connsiteX68" fmla="*/ 182076 w 2632919"/>
                  <a:gd name="connsiteY68" fmla="*/ 1825028 h 2746496"/>
                  <a:gd name="connsiteX69" fmla="*/ 136624 w 2632919"/>
                  <a:gd name="connsiteY69" fmla="*/ 1743500 h 2746496"/>
                  <a:gd name="connsiteX70" fmla="*/ 20628 w 2632919"/>
                  <a:gd name="connsiteY70" fmla="*/ 1521775 h 2746496"/>
                  <a:gd name="connsiteX71" fmla="*/ 0 w 2632919"/>
                  <a:gd name="connsiteY71" fmla="*/ 1447391 h 2746496"/>
                  <a:gd name="connsiteX72" fmla="*/ 222885 w 2632919"/>
                  <a:gd name="connsiteY72" fmla="*/ 1363273 h 2746496"/>
                  <a:gd name="connsiteX73" fmla="*/ 560070 w 2632919"/>
                  <a:gd name="connsiteY73" fmla="*/ 1227185 h 2746496"/>
                  <a:gd name="connsiteX74" fmla="*/ 714822 w 2632919"/>
                  <a:gd name="connsiteY74" fmla="*/ 1162356 h 2746496"/>
                  <a:gd name="connsiteX75" fmla="*/ 846892 w 2632919"/>
                  <a:gd name="connsiteY75" fmla="*/ 1230311 h 2746496"/>
                  <a:gd name="connsiteX76" fmla="*/ 943868 w 2632919"/>
                  <a:gd name="connsiteY76" fmla="*/ 1296122 h 2746496"/>
                  <a:gd name="connsiteX77" fmla="*/ 944939 w 2632919"/>
                  <a:gd name="connsiteY77" fmla="*/ 1354076 h 2746496"/>
                  <a:gd name="connsiteX78" fmla="*/ 739914 w 2632919"/>
                  <a:gd name="connsiteY78" fmla="*/ 1774664 h 2746496"/>
                  <a:gd name="connsiteX79" fmla="*/ 738753 w 2632919"/>
                  <a:gd name="connsiteY79" fmla="*/ 1812437 h 2746496"/>
                  <a:gd name="connsiteX80" fmla="*/ 962620 w 2632919"/>
                  <a:gd name="connsiteY80" fmla="*/ 1999603 h 2746496"/>
                  <a:gd name="connsiteX81" fmla="*/ 968246 w 2632919"/>
                  <a:gd name="connsiteY81" fmla="*/ 2029607 h 2746496"/>
                  <a:gd name="connsiteX82" fmla="*/ 902523 w 2632919"/>
                  <a:gd name="connsiteY82" fmla="*/ 2155248 h 2746496"/>
                  <a:gd name="connsiteX83" fmla="*/ 1084421 w 2632919"/>
                  <a:gd name="connsiteY83" fmla="*/ 2188913 h 2746496"/>
                  <a:gd name="connsiteX84" fmla="*/ 1180594 w 2632919"/>
                  <a:gd name="connsiteY84" fmla="*/ 2199807 h 2746496"/>
                  <a:gd name="connsiteX85" fmla="*/ 1126659 w 2632919"/>
                  <a:gd name="connsiteY85" fmla="*/ 2163552 h 2746496"/>
                  <a:gd name="connsiteX86" fmla="*/ 1121747 w 2632919"/>
                  <a:gd name="connsiteY86" fmla="*/ 2044966 h 2746496"/>
                  <a:gd name="connsiteX87" fmla="*/ 971014 w 2632919"/>
                  <a:gd name="connsiteY87" fmla="*/ 1862622 h 2746496"/>
                  <a:gd name="connsiteX88" fmla="*/ 983873 w 2632919"/>
                  <a:gd name="connsiteY88" fmla="*/ 1765645 h 2746496"/>
                  <a:gd name="connsiteX89" fmla="*/ 1042362 w 2632919"/>
                  <a:gd name="connsiteY89" fmla="*/ 1087078 h 2746496"/>
                  <a:gd name="connsiteX90" fmla="*/ 1047363 w 2632919"/>
                  <a:gd name="connsiteY90" fmla="*/ 811776 h 2746496"/>
                  <a:gd name="connsiteX91" fmla="*/ 987624 w 2632919"/>
                  <a:gd name="connsiteY91" fmla="*/ 834011 h 2746496"/>
                  <a:gd name="connsiteX92" fmla="*/ 918061 w 2632919"/>
                  <a:gd name="connsiteY92" fmla="*/ 713282 h 2746496"/>
                  <a:gd name="connsiteX93" fmla="*/ 1161127 w 2632919"/>
                  <a:gd name="connsiteY93" fmla="*/ 427174 h 2746496"/>
                  <a:gd name="connsiteX94" fmla="*/ 1427679 w 2632919"/>
                  <a:gd name="connsiteY94" fmla="*/ 86239 h 2746496"/>
                  <a:gd name="connsiteX95" fmla="*/ 1495276 w 2632919"/>
                  <a:gd name="connsiteY95" fmla="*/ 1853 h 2746496"/>
                  <a:gd name="connsiteX96" fmla="*/ 1519693 w 2632919"/>
                  <a:gd name="connsiteY96" fmla="*/ 404 h 274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2632919" h="2746496">
                    <a:moveTo>
                      <a:pt x="1856304" y="1641433"/>
                    </a:moveTo>
                    <a:cubicBezTo>
                      <a:pt x="1814512" y="1644737"/>
                      <a:pt x="1773972" y="1656167"/>
                      <a:pt x="1733877" y="1667597"/>
                    </a:cubicBezTo>
                    <a:cubicBezTo>
                      <a:pt x="1654314" y="1692243"/>
                      <a:pt x="1573590" y="1713317"/>
                      <a:pt x="1495723" y="1743142"/>
                    </a:cubicBezTo>
                    <a:cubicBezTo>
                      <a:pt x="1457861" y="1758412"/>
                      <a:pt x="1415356" y="1765199"/>
                      <a:pt x="1381066" y="1787702"/>
                    </a:cubicBezTo>
                    <a:cubicBezTo>
                      <a:pt x="1374457" y="1827081"/>
                      <a:pt x="1371243" y="1867087"/>
                      <a:pt x="1371779" y="1907091"/>
                    </a:cubicBezTo>
                    <a:cubicBezTo>
                      <a:pt x="1507063" y="1865390"/>
                      <a:pt x="1645206" y="1834136"/>
                      <a:pt x="1782366" y="1799489"/>
                    </a:cubicBezTo>
                    <a:cubicBezTo>
                      <a:pt x="1792099" y="1795649"/>
                      <a:pt x="1808172" y="1796542"/>
                      <a:pt x="1811298" y="1783772"/>
                    </a:cubicBezTo>
                    <a:cubicBezTo>
                      <a:pt x="1826746" y="1736535"/>
                      <a:pt x="1841391" y="1688939"/>
                      <a:pt x="1856304" y="1641433"/>
                    </a:cubicBezTo>
                    <a:close/>
                    <a:moveTo>
                      <a:pt x="1784419" y="791684"/>
                    </a:moveTo>
                    <a:cubicBezTo>
                      <a:pt x="1655564" y="824546"/>
                      <a:pt x="1530459" y="871516"/>
                      <a:pt x="1405533" y="916968"/>
                    </a:cubicBezTo>
                    <a:cubicBezTo>
                      <a:pt x="1403033" y="951168"/>
                      <a:pt x="1403836" y="985458"/>
                      <a:pt x="1404550" y="1019748"/>
                    </a:cubicBezTo>
                    <a:lnTo>
                      <a:pt x="1408054" y="1177490"/>
                    </a:lnTo>
                    <a:lnTo>
                      <a:pt x="1406158" y="1178161"/>
                    </a:lnTo>
                    <a:cubicBezTo>
                      <a:pt x="1405711" y="1195038"/>
                      <a:pt x="1405176" y="1212005"/>
                      <a:pt x="1405087" y="1228882"/>
                    </a:cubicBezTo>
                    <a:cubicBezTo>
                      <a:pt x="1507331" y="1205486"/>
                      <a:pt x="1605826" y="1168428"/>
                      <a:pt x="1707892" y="1144139"/>
                    </a:cubicBezTo>
                    <a:cubicBezTo>
                      <a:pt x="1712982" y="1118064"/>
                      <a:pt x="1718965" y="1092258"/>
                      <a:pt x="1722805" y="1066004"/>
                    </a:cubicBezTo>
                    <a:lnTo>
                      <a:pt x="1761177" y="900985"/>
                    </a:lnTo>
                    <a:lnTo>
                      <a:pt x="1761738" y="900805"/>
                    </a:lnTo>
                    <a:lnTo>
                      <a:pt x="1765837" y="882863"/>
                    </a:lnTo>
                    <a:lnTo>
                      <a:pt x="1773179" y="854312"/>
                    </a:lnTo>
                    <a:lnTo>
                      <a:pt x="1772327" y="854460"/>
                    </a:lnTo>
                    <a:lnTo>
                      <a:pt x="1774150" y="846479"/>
                    </a:lnTo>
                    <a:cubicBezTo>
                      <a:pt x="1778325" y="828363"/>
                      <a:pt x="1782142" y="810169"/>
                      <a:pt x="1784419" y="791684"/>
                    </a:cubicBezTo>
                    <a:close/>
                    <a:moveTo>
                      <a:pt x="1519693" y="404"/>
                    </a:moveTo>
                    <a:cubicBezTo>
                      <a:pt x="1543804" y="2786"/>
                      <a:pt x="1566959" y="15226"/>
                      <a:pt x="1588859" y="24803"/>
                    </a:cubicBezTo>
                    <a:cubicBezTo>
                      <a:pt x="1690211" y="74988"/>
                      <a:pt x="1793260" y="122136"/>
                      <a:pt x="1892737" y="176161"/>
                    </a:cubicBezTo>
                    <a:cubicBezTo>
                      <a:pt x="1912025" y="187680"/>
                      <a:pt x="1945779" y="209558"/>
                      <a:pt x="1926848" y="235097"/>
                    </a:cubicBezTo>
                    <a:cubicBezTo>
                      <a:pt x="1873091" y="304391"/>
                      <a:pt x="1798975" y="353683"/>
                      <a:pt x="1729859" y="406279"/>
                    </a:cubicBezTo>
                    <a:cubicBezTo>
                      <a:pt x="1600736" y="503702"/>
                      <a:pt x="1460450" y="584337"/>
                      <a:pt x="1321326" y="666401"/>
                    </a:cubicBezTo>
                    <a:cubicBezTo>
                      <a:pt x="1370618" y="670955"/>
                      <a:pt x="1415177" y="646845"/>
                      <a:pt x="1460272" y="631039"/>
                    </a:cubicBezTo>
                    <a:cubicBezTo>
                      <a:pt x="1661011" y="557548"/>
                      <a:pt x="1859875" y="478699"/>
                      <a:pt x="2062847" y="411190"/>
                    </a:cubicBezTo>
                    <a:cubicBezTo>
                      <a:pt x="2133838" y="460661"/>
                      <a:pt x="2203401" y="514507"/>
                      <a:pt x="2262337" y="577997"/>
                    </a:cubicBezTo>
                    <a:cubicBezTo>
                      <a:pt x="2266712" y="616752"/>
                      <a:pt x="2246531" y="654167"/>
                      <a:pt x="2237780" y="691582"/>
                    </a:cubicBezTo>
                    <a:cubicBezTo>
                      <a:pt x="2187595" y="865622"/>
                      <a:pt x="2135624" y="1039126"/>
                      <a:pt x="2089190" y="1214237"/>
                    </a:cubicBezTo>
                    <a:cubicBezTo>
                      <a:pt x="2084636" y="1228882"/>
                      <a:pt x="2079278" y="1243348"/>
                      <a:pt x="2071509" y="1256653"/>
                    </a:cubicBezTo>
                    <a:cubicBezTo>
                      <a:pt x="2049185" y="1266833"/>
                      <a:pt x="2024271" y="1268530"/>
                      <a:pt x="2000339" y="1272637"/>
                    </a:cubicBezTo>
                    <a:cubicBezTo>
                      <a:pt x="1812816" y="1304695"/>
                      <a:pt x="1627168" y="1347021"/>
                      <a:pt x="1443573" y="1396671"/>
                    </a:cubicBezTo>
                    <a:cubicBezTo>
                      <a:pt x="1426607" y="1404261"/>
                      <a:pt x="1402765" y="1402743"/>
                      <a:pt x="1391335" y="1418280"/>
                    </a:cubicBezTo>
                    <a:cubicBezTo>
                      <a:pt x="1388031" y="1447212"/>
                      <a:pt x="1387584" y="1476413"/>
                      <a:pt x="1387406" y="1505523"/>
                    </a:cubicBezTo>
                    <a:cubicBezTo>
                      <a:pt x="1578055" y="1445873"/>
                      <a:pt x="1768257" y="1383901"/>
                      <a:pt x="1962835" y="1338003"/>
                    </a:cubicBezTo>
                    <a:cubicBezTo>
                      <a:pt x="2010430" y="1327198"/>
                      <a:pt x="2057936" y="1312285"/>
                      <a:pt x="2107228" y="1312196"/>
                    </a:cubicBezTo>
                    <a:cubicBezTo>
                      <a:pt x="2161074" y="1310142"/>
                      <a:pt x="2209919" y="1336752"/>
                      <a:pt x="2257961" y="1357291"/>
                    </a:cubicBezTo>
                    <a:cubicBezTo>
                      <a:pt x="2290197" y="1374614"/>
                      <a:pt x="2327613" y="1388098"/>
                      <a:pt x="2349758" y="1418816"/>
                    </a:cubicBezTo>
                    <a:cubicBezTo>
                      <a:pt x="2360384" y="1452302"/>
                      <a:pt x="2341721" y="1486057"/>
                      <a:pt x="2333506" y="1518204"/>
                    </a:cubicBezTo>
                    <a:cubicBezTo>
                      <a:pt x="2291983" y="1633129"/>
                      <a:pt x="2252871" y="1750197"/>
                      <a:pt x="2192328" y="1856728"/>
                    </a:cubicBezTo>
                    <a:cubicBezTo>
                      <a:pt x="2210187" y="1870748"/>
                      <a:pt x="2233940" y="1879499"/>
                      <a:pt x="2245817" y="1899858"/>
                    </a:cubicBezTo>
                    <a:cubicBezTo>
                      <a:pt x="2246441" y="1924594"/>
                      <a:pt x="2235190" y="1947632"/>
                      <a:pt x="2231886" y="1971921"/>
                    </a:cubicBezTo>
                    <a:cubicBezTo>
                      <a:pt x="2226886" y="1993620"/>
                      <a:pt x="2227154" y="2018266"/>
                      <a:pt x="2213491" y="2036840"/>
                    </a:cubicBezTo>
                    <a:cubicBezTo>
                      <a:pt x="2185273" y="2045859"/>
                      <a:pt x="2155537" y="2046216"/>
                      <a:pt x="2126516" y="2050502"/>
                    </a:cubicBezTo>
                    <a:cubicBezTo>
                      <a:pt x="1999446" y="2068808"/>
                      <a:pt x="1871663" y="2082292"/>
                      <a:pt x="1745307" y="2105063"/>
                    </a:cubicBezTo>
                    <a:cubicBezTo>
                      <a:pt x="1569839" y="2133370"/>
                      <a:pt x="1393388" y="2158909"/>
                      <a:pt x="1221849" y="2206147"/>
                    </a:cubicBezTo>
                    <a:cubicBezTo>
                      <a:pt x="1379547" y="2235436"/>
                      <a:pt x="1541889" y="2232400"/>
                      <a:pt x="1700570" y="2212130"/>
                    </a:cubicBezTo>
                    <a:cubicBezTo>
                      <a:pt x="1912382" y="2185787"/>
                      <a:pt x="2123569" y="2153908"/>
                      <a:pt x="2335024" y="2124797"/>
                    </a:cubicBezTo>
                    <a:cubicBezTo>
                      <a:pt x="2433965" y="2111314"/>
                      <a:pt x="2532995" y="2095151"/>
                      <a:pt x="2632919" y="2090865"/>
                    </a:cubicBezTo>
                    <a:cubicBezTo>
                      <a:pt x="2556615" y="2192500"/>
                      <a:pt x="2028691" y="2626140"/>
                      <a:pt x="1877199" y="2734606"/>
                    </a:cubicBezTo>
                    <a:cubicBezTo>
                      <a:pt x="1827639" y="2749965"/>
                      <a:pt x="1774865" y="2748268"/>
                      <a:pt x="1723966" y="2741660"/>
                    </a:cubicBezTo>
                    <a:cubicBezTo>
                      <a:pt x="1521619" y="2707995"/>
                      <a:pt x="1322308" y="2658882"/>
                      <a:pt x="1124248" y="2605840"/>
                    </a:cubicBezTo>
                    <a:cubicBezTo>
                      <a:pt x="997178" y="2569139"/>
                      <a:pt x="871806" y="2526723"/>
                      <a:pt x="747147" y="2482610"/>
                    </a:cubicBezTo>
                    <a:cubicBezTo>
                      <a:pt x="681157" y="2562531"/>
                      <a:pt x="625078" y="2652720"/>
                      <a:pt x="544800" y="2719425"/>
                    </a:cubicBezTo>
                    <a:cubicBezTo>
                      <a:pt x="439698" y="2644952"/>
                      <a:pt x="342900" y="2559227"/>
                      <a:pt x="246192" y="2474305"/>
                    </a:cubicBezTo>
                    <a:cubicBezTo>
                      <a:pt x="229047" y="2459036"/>
                      <a:pt x="211187" y="2444301"/>
                      <a:pt x="196453" y="2426710"/>
                    </a:cubicBezTo>
                    <a:cubicBezTo>
                      <a:pt x="184130" y="2411440"/>
                      <a:pt x="176272" y="2385723"/>
                      <a:pt x="194221" y="2371346"/>
                    </a:cubicBezTo>
                    <a:cubicBezTo>
                      <a:pt x="243513" y="2318304"/>
                      <a:pt x="305842" y="2280353"/>
                      <a:pt x="361563" y="2234633"/>
                    </a:cubicBezTo>
                    <a:cubicBezTo>
                      <a:pt x="441484" y="2175429"/>
                      <a:pt x="518815" y="2112832"/>
                      <a:pt x="597485" y="2052020"/>
                    </a:cubicBezTo>
                    <a:cubicBezTo>
                      <a:pt x="568821" y="2011658"/>
                      <a:pt x="538817" y="1972100"/>
                      <a:pt x="516493" y="1927719"/>
                    </a:cubicBezTo>
                    <a:cubicBezTo>
                      <a:pt x="498187" y="1891107"/>
                      <a:pt x="470863" y="1858693"/>
                      <a:pt x="458986" y="1819223"/>
                    </a:cubicBezTo>
                    <a:cubicBezTo>
                      <a:pt x="467380" y="1758323"/>
                      <a:pt x="499705" y="1703673"/>
                      <a:pt x="523458" y="1647595"/>
                    </a:cubicBezTo>
                    <a:cubicBezTo>
                      <a:pt x="445591" y="1694743"/>
                      <a:pt x="369153" y="1744571"/>
                      <a:pt x="287536" y="1785112"/>
                    </a:cubicBezTo>
                    <a:cubicBezTo>
                      <a:pt x="253871" y="1801096"/>
                      <a:pt x="221278" y="1827617"/>
                      <a:pt x="182076" y="1825028"/>
                    </a:cubicBezTo>
                    <a:cubicBezTo>
                      <a:pt x="159484" y="1803061"/>
                      <a:pt x="152341" y="1770199"/>
                      <a:pt x="136624" y="1743500"/>
                    </a:cubicBezTo>
                    <a:cubicBezTo>
                      <a:pt x="96709" y="1670187"/>
                      <a:pt x="57150" y="1596785"/>
                      <a:pt x="20628" y="1521775"/>
                    </a:cubicBezTo>
                    <a:cubicBezTo>
                      <a:pt x="9198" y="1498380"/>
                      <a:pt x="536" y="1473555"/>
                      <a:pt x="0" y="1447391"/>
                    </a:cubicBezTo>
                    <a:cubicBezTo>
                      <a:pt x="75813" y="1423460"/>
                      <a:pt x="147876" y="1389437"/>
                      <a:pt x="222885" y="1363273"/>
                    </a:cubicBezTo>
                    <a:cubicBezTo>
                      <a:pt x="336739" y="1321661"/>
                      <a:pt x="447467" y="1272101"/>
                      <a:pt x="560070" y="1227185"/>
                    </a:cubicBezTo>
                    <a:cubicBezTo>
                      <a:pt x="611862" y="1206111"/>
                      <a:pt x="664190" y="1186198"/>
                      <a:pt x="714822" y="1162356"/>
                    </a:cubicBezTo>
                    <a:cubicBezTo>
                      <a:pt x="760720" y="1181108"/>
                      <a:pt x="803404" y="1206647"/>
                      <a:pt x="846892" y="1230311"/>
                    </a:cubicBezTo>
                    <a:cubicBezTo>
                      <a:pt x="880646" y="1249867"/>
                      <a:pt x="917079" y="1267101"/>
                      <a:pt x="943868" y="1296122"/>
                    </a:cubicBezTo>
                    <a:cubicBezTo>
                      <a:pt x="958245" y="1312196"/>
                      <a:pt x="948422" y="1335681"/>
                      <a:pt x="944939" y="1354076"/>
                    </a:cubicBezTo>
                    <a:cubicBezTo>
                      <a:pt x="904488" y="1506506"/>
                      <a:pt x="807780" y="1634468"/>
                      <a:pt x="739914" y="1774664"/>
                    </a:cubicBezTo>
                    <a:cubicBezTo>
                      <a:pt x="735717" y="1786630"/>
                      <a:pt x="726073" y="1802168"/>
                      <a:pt x="738753" y="1812437"/>
                    </a:cubicBezTo>
                    <a:cubicBezTo>
                      <a:pt x="807154" y="1881910"/>
                      <a:pt x="896273" y="1927719"/>
                      <a:pt x="962620" y="1999603"/>
                    </a:cubicBezTo>
                    <a:cubicBezTo>
                      <a:pt x="971282" y="2007104"/>
                      <a:pt x="973068" y="2019427"/>
                      <a:pt x="968246" y="2029607"/>
                    </a:cubicBezTo>
                    <a:cubicBezTo>
                      <a:pt x="950565" y="2073541"/>
                      <a:pt x="925026" y="2113725"/>
                      <a:pt x="902523" y="2155248"/>
                    </a:cubicBezTo>
                    <a:cubicBezTo>
                      <a:pt x="962531" y="2169535"/>
                      <a:pt x="1023878" y="2177215"/>
                      <a:pt x="1084421" y="2188913"/>
                    </a:cubicBezTo>
                    <a:cubicBezTo>
                      <a:pt x="1116211" y="2194628"/>
                      <a:pt x="1148090" y="2200521"/>
                      <a:pt x="1180594" y="2199807"/>
                    </a:cubicBezTo>
                    <a:cubicBezTo>
                      <a:pt x="1171932" y="2177036"/>
                      <a:pt x="1146304" y="2172839"/>
                      <a:pt x="1126659" y="2163552"/>
                    </a:cubicBezTo>
                    <a:cubicBezTo>
                      <a:pt x="1119961" y="2124351"/>
                      <a:pt x="1122819" y="2084435"/>
                      <a:pt x="1121747" y="2044966"/>
                    </a:cubicBezTo>
                    <a:cubicBezTo>
                      <a:pt x="1059865" y="1994960"/>
                      <a:pt x="1009144" y="1932184"/>
                      <a:pt x="971014" y="1862622"/>
                    </a:cubicBezTo>
                    <a:cubicBezTo>
                      <a:pt x="970300" y="1830028"/>
                      <a:pt x="980748" y="1798060"/>
                      <a:pt x="983873" y="1765645"/>
                    </a:cubicBezTo>
                    <a:cubicBezTo>
                      <a:pt x="1002982" y="1539456"/>
                      <a:pt x="1042630" y="1314607"/>
                      <a:pt x="1042362" y="1087078"/>
                    </a:cubicBezTo>
                    <a:cubicBezTo>
                      <a:pt x="1047720" y="995460"/>
                      <a:pt x="1048792" y="903573"/>
                      <a:pt x="1047363" y="811776"/>
                    </a:cubicBezTo>
                    <a:cubicBezTo>
                      <a:pt x="1026468" y="816330"/>
                      <a:pt x="1006822" y="824903"/>
                      <a:pt x="987624" y="834011"/>
                    </a:cubicBezTo>
                    <a:cubicBezTo>
                      <a:pt x="981105" y="786237"/>
                      <a:pt x="935742" y="756858"/>
                      <a:pt x="918061" y="713282"/>
                    </a:cubicBezTo>
                    <a:cubicBezTo>
                      <a:pt x="997089" y="616305"/>
                      <a:pt x="1082635" y="524687"/>
                      <a:pt x="1161127" y="427174"/>
                    </a:cubicBezTo>
                    <a:cubicBezTo>
                      <a:pt x="1255246" y="317786"/>
                      <a:pt x="1339275" y="200271"/>
                      <a:pt x="1427679" y="86239"/>
                    </a:cubicBezTo>
                    <a:cubicBezTo>
                      <a:pt x="1450092" y="58110"/>
                      <a:pt x="1468130" y="25963"/>
                      <a:pt x="1495276" y="1853"/>
                    </a:cubicBezTo>
                    <a:cubicBezTo>
                      <a:pt x="1503514" y="-67"/>
                      <a:pt x="1511657" y="-390"/>
                      <a:pt x="1519693" y="404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E7C2E15F-7A97-21EC-FA74-3DF2E95BBB97}"/>
                  </a:ext>
                </a:extLst>
              </p:cNvPr>
              <p:cNvSpPr/>
              <p:nvPr/>
            </p:nvSpPr>
            <p:spPr>
              <a:xfrm>
                <a:off x="1834696" y="1645984"/>
                <a:ext cx="619576" cy="684485"/>
              </a:xfrm>
              <a:custGeom>
                <a:avLst/>
                <a:gdLst>
                  <a:gd name="connsiteX0" fmla="*/ 259910 w 619576"/>
                  <a:gd name="connsiteY0" fmla="*/ 10562 h 684485"/>
                  <a:gd name="connsiteX1" fmla="*/ 336794 w 619576"/>
                  <a:gd name="connsiteY1" fmla="*/ 14848 h 684485"/>
                  <a:gd name="connsiteX2" fmla="*/ 579950 w 619576"/>
                  <a:gd name="connsiteY2" fmla="*/ 289436 h 684485"/>
                  <a:gd name="connsiteX3" fmla="*/ 618169 w 619576"/>
                  <a:gd name="connsiteY3" fmla="*/ 384626 h 684485"/>
                  <a:gd name="connsiteX4" fmla="*/ 367870 w 619576"/>
                  <a:gd name="connsiteY4" fmla="*/ 519375 h 684485"/>
                  <a:gd name="connsiteX5" fmla="*/ 33989 w 619576"/>
                  <a:gd name="connsiteY5" fmla="*/ 684485 h 684485"/>
                  <a:gd name="connsiteX6" fmla="*/ 194991 w 619576"/>
                  <a:gd name="connsiteY6" fmla="*/ 453653 h 684485"/>
                  <a:gd name="connsiteX7" fmla="*/ 179007 w 619576"/>
                  <a:gd name="connsiteY7" fmla="*/ 405432 h 684485"/>
                  <a:gd name="connsiteX8" fmla="*/ 3628 w 619576"/>
                  <a:gd name="connsiteY8" fmla="*/ 161473 h 684485"/>
                  <a:gd name="connsiteX9" fmla="*/ 30506 w 619576"/>
                  <a:gd name="connsiteY9" fmla="*/ 119950 h 684485"/>
                  <a:gd name="connsiteX10" fmla="*/ 259910 w 619576"/>
                  <a:gd name="connsiteY10" fmla="*/ 10562 h 68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576" h="684485">
                    <a:moveTo>
                      <a:pt x="259910" y="10562"/>
                    </a:moveTo>
                    <a:cubicBezTo>
                      <a:pt x="284288" y="739"/>
                      <a:pt x="317060" y="-8994"/>
                      <a:pt x="336794" y="14848"/>
                    </a:cubicBezTo>
                    <a:cubicBezTo>
                      <a:pt x="426091" y="98519"/>
                      <a:pt x="505208" y="192727"/>
                      <a:pt x="579950" y="289436"/>
                    </a:cubicBezTo>
                    <a:cubicBezTo>
                      <a:pt x="597988" y="317743"/>
                      <a:pt x="626206" y="348461"/>
                      <a:pt x="618169" y="384626"/>
                    </a:cubicBezTo>
                    <a:cubicBezTo>
                      <a:pt x="538427" y="435793"/>
                      <a:pt x="450469" y="472941"/>
                      <a:pt x="367870" y="519375"/>
                    </a:cubicBezTo>
                    <a:cubicBezTo>
                      <a:pt x="257677" y="576615"/>
                      <a:pt x="147932" y="634836"/>
                      <a:pt x="33989" y="684485"/>
                    </a:cubicBezTo>
                    <a:cubicBezTo>
                      <a:pt x="91942" y="610726"/>
                      <a:pt x="148200" y="535092"/>
                      <a:pt x="194991" y="453653"/>
                    </a:cubicBezTo>
                    <a:cubicBezTo>
                      <a:pt x="208118" y="435704"/>
                      <a:pt x="187669" y="419720"/>
                      <a:pt x="179007" y="405432"/>
                    </a:cubicBezTo>
                    <a:cubicBezTo>
                      <a:pt x="120875" y="323905"/>
                      <a:pt x="60421" y="243894"/>
                      <a:pt x="3628" y="161473"/>
                    </a:cubicBezTo>
                    <a:cubicBezTo>
                      <a:pt x="-9409" y="140935"/>
                      <a:pt x="15772" y="128434"/>
                      <a:pt x="30506" y="119950"/>
                    </a:cubicBezTo>
                    <a:cubicBezTo>
                      <a:pt x="105962" y="81374"/>
                      <a:pt x="181507" y="42798"/>
                      <a:pt x="259910" y="10562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67CA2E9-C895-7512-E79D-452FDB02014A}"/>
                </a:ext>
              </a:extLst>
            </p:cNvPr>
            <p:cNvGrpSpPr/>
            <p:nvPr/>
          </p:nvGrpSpPr>
          <p:grpSpPr>
            <a:xfrm>
              <a:off x="8376722" y="3148224"/>
              <a:ext cx="2539053" cy="1401888"/>
              <a:chOff x="5227855" y="3001000"/>
              <a:chExt cx="5017881" cy="2770524"/>
            </a:xfrm>
            <a:solidFill>
              <a:schemeClr val="tx1">
                <a:lumMod val="95000"/>
                <a:lumOff val="5000"/>
              </a:schemeClr>
            </a:solidFill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48830E83-00C6-044D-C490-FF384169E085}"/>
                  </a:ext>
                </a:extLst>
              </p:cNvPr>
              <p:cNvGrpSpPr/>
              <p:nvPr/>
            </p:nvGrpSpPr>
            <p:grpSpPr>
              <a:xfrm>
                <a:off x="7594543" y="3001000"/>
                <a:ext cx="2651193" cy="2770524"/>
                <a:chOff x="7594543" y="3001000"/>
                <a:chExt cx="2651193" cy="2770524"/>
              </a:xfrm>
              <a:grpFill/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365CC325-D4DF-D9CB-685C-3109255E19AE}"/>
                    </a:ext>
                  </a:extLst>
                </p:cNvPr>
                <p:cNvSpPr/>
                <p:nvPr/>
              </p:nvSpPr>
              <p:spPr>
                <a:xfrm>
                  <a:off x="7594543" y="3001000"/>
                  <a:ext cx="2651193" cy="2770524"/>
                </a:xfrm>
                <a:custGeom>
                  <a:avLst/>
                  <a:gdLst>
                    <a:gd name="connsiteX0" fmla="*/ 804334 w 2651193"/>
                    <a:gd name="connsiteY0" fmla="*/ 0 h 2770524"/>
                    <a:gd name="connsiteX1" fmla="*/ 1025433 w 2651193"/>
                    <a:gd name="connsiteY1" fmla="*/ 114657 h 2770524"/>
                    <a:gd name="connsiteX2" fmla="*/ 1228494 w 2651193"/>
                    <a:gd name="connsiteY2" fmla="*/ 235208 h 2770524"/>
                    <a:gd name="connsiteX3" fmla="*/ 1163753 w 2651193"/>
                    <a:gd name="connsiteY3" fmla="*/ 344239 h 2770524"/>
                    <a:gd name="connsiteX4" fmla="*/ 976676 w 2651193"/>
                    <a:gd name="connsiteY4" fmla="*/ 585966 h 2770524"/>
                    <a:gd name="connsiteX5" fmla="*/ 735039 w 2651193"/>
                    <a:gd name="connsiteY5" fmla="*/ 853232 h 2770524"/>
                    <a:gd name="connsiteX6" fmla="*/ 699945 w 2651193"/>
                    <a:gd name="connsiteY6" fmla="*/ 901273 h 2770524"/>
                    <a:gd name="connsiteX7" fmla="*/ 916937 w 2651193"/>
                    <a:gd name="connsiteY7" fmla="*/ 751076 h 2770524"/>
                    <a:gd name="connsiteX8" fmla="*/ 1215277 w 2651193"/>
                    <a:gd name="connsiteY8" fmla="*/ 933778 h 2770524"/>
                    <a:gd name="connsiteX9" fmla="*/ 1223314 w 2651193"/>
                    <a:gd name="connsiteY9" fmla="*/ 967085 h 2770524"/>
                    <a:gd name="connsiteX10" fmla="*/ 1094905 w 2651193"/>
                    <a:gd name="connsiteY10" fmla="*/ 1168896 h 2770524"/>
                    <a:gd name="connsiteX11" fmla="*/ 1254301 w 2651193"/>
                    <a:gd name="connsiteY11" fmla="*/ 1113175 h 2770524"/>
                    <a:gd name="connsiteX12" fmla="*/ 2427572 w 2651193"/>
                    <a:gd name="connsiteY12" fmla="*/ 760631 h 2770524"/>
                    <a:gd name="connsiteX13" fmla="*/ 2539729 w 2651193"/>
                    <a:gd name="connsiteY13" fmla="*/ 733574 h 2770524"/>
                    <a:gd name="connsiteX14" fmla="*/ 2649386 w 2651193"/>
                    <a:gd name="connsiteY14" fmla="*/ 1162109 h 2770524"/>
                    <a:gd name="connsiteX15" fmla="*/ 2624382 w 2651193"/>
                    <a:gd name="connsiteY15" fmla="*/ 1206490 h 2770524"/>
                    <a:gd name="connsiteX16" fmla="*/ 2446503 w 2651193"/>
                    <a:gd name="connsiteY16" fmla="*/ 1262122 h 2770524"/>
                    <a:gd name="connsiteX17" fmla="*/ 2230762 w 2651193"/>
                    <a:gd name="connsiteY17" fmla="*/ 1326594 h 2770524"/>
                    <a:gd name="connsiteX18" fmla="*/ 2242103 w 2651193"/>
                    <a:gd name="connsiteY18" fmla="*/ 1544300 h 2770524"/>
                    <a:gd name="connsiteX19" fmla="*/ 2250943 w 2651193"/>
                    <a:gd name="connsiteY19" fmla="*/ 1838891 h 2770524"/>
                    <a:gd name="connsiteX20" fmla="*/ 2226744 w 2651193"/>
                    <a:gd name="connsiteY20" fmla="*/ 2330827 h 2770524"/>
                    <a:gd name="connsiteX21" fmla="*/ 2131464 w 2651193"/>
                    <a:gd name="connsiteY21" fmla="*/ 2624882 h 2770524"/>
                    <a:gd name="connsiteX22" fmla="*/ 1899381 w 2651193"/>
                    <a:gd name="connsiteY22" fmla="*/ 2766953 h 2770524"/>
                    <a:gd name="connsiteX23" fmla="*/ 1698553 w 2651193"/>
                    <a:gd name="connsiteY23" fmla="*/ 2709714 h 2770524"/>
                    <a:gd name="connsiteX24" fmla="*/ 1553088 w 2651193"/>
                    <a:gd name="connsiteY24" fmla="*/ 2586931 h 2770524"/>
                    <a:gd name="connsiteX25" fmla="*/ 1248407 w 2651193"/>
                    <a:gd name="connsiteY25" fmla="*/ 2181701 h 2770524"/>
                    <a:gd name="connsiteX26" fmla="*/ 1646581 w 2651193"/>
                    <a:gd name="connsiteY26" fmla="*/ 2236708 h 2770524"/>
                    <a:gd name="connsiteX27" fmla="*/ 1752577 w 2651193"/>
                    <a:gd name="connsiteY27" fmla="*/ 1475095 h 2770524"/>
                    <a:gd name="connsiteX28" fmla="*/ 1092941 w 2651193"/>
                    <a:gd name="connsiteY28" fmla="*/ 1700837 h 2770524"/>
                    <a:gd name="connsiteX29" fmla="*/ 1031058 w 2651193"/>
                    <a:gd name="connsiteY29" fmla="*/ 1689229 h 2770524"/>
                    <a:gd name="connsiteX30" fmla="*/ 961049 w 2651193"/>
                    <a:gd name="connsiteY30" fmla="*/ 1383119 h 2770524"/>
                    <a:gd name="connsiteX31" fmla="*/ 873896 w 2651193"/>
                    <a:gd name="connsiteY31" fmla="*/ 1492865 h 2770524"/>
                    <a:gd name="connsiteX32" fmla="*/ 873628 w 2651193"/>
                    <a:gd name="connsiteY32" fmla="*/ 1847820 h 2770524"/>
                    <a:gd name="connsiteX33" fmla="*/ 868895 w 2651193"/>
                    <a:gd name="connsiteY33" fmla="*/ 2452092 h 2770524"/>
                    <a:gd name="connsiteX34" fmla="*/ 822818 w 2651193"/>
                    <a:gd name="connsiteY34" fmla="*/ 2486650 h 2770524"/>
                    <a:gd name="connsiteX35" fmla="*/ 448039 w 2651193"/>
                    <a:gd name="connsiteY35" fmla="*/ 2486025 h 2770524"/>
                    <a:gd name="connsiteX36" fmla="*/ 446967 w 2651193"/>
                    <a:gd name="connsiteY36" fmla="*/ 2357348 h 2770524"/>
                    <a:gd name="connsiteX37" fmla="*/ 457862 w 2651193"/>
                    <a:gd name="connsiteY37" fmla="*/ 2053292 h 2770524"/>
                    <a:gd name="connsiteX38" fmla="*/ 466166 w 2651193"/>
                    <a:gd name="connsiteY38" fmla="*/ 1931491 h 2770524"/>
                    <a:gd name="connsiteX39" fmla="*/ 309629 w 2651193"/>
                    <a:gd name="connsiteY39" fmla="*/ 2106781 h 2770524"/>
                    <a:gd name="connsiteX40" fmla="*/ 267748 w 2651193"/>
                    <a:gd name="connsiteY40" fmla="*/ 2095351 h 2770524"/>
                    <a:gd name="connsiteX41" fmla="*/ 58347 w 2651193"/>
                    <a:gd name="connsiteY41" fmla="*/ 1911846 h 2770524"/>
                    <a:gd name="connsiteX42" fmla="*/ 3072 w 2651193"/>
                    <a:gd name="connsiteY42" fmla="*/ 1856035 h 2770524"/>
                    <a:gd name="connsiteX43" fmla="*/ 24236 w 2651193"/>
                    <a:gd name="connsiteY43" fmla="*/ 1821121 h 2770524"/>
                    <a:gd name="connsiteX44" fmla="*/ 705035 w 2651193"/>
                    <a:gd name="connsiteY44" fmla="*/ 1019324 h 2770524"/>
                    <a:gd name="connsiteX45" fmla="*/ 825318 w 2651193"/>
                    <a:gd name="connsiteY45" fmla="*/ 855375 h 2770524"/>
                    <a:gd name="connsiteX46" fmla="*/ 582342 w 2651193"/>
                    <a:gd name="connsiteY46" fmla="*/ 1075492 h 2770524"/>
                    <a:gd name="connsiteX47" fmla="*/ 361778 w 2651193"/>
                    <a:gd name="connsiteY47" fmla="*/ 1275427 h 2770524"/>
                    <a:gd name="connsiteX48" fmla="*/ 323470 w 2651193"/>
                    <a:gd name="connsiteY48" fmla="*/ 1272034 h 2770524"/>
                    <a:gd name="connsiteX49" fmla="*/ 23164 w 2651193"/>
                    <a:gd name="connsiteY49" fmla="*/ 1027539 h 2770524"/>
                    <a:gd name="connsiteX50" fmla="*/ 8073 w 2651193"/>
                    <a:gd name="connsiteY50" fmla="*/ 967710 h 2770524"/>
                    <a:gd name="connsiteX51" fmla="*/ 279893 w 2651193"/>
                    <a:gd name="connsiteY51" fmla="*/ 648920 h 2770524"/>
                    <a:gd name="connsiteX52" fmla="*/ 740397 w 2651193"/>
                    <a:gd name="connsiteY52" fmla="*/ 81796 h 2770524"/>
                    <a:gd name="connsiteX53" fmla="*/ 804334 w 2651193"/>
                    <a:gd name="connsiteY53" fmla="*/ 0 h 277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651193" h="2770524">
                      <a:moveTo>
                        <a:pt x="804334" y="0"/>
                      </a:moveTo>
                      <a:cubicBezTo>
                        <a:pt x="881575" y="30718"/>
                        <a:pt x="952299" y="75456"/>
                        <a:pt x="1025433" y="114657"/>
                      </a:cubicBezTo>
                      <a:cubicBezTo>
                        <a:pt x="1093209" y="154483"/>
                        <a:pt x="1165540" y="187702"/>
                        <a:pt x="1228494" y="235208"/>
                      </a:cubicBezTo>
                      <a:cubicBezTo>
                        <a:pt x="1222957" y="278874"/>
                        <a:pt x="1187506" y="309592"/>
                        <a:pt x="1163753" y="344239"/>
                      </a:cubicBezTo>
                      <a:cubicBezTo>
                        <a:pt x="1105889" y="428178"/>
                        <a:pt x="1039899" y="506045"/>
                        <a:pt x="976676" y="585966"/>
                      </a:cubicBezTo>
                      <a:cubicBezTo>
                        <a:pt x="896756" y="675531"/>
                        <a:pt x="816478" y="765006"/>
                        <a:pt x="735039" y="853232"/>
                      </a:cubicBezTo>
                      <a:cubicBezTo>
                        <a:pt x="722002" y="868233"/>
                        <a:pt x="710304" y="884396"/>
                        <a:pt x="699945" y="901273"/>
                      </a:cubicBezTo>
                      <a:cubicBezTo>
                        <a:pt x="779419" y="862072"/>
                        <a:pt x="840588" y="795278"/>
                        <a:pt x="916937" y="751076"/>
                      </a:cubicBezTo>
                      <a:cubicBezTo>
                        <a:pt x="1017039" y="810994"/>
                        <a:pt x="1115533" y="873413"/>
                        <a:pt x="1215277" y="933778"/>
                      </a:cubicBezTo>
                      <a:cubicBezTo>
                        <a:pt x="1230012" y="938957"/>
                        <a:pt x="1231262" y="955477"/>
                        <a:pt x="1223314" y="967085"/>
                      </a:cubicBezTo>
                      <a:cubicBezTo>
                        <a:pt x="1186345" y="1037897"/>
                        <a:pt x="1134464" y="1099602"/>
                        <a:pt x="1094905" y="1168896"/>
                      </a:cubicBezTo>
                      <a:cubicBezTo>
                        <a:pt x="1150359" y="1157466"/>
                        <a:pt x="1200722" y="1130499"/>
                        <a:pt x="1254301" y="1113175"/>
                      </a:cubicBezTo>
                      <a:cubicBezTo>
                        <a:pt x="1639705" y="977622"/>
                        <a:pt x="2033237" y="866894"/>
                        <a:pt x="2427572" y="760631"/>
                      </a:cubicBezTo>
                      <a:cubicBezTo>
                        <a:pt x="2464630" y="750808"/>
                        <a:pt x="2501064" y="736520"/>
                        <a:pt x="2539729" y="733574"/>
                      </a:cubicBezTo>
                      <a:cubicBezTo>
                        <a:pt x="2579912" y="875377"/>
                        <a:pt x="2612685" y="1019324"/>
                        <a:pt x="2649386" y="1162109"/>
                      </a:cubicBezTo>
                      <a:cubicBezTo>
                        <a:pt x="2656618" y="1181130"/>
                        <a:pt x="2640903" y="1199168"/>
                        <a:pt x="2624382" y="1206490"/>
                      </a:cubicBezTo>
                      <a:cubicBezTo>
                        <a:pt x="2568393" y="1234351"/>
                        <a:pt x="2505797" y="1243905"/>
                        <a:pt x="2446503" y="1262122"/>
                      </a:cubicBezTo>
                      <a:cubicBezTo>
                        <a:pt x="2374440" y="1283017"/>
                        <a:pt x="2303271" y="1307396"/>
                        <a:pt x="2230762" y="1326594"/>
                      </a:cubicBezTo>
                      <a:cubicBezTo>
                        <a:pt x="2228708" y="1399103"/>
                        <a:pt x="2240405" y="1471612"/>
                        <a:pt x="2242103" y="1544300"/>
                      </a:cubicBezTo>
                      <a:cubicBezTo>
                        <a:pt x="2243709" y="1642616"/>
                        <a:pt x="2252104" y="1740575"/>
                        <a:pt x="2250943" y="1838891"/>
                      </a:cubicBezTo>
                      <a:cubicBezTo>
                        <a:pt x="2252372" y="2003108"/>
                        <a:pt x="2253086" y="2168218"/>
                        <a:pt x="2226744" y="2330827"/>
                      </a:cubicBezTo>
                      <a:cubicBezTo>
                        <a:pt x="2210402" y="2432625"/>
                        <a:pt x="2191560" y="2538531"/>
                        <a:pt x="2131464" y="2624882"/>
                      </a:cubicBezTo>
                      <a:cubicBezTo>
                        <a:pt x="2080207" y="2704088"/>
                        <a:pt x="1989124" y="2747754"/>
                        <a:pt x="1899381" y="2766953"/>
                      </a:cubicBezTo>
                      <a:cubicBezTo>
                        <a:pt x="1827051" y="2782223"/>
                        <a:pt x="1758470" y="2745790"/>
                        <a:pt x="1698553" y="2709714"/>
                      </a:cubicBezTo>
                      <a:cubicBezTo>
                        <a:pt x="1642563" y="2678549"/>
                        <a:pt x="1598272" y="2631400"/>
                        <a:pt x="1553088" y="2586931"/>
                      </a:cubicBezTo>
                      <a:cubicBezTo>
                        <a:pt x="1436912" y="2463701"/>
                        <a:pt x="1337436" y="2325290"/>
                        <a:pt x="1248407" y="2181701"/>
                      </a:cubicBezTo>
                      <a:cubicBezTo>
                        <a:pt x="1380655" y="2202865"/>
                        <a:pt x="1511743" y="2236172"/>
                        <a:pt x="1646581" y="2236708"/>
                      </a:cubicBezTo>
                      <a:cubicBezTo>
                        <a:pt x="1707572" y="1987123"/>
                        <a:pt x="1731234" y="1730484"/>
                        <a:pt x="1752577" y="1475095"/>
                      </a:cubicBezTo>
                      <a:cubicBezTo>
                        <a:pt x="1531121" y="1545729"/>
                        <a:pt x="1314487" y="1630561"/>
                        <a:pt x="1092941" y="1700837"/>
                      </a:cubicBezTo>
                      <a:cubicBezTo>
                        <a:pt x="1072581" y="1707535"/>
                        <a:pt x="1039452" y="1717268"/>
                        <a:pt x="1031058" y="1689229"/>
                      </a:cubicBezTo>
                      <a:cubicBezTo>
                        <a:pt x="1002840" y="1588413"/>
                        <a:pt x="985160" y="1484918"/>
                        <a:pt x="961049" y="1383119"/>
                      </a:cubicBezTo>
                      <a:cubicBezTo>
                        <a:pt x="930688" y="1418481"/>
                        <a:pt x="898542" y="1453217"/>
                        <a:pt x="873896" y="1492865"/>
                      </a:cubicBezTo>
                      <a:cubicBezTo>
                        <a:pt x="879164" y="1611094"/>
                        <a:pt x="872645" y="1729502"/>
                        <a:pt x="873628" y="1847820"/>
                      </a:cubicBezTo>
                      <a:cubicBezTo>
                        <a:pt x="867198" y="2049185"/>
                        <a:pt x="873181" y="2250728"/>
                        <a:pt x="868895" y="2452092"/>
                      </a:cubicBezTo>
                      <a:cubicBezTo>
                        <a:pt x="871038" y="2477363"/>
                        <a:pt x="844160" y="2488794"/>
                        <a:pt x="822818" y="2486650"/>
                      </a:cubicBezTo>
                      <a:cubicBezTo>
                        <a:pt x="697981" y="2489508"/>
                        <a:pt x="572876" y="2488704"/>
                        <a:pt x="448039" y="2486025"/>
                      </a:cubicBezTo>
                      <a:cubicBezTo>
                        <a:pt x="431073" y="2444681"/>
                        <a:pt x="446788" y="2400032"/>
                        <a:pt x="446967" y="2357348"/>
                      </a:cubicBezTo>
                      <a:cubicBezTo>
                        <a:pt x="448753" y="2255818"/>
                        <a:pt x="459111" y="2154823"/>
                        <a:pt x="457862" y="2053292"/>
                      </a:cubicBezTo>
                      <a:cubicBezTo>
                        <a:pt x="459201" y="2012662"/>
                        <a:pt x="455361" y="1971229"/>
                        <a:pt x="466166" y="1931491"/>
                      </a:cubicBezTo>
                      <a:cubicBezTo>
                        <a:pt x="412766" y="1988820"/>
                        <a:pt x="365439" y="2051775"/>
                        <a:pt x="309629" y="2106781"/>
                      </a:cubicBezTo>
                      <a:cubicBezTo>
                        <a:pt x="295609" y="2121872"/>
                        <a:pt x="279446" y="2103834"/>
                        <a:pt x="267748" y="2095351"/>
                      </a:cubicBezTo>
                      <a:cubicBezTo>
                        <a:pt x="196757" y="2035522"/>
                        <a:pt x="127731" y="1973461"/>
                        <a:pt x="58347" y="1911846"/>
                      </a:cubicBezTo>
                      <a:cubicBezTo>
                        <a:pt x="38613" y="1894612"/>
                        <a:pt x="17360" y="1878360"/>
                        <a:pt x="3072" y="1856035"/>
                      </a:cubicBezTo>
                      <a:cubicBezTo>
                        <a:pt x="5037" y="1842105"/>
                        <a:pt x="15485" y="1831389"/>
                        <a:pt x="24236" y="1821121"/>
                      </a:cubicBezTo>
                      <a:cubicBezTo>
                        <a:pt x="264534" y="1565642"/>
                        <a:pt x="485275" y="1292572"/>
                        <a:pt x="705035" y="1019324"/>
                      </a:cubicBezTo>
                      <a:cubicBezTo>
                        <a:pt x="744058" y="963871"/>
                        <a:pt x="792011" y="914757"/>
                        <a:pt x="825318" y="855375"/>
                      </a:cubicBezTo>
                      <a:cubicBezTo>
                        <a:pt x="743522" y="927884"/>
                        <a:pt x="663245" y="1002000"/>
                        <a:pt x="582342" y="1075492"/>
                      </a:cubicBezTo>
                      <a:cubicBezTo>
                        <a:pt x="509832" y="1143268"/>
                        <a:pt x="440270" y="1214527"/>
                        <a:pt x="361778" y="1275427"/>
                      </a:cubicBezTo>
                      <a:cubicBezTo>
                        <a:pt x="350080" y="1286143"/>
                        <a:pt x="333471" y="1282928"/>
                        <a:pt x="323470" y="1272034"/>
                      </a:cubicBezTo>
                      <a:cubicBezTo>
                        <a:pt x="223725" y="1190149"/>
                        <a:pt x="119694" y="1113264"/>
                        <a:pt x="23164" y="1027539"/>
                      </a:cubicBezTo>
                      <a:cubicBezTo>
                        <a:pt x="5394" y="1013698"/>
                        <a:pt x="-9965" y="987802"/>
                        <a:pt x="8073" y="967710"/>
                      </a:cubicBezTo>
                      <a:cubicBezTo>
                        <a:pt x="95227" y="858589"/>
                        <a:pt x="189882" y="755720"/>
                        <a:pt x="279893" y="648920"/>
                      </a:cubicBezTo>
                      <a:cubicBezTo>
                        <a:pt x="437859" y="463540"/>
                        <a:pt x="593146" y="275838"/>
                        <a:pt x="740397" y="81796"/>
                      </a:cubicBezTo>
                      <a:cubicBezTo>
                        <a:pt x="761203" y="54114"/>
                        <a:pt x="780580" y="25360"/>
                        <a:pt x="804334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6AC4E6A6-02D0-1F1C-86B6-A7D614112238}"/>
                    </a:ext>
                  </a:extLst>
                </p:cNvPr>
                <p:cNvSpPr/>
                <p:nvPr/>
              </p:nvSpPr>
              <p:spPr>
                <a:xfrm>
                  <a:off x="8899447" y="3109943"/>
                  <a:ext cx="1072203" cy="703122"/>
                </a:xfrm>
                <a:custGeom>
                  <a:avLst/>
                  <a:gdLst>
                    <a:gd name="connsiteX0" fmla="*/ 36371 w 1072203"/>
                    <a:gd name="connsiteY0" fmla="*/ 218687 h 703122"/>
                    <a:gd name="connsiteX1" fmla="*/ 989615 w 1072203"/>
                    <a:gd name="connsiteY1" fmla="*/ 2231 h 703122"/>
                    <a:gd name="connsiteX2" fmla="*/ 1036406 w 1072203"/>
                    <a:gd name="connsiteY2" fmla="*/ 534 h 703122"/>
                    <a:gd name="connsiteX3" fmla="*/ 1061498 w 1072203"/>
                    <a:gd name="connsiteY3" fmla="*/ 265657 h 703122"/>
                    <a:gd name="connsiteX4" fmla="*/ 1071322 w 1072203"/>
                    <a:gd name="connsiteY4" fmla="*/ 443268 h 703122"/>
                    <a:gd name="connsiteX5" fmla="*/ 826380 w 1072203"/>
                    <a:gd name="connsiteY5" fmla="*/ 524439 h 703122"/>
                    <a:gd name="connsiteX6" fmla="*/ 465175 w 1072203"/>
                    <a:gd name="connsiteY6" fmla="*/ 636864 h 703122"/>
                    <a:gd name="connsiteX7" fmla="*/ 254969 w 1072203"/>
                    <a:gd name="connsiteY7" fmla="*/ 703122 h 703122"/>
                    <a:gd name="connsiteX8" fmla="*/ 443475 w 1072203"/>
                    <a:gd name="connsiteY8" fmla="*/ 589894 h 703122"/>
                    <a:gd name="connsiteX9" fmla="*/ 121560 w 1072203"/>
                    <a:gd name="connsiteY9" fmla="*/ 679905 h 703122"/>
                    <a:gd name="connsiteX10" fmla="*/ 65839 w 1072203"/>
                    <a:gd name="connsiteY10" fmla="*/ 671690 h 703122"/>
                    <a:gd name="connsiteX11" fmla="*/ 473 w 1072203"/>
                    <a:gd name="connsiteY11" fmla="*/ 246547 h 703122"/>
                    <a:gd name="connsiteX12" fmla="*/ 36371 w 1072203"/>
                    <a:gd name="connsiteY12" fmla="*/ 218687 h 70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72203" h="703122">
                      <a:moveTo>
                        <a:pt x="36371" y="218687"/>
                      </a:moveTo>
                      <a:cubicBezTo>
                        <a:pt x="351232" y="134301"/>
                        <a:pt x="671985" y="74651"/>
                        <a:pt x="989615" y="2231"/>
                      </a:cubicBezTo>
                      <a:cubicBezTo>
                        <a:pt x="1004974" y="-626"/>
                        <a:pt x="1020690" y="-180"/>
                        <a:pt x="1036406" y="534"/>
                      </a:cubicBezTo>
                      <a:cubicBezTo>
                        <a:pt x="1048908" y="88403"/>
                        <a:pt x="1052123" y="177342"/>
                        <a:pt x="1061498" y="265657"/>
                      </a:cubicBezTo>
                      <a:cubicBezTo>
                        <a:pt x="1064981" y="324861"/>
                        <a:pt x="1075250" y="383797"/>
                        <a:pt x="1071322" y="443268"/>
                      </a:cubicBezTo>
                      <a:cubicBezTo>
                        <a:pt x="993454" y="480684"/>
                        <a:pt x="907998" y="497293"/>
                        <a:pt x="826380" y="524439"/>
                      </a:cubicBezTo>
                      <a:cubicBezTo>
                        <a:pt x="704847" y="558283"/>
                        <a:pt x="584475" y="596055"/>
                        <a:pt x="465175" y="636864"/>
                      </a:cubicBezTo>
                      <a:cubicBezTo>
                        <a:pt x="395433" y="659992"/>
                        <a:pt x="326496" y="686335"/>
                        <a:pt x="254969" y="703122"/>
                      </a:cubicBezTo>
                      <a:cubicBezTo>
                        <a:pt x="317924" y="665618"/>
                        <a:pt x="380343" y="627220"/>
                        <a:pt x="443475" y="589894"/>
                      </a:cubicBezTo>
                      <a:cubicBezTo>
                        <a:pt x="335961" y="619272"/>
                        <a:pt x="228806" y="649723"/>
                        <a:pt x="121560" y="679905"/>
                      </a:cubicBezTo>
                      <a:cubicBezTo>
                        <a:pt x="103344" y="682852"/>
                        <a:pt x="71821" y="699372"/>
                        <a:pt x="65839" y="671690"/>
                      </a:cubicBezTo>
                      <a:cubicBezTo>
                        <a:pt x="45926" y="529708"/>
                        <a:pt x="16368" y="389065"/>
                        <a:pt x="473" y="246547"/>
                      </a:cubicBezTo>
                      <a:cubicBezTo>
                        <a:pt x="-3902" y="225741"/>
                        <a:pt x="23155" y="224848"/>
                        <a:pt x="36371" y="218687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A4AEA1C9-B598-5212-8E0A-75A5382DFC9A}"/>
                  </a:ext>
                </a:extLst>
              </p:cNvPr>
              <p:cNvSpPr/>
              <p:nvPr/>
            </p:nvSpPr>
            <p:spPr>
              <a:xfrm>
                <a:off x="5892938" y="3188681"/>
                <a:ext cx="578197" cy="586879"/>
              </a:xfrm>
              <a:custGeom>
                <a:avLst/>
                <a:gdLst>
                  <a:gd name="connsiteX0" fmla="*/ 401390 w 578197"/>
                  <a:gd name="connsiteY0" fmla="*/ 4753 h 586879"/>
                  <a:gd name="connsiteX1" fmla="*/ 431572 w 578197"/>
                  <a:gd name="connsiteY1" fmla="*/ 8771 h 586879"/>
                  <a:gd name="connsiteX2" fmla="*/ 539353 w 578197"/>
                  <a:gd name="connsiteY2" fmla="*/ 308898 h 586879"/>
                  <a:gd name="connsiteX3" fmla="*/ 578197 w 578197"/>
                  <a:gd name="connsiteY3" fmla="*/ 445344 h 586879"/>
                  <a:gd name="connsiteX4" fmla="*/ 351829 w 578197"/>
                  <a:gd name="connsiteY4" fmla="*/ 529997 h 586879"/>
                  <a:gd name="connsiteX5" fmla="*/ 173950 w 578197"/>
                  <a:gd name="connsiteY5" fmla="*/ 586879 h 586879"/>
                  <a:gd name="connsiteX6" fmla="*/ 150554 w 578197"/>
                  <a:gd name="connsiteY6" fmla="*/ 548392 h 586879"/>
                  <a:gd name="connsiteX7" fmla="*/ 31611 w 578197"/>
                  <a:gd name="connsiteY7" fmla="*/ 256481 h 586879"/>
                  <a:gd name="connsiteX8" fmla="*/ 0 w 578197"/>
                  <a:gd name="connsiteY8" fmla="*/ 169238 h 586879"/>
                  <a:gd name="connsiteX9" fmla="*/ 94744 w 578197"/>
                  <a:gd name="connsiteY9" fmla="*/ 125929 h 586879"/>
                  <a:gd name="connsiteX10" fmla="*/ 401390 w 578197"/>
                  <a:gd name="connsiteY10" fmla="*/ 4753 h 586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8197" h="586879">
                    <a:moveTo>
                      <a:pt x="401390" y="4753"/>
                    </a:moveTo>
                    <a:cubicBezTo>
                      <a:pt x="410855" y="2520"/>
                      <a:pt x="428000" y="-6677"/>
                      <a:pt x="431572" y="8771"/>
                    </a:cubicBezTo>
                    <a:cubicBezTo>
                      <a:pt x="468183" y="108516"/>
                      <a:pt x="502295" y="209243"/>
                      <a:pt x="539353" y="308898"/>
                    </a:cubicBezTo>
                    <a:cubicBezTo>
                      <a:pt x="554176" y="353725"/>
                      <a:pt x="574268" y="397659"/>
                      <a:pt x="578197" y="445344"/>
                    </a:cubicBezTo>
                    <a:cubicBezTo>
                      <a:pt x="504527" y="478205"/>
                      <a:pt x="427018" y="501065"/>
                      <a:pt x="351829" y="529997"/>
                    </a:cubicBezTo>
                    <a:cubicBezTo>
                      <a:pt x="292537" y="548928"/>
                      <a:pt x="234226" y="571252"/>
                      <a:pt x="173950" y="586879"/>
                    </a:cubicBezTo>
                    <a:cubicBezTo>
                      <a:pt x="165289" y="574556"/>
                      <a:pt x="156716" y="562055"/>
                      <a:pt x="150554" y="548392"/>
                    </a:cubicBezTo>
                    <a:cubicBezTo>
                      <a:pt x="113496" y="450076"/>
                      <a:pt x="72330" y="353368"/>
                      <a:pt x="31611" y="256481"/>
                    </a:cubicBezTo>
                    <a:cubicBezTo>
                      <a:pt x="18931" y="228174"/>
                      <a:pt x="6965" y="199509"/>
                      <a:pt x="0" y="169238"/>
                    </a:cubicBezTo>
                    <a:cubicBezTo>
                      <a:pt x="30004" y="151468"/>
                      <a:pt x="62329" y="138609"/>
                      <a:pt x="94744" y="125929"/>
                    </a:cubicBezTo>
                    <a:cubicBezTo>
                      <a:pt x="195828" y="82888"/>
                      <a:pt x="297984" y="42079"/>
                      <a:pt x="401390" y="4753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3F36AB65-08FF-5D90-4CD1-7419AC0E0386}"/>
                  </a:ext>
                </a:extLst>
              </p:cNvPr>
              <p:cNvGrpSpPr/>
              <p:nvPr/>
            </p:nvGrpSpPr>
            <p:grpSpPr>
              <a:xfrm>
                <a:off x="5227855" y="3010286"/>
                <a:ext cx="2405883" cy="2666348"/>
                <a:chOff x="5227855" y="3010286"/>
                <a:chExt cx="2405883" cy="2666348"/>
              </a:xfrm>
              <a:grpFill/>
            </p:grpSpPr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C52E141B-E984-16EB-55E8-1A978D722F24}"/>
                    </a:ext>
                  </a:extLst>
                </p:cNvPr>
                <p:cNvSpPr/>
                <p:nvPr/>
              </p:nvSpPr>
              <p:spPr>
                <a:xfrm>
                  <a:off x="5227855" y="3010286"/>
                  <a:ext cx="2405883" cy="1379370"/>
                </a:xfrm>
                <a:custGeom>
                  <a:avLst/>
                  <a:gdLst>
                    <a:gd name="connsiteX0" fmla="*/ 1583680 w 2405883"/>
                    <a:gd name="connsiteY0" fmla="*/ 0 h 1379370"/>
                    <a:gd name="connsiteX1" fmla="*/ 1667262 w 2405883"/>
                    <a:gd name="connsiteY1" fmla="*/ 25985 h 1379370"/>
                    <a:gd name="connsiteX2" fmla="*/ 1911489 w 2405883"/>
                    <a:gd name="connsiteY2" fmla="*/ 129391 h 1379370"/>
                    <a:gd name="connsiteX3" fmla="*/ 2039540 w 2405883"/>
                    <a:gd name="connsiteY3" fmla="*/ 193417 h 1379370"/>
                    <a:gd name="connsiteX4" fmla="*/ 1824692 w 2405883"/>
                    <a:gd name="connsiteY4" fmla="*/ 521494 h 1379370"/>
                    <a:gd name="connsiteX5" fmla="*/ 2112585 w 2405883"/>
                    <a:gd name="connsiteY5" fmla="*/ 449610 h 1379370"/>
                    <a:gd name="connsiteX6" fmla="*/ 2343685 w 2405883"/>
                    <a:gd name="connsiteY6" fmla="*/ 392817 h 1379370"/>
                    <a:gd name="connsiteX7" fmla="*/ 2405479 w 2405883"/>
                    <a:gd name="connsiteY7" fmla="*/ 383977 h 1379370"/>
                    <a:gd name="connsiteX8" fmla="*/ 2384227 w 2405883"/>
                    <a:gd name="connsiteY8" fmla="*/ 659458 h 1379370"/>
                    <a:gd name="connsiteX9" fmla="*/ 2366010 w 2405883"/>
                    <a:gd name="connsiteY9" fmla="*/ 785277 h 1379370"/>
                    <a:gd name="connsiteX10" fmla="*/ 2332434 w 2405883"/>
                    <a:gd name="connsiteY10" fmla="*/ 808316 h 1379370"/>
                    <a:gd name="connsiteX11" fmla="*/ 1306413 w 2405883"/>
                    <a:gd name="connsiteY11" fmla="*/ 1037808 h 1379370"/>
                    <a:gd name="connsiteX12" fmla="*/ 812690 w 2405883"/>
                    <a:gd name="connsiteY12" fmla="*/ 1189524 h 1379370"/>
                    <a:gd name="connsiteX13" fmla="*/ 328791 w 2405883"/>
                    <a:gd name="connsiteY13" fmla="*/ 1349097 h 1379370"/>
                    <a:gd name="connsiteX14" fmla="*/ 220563 w 2405883"/>
                    <a:gd name="connsiteY14" fmla="*/ 1378923 h 1379370"/>
                    <a:gd name="connsiteX15" fmla="*/ 173950 w 2405883"/>
                    <a:gd name="connsiteY15" fmla="*/ 1340168 h 1379370"/>
                    <a:gd name="connsiteX16" fmla="*/ 0 w 2405883"/>
                    <a:gd name="connsiteY16" fmla="*/ 1033076 h 1379370"/>
                    <a:gd name="connsiteX17" fmla="*/ 446216 w 2405883"/>
                    <a:gd name="connsiteY17" fmla="*/ 902524 h 1379370"/>
                    <a:gd name="connsiteX18" fmla="*/ 1260782 w 2405883"/>
                    <a:gd name="connsiteY18" fmla="*/ 674817 h 1379370"/>
                    <a:gd name="connsiteX19" fmla="*/ 1295340 w 2405883"/>
                    <a:gd name="connsiteY19" fmla="*/ 654636 h 1379370"/>
                    <a:gd name="connsiteX20" fmla="*/ 1583680 w 2405883"/>
                    <a:gd name="connsiteY20" fmla="*/ 0 h 1379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405883" h="1379370">
                      <a:moveTo>
                        <a:pt x="1583680" y="0"/>
                      </a:moveTo>
                      <a:cubicBezTo>
                        <a:pt x="1613148" y="2322"/>
                        <a:pt x="1640116" y="15091"/>
                        <a:pt x="1667262" y="25985"/>
                      </a:cubicBezTo>
                      <a:cubicBezTo>
                        <a:pt x="1749594" y="58132"/>
                        <a:pt x="1830854" y="93137"/>
                        <a:pt x="1911489" y="129391"/>
                      </a:cubicBezTo>
                      <a:cubicBezTo>
                        <a:pt x="1953905" y="151180"/>
                        <a:pt x="2000518" y="165199"/>
                        <a:pt x="2039540" y="193417"/>
                      </a:cubicBezTo>
                      <a:cubicBezTo>
                        <a:pt x="1979533" y="309860"/>
                        <a:pt x="1897469" y="413087"/>
                        <a:pt x="1824692" y="521494"/>
                      </a:cubicBezTo>
                      <a:cubicBezTo>
                        <a:pt x="1921579" y="501313"/>
                        <a:pt x="2015788" y="470416"/>
                        <a:pt x="2112585" y="449610"/>
                      </a:cubicBezTo>
                      <a:cubicBezTo>
                        <a:pt x="2189470" y="430143"/>
                        <a:pt x="2267069" y="413534"/>
                        <a:pt x="2343685" y="392817"/>
                      </a:cubicBezTo>
                      <a:cubicBezTo>
                        <a:pt x="2363688" y="387102"/>
                        <a:pt x="2384584" y="384513"/>
                        <a:pt x="2405479" y="383977"/>
                      </a:cubicBezTo>
                      <a:cubicBezTo>
                        <a:pt x="2408515" y="476310"/>
                        <a:pt x="2393781" y="567928"/>
                        <a:pt x="2384227" y="659458"/>
                      </a:cubicBezTo>
                      <a:cubicBezTo>
                        <a:pt x="2376993" y="701249"/>
                        <a:pt x="2377976" y="744379"/>
                        <a:pt x="2366010" y="785277"/>
                      </a:cubicBezTo>
                      <a:cubicBezTo>
                        <a:pt x="2362795" y="801172"/>
                        <a:pt x="2345203" y="803851"/>
                        <a:pt x="2332434" y="808316"/>
                      </a:cubicBezTo>
                      <a:cubicBezTo>
                        <a:pt x="1986498" y="864483"/>
                        <a:pt x="1642705" y="938242"/>
                        <a:pt x="1306413" y="1037808"/>
                      </a:cubicBezTo>
                      <a:cubicBezTo>
                        <a:pt x="1142196" y="1089690"/>
                        <a:pt x="976104" y="1135053"/>
                        <a:pt x="812690" y="1189524"/>
                      </a:cubicBezTo>
                      <a:cubicBezTo>
                        <a:pt x="650617" y="1240512"/>
                        <a:pt x="490597" y="1297484"/>
                        <a:pt x="328791" y="1349097"/>
                      </a:cubicBezTo>
                      <a:cubicBezTo>
                        <a:pt x="293161" y="1360438"/>
                        <a:pt x="258425" y="1377851"/>
                        <a:pt x="220563" y="1378923"/>
                      </a:cubicBezTo>
                      <a:cubicBezTo>
                        <a:pt x="196006" y="1383119"/>
                        <a:pt x="185112" y="1356866"/>
                        <a:pt x="173950" y="1340168"/>
                      </a:cubicBezTo>
                      <a:cubicBezTo>
                        <a:pt x="116443" y="1237566"/>
                        <a:pt x="47595" y="1140857"/>
                        <a:pt x="0" y="1033076"/>
                      </a:cubicBezTo>
                      <a:cubicBezTo>
                        <a:pt x="146982" y="984052"/>
                        <a:pt x="297001" y="944493"/>
                        <a:pt x="446216" y="902524"/>
                      </a:cubicBezTo>
                      <a:cubicBezTo>
                        <a:pt x="717321" y="825014"/>
                        <a:pt x="989320" y="750808"/>
                        <a:pt x="1260782" y="674817"/>
                      </a:cubicBezTo>
                      <a:cubicBezTo>
                        <a:pt x="1273284" y="670263"/>
                        <a:pt x="1290429" y="669637"/>
                        <a:pt x="1295340" y="654636"/>
                      </a:cubicBezTo>
                      <a:cubicBezTo>
                        <a:pt x="1392317" y="436840"/>
                        <a:pt x="1498937" y="223064"/>
                        <a:pt x="158368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286AE261-9615-7C03-C9AF-8FA10E73159B}"/>
                    </a:ext>
                  </a:extLst>
                </p:cNvPr>
                <p:cNvSpPr/>
                <p:nvPr/>
              </p:nvSpPr>
              <p:spPr>
                <a:xfrm>
                  <a:off x="6725542" y="3968840"/>
                  <a:ext cx="844337" cy="1707762"/>
                </a:xfrm>
                <a:custGeom>
                  <a:avLst/>
                  <a:gdLst>
                    <a:gd name="connsiteX0" fmla="*/ 321558 w 844337"/>
                    <a:gd name="connsiteY0" fmla="*/ 7996 h 1707762"/>
                    <a:gd name="connsiteX1" fmla="*/ 560338 w 844337"/>
                    <a:gd name="connsiteY1" fmla="*/ 2727 h 1707762"/>
                    <a:gd name="connsiteX2" fmla="*/ 737771 w 844337"/>
                    <a:gd name="connsiteY2" fmla="*/ 17729 h 1707762"/>
                    <a:gd name="connsiteX3" fmla="*/ 779383 w 844337"/>
                    <a:gd name="connsiteY3" fmla="*/ 96400 h 1707762"/>
                    <a:gd name="connsiteX4" fmla="*/ 792599 w 844337"/>
                    <a:gd name="connsiteY4" fmla="*/ 442604 h 1707762"/>
                    <a:gd name="connsiteX5" fmla="*/ 806172 w 844337"/>
                    <a:gd name="connsiteY5" fmla="*/ 718977 h 1707762"/>
                    <a:gd name="connsiteX6" fmla="*/ 837426 w 844337"/>
                    <a:gd name="connsiteY6" fmla="*/ 1344324 h 1707762"/>
                    <a:gd name="connsiteX7" fmla="*/ 841534 w 844337"/>
                    <a:gd name="connsiteY7" fmla="*/ 1513631 h 1707762"/>
                    <a:gd name="connsiteX8" fmla="*/ 749379 w 844337"/>
                    <a:gd name="connsiteY8" fmla="*/ 1573817 h 1707762"/>
                    <a:gd name="connsiteX9" fmla="*/ 150644 w 844337"/>
                    <a:gd name="connsiteY9" fmla="*/ 1679723 h 1707762"/>
                    <a:gd name="connsiteX10" fmla="*/ 0 w 844337"/>
                    <a:gd name="connsiteY10" fmla="*/ 1707762 h 1707762"/>
                    <a:gd name="connsiteX11" fmla="*/ 118408 w 844337"/>
                    <a:gd name="connsiteY11" fmla="*/ 1569888 h 1707762"/>
                    <a:gd name="connsiteX12" fmla="*/ 295841 w 844337"/>
                    <a:gd name="connsiteY12" fmla="*/ 1336734 h 1707762"/>
                    <a:gd name="connsiteX13" fmla="*/ 338078 w 844337"/>
                    <a:gd name="connsiteY13" fmla="*/ 1246901 h 1707762"/>
                    <a:gd name="connsiteX14" fmla="*/ 346651 w 844337"/>
                    <a:gd name="connsiteY14" fmla="*/ 951328 h 1707762"/>
                    <a:gd name="connsiteX15" fmla="*/ 351294 w 844337"/>
                    <a:gd name="connsiteY15" fmla="*/ 594230 h 1707762"/>
                    <a:gd name="connsiteX16" fmla="*/ 351472 w 844337"/>
                    <a:gd name="connsiteY16" fmla="*/ 245972 h 1707762"/>
                    <a:gd name="connsiteX17" fmla="*/ 341204 w 844337"/>
                    <a:gd name="connsiteY17" fmla="*/ 72468 h 1707762"/>
                    <a:gd name="connsiteX18" fmla="*/ 321558 w 844337"/>
                    <a:gd name="connsiteY18" fmla="*/ 7996 h 170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44337" h="1707762">
                      <a:moveTo>
                        <a:pt x="321558" y="7996"/>
                      </a:moveTo>
                      <a:cubicBezTo>
                        <a:pt x="400139" y="-6024"/>
                        <a:pt x="480863" y="2638"/>
                        <a:pt x="560338" y="2727"/>
                      </a:cubicBezTo>
                      <a:cubicBezTo>
                        <a:pt x="619185" y="11300"/>
                        <a:pt x="679907" y="2817"/>
                        <a:pt x="737771" y="17729"/>
                      </a:cubicBezTo>
                      <a:cubicBezTo>
                        <a:pt x="771257" y="27820"/>
                        <a:pt x="777508" y="66307"/>
                        <a:pt x="779383" y="96400"/>
                      </a:cubicBezTo>
                      <a:cubicBezTo>
                        <a:pt x="784205" y="211861"/>
                        <a:pt x="792063" y="327054"/>
                        <a:pt x="792599" y="442604"/>
                      </a:cubicBezTo>
                      <a:cubicBezTo>
                        <a:pt x="800904" y="534490"/>
                        <a:pt x="797421" y="627091"/>
                        <a:pt x="806172" y="718977"/>
                      </a:cubicBezTo>
                      <a:cubicBezTo>
                        <a:pt x="812602" y="927665"/>
                        <a:pt x="829479" y="1135726"/>
                        <a:pt x="837426" y="1344324"/>
                      </a:cubicBezTo>
                      <a:cubicBezTo>
                        <a:pt x="841534" y="1400491"/>
                        <a:pt x="848142" y="1457373"/>
                        <a:pt x="841534" y="1513631"/>
                      </a:cubicBezTo>
                      <a:cubicBezTo>
                        <a:pt x="831443" y="1553725"/>
                        <a:pt x="785098" y="1566851"/>
                        <a:pt x="749379" y="1573817"/>
                      </a:cubicBezTo>
                      <a:cubicBezTo>
                        <a:pt x="548997" y="1604267"/>
                        <a:pt x="348526" y="1635610"/>
                        <a:pt x="150644" y="1679723"/>
                      </a:cubicBezTo>
                      <a:cubicBezTo>
                        <a:pt x="100816" y="1690795"/>
                        <a:pt x="51524" y="1707494"/>
                        <a:pt x="0" y="1707762"/>
                      </a:cubicBezTo>
                      <a:cubicBezTo>
                        <a:pt x="34915" y="1658113"/>
                        <a:pt x="80814" y="1617483"/>
                        <a:pt x="118408" y="1569888"/>
                      </a:cubicBezTo>
                      <a:cubicBezTo>
                        <a:pt x="179130" y="1493450"/>
                        <a:pt x="239762" y="1416743"/>
                        <a:pt x="295841" y="1336734"/>
                      </a:cubicBezTo>
                      <a:cubicBezTo>
                        <a:pt x="313075" y="1308516"/>
                        <a:pt x="337721" y="1281816"/>
                        <a:pt x="338078" y="1246901"/>
                      </a:cubicBezTo>
                      <a:cubicBezTo>
                        <a:pt x="346918" y="1148674"/>
                        <a:pt x="344597" y="1049823"/>
                        <a:pt x="346651" y="951328"/>
                      </a:cubicBezTo>
                      <a:cubicBezTo>
                        <a:pt x="354687" y="832474"/>
                        <a:pt x="349062" y="713263"/>
                        <a:pt x="351294" y="594230"/>
                      </a:cubicBezTo>
                      <a:cubicBezTo>
                        <a:pt x="351205" y="478144"/>
                        <a:pt x="352187" y="362058"/>
                        <a:pt x="351472" y="245972"/>
                      </a:cubicBezTo>
                      <a:cubicBezTo>
                        <a:pt x="351026" y="188018"/>
                        <a:pt x="351830" y="129618"/>
                        <a:pt x="341204" y="72468"/>
                      </a:cubicBezTo>
                      <a:cubicBezTo>
                        <a:pt x="333435" y="51305"/>
                        <a:pt x="320397" y="31481"/>
                        <a:pt x="321558" y="7996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685F867A-A3FA-7078-4EF0-DB3849F13E10}"/>
                    </a:ext>
                  </a:extLst>
                </p:cNvPr>
                <p:cNvSpPr/>
                <p:nvPr/>
              </p:nvSpPr>
              <p:spPr>
                <a:xfrm>
                  <a:off x="5581151" y="4120034"/>
                  <a:ext cx="1080249" cy="1556600"/>
                </a:xfrm>
                <a:custGeom>
                  <a:avLst/>
                  <a:gdLst>
                    <a:gd name="connsiteX0" fmla="*/ 819350 w 1080249"/>
                    <a:gd name="connsiteY0" fmla="*/ 4588 h 1556600"/>
                    <a:gd name="connsiteX1" fmla="*/ 858641 w 1080249"/>
                    <a:gd name="connsiteY1" fmla="*/ 5927 h 1556600"/>
                    <a:gd name="connsiteX2" fmla="*/ 1080097 w 1080249"/>
                    <a:gd name="connsiteY2" fmla="*/ 151214 h 1556600"/>
                    <a:gd name="connsiteX3" fmla="*/ 1070275 w 1080249"/>
                    <a:gd name="connsiteY3" fmla="*/ 397941 h 1556600"/>
                    <a:gd name="connsiteX4" fmla="*/ 1057058 w 1080249"/>
                    <a:gd name="connsiteY4" fmla="*/ 763522 h 1556600"/>
                    <a:gd name="connsiteX5" fmla="*/ 1044468 w 1080249"/>
                    <a:gd name="connsiteY5" fmla="*/ 1076508 h 1556600"/>
                    <a:gd name="connsiteX6" fmla="*/ 1034645 w 1080249"/>
                    <a:gd name="connsiteY6" fmla="*/ 1344934 h 1556600"/>
                    <a:gd name="connsiteX7" fmla="*/ 987496 w 1080249"/>
                    <a:gd name="connsiteY7" fmla="*/ 1509419 h 1556600"/>
                    <a:gd name="connsiteX8" fmla="*/ 851765 w 1080249"/>
                    <a:gd name="connsiteY8" fmla="*/ 1555675 h 1556600"/>
                    <a:gd name="connsiteX9" fmla="*/ 755860 w 1080249"/>
                    <a:gd name="connsiteY9" fmla="*/ 1492274 h 1556600"/>
                    <a:gd name="connsiteX10" fmla="*/ 538423 w 1080249"/>
                    <a:gd name="connsiteY10" fmla="*/ 1229830 h 1556600"/>
                    <a:gd name="connsiteX11" fmla="*/ 675493 w 1080249"/>
                    <a:gd name="connsiteY11" fmla="*/ 1274122 h 1556600"/>
                    <a:gd name="connsiteX12" fmla="*/ 678083 w 1080249"/>
                    <a:gd name="connsiteY12" fmla="*/ 1015429 h 1556600"/>
                    <a:gd name="connsiteX13" fmla="*/ 472521 w 1080249"/>
                    <a:gd name="connsiteY13" fmla="*/ 1111066 h 1556600"/>
                    <a:gd name="connsiteX14" fmla="*/ 454573 w 1080249"/>
                    <a:gd name="connsiteY14" fmla="*/ 1156875 h 1556600"/>
                    <a:gd name="connsiteX15" fmla="*/ 444393 w 1080249"/>
                    <a:gd name="connsiteY15" fmla="*/ 1461377 h 1556600"/>
                    <a:gd name="connsiteX16" fmla="*/ 407781 w 1080249"/>
                    <a:gd name="connsiteY16" fmla="*/ 1511205 h 1556600"/>
                    <a:gd name="connsiteX17" fmla="*/ 126407 w 1080249"/>
                    <a:gd name="connsiteY17" fmla="*/ 1516652 h 1556600"/>
                    <a:gd name="connsiteX18" fmla="*/ 3355 w 1080249"/>
                    <a:gd name="connsiteY18" fmla="*/ 1511562 h 1556600"/>
                    <a:gd name="connsiteX19" fmla="*/ 7284 w 1080249"/>
                    <a:gd name="connsiteY19" fmla="*/ 1417086 h 1556600"/>
                    <a:gd name="connsiteX20" fmla="*/ 46843 w 1080249"/>
                    <a:gd name="connsiteY20" fmla="*/ 1035610 h 1556600"/>
                    <a:gd name="connsiteX21" fmla="*/ 86759 w 1080249"/>
                    <a:gd name="connsiteY21" fmla="*/ 567783 h 1556600"/>
                    <a:gd name="connsiteX22" fmla="*/ 95867 w 1080249"/>
                    <a:gd name="connsiteY22" fmla="*/ 361776 h 1556600"/>
                    <a:gd name="connsiteX23" fmla="*/ 74079 w 1080249"/>
                    <a:gd name="connsiteY23" fmla="*/ 262388 h 1556600"/>
                    <a:gd name="connsiteX24" fmla="*/ 182038 w 1080249"/>
                    <a:gd name="connsiteY24" fmla="*/ 211132 h 1556600"/>
                    <a:gd name="connsiteX25" fmla="*/ 334290 w 1080249"/>
                    <a:gd name="connsiteY25" fmla="*/ 196130 h 1556600"/>
                    <a:gd name="connsiteX26" fmla="*/ 819350 w 1080249"/>
                    <a:gd name="connsiteY26" fmla="*/ 4588 h 1556600"/>
                    <a:gd name="connsiteX27" fmla="*/ 505114 w 1080249"/>
                    <a:gd name="connsiteY27" fmla="*/ 401602 h 1556600"/>
                    <a:gd name="connsiteX28" fmla="*/ 496542 w 1080249"/>
                    <a:gd name="connsiteY28" fmla="*/ 522063 h 1556600"/>
                    <a:gd name="connsiteX29" fmla="*/ 699514 w 1080249"/>
                    <a:gd name="connsiteY29" fmla="*/ 435267 h 1556600"/>
                    <a:gd name="connsiteX30" fmla="*/ 703800 w 1080249"/>
                    <a:gd name="connsiteY30" fmla="*/ 318110 h 1556600"/>
                    <a:gd name="connsiteX31" fmla="*/ 505114 w 1080249"/>
                    <a:gd name="connsiteY31" fmla="*/ 401602 h 1556600"/>
                    <a:gd name="connsiteX32" fmla="*/ 481005 w 1080249"/>
                    <a:gd name="connsiteY32" fmla="*/ 742180 h 1556600"/>
                    <a:gd name="connsiteX33" fmla="*/ 472075 w 1080249"/>
                    <a:gd name="connsiteY33" fmla="*/ 881126 h 1556600"/>
                    <a:gd name="connsiteX34" fmla="*/ 683976 w 1080249"/>
                    <a:gd name="connsiteY34" fmla="*/ 785221 h 1556600"/>
                    <a:gd name="connsiteX35" fmla="*/ 693799 w 1080249"/>
                    <a:gd name="connsiteY35" fmla="*/ 641989 h 1556600"/>
                    <a:gd name="connsiteX36" fmla="*/ 481005 w 1080249"/>
                    <a:gd name="connsiteY36" fmla="*/ 742180 h 1556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80249" h="1556600">
                      <a:moveTo>
                        <a:pt x="819350" y="4588"/>
                      </a:moveTo>
                      <a:cubicBezTo>
                        <a:pt x="831852" y="-948"/>
                        <a:pt x="846854" y="-2556"/>
                        <a:pt x="858641" y="5927"/>
                      </a:cubicBezTo>
                      <a:cubicBezTo>
                        <a:pt x="935526" y="49504"/>
                        <a:pt x="1009195" y="98529"/>
                        <a:pt x="1080097" y="151214"/>
                      </a:cubicBezTo>
                      <a:cubicBezTo>
                        <a:pt x="1081079" y="233545"/>
                        <a:pt x="1077240" y="315966"/>
                        <a:pt x="1070275" y="397941"/>
                      </a:cubicBezTo>
                      <a:cubicBezTo>
                        <a:pt x="1066524" y="519831"/>
                        <a:pt x="1058131" y="641543"/>
                        <a:pt x="1057058" y="763522"/>
                      </a:cubicBezTo>
                      <a:cubicBezTo>
                        <a:pt x="1048129" y="867642"/>
                        <a:pt x="1052862" y="972388"/>
                        <a:pt x="1044468" y="1076508"/>
                      </a:cubicBezTo>
                      <a:cubicBezTo>
                        <a:pt x="1041789" y="1165984"/>
                        <a:pt x="1040092" y="1255548"/>
                        <a:pt x="1034645" y="1344934"/>
                      </a:cubicBezTo>
                      <a:cubicBezTo>
                        <a:pt x="1033038" y="1401549"/>
                        <a:pt x="1034467" y="1469057"/>
                        <a:pt x="987496" y="1509419"/>
                      </a:cubicBezTo>
                      <a:cubicBezTo>
                        <a:pt x="949188" y="1538530"/>
                        <a:pt x="900968" y="1561569"/>
                        <a:pt x="851765" y="1555675"/>
                      </a:cubicBezTo>
                      <a:cubicBezTo>
                        <a:pt x="815154" y="1543084"/>
                        <a:pt x="783721" y="1518527"/>
                        <a:pt x="755860" y="1492274"/>
                      </a:cubicBezTo>
                      <a:cubicBezTo>
                        <a:pt x="674243" y="1412889"/>
                        <a:pt x="602270" y="1323950"/>
                        <a:pt x="538423" y="1229830"/>
                      </a:cubicBezTo>
                      <a:cubicBezTo>
                        <a:pt x="583874" y="1245011"/>
                        <a:pt x="627184" y="1268853"/>
                        <a:pt x="675493" y="1274122"/>
                      </a:cubicBezTo>
                      <a:cubicBezTo>
                        <a:pt x="675047" y="1187861"/>
                        <a:pt x="678172" y="1101600"/>
                        <a:pt x="678083" y="1015429"/>
                      </a:cubicBezTo>
                      <a:cubicBezTo>
                        <a:pt x="608878" y="1045790"/>
                        <a:pt x="542262" y="1081865"/>
                        <a:pt x="472521" y="1111066"/>
                      </a:cubicBezTo>
                      <a:cubicBezTo>
                        <a:pt x="451626" y="1116156"/>
                        <a:pt x="455198" y="1140534"/>
                        <a:pt x="454573" y="1156875"/>
                      </a:cubicBezTo>
                      <a:cubicBezTo>
                        <a:pt x="455019" y="1258495"/>
                        <a:pt x="446447" y="1359847"/>
                        <a:pt x="444393" y="1461377"/>
                      </a:cubicBezTo>
                      <a:cubicBezTo>
                        <a:pt x="446268" y="1483613"/>
                        <a:pt x="430284" y="1507722"/>
                        <a:pt x="407781" y="1511205"/>
                      </a:cubicBezTo>
                      <a:cubicBezTo>
                        <a:pt x="314109" y="1516563"/>
                        <a:pt x="220258" y="1517010"/>
                        <a:pt x="126407" y="1516652"/>
                      </a:cubicBezTo>
                      <a:cubicBezTo>
                        <a:pt x="85330" y="1515759"/>
                        <a:pt x="43718" y="1520939"/>
                        <a:pt x="3355" y="1511562"/>
                      </a:cubicBezTo>
                      <a:cubicBezTo>
                        <a:pt x="-5485" y="1480219"/>
                        <a:pt x="5767" y="1448518"/>
                        <a:pt x="7284" y="1417086"/>
                      </a:cubicBezTo>
                      <a:cubicBezTo>
                        <a:pt x="26037" y="1290463"/>
                        <a:pt x="31127" y="1162501"/>
                        <a:pt x="46843" y="1035610"/>
                      </a:cubicBezTo>
                      <a:cubicBezTo>
                        <a:pt x="60595" y="879698"/>
                        <a:pt x="74079" y="723785"/>
                        <a:pt x="86759" y="567783"/>
                      </a:cubicBezTo>
                      <a:cubicBezTo>
                        <a:pt x="89616" y="499114"/>
                        <a:pt x="101136" y="430623"/>
                        <a:pt x="95867" y="361776"/>
                      </a:cubicBezTo>
                      <a:cubicBezTo>
                        <a:pt x="92295" y="327932"/>
                        <a:pt x="81758" y="295428"/>
                        <a:pt x="74079" y="262388"/>
                      </a:cubicBezTo>
                      <a:cubicBezTo>
                        <a:pt x="112298" y="250512"/>
                        <a:pt x="154267" y="242654"/>
                        <a:pt x="182038" y="211132"/>
                      </a:cubicBezTo>
                      <a:cubicBezTo>
                        <a:pt x="230259" y="195326"/>
                        <a:pt x="286516" y="219347"/>
                        <a:pt x="334290" y="196130"/>
                      </a:cubicBezTo>
                      <a:cubicBezTo>
                        <a:pt x="496096" y="132640"/>
                        <a:pt x="658169" y="69686"/>
                        <a:pt x="819350" y="4588"/>
                      </a:cubicBezTo>
                      <a:moveTo>
                        <a:pt x="505114" y="401602"/>
                      </a:moveTo>
                      <a:cubicBezTo>
                        <a:pt x="497703" y="441250"/>
                        <a:pt x="496810" y="481701"/>
                        <a:pt x="496542" y="522063"/>
                      </a:cubicBezTo>
                      <a:cubicBezTo>
                        <a:pt x="564051" y="492774"/>
                        <a:pt x="632452" y="465539"/>
                        <a:pt x="699514" y="435267"/>
                      </a:cubicBezTo>
                      <a:cubicBezTo>
                        <a:pt x="701836" y="396244"/>
                        <a:pt x="702729" y="357132"/>
                        <a:pt x="703800" y="318110"/>
                      </a:cubicBezTo>
                      <a:cubicBezTo>
                        <a:pt x="636739" y="344006"/>
                        <a:pt x="572534" y="376599"/>
                        <a:pt x="505114" y="401602"/>
                      </a:cubicBezTo>
                      <a:moveTo>
                        <a:pt x="481005" y="742180"/>
                      </a:moveTo>
                      <a:cubicBezTo>
                        <a:pt x="480737" y="788615"/>
                        <a:pt x="476540" y="834871"/>
                        <a:pt x="472075" y="881126"/>
                      </a:cubicBezTo>
                      <a:cubicBezTo>
                        <a:pt x="543959" y="852105"/>
                        <a:pt x="612985" y="816297"/>
                        <a:pt x="683976" y="785221"/>
                      </a:cubicBezTo>
                      <a:cubicBezTo>
                        <a:pt x="700139" y="740484"/>
                        <a:pt x="690941" y="689227"/>
                        <a:pt x="693799" y="641989"/>
                      </a:cubicBezTo>
                      <a:cubicBezTo>
                        <a:pt x="621558" y="672707"/>
                        <a:pt x="551995" y="708962"/>
                        <a:pt x="481005" y="74218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6F08360C-5D3C-6A6E-7245-685DF1ACF539}"/>
                    </a:ext>
                  </a:extLst>
                </p:cNvPr>
                <p:cNvSpPr/>
                <p:nvPr/>
              </p:nvSpPr>
              <p:spPr>
                <a:xfrm>
                  <a:off x="6675447" y="4241958"/>
                  <a:ext cx="324095" cy="924396"/>
                </a:xfrm>
                <a:custGeom>
                  <a:avLst/>
                  <a:gdLst>
                    <a:gd name="connsiteX0" fmla="*/ 72420 w 324095"/>
                    <a:gd name="connsiteY0" fmla="*/ 0 h 924396"/>
                    <a:gd name="connsiteX1" fmla="*/ 277713 w 324095"/>
                    <a:gd name="connsiteY1" fmla="*/ 57686 h 924396"/>
                    <a:gd name="connsiteX2" fmla="*/ 319326 w 324095"/>
                    <a:gd name="connsiteY2" fmla="*/ 91440 h 924396"/>
                    <a:gd name="connsiteX3" fmla="*/ 321379 w 324095"/>
                    <a:gd name="connsiteY3" fmla="*/ 866269 h 924396"/>
                    <a:gd name="connsiteX4" fmla="*/ 273427 w 324095"/>
                    <a:gd name="connsiteY4" fmla="*/ 924222 h 924396"/>
                    <a:gd name="connsiteX5" fmla="*/ 137160 w 324095"/>
                    <a:gd name="connsiteY5" fmla="*/ 888057 h 924396"/>
                    <a:gd name="connsiteX6" fmla="*/ 0 w 324095"/>
                    <a:gd name="connsiteY6" fmla="*/ 844659 h 924396"/>
                    <a:gd name="connsiteX7" fmla="*/ 39648 w 324095"/>
                    <a:gd name="connsiteY7" fmla="*/ 355938 h 924396"/>
                    <a:gd name="connsiteX8" fmla="*/ 72420 w 324095"/>
                    <a:gd name="connsiteY8" fmla="*/ 0 h 92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095" h="924396">
                      <a:moveTo>
                        <a:pt x="72420" y="0"/>
                      </a:moveTo>
                      <a:cubicBezTo>
                        <a:pt x="142250" y="13484"/>
                        <a:pt x="209937" y="36433"/>
                        <a:pt x="277713" y="57686"/>
                      </a:cubicBezTo>
                      <a:cubicBezTo>
                        <a:pt x="293876" y="64026"/>
                        <a:pt x="320308" y="68937"/>
                        <a:pt x="319326" y="91440"/>
                      </a:cubicBezTo>
                      <a:cubicBezTo>
                        <a:pt x="325040" y="349687"/>
                        <a:pt x="325487" y="608022"/>
                        <a:pt x="321379" y="866269"/>
                      </a:cubicBezTo>
                      <a:cubicBezTo>
                        <a:pt x="324148" y="894308"/>
                        <a:pt x="304413" y="927080"/>
                        <a:pt x="273427" y="924222"/>
                      </a:cubicBezTo>
                      <a:cubicBezTo>
                        <a:pt x="226546" y="919132"/>
                        <a:pt x="182969" y="898416"/>
                        <a:pt x="137160" y="888057"/>
                      </a:cubicBezTo>
                      <a:cubicBezTo>
                        <a:pt x="91708" y="872698"/>
                        <a:pt x="42148" y="868591"/>
                        <a:pt x="0" y="844659"/>
                      </a:cubicBezTo>
                      <a:cubicBezTo>
                        <a:pt x="22324" y="682585"/>
                        <a:pt x="30896" y="519172"/>
                        <a:pt x="39648" y="355938"/>
                      </a:cubicBezTo>
                      <a:cubicBezTo>
                        <a:pt x="51346" y="237530"/>
                        <a:pt x="50452" y="117247"/>
                        <a:pt x="7242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0061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B1869-FD8F-C56A-B6E1-08A46A3F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DA7EB32-4EAA-CF83-DD54-6138975664D7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703887D5-9F94-FD41-DC27-9991FE725C82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E914C8B-FCDC-0F3B-9731-BEB9CEEE7850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5FBAD1C-0810-B269-1663-2B26C757769F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FAC4C86D-02CD-F3ED-7532-4D5072DBCDE1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35542712-7AF5-6107-E8B5-3068AC40C2AA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5"/>
          <p:cNvGrpSpPr/>
          <p:nvPr/>
        </p:nvGrpSpPr>
        <p:grpSpPr>
          <a:xfrm>
            <a:off x="1578623" y="1643854"/>
            <a:ext cx="523430" cy="489740"/>
            <a:chOff x="6964363" y="2108200"/>
            <a:chExt cx="690562" cy="646113"/>
          </a:xfrm>
          <a:solidFill>
            <a:srgbClr val="FFCD16"/>
          </a:solidFill>
        </p:grpSpPr>
        <p:sp>
          <p:nvSpPr>
            <p:cNvPr id="5" name="Freeform 91"/>
            <p:cNvSpPr>
              <a:spLocks noEditPoints="1"/>
            </p:cNvSpPr>
            <p:nvPr/>
          </p:nvSpPr>
          <p:spPr bwMode="auto">
            <a:xfrm>
              <a:off x="7050088" y="2193925"/>
              <a:ext cx="519112" cy="344488"/>
            </a:xfrm>
            <a:custGeom>
              <a:avLst/>
              <a:gdLst>
                <a:gd name="T0" fmla="*/ 503 w 12071"/>
                <a:gd name="T1" fmla="*/ 502 h 8033"/>
                <a:gd name="T2" fmla="*/ 11568 w 12071"/>
                <a:gd name="T3" fmla="*/ 0 h 8033"/>
                <a:gd name="T4" fmla="*/ 452 w 12071"/>
                <a:gd name="T5" fmla="*/ 5 h 8033"/>
                <a:gd name="T6" fmla="*/ 377 w 12071"/>
                <a:gd name="T7" fmla="*/ 18 h 8033"/>
                <a:gd name="T8" fmla="*/ 307 w 12071"/>
                <a:gd name="T9" fmla="*/ 41 h 8033"/>
                <a:gd name="T10" fmla="*/ 242 w 12071"/>
                <a:gd name="T11" fmla="*/ 74 h 8033"/>
                <a:gd name="T12" fmla="*/ 183 w 12071"/>
                <a:gd name="T13" fmla="*/ 116 h 8033"/>
                <a:gd name="T14" fmla="*/ 131 w 12071"/>
                <a:gd name="T15" fmla="*/ 166 h 8033"/>
                <a:gd name="T16" fmla="*/ 85 w 12071"/>
                <a:gd name="T17" fmla="*/ 222 h 8033"/>
                <a:gd name="T18" fmla="*/ 49 w 12071"/>
                <a:gd name="T19" fmla="*/ 284 h 8033"/>
                <a:gd name="T20" fmla="*/ 22 w 12071"/>
                <a:gd name="T21" fmla="*/ 353 h 8033"/>
                <a:gd name="T22" fmla="*/ 6 w 12071"/>
                <a:gd name="T23" fmla="*/ 426 h 8033"/>
                <a:gd name="T24" fmla="*/ 0 w 12071"/>
                <a:gd name="T25" fmla="*/ 502 h 8033"/>
                <a:gd name="T26" fmla="*/ 3 w 12071"/>
                <a:gd name="T27" fmla="*/ 7582 h 8033"/>
                <a:gd name="T28" fmla="*/ 16 w 12071"/>
                <a:gd name="T29" fmla="*/ 7656 h 8033"/>
                <a:gd name="T30" fmla="*/ 39 w 12071"/>
                <a:gd name="T31" fmla="*/ 7726 h 8033"/>
                <a:gd name="T32" fmla="*/ 72 w 12071"/>
                <a:gd name="T33" fmla="*/ 7792 h 8033"/>
                <a:gd name="T34" fmla="*/ 115 w 12071"/>
                <a:gd name="T35" fmla="*/ 7850 h 8033"/>
                <a:gd name="T36" fmla="*/ 165 w 12071"/>
                <a:gd name="T37" fmla="*/ 7902 h 8033"/>
                <a:gd name="T38" fmla="*/ 221 w 12071"/>
                <a:gd name="T39" fmla="*/ 7947 h 8033"/>
                <a:gd name="T40" fmla="*/ 285 w 12071"/>
                <a:gd name="T41" fmla="*/ 7983 h 8033"/>
                <a:gd name="T42" fmla="*/ 353 w 12071"/>
                <a:gd name="T43" fmla="*/ 8011 h 8033"/>
                <a:gd name="T44" fmla="*/ 426 w 12071"/>
                <a:gd name="T45" fmla="*/ 8027 h 8033"/>
                <a:gd name="T46" fmla="*/ 503 w 12071"/>
                <a:gd name="T47" fmla="*/ 8033 h 8033"/>
                <a:gd name="T48" fmla="*/ 11619 w 12071"/>
                <a:gd name="T49" fmla="*/ 8030 h 8033"/>
                <a:gd name="T50" fmla="*/ 11694 w 12071"/>
                <a:gd name="T51" fmla="*/ 8017 h 8033"/>
                <a:gd name="T52" fmla="*/ 11764 w 12071"/>
                <a:gd name="T53" fmla="*/ 7994 h 8033"/>
                <a:gd name="T54" fmla="*/ 11829 w 12071"/>
                <a:gd name="T55" fmla="*/ 7960 h 8033"/>
                <a:gd name="T56" fmla="*/ 11888 w 12071"/>
                <a:gd name="T57" fmla="*/ 7918 h 8033"/>
                <a:gd name="T58" fmla="*/ 11940 w 12071"/>
                <a:gd name="T59" fmla="*/ 7868 h 8033"/>
                <a:gd name="T60" fmla="*/ 11986 w 12071"/>
                <a:gd name="T61" fmla="*/ 7812 h 8033"/>
                <a:gd name="T62" fmla="*/ 12022 w 12071"/>
                <a:gd name="T63" fmla="*/ 7749 h 8033"/>
                <a:gd name="T64" fmla="*/ 12049 w 12071"/>
                <a:gd name="T65" fmla="*/ 7680 h 8033"/>
                <a:gd name="T66" fmla="*/ 12065 w 12071"/>
                <a:gd name="T67" fmla="*/ 7607 h 8033"/>
                <a:gd name="T68" fmla="*/ 12071 w 12071"/>
                <a:gd name="T69" fmla="*/ 7531 h 8033"/>
                <a:gd name="T70" fmla="*/ 12068 w 12071"/>
                <a:gd name="T71" fmla="*/ 451 h 8033"/>
                <a:gd name="T72" fmla="*/ 12055 w 12071"/>
                <a:gd name="T73" fmla="*/ 377 h 8033"/>
                <a:gd name="T74" fmla="*/ 12032 w 12071"/>
                <a:gd name="T75" fmla="*/ 306 h 8033"/>
                <a:gd name="T76" fmla="*/ 11999 w 12071"/>
                <a:gd name="T77" fmla="*/ 242 h 8033"/>
                <a:gd name="T78" fmla="*/ 11956 w 12071"/>
                <a:gd name="T79" fmla="*/ 183 h 8033"/>
                <a:gd name="T80" fmla="*/ 11906 w 12071"/>
                <a:gd name="T81" fmla="*/ 131 h 8033"/>
                <a:gd name="T82" fmla="*/ 11850 w 12071"/>
                <a:gd name="T83" fmla="*/ 85 h 8033"/>
                <a:gd name="T84" fmla="*/ 11786 w 12071"/>
                <a:gd name="T85" fmla="*/ 49 h 8033"/>
                <a:gd name="T86" fmla="*/ 11718 w 12071"/>
                <a:gd name="T87" fmla="*/ 22 h 8033"/>
                <a:gd name="T88" fmla="*/ 11645 w 12071"/>
                <a:gd name="T89" fmla="*/ 6 h 8033"/>
                <a:gd name="T90" fmla="*/ 11568 w 12071"/>
                <a:gd name="T91" fmla="*/ 0 h 8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071" h="8033">
                  <a:moveTo>
                    <a:pt x="11568" y="7533"/>
                  </a:moveTo>
                  <a:lnTo>
                    <a:pt x="503" y="7533"/>
                  </a:lnTo>
                  <a:lnTo>
                    <a:pt x="503" y="502"/>
                  </a:lnTo>
                  <a:lnTo>
                    <a:pt x="11568" y="502"/>
                  </a:lnTo>
                  <a:lnTo>
                    <a:pt x="11568" y="7533"/>
                  </a:lnTo>
                  <a:close/>
                  <a:moveTo>
                    <a:pt x="11568" y="0"/>
                  </a:moveTo>
                  <a:lnTo>
                    <a:pt x="503" y="2"/>
                  </a:lnTo>
                  <a:lnTo>
                    <a:pt x="477" y="3"/>
                  </a:lnTo>
                  <a:lnTo>
                    <a:pt x="452" y="5"/>
                  </a:lnTo>
                  <a:lnTo>
                    <a:pt x="426" y="8"/>
                  </a:lnTo>
                  <a:lnTo>
                    <a:pt x="401" y="12"/>
                  </a:lnTo>
                  <a:lnTo>
                    <a:pt x="377" y="18"/>
                  </a:lnTo>
                  <a:lnTo>
                    <a:pt x="353" y="24"/>
                  </a:lnTo>
                  <a:lnTo>
                    <a:pt x="330" y="32"/>
                  </a:lnTo>
                  <a:lnTo>
                    <a:pt x="307" y="41"/>
                  </a:lnTo>
                  <a:lnTo>
                    <a:pt x="285" y="51"/>
                  </a:lnTo>
                  <a:lnTo>
                    <a:pt x="263" y="62"/>
                  </a:lnTo>
                  <a:lnTo>
                    <a:pt x="242" y="74"/>
                  </a:lnTo>
                  <a:lnTo>
                    <a:pt x="221" y="87"/>
                  </a:lnTo>
                  <a:lnTo>
                    <a:pt x="202" y="102"/>
                  </a:lnTo>
                  <a:lnTo>
                    <a:pt x="183" y="116"/>
                  </a:lnTo>
                  <a:lnTo>
                    <a:pt x="165" y="132"/>
                  </a:lnTo>
                  <a:lnTo>
                    <a:pt x="147" y="148"/>
                  </a:lnTo>
                  <a:lnTo>
                    <a:pt x="131" y="166"/>
                  </a:lnTo>
                  <a:lnTo>
                    <a:pt x="115" y="184"/>
                  </a:lnTo>
                  <a:lnTo>
                    <a:pt x="99" y="202"/>
                  </a:lnTo>
                  <a:lnTo>
                    <a:pt x="85" y="222"/>
                  </a:lnTo>
                  <a:lnTo>
                    <a:pt x="72" y="242"/>
                  </a:lnTo>
                  <a:lnTo>
                    <a:pt x="60" y="263"/>
                  </a:lnTo>
                  <a:lnTo>
                    <a:pt x="49" y="284"/>
                  </a:lnTo>
                  <a:lnTo>
                    <a:pt x="39" y="307"/>
                  </a:lnTo>
                  <a:lnTo>
                    <a:pt x="30" y="329"/>
                  </a:lnTo>
                  <a:lnTo>
                    <a:pt x="22" y="353"/>
                  </a:lnTo>
                  <a:lnTo>
                    <a:pt x="16" y="377"/>
                  </a:lnTo>
                  <a:lnTo>
                    <a:pt x="10" y="401"/>
                  </a:lnTo>
                  <a:lnTo>
                    <a:pt x="6" y="426"/>
                  </a:lnTo>
                  <a:lnTo>
                    <a:pt x="3" y="451"/>
                  </a:lnTo>
                  <a:lnTo>
                    <a:pt x="1" y="476"/>
                  </a:lnTo>
                  <a:lnTo>
                    <a:pt x="0" y="502"/>
                  </a:lnTo>
                  <a:lnTo>
                    <a:pt x="0" y="7531"/>
                  </a:lnTo>
                  <a:lnTo>
                    <a:pt x="1" y="7557"/>
                  </a:lnTo>
                  <a:lnTo>
                    <a:pt x="3" y="7582"/>
                  </a:lnTo>
                  <a:lnTo>
                    <a:pt x="6" y="7607"/>
                  </a:lnTo>
                  <a:lnTo>
                    <a:pt x="10" y="7632"/>
                  </a:lnTo>
                  <a:lnTo>
                    <a:pt x="16" y="7656"/>
                  </a:lnTo>
                  <a:lnTo>
                    <a:pt x="22" y="7680"/>
                  </a:lnTo>
                  <a:lnTo>
                    <a:pt x="30" y="7703"/>
                  </a:lnTo>
                  <a:lnTo>
                    <a:pt x="39" y="7726"/>
                  </a:lnTo>
                  <a:lnTo>
                    <a:pt x="49" y="7749"/>
                  </a:lnTo>
                  <a:lnTo>
                    <a:pt x="60" y="7771"/>
                  </a:lnTo>
                  <a:lnTo>
                    <a:pt x="72" y="7792"/>
                  </a:lnTo>
                  <a:lnTo>
                    <a:pt x="85" y="7812"/>
                  </a:lnTo>
                  <a:lnTo>
                    <a:pt x="99" y="7831"/>
                  </a:lnTo>
                  <a:lnTo>
                    <a:pt x="115" y="7850"/>
                  </a:lnTo>
                  <a:lnTo>
                    <a:pt x="131" y="7868"/>
                  </a:lnTo>
                  <a:lnTo>
                    <a:pt x="147" y="7886"/>
                  </a:lnTo>
                  <a:lnTo>
                    <a:pt x="165" y="7902"/>
                  </a:lnTo>
                  <a:lnTo>
                    <a:pt x="183" y="7918"/>
                  </a:lnTo>
                  <a:lnTo>
                    <a:pt x="202" y="7933"/>
                  </a:lnTo>
                  <a:lnTo>
                    <a:pt x="221" y="7947"/>
                  </a:lnTo>
                  <a:lnTo>
                    <a:pt x="242" y="7960"/>
                  </a:lnTo>
                  <a:lnTo>
                    <a:pt x="263" y="7972"/>
                  </a:lnTo>
                  <a:lnTo>
                    <a:pt x="285" y="7983"/>
                  </a:lnTo>
                  <a:lnTo>
                    <a:pt x="307" y="7994"/>
                  </a:lnTo>
                  <a:lnTo>
                    <a:pt x="330" y="8003"/>
                  </a:lnTo>
                  <a:lnTo>
                    <a:pt x="353" y="8011"/>
                  </a:lnTo>
                  <a:lnTo>
                    <a:pt x="377" y="8017"/>
                  </a:lnTo>
                  <a:lnTo>
                    <a:pt x="401" y="8023"/>
                  </a:lnTo>
                  <a:lnTo>
                    <a:pt x="426" y="8027"/>
                  </a:lnTo>
                  <a:lnTo>
                    <a:pt x="452" y="8030"/>
                  </a:lnTo>
                  <a:lnTo>
                    <a:pt x="477" y="8032"/>
                  </a:lnTo>
                  <a:lnTo>
                    <a:pt x="503" y="8033"/>
                  </a:lnTo>
                  <a:lnTo>
                    <a:pt x="11568" y="8033"/>
                  </a:lnTo>
                  <a:lnTo>
                    <a:pt x="11594" y="8032"/>
                  </a:lnTo>
                  <a:lnTo>
                    <a:pt x="11619" y="8030"/>
                  </a:lnTo>
                  <a:lnTo>
                    <a:pt x="11645" y="8027"/>
                  </a:lnTo>
                  <a:lnTo>
                    <a:pt x="11670" y="8023"/>
                  </a:lnTo>
                  <a:lnTo>
                    <a:pt x="11694" y="8017"/>
                  </a:lnTo>
                  <a:lnTo>
                    <a:pt x="11718" y="8011"/>
                  </a:lnTo>
                  <a:lnTo>
                    <a:pt x="11741" y="8003"/>
                  </a:lnTo>
                  <a:lnTo>
                    <a:pt x="11764" y="7994"/>
                  </a:lnTo>
                  <a:lnTo>
                    <a:pt x="11786" y="7983"/>
                  </a:lnTo>
                  <a:lnTo>
                    <a:pt x="11809" y="7972"/>
                  </a:lnTo>
                  <a:lnTo>
                    <a:pt x="11829" y="7960"/>
                  </a:lnTo>
                  <a:lnTo>
                    <a:pt x="11850" y="7947"/>
                  </a:lnTo>
                  <a:lnTo>
                    <a:pt x="11869" y="7933"/>
                  </a:lnTo>
                  <a:lnTo>
                    <a:pt x="11888" y="7918"/>
                  </a:lnTo>
                  <a:lnTo>
                    <a:pt x="11906" y="7902"/>
                  </a:lnTo>
                  <a:lnTo>
                    <a:pt x="11924" y="7886"/>
                  </a:lnTo>
                  <a:lnTo>
                    <a:pt x="11940" y="7868"/>
                  </a:lnTo>
                  <a:lnTo>
                    <a:pt x="11956" y="7850"/>
                  </a:lnTo>
                  <a:lnTo>
                    <a:pt x="11972" y="7831"/>
                  </a:lnTo>
                  <a:lnTo>
                    <a:pt x="11986" y="7812"/>
                  </a:lnTo>
                  <a:lnTo>
                    <a:pt x="11999" y="7792"/>
                  </a:lnTo>
                  <a:lnTo>
                    <a:pt x="12011" y="7771"/>
                  </a:lnTo>
                  <a:lnTo>
                    <a:pt x="12022" y="7749"/>
                  </a:lnTo>
                  <a:lnTo>
                    <a:pt x="12032" y="7726"/>
                  </a:lnTo>
                  <a:lnTo>
                    <a:pt x="12041" y="7703"/>
                  </a:lnTo>
                  <a:lnTo>
                    <a:pt x="12049" y="7680"/>
                  </a:lnTo>
                  <a:lnTo>
                    <a:pt x="12055" y="7656"/>
                  </a:lnTo>
                  <a:lnTo>
                    <a:pt x="12061" y="7632"/>
                  </a:lnTo>
                  <a:lnTo>
                    <a:pt x="12065" y="7607"/>
                  </a:lnTo>
                  <a:lnTo>
                    <a:pt x="12068" y="7582"/>
                  </a:lnTo>
                  <a:lnTo>
                    <a:pt x="12070" y="7557"/>
                  </a:lnTo>
                  <a:lnTo>
                    <a:pt x="12071" y="7531"/>
                  </a:lnTo>
                  <a:lnTo>
                    <a:pt x="12071" y="502"/>
                  </a:lnTo>
                  <a:lnTo>
                    <a:pt x="12070" y="476"/>
                  </a:lnTo>
                  <a:lnTo>
                    <a:pt x="12068" y="451"/>
                  </a:lnTo>
                  <a:lnTo>
                    <a:pt x="12065" y="426"/>
                  </a:lnTo>
                  <a:lnTo>
                    <a:pt x="12061" y="401"/>
                  </a:lnTo>
                  <a:lnTo>
                    <a:pt x="12055" y="377"/>
                  </a:lnTo>
                  <a:lnTo>
                    <a:pt x="12049" y="353"/>
                  </a:lnTo>
                  <a:lnTo>
                    <a:pt x="12041" y="329"/>
                  </a:lnTo>
                  <a:lnTo>
                    <a:pt x="12032" y="306"/>
                  </a:lnTo>
                  <a:lnTo>
                    <a:pt x="12022" y="284"/>
                  </a:lnTo>
                  <a:lnTo>
                    <a:pt x="12011" y="263"/>
                  </a:lnTo>
                  <a:lnTo>
                    <a:pt x="11999" y="242"/>
                  </a:lnTo>
                  <a:lnTo>
                    <a:pt x="11986" y="221"/>
                  </a:lnTo>
                  <a:lnTo>
                    <a:pt x="11972" y="202"/>
                  </a:lnTo>
                  <a:lnTo>
                    <a:pt x="11956" y="183"/>
                  </a:lnTo>
                  <a:lnTo>
                    <a:pt x="11940" y="165"/>
                  </a:lnTo>
                  <a:lnTo>
                    <a:pt x="11924" y="147"/>
                  </a:lnTo>
                  <a:lnTo>
                    <a:pt x="11906" y="131"/>
                  </a:lnTo>
                  <a:lnTo>
                    <a:pt x="11888" y="115"/>
                  </a:lnTo>
                  <a:lnTo>
                    <a:pt x="11869" y="100"/>
                  </a:lnTo>
                  <a:lnTo>
                    <a:pt x="11850" y="85"/>
                  </a:lnTo>
                  <a:lnTo>
                    <a:pt x="11829" y="72"/>
                  </a:lnTo>
                  <a:lnTo>
                    <a:pt x="11809" y="60"/>
                  </a:lnTo>
                  <a:lnTo>
                    <a:pt x="11786" y="49"/>
                  </a:lnTo>
                  <a:lnTo>
                    <a:pt x="11764" y="39"/>
                  </a:lnTo>
                  <a:lnTo>
                    <a:pt x="11741" y="30"/>
                  </a:lnTo>
                  <a:lnTo>
                    <a:pt x="11718" y="22"/>
                  </a:lnTo>
                  <a:lnTo>
                    <a:pt x="11694" y="16"/>
                  </a:lnTo>
                  <a:lnTo>
                    <a:pt x="11670" y="10"/>
                  </a:lnTo>
                  <a:lnTo>
                    <a:pt x="11645" y="6"/>
                  </a:lnTo>
                  <a:lnTo>
                    <a:pt x="11619" y="3"/>
                  </a:lnTo>
                  <a:lnTo>
                    <a:pt x="11594" y="1"/>
                  </a:lnTo>
                  <a:lnTo>
                    <a:pt x="11568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 92"/>
            <p:cNvSpPr>
              <a:spLocks noEditPoints="1"/>
            </p:cNvSpPr>
            <p:nvPr/>
          </p:nvSpPr>
          <p:spPr bwMode="auto">
            <a:xfrm>
              <a:off x="6964363" y="2108200"/>
              <a:ext cx="690562" cy="646113"/>
            </a:xfrm>
            <a:custGeom>
              <a:avLst/>
              <a:gdLst>
                <a:gd name="T0" fmla="*/ 15066 w 16095"/>
                <a:gd name="T1" fmla="*/ 11696 h 15059"/>
                <a:gd name="T2" fmla="*/ 14988 w 16095"/>
                <a:gd name="T3" fmla="*/ 11847 h 15059"/>
                <a:gd name="T4" fmla="*/ 14867 w 16095"/>
                <a:gd name="T5" fmla="*/ 11963 h 15059"/>
                <a:gd name="T6" fmla="*/ 14712 w 16095"/>
                <a:gd name="T7" fmla="*/ 12033 h 15059"/>
                <a:gd name="T8" fmla="*/ 6036 w 16095"/>
                <a:gd name="T9" fmla="*/ 12049 h 15059"/>
                <a:gd name="T10" fmla="*/ 1359 w 16095"/>
                <a:gd name="T11" fmla="*/ 12027 h 15059"/>
                <a:gd name="T12" fmla="*/ 1208 w 16095"/>
                <a:gd name="T13" fmla="*/ 11949 h 15059"/>
                <a:gd name="T14" fmla="*/ 1091 w 16095"/>
                <a:gd name="T15" fmla="*/ 11828 h 15059"/>
                <a:gd name="T16" fmla="*/ 1022 w 16095"/>
                <a:gd name="T17" fmla="*/ 11672 h 15059"/>
                <a:gd name="T18" fmla="*/ 1007 w 16095"/>
                <a:gd name="T19" fmla="*/ 1480 h 15059"/>
                <a:gd name="T20" fmla="*/ 1045 w 16095"/>
                <a:gd name="T21" fmla="*/ 1310 h 15059"/>
                <a:gd name="T22" fmla="*/ 1137 w 16095"/>
                <a:gd name="T23" fmla="*/ 1169 h 15059"/>
                <a:gd name="T24" fmla="*/ 1268 w 16095"/>
                <a:gd name="T25" fmla="*/ 1064 h 15059"/>
                <a:gd name="T26" fmla="*/ 1432 w 16095"/>
                <a:gd name="T27" fmla="*/ 1010 h 15059"/>
                <a:gd name="T28" fmla="*/ 14663 w 16095"/>
                <a:gd name="T29" fmla="*/ 1010 h 15059"/>
                <a:gd name="T30" fmla="*/ 14826 w 16095"/>
                <a:gd name="T31" fmla="*/ 1064 h 15059"/>
                <a:gd name="T32" fmla="*/ 14958 w 16095"/>
                <a:gd name="T33" fmla="*/ 1169 h 15059"/>
                <a:gd name="T34" fmla="*/ 15050 w 16095"/>
                <a:gd name="T35" fmla="*/ 1310 h 15059"/>
                <a:gd name="T36" fmla="*/ 15088 w 16095"/>
                <a:gd name="T37" fmla="*/ 1480 h 15059"/>
                <a:gd name="T38" fmla="*/ 1279 w 16095"/>
                <a:gd name="T39" fmla="*/ 17 h 15059"/>
                <a:gd name="T40" fmla="*/ 790 w 16095"/>
                <a:gd name="T41" fmla="*/ 182 h 15059"/>
                <a:gd name="T42" fmla="*/ 391 w 16095"/>
                <a:gd name="T43" fmla="*/ 493 h 15059"/>
                <a:gd name="T44" fmla="*/ 119 w 16095"/>
                <a:gd name="T45" fmla="*/ 920 h 15059"/>
                <a:gd name="T46" fmla="*/ 2 w 16095"/>
                <a:gd name="T47" fmla="*/ 1429 h 15059"/>
                <a:gd name="T48" fmla="*/ 47 w 16095"/>
                <a:gd name="T49" fmla="*/ 11922 h 15059"/>
                <a:gd name="T50" fmla="*/ 257 w 16095"/>
                <a:gd name="T51" fmla="*/ 12387 h 15059"/>
                <a:gd name="T52" fmla="*/ 604 w 16095"/>
                <a:gd name="T53" fmla="*/ 12752 h 15059"/>
                <a:gd name="T54" fmla="*/ 1056 w 16095"/>
                <a:gd name="T55" fmla="*/ 12984 h 15059"/>
                <a:gd name="T56" fmla="*/ 6539 w 16095"/>
                <a:gd name="T57" fmla="*/ 13053 h 15059"/>
                <a:gd name="T58" fmla="*/ 3299 w 16095"/>
                <a:gd name="T59" fmla="*/ 14106 h 15059"/>
                <a:gd name="T60" fmla="*/ 3180 w 16095"/>
                <a:gd name="T61" fmla="*/ 14188 h 15059"/>
                <a:gd name="T62" fmla="*/ 3089 w 16095"/>
                <a:gd name="T63" fmla="*/ 14299 h 15059"/>
                <a:gd name="T64" fmla="*/ 3034 w 16095"/>
                <a:gd name="T65" fmla="*/ 14431 h 15059"/>
                <a:gd name="T66" fmla="*/ 3019 w 16095"/>
                <a:gd name="T67" fmla="*/ 14583 h 15059"/>
                <a:gd name="T68" fmla="*/ 3057 w 16095"/>
                <a:gd name="T69" fmla="*/ 14753 h 15059"/>
                <a:gd name="T70" fmla="*/ 3149 w 16095"/>
                <a:gd name="T71" fmla="*/ 14894 h 15059"/>
                <a:gd name="T72" fmla="*/ 3280 w 16095"/>
                <a:gd name="T73" fmla="*/ 14999 h 15059"/>
                <a:gd name="T74" fmla="*/ 3444 w 16095"/>
                <a:gd name="T75" fmla="*/ 15053 h 15059"/>
                <a:gd name="T76" fmla="*/ 12651 w 16095"/>
                <a:gd name="T77" fmla="*/ 15053 h 15059"/>
                <a:gd name="T78" fmla="*/ 12814 w 16095"/>
                <a:gd name="T79" fmla="*/ 14999 h 15059"/>
                <a:gd name="T80" fmla="*/ 12946 w 16095"/>
                <a:gd name="T81" fmla="*/ 14894 h 15059"/>
                <a:gd name="T82" fmla="*/ 13038 w 16095"/>
                <a:gd name="T83" fmla="*/ 14753 h 15059"/>
                <a:gd name="T84" fmla="*/ 13076 w 16095"/>
                <a:gd name="T85" fmla="*/ 14583 h 15059"/>
                <a:gd name="T86" fmla="*/ 13061 w 16095"/>
                <a:gd name="T87" fmla="*/ 14431 h 15059"/>
                <a:gd name="T88" fmla="*/ 13006 w 16095"/>
                <a:gd name="T89" fmla="*/ 14299 h 15059"/>
                <a:gd name="T90" fmla="*/ 12915 w 16095"/>
                <a:gd name="T91" fmla="*/ 14188 h 15059"/>
                <a:gd name="T92" fmla="*/ 12796 w 16095"/>
                <a:gd name="T93" fmla="*/ 14106 h 15059"/>
                <a:gd name="T94" fmla="*/ 9556 w 16095"/>
                <a:gd name="T95" fmla="*/ 13053 h 15059"/>
                <a:gd name="T96" fmla="*/ 15039 w 16095"/>
                <a:gd name="T97" fmla="*/ 12984 h 15059"/>
                <a:gd name="T98" fmla="*/ 15491 w 16095"/>
                <a:gd name="T99" fmla="*/ 12752 h 15059"/>
                <a:gd name="T100" fmla="*/ 15838 w 16095"/>
                <a:gd name="T101" fmla="*/ 12387 h 15059"/>
                <a:gd name="T102" fmla="*/ 16048 w 16095"/>
                <a:gd name="T103" fmla="*/ 11922 h 15059"/>
                <a:gd name="T104" fmla="*/ 16093 w 16095"/>
                <a:gd name="T105" fmla="*/ 1429 h 15059"/>
                <a:gd name="T106" fmla="*/ 15976 w 16095"/>
                <a:gd name="T107" fmla="*/ 920 h 15059"/>
                <a:gd name="T108" fmla="*/ 15703 w 16095"/>
                <a:gd name="T109" fmla="*/ 493 h 15059"/>
                <a:gd name="T110" fmla="*/ 15305 w 16095"/>
                <a:gd name="T111" fmla="*/ 182 h 15059"/>
                <a:gd name="T112" fmla="*/ 14815 w 16095"/>
                <a:gd name="T113" fmla="*/ 17 h 15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095" h="15059">
                  <a:moveTo>
                    <a:pt x="15089" y="11547"/>
                  </a:moveTo>
                  <a:lnTo>
                    <a:pt x="15088" y="11573"/>
                  </a:lnTo>
                  <a:lnTo>
                    <a:pt x="15086" y="11598"/>
                  </a:lnTo>
                  <a:lnTo>
                    <a:pt x="15083" y="11623"/>
                  </a:lnTo>
                  <a:lnTo>
                    <a:pt x="15079" y="11648"/>
                  </a:lnTo>
                  <a:lnTo>
                    <a:pt x="15073" y="11672"/>
                  </a:lnTo>
                  <a:lnTo>
                    <a:pt x="15066" y="11696"/>
                  </a:lnTo>
                  <a:lnTo>
                    <a:pt x="15059" y="11719"/>
                  </a:lnTo>
                  <a:lnTo>
                    <a:pt x="15050" y="11743"/>
                  </a:lnTo>
                  <a:lnTo>
                    <a:pt x="15040" y="11765"/>
                  </a:lnTo>
                  <a:lnTo>
                    <a:pt x="15029" y="11786"/>
                  </a:lnTo>
                  <a:lnTo>
                    <a:pt x="15016" y="11807"/>
                  </a:lnTo>
                  <a:lnTo>
                    <a:pt x="15003" y="11828"/>
                  </a:lnTo>
                  <a:lnTo>
                    <a:pt x="14988" y="11847"/>
                  </a:lnTo>
                  <a:lnTo>
                    <a:pt x="14974" y="11866"/>
                  </a:lnTo>
                  <a:lnTo>
                    <a:pt x="14958" y="11884"/>
                  </a:lnTo>
                  <a:lnTo>
                    <a:pt x="14941" y="11902"/>
                  </a:lnTo>
                  <a:lnTo>
                    <a:pt x="14924" y="11918"/>
                  </a:lnTo>
                  <a:lnTo>
                    <a:pt x="14906" y="11934"/>
                  </a:lnTo>
                  <a:lnTo>
                    <a:pt x="14887" y="11949"/>
                  </a:lnTo>
                  <a:lnTo>
                    <a:pt x="14867" y="11963"/>
                  </a:lnTo>
                  <a:lnTo>
                    <a:pt x="14847" y="11977"/>
                  </a:lnTo>
                  <a:lnTo>
                    <a:pt x="14826" y="11989"/>
                  </a:lnTo>
                  <a:lnTo>
                    <a:pt x="14803" y="12000"/>
                  </a:lnTo>
                  <a:lnTo>
                    <a:pt x="14781" y="12010"/>
                  </a:lnTo>
                  <a:lnTo>
                    <a:pt x="14759" y="12019"/>
                  </a:lnTo>
                  <a:lnTo>
                    <a:pt x="14735" y="12027"/>
                  </a:lnTo>
                  <a:lnTo>
                    <a:pt x="14712" y="12033"/>
                  </a:lnTo>
                  <a:lnTo>
                    <a:pt x="14687" y="12039"/>
                  </a:lnTo>
                  <a:lnTo>
                    <a:pt x="14663" y="12043"/>
                  </a:lnTo>
                  <a:lnTo>
                    <a:pt x="14637" y="12047"/>
                  </a:lnTo>
                  <a:lnTo>
                    <a:pt x="14612" y="12048"/>
                  </a:lnTo>
                  <a:lnTo>
                    <a:pt x="14586" y="12049"/>
                  </a:lnTo>
                  <a:lnTo>
                    <a:pt x="10059" y="12049"/>
                  </a:lnTo>
                  <a:lnTo>
                    <a:pt x="6036" y="12049"/>
                  </a:lnTo>
                  <a:lnTo>
                    <a:pt x="1509" y="12049"/>
                  </a:lnTo>
                  <a:lnTo>
                    <a:pt x="1483" y="12048"/>
                  </a:lnTo>
                  <a:lnTo>
                    <a:pt x="1458" y="12047"/>
                  </a:lnTo>
                  <a:lnTo>
                    <a:pt x="1432" y="12043"/>
                  </a:lnTo>
                  <a:lnTo>
                    <a:pt x="1407" y="12039"/>
                  </a:lnTo>
                  <a:lnTo>
                    <a:pt x="1383" y="12033"/>
                  </a:lnTo>
                  <a:lnTo>
                    <a:pt x="1359" y="12027"/>
                  </a:lnTo>
                  <a:lnTo>
                    <a:pt x="1336" y="12019"/>
                  </a:lnTo>
                  <a:lnTo>
                    <a:pt x="1313" y="12010"/>
                  </a:lnTo>
                  <a:lnTo>
                    <a:pt x="1291" y="12000"/>
                  </a:lnTo>
                  <a:lnTo>
                    <a:pt x="1268" y="11989"/>
                  </a:lnTo>
                  <a:lnTo>
                    <a:pt x="1248" y="11977"/>
                  </a:lnTo>
                  <a:lnTo>
                    <a:pt x="1227" y="11963"/>
                  </a:lnTo>
                  <a:lnTo>
                    <a:pt x="1208" y="11949"/>
                  </a:lnTo>
                  <a:lnTo>
                    <a:pt x="1189" y="11934"/>
                  </a:lnTo>
                  <a:lnTo>
                    <a:pt x="1171" y="11918"/>
                  </a:lnTo>
                  <a:lnTo>
                    <a:pt x="1153" y="11902"/>
                  </a:lnTo>
                  <a:lnTo>
                    <a:pt x="1137" y="11884"/>
                  </a:lnTo>
                  <a:lnTo>
                    <a:pt x="1121" y="11866"/>
                  </a:lnTo>
                  <a:lnTo>
                    <a:pt x="1106" y="11847"/>
                  </a:lnTo>
                  <a:lnTo>
                    <a:pt x="1091" y="11828"/>
                  </a:lnTo>
                  <a:lnTo>
                    <a:pt x="1078" y="11807"/>
                  </a:lnTo>
                  <a:lnTo>
                    <a:pt x="1066" y="11786"/>
                  </a:lnTo>
                  <a:lnTo>
                    <a:pt x="1055" y="11765"/>
                  </a:lnTo>
                  <a:lnTo>
                    <a:pt x="1045" y="11743"/>
                  </a:lnTo>
                  <a:lnTo>
                    <a:pt x="1036" y="11719"/>
                  </a:lnTo>
                  <a:lnTo>
                    <a:pt x="1028" y="11696"/>
                  </a:lnTo>
                  <a:lnTo>
                    <a:pt x="1022" y="11672"/>
                  </a:lnTo>
                  <a:lnTo>
                    <a:pt x="1016" y="11648"/>
                  </a:lnTo>
                  <a:lnTo>
                    <a:pt x="1012" y="11623"/>
                  </a:lnTo>
                  <a:lnTo>
                    <a:pt x="1009" y="11598"/>
                  </a:lnTo>
                  <a:lnTo>
                    <a:pt x="1007" y="11573"/>
                  </a:lnTo>
                  <a:lnTo>
                    <a:pt x="1006" y="11547"/>
                  </a:lnTo>
                  <a:lnTo>
                    <a:pt x="1006" y="1506"/>
                  </a:lnTo>
                  <a:lnTo>
                    <a:pt x="1007" y="1480"/>
                  </a:lnTo>
                  <a:lnTo>
                    <a:pt x="1009" y="1455"/>
                  </a:lnTo>
                  <a:lnTo>
                    <a:pt x="1012" y="1430"/>
                  </a:lnTo>
                  <a:lnTo>
                    <a:pt x="1016" y="1405"/>
                  </a:lnTo>
                  <a:lnTo>
                    <a:pt x="1022" y="1381"/>
                  </a:lnTo>
                  <a:lnTo>
                    <a:pt x="1028" y="1356"/>
                  </a:lnTo>
                  <a:lnTo>
                    <a:pt x="1036" y="1333"/>
                  </a:lnTo>
                  <a:lnTo>
                    <a:pt x="1045" y="1310"/>
                  </a:lnTo>
                  <a:lnTo>
                    <a:pt x="1055" y="1288"/>
                  </a:lnTo>
                  <a:lnTo>
                    <a:pt x="1066" y="1267"/>
                  </a:lnTo>
                  <a:lnTo>
                    <a:pt x="1078" y="1246"/>
                  </a:lnTo>
                  <a:lnTo>
                    <a:pt x="1091" y="1225"/>
                  </a:lnTo>
                  <a:lnTo>
                    <a:pt x="1106" y="1206"/>
                  </a:lnTo>
                  <a:lnTo>
                    <a:pt x="1121" y="1187"/>
                  </a:lnTo>
                  <a:lnTo>
                    <a:pt x="1137" y="1169"/>
                  </a:lnTo>
                  <a:lnTo>
                    <a:pt x="1153" y="1151"/>
                  </a:lnTo>
                  <a:lnTo>
                    <a:pt x="1171" y="1135"/>
                  </a:lnTo>
                  <a:lnTo>
                    <a:pt x="1189" y="1119"/>
                  </a:lnTo>
                  <a:lnTo>
                    <a:pt x="1208" y="1103"/>
                  </a:lnTo>
                  <a:lnTo>
                    <a:pt x="1227" y="1090"/>
                  </a:lnTo>
                  <a:lnTo>
                    <a:pt x="1248" y="1077"/>
                  </a:lnTo>
                  <a:lnTo>
                    <a:pt x="1268" y="1064"/>
                  </a:lnTo>
                  <a:lnTo>
                    <a:pt x="1291" y="1053"/>
                  </a:lnTo>
                  <a:lnTo>
                    <a:pt x="1313" y="1043"/>
                  </a:lnTo>
                  <a:lnTo>
                    <a:pt x="1336" y="1034"/>
                  </a:lnTo>
                  <a:lnTo>
                    <a:pt x="1359" y="1027"/>
                  </a:lnTo>
                  <a:lnTo>
                    <a:pt x="1383" y="1020"/>
                  </a:lnTo>
                  <a:lnTo>
                    <a:pt x="1407" y="1014"/>
                  </a:lnTo>
                  <a:lnTo>
                    <a:pt x="1432" y="1010"/>
                  </a:lnTo>
                  <a:lnTo>
                    <a:pt x="1458" y="1007"/>
                  </a:lnTo>
                  <a:lnTo>
                    <a:pt x="1483" y="1005"/>
                  </a:lnTo>
                  <a:lnTo>
                    <a:pt x="1509" y="1004"/>
                  </a:lnTo>
                  <a:lnTo>
                    <a:pt x="14586" y="1004"/>
                  </a:lnTo>
                  <a:lnTo>
                    <a:pt x="14612" y="1005"/>
                  </a:lnTo>
                  <a:lnTo>
                    <a:pt x="14637" y="1007"/>
                  </a:lnTo>
                  <a:lnTo>
                    <a:pt x="14663" y="1010"/>
                  </a:lnTo>
                  <a:lnTo>
                    <a:pt x="14687" y="1014"/>
                  </a:lnTo>
                  <a:lnTo>
                    <a:pt x="14712" y="1020"/>
                  </a:lnTo>
                  <a:lnTo>
                    <a:pt x="14735" y="1027"/>
                  </a:lnTo>
                  <a:lnTo>
                    <a:pt x="14759" y="1034"/>
                  </a:lnTo>
                  <a:lnTo>
                    <a:pt x="14781" y="1043"/>
                  </a:lnTo>
                  <a:lnTo>
                    <a:pt x="14803" y="1053"/>
                  </a:lnTo>
                  <a:lnTo>
                    <a:pt x="14826" y="1064"/>
                  </a:lnTo>
                  <a:lnTo>
                    <a:pt x="14847" y="1077"/>
                  </a:lnTo>
                  <a:lnTo>
                    <a:pt x="14867" y="1090"/>
                  </a:lnTo>
                  <a:lnTo>
                    <a:pt x="14887" y="1103"/>
                  </a:lnTo>
                  <a:lnTo>
                    <a:pt x="14906" y="1119"/>
                  </a:lnTo>
                  <a:lnTo>
                    <a:pt x="14924" y="1135"/>
                  </a:lnTo>
                  <a:lnTo>
                    <a:pt x="14941" y="1151"/>
                  </a:lnTo>
                  <a:lnTo>
                    <a:pt x="14958" y="1169"/>
                  </a:lnTo>
                  <a:lnTo>
                    <a:pt x="14974" y="1187"/>
                  </a:lnTo>
                  <a:lnTo>
                    <a:pt x="14988" y="1206"/>
                  </a:lnTo>
                  <a:lnTo>
                    <a:pt x="15003" y="1225"/>
                  </a:lnTo>
                  <a:lnTo>
                    <a:pt x="15016" y="1246"/>
                  </a:lnTo>
                  <a:lnTo>
                    <a:pt x="15029" y="1267"/>
                  </a:lnTo>
                  <a:lnTo>
                    <a:pt x="15040" y="1288"/>
                  </a:lnTo>
                  <a:lnTo>
                    <a:pt x="15050" y="1310"/>
                  </a:lnTo>
                  <a:lnTo>
                    <a:pt x="15059" y="1333"/>
                  </a:lnTo>
                  <a:lnTo>
                    <a:pt x="15066" y="1356"/>
                  </a:lnTo>
                  <a:lnTo>
                    <a:pt x="15073" y="1381"/>
                  </a:lnTo>
                  <a:lnTo>
                    <a:pt x="15079" y="1405"/>
                  </a:lnTo>
                  <a:lnTo>
                    <a:pt x="15083" y="1430"/>
                  </a:lnTo>
                  <a:lnTo>
                    <a:pt x="15086" y="1455"/>
                  </a:lnTo>
                  <a:lnTo>
                    <a:pt x="15088" y="1480"/>
                  </a:lnTo>
                  <a:lnTo>
                    <a:pt x="15089" y="1506"/>
                  </a:lnTo>
                  <a:lnTo>
                    <a:pt x="15089" y="11547"/>
                  </a:lnTo>
                  <a:close/>
                  <a:moveTo>
                    <a:pt x="14586" y="0"/>
                  </a:moveTo>
                  <a:lnTo>
                    <a:pt x="1509" y="0"/>
                  </a:lnTo>
                  <a:lnTo>
                    <a:pt x="1431" y="2"/>
                  </a:lnTo>
                  <a:lnTo>
                    <a:pt x="1354" y="8"/>
                  </a:lnTo>
                  <a:lnTo>
                    <a:pt x="1279" y="17"/>
                  </a:lnTo>
                  <a:lnTo>
                    <a:pt x="1204" y="30"/>
                  </a:lnTo>
                  <a:lnTo>
                    <a:pt x="1132" y="47"/>
                  </a:lnTo>
                  <a:lnTo>
                    <a:pt x="1060" y="67"/>
                  </a:lnTo>
                  <a:lnTo>
                    <a:pt x="990" y="91"/>
                  </a:lnTo>
                  <a:lnTo>
                    <a:pt x="921" y="118"/>
                  </a:lnTo>
                  <a:lnTo>
                    <a:pt x="854" y="149"/>
                  </a:lnTo>
                  <a:lnTo>
                    <a:pt x="790" y="182"/>
                  </a:lnTo>
                  <a:lnTo>
                    <a:pt x="726" y="218"/>
                  </a:lnTo>
                  <a:lnTo>
                    <a:pt x="665" y="257"/>
                  </a:lnTo>
                  <a:lnTo>
                    <a:pt x="606" y="299"/>
                  </a:lnTo>
                  <a:lnTo>
                    <a:pt x="549" y="344"/>
                  </a:lnTo>
                  <a:lnTo>
                    <a:pt x="494" y="392"/>
                  </a:lnTo>
                  <a:lnTo>
                    <a:pt x="442" y="441"/>
                  </a:lnTo>
                  <a:lnTo>
                    <a:pt x="391" y="493"/>
                  </a:lnTo>
                  <a:lnTo>
                    <a:pt x="344" y="548"/>
                  </a:lnTo>
                  <a:lnTo>
                    <a:pt x="300" y="605"/>
                  </a:lnTo>
                  <a:lnTo>
                    <a:pt x="258" y="664"/>
                  </a:lnTo>
                  <a:lnTo>
                    <a:pt x="218" y="725"/>
                  </a:lnTo>
                  <a:lnTo>
                    <a:pt x="182" y="788"/>
                  </a:lnTo>
                  <a:lnTo>
                    <a:pt x="149" y="853"/>
                  </a:lnTo>
                  <a:lnTo>
                    <a:pt x="119" y="920"/>
                  </a:lnTo>
                  <a:lnTo>
                    <a:pt x="92" y="988"/>
                  </a:lnTo>
                  <a:lnTo>
                    <a:pt x="67" y="1058"/>
                  </a:lnTo>
                  <a:lnTo>
                    <a:pt x="47" y="1130"/>
                  </a:lnTo>
                  <a:lnTo>
                    <a:pt x="30" y="1203"/>
                  </a:lnTo>
                  <a:lnTo>
                    <a:pt x="17" y="1277"/>
                  </a:lnTo>
                  <a:lnTo>
                    <a:pt x="8" y="1352"/>
                  </a:lnTo>
                  <a:lnTo>
                    <a:pt x="2" y="1429"/>
                  </a:lnTo>
                  <a:lnTo>
                    <a:pt x="0" y="1506"/>
                  </a:lnTo>
                  <a:lnTo>
                    <a:pt x="0" y="11547"/>
                  </a:lnTo>
                  <a:lnTo>
                    <a:pt x="2" y="11624"/>
                  </a:lnTo>
                  <a:lnTo>
                    <a:pt x="8" y="11700"/>
                  </a:lnTo>
                  <a:lnTo>
                    <a:pt x="17" y="11776"/>
                  </a:lnTo>
                  <a:lnTo>
                    <a:pt x="30" y="11850"/>
                  </a:lnTo>
                  <a:lnTo>
                    <a:pt x="47" y="11922"/>
                  </a:lnTo>
                  <a:lnTo>
                    <a:pt x="67" y="11994"/>
                  </a:lnTo>
                  <a:lnTo>
                    <a:pt x="92" y="12064"/>
                  </a:lnTo>
                  <a:lnTo>
                    <a:pt x="118" y="12132"/>
                  </a:lnTo>
                  <a:lnTo>
                    <a:pt x="148" y="12198"/>
                  </a:lnTo>
                  <a:lnTo>
                    <a:pt x="181" y="12264"/>
                  </a:lnTo>
                  <a:lnTo>
                    <a:pt x="217" y="12326"/>
                  </a:lnTo>
                  <a:lnTo>
                    <a:pt x="257" y="12387"/>
                  </a:lnTo>
                  <a:lnTo>
                    <a:pt x="299" y="12446"/>
                  </a:lnTo>
                  <a:lnTo>
                    <a:pt x="343" y="12504"/>
                  </a:lnTo>
                  <a:lnTo>
                    <a:pt x="390" y="12558"/>
                  </a:lnTo>
                  <a:lnTo>
                    <a:pt x="441" y="12610"/>
                  </a:lnTo>
                  <a:lnTo>
                    <a:pt x="493" y="12660"/>
                  </a:lnTo>
                  <a:lnTo>
                    <a:pt x="547" y="12707"/>
                  </a:lnTo>
                  <a:lnTo>
                    <a:pt x="604" y="12752"/>
                  </a:lnTo>
                  <a:lnTo>
                    <a:pt x="663" y="12794"/>
                  </a:lnTo>
                  <a:lnTo>
                    <a:pt x="724" y="12833"/>
                  </a:lnTo>
                  <a:lnTo>
                    <a:pt x="787" y="12869"/>
                  </a:lnTo>
                  <a:lnTo>
                    <a:pt x="852" y="12902"/>
                  </a:lnTo>
                  <a:lnTo>
                    <a:pt x="918" y="12933"/>
                  </a:lnTo>
                  <a:lnTo>
                    <a:pt x="987" y="12959"/>
                  </a:lnTo>
                  <a:lnTo>
                    <a:pt x="1056" y="12984"/>
                  </a:lnTo>
                  <a:lnTo>
                    <a:pt x="1128" y="13004"/>
                  </a:lnTo>
                  <a:lnTo>
                    <a:pt x="1201" y="13021"/>
                  </a:lnTo>
                  <a:lnTo>
                    <a:pt x="1275" y="13035"/>
                  </a:lnTo>
                  <a:lnTo>
                    <a:pt x="1350" y="13044"/>
                  </a:lnTo>
                  <a:lnTo>
                    <a:pt x="1426" y="13050"/>
                  </a:lnTo>
                  <a:lnTo>
                    <a:pt x="1504" y="13053"/>
                  </a:lnTo>
                  <a:lnTo>
                    <a:pt x="6539" y="13053"/>
                  </a:lnTo>
                  <a:lnTo>
                    <a:pt x="6539" y="13663"/>
                  </a:lnTo>
                  <a:lnTo>
                    <a:pt x="3399" y="14070"/>
                  </a:lnTo>
                  <a:lnTo>
                    <a:pt x="3378" y="14076"/>
                  </a:lnTo>
                  <a:lnTo>
                    <a:pt x="3358" y="14082"/>
                  </a:lnTo>
                  <a:lnTo>
                    <a:pt x="3338" y="14090"/>
                  </a:lnTo>
                  <a:lnTo>
                    <a:pt x="3319" y="14098"/>
                  </a:lnTo>
                  <a:lnTo>
                    <a:pt x="3299" y="14106"/>
                  </a:lnTo>
                  <a:lnTo>
                    <a:pt x="3280" y="14116"/>
                  </a:lnTo>
                  <a:lnTo>
                    <a:pt x="3262" y="14126"/>
                  </a:lnTo>
                  <a:lnTo>
                    <a:pt x="3245" y="14137"/>
                  </a:lnTo>
                  <a:lnTo>
                    <a:pt x="3228" y="14149"/>
                  </a:lnTo>
                  <a:lnTo>
                    <a:pt x="3211" y="14161"/>
                  </a:lnTo>
                  <a:lnTo>
                    <a:pt x="3196" y="14174"/>
                  </a:lnTo>
                  <a:lnTo>
                    <a:pt x="3180" y="14188"/>
                  </a:lnTo>
                  <a:lnTo>
                    <a:pt x="3166" y="14203"/>
                  </a:lnTo>
                  <a:lnTo>
                    <a:pt x="3151" y="14217"/>
                  </a:lnTo>
                  <a:lnTo>
                    <a:pt x="3138" y="14233"/>
                  </a:lnTo>
                  <a:lnTo>
                    <a:pt x="3124" y="14249"/>
                  </a:lnTo>
                  <a:lnTo>
                    <a:pt x="3112" y="14265"/>
                  </a:lnTo>
                  <a:lnTo>
                    <a:pt x="3100" y="14282"/>
                  </a:lnTo>
                  <a:lnTo>
                    <a:pt x="3089" y="14299"/>
                  </a:lnTo>
                  <a:lnTo>
                    <a:pt x="3079" y="14316"/>
                  </a:lnTo>
                  <a:lnTo>
                    <a:pt x="3070" y="14335"/>
                  </a:lnTo>
                  <a:lnTo>
                    <a:pt x="3061" y="14353"/>
                  </a:lnTo>
                  <a:lnTo>
                    <a:pt x="3053" y="14372"/>
                  </a:lnTo>
                  <a:lnTo>
                    <a:pt x="3046" y="14391"/>
                  </a:lnTo>
                  <a:lnTo>
                    <a:pt x="3039" y="14411"/>
                  </a:lnTo>
                  <a:lnTo>
                    <a:pt x="3034" y="14431"/>
                  </a:lnTo>
                  <a:lnTo>
                    <a:pt x="3029" y="14452"/>
                  </a:lnTo>
                  <a:lnTo>
                    <a:pt x="3025" y="14473"/>
                  </a:lnTo>
                  <a:lnTo>
                    <a:pt x="3022" y="14493"/>
                  </a:lnTo>
                  <a:lnTo>
                    <a:pt x="3020" y="14514"/>
                  </a:lnTo>
                  <a:lnTo>
                    <a:pt x="3018" y="14536"/>
                  </a:lnTo>
                  <a:lnTo>
                    <a:pt x="3018" y="14557"/>
                  </a:lnTo>
                  <a:lnTo>
                    <a:pt x="3019" y="14583"/>
                  </a:lnTo>
                  <a:lnTo>
                    <a:pt x="3020" y="14608"/>
                  </a:lnTo>
                  <a:lnTo>
                    <a:pt x="3024" y="14633"/>
                  </a:lnTo>
                  <a:lnTo>
                    <a:pt x="3028" y="14658"/>
                  </a:lnTo>
                  <a:lnTo>
                    <a:pt x="3034" y="14682"/>
                  </a:lnTo>
                  <a:lnTo>
                    <a:pt x="3040" y="14707"/>
                  </a:lnTo>
                  <a:lnTo>
                    <a:pt x="3048" y="14730"/>
                  </a:lnTo>
                  <a:lnTo>
                    <a:pt x="3057" y="14753"/>
                  </a:lnTo>
                  <a:lnTo>
                    <a:pt x="3067" y="14775"/>
                  </a:lnTo>
                  <a:lnTo>
                    <a:pt x="3078" y="14797"/>
                  </a:lnTo>
                  <a:lnTo>
                    <a:pt x="3090" y="14818"/>
                  </a:lnTo>
                  <a:lnTo>
                    <a:pt x="3103" y="14838"/>
                  </a:lnTo>
                  <a:lnTo>
                    <a:pt x="3117" y="14857"/>
                  </a:lnTo>
                  <a:lnTo>
                    <a:pt x="3132" y="14876"/>
                  </a:lnTo>
                  <a:lnTo>
                    <a:pt x="3149" y="14894"/>
                  </a:lnTo>
                  <a:lnTo>
                    <a:pt x="3165" y="14912"/>
                  </a:lnTo>
                  <a:lnTo>
                    <a:pt x="3183" y="14928"/>
                  </a:lnTo>
                  <a:lnTo>
                    <a:pt x="3201" y="14945"/>
                  </a:lnTo>
                  <a:lnTo>
                    <a:pt x="3220" y="14960"/>
                  </a:lnTo>
                  <a:lnTo>
                    <a:pt x="3239" y="14974"/>
                  </a:lnTo>
                  <a:lnTo>
                    <a:pt x="3260" y="14987"/>
                  </a:lnTo>
                  <a:lnTo>
                    <a:pt x="3280" y="14999"/>
                  </a:lnTo>
                  <a:lnTo>
                    <a:pt x="3302" y="15010"/>
                  </a:lnTo>
                  <a:lnTo>
                    <a:pt x="3325" y="15020"/>
                  </a:lnTo>
                  <a:lnTo>
                    <a:pt x="3348" y="15029"/>
                  </a:lnTo>
                  <a:lnTo>
                    <a:pt x="3371" y="15037"/>
                  </a:lnTo>
                  <a:lnTo>
                    <a:pt x="3395" y="15043"/>
                  </a:lnTo>
                  <a:lnTo>
                    <a:pt x="3419" y="15049"/>
                  </a:lnTo>
                  <a:lnTo>
                    <a:pt x="3444" y="15053"/>
                  </a:lnTo>
                  <a:lnTo>
                    <a:pt x="3469" y="15056"/>
                  </a:lnTo>
                  <a:lnTo>
                    <a:pt x="3495" y="15058"/>
                  </a:lnTo>
                  <a:lnTo>
                    <a:pt x="3521" y="15059"/>
                  </a:lnTo>
                  <a:lnTo>
                    <a:pt x="12574" y="15059"/>
                  </a:lnTo>
                  <a:lnTo>
                    <a:pt x="12600" y="15058"/>
                  </a:lnTo>
                  <a:lnTo>
                    <a:pt x="12626" y="15056"/>
                  </a:lnTo>
                  <a:lnTo>
                    <a:pt x="12651" y="15053"/>
                  </a:lnTo>
                  <a:lnTo>
                    <a:pt x="12676" y="15049"/>
                  </a:lnTo>
                  <a:lnTo>
                    <a:pt x="12700" y="15043"/>
                  </a:lnTo>
                  <a:lnTo>
                    <a:pt x="12724" y="15037"/>
                  </a:lnTo>
                  <a:lnTo>
                    <a:pt x="12747" y="15029"/>
                  </a:lnTo>
                  <a:lnTo>
                    <a:pt x="12770" y="15020"/>
                  </a:lnTo>
                  <a:lnTo>
                    <a:pt x="12793" y="15010"/>
                  </a:lnTo>
                  <a:lnTo>
                    <a:pt x="12814" y="14999"/>
                  </a:lnTo>
                  <a:lnTo>
                    <a:pt x="12835" y="14987"/>
                  </a:lnTo>
                  <a:lnTo>
                    <a:pt x="12856" y="14974"/>
                  </a:lnTo>
                  <a:lnTo>
                    <a:pt x="12875" y="14960"/>
                  </a:lnTo>
                  <a:lnTo>
                    <a:pt x="12894" y="14945"/>
                  </a:lnTo>
                  <a:lnTo>
                    <a:pt x="12912" y="14928"/>
                  </a:lnTo>
                  <a:lnTo>
                    <a:pt x="12930" y="14912"/>
                  </a:lnTo>
                  <a:lnTo>
                    <a:pt x="12946" y="14894"/>
                  </a:lnTo>
                  <a:lnTo>
                    <a:pt x="12963" y="14876"/>
                  </a:lnTo>
                  <a:lnTo>
                    <a:pt x="12978" y="14857"/>
                  </a:lnTo>
                  <a:lnTo>
                    <a:pt x="12992" y="14838"/>
                  </a:lnTo>
                  <a:lnTo>
                    <a:pt x="13005" y="14818"/>
                  </a:lnTo>
                  <a:lnTo>
                    <a:pt x="13017" y="14797"/>
                  </a:lnTo>
                  <a:lnTo>
                    <a:pt x="13028" y="14775"/>
                  </a:lnTo>
                  <a:lnTo>
                    <a:pt x="13038" y="14753"/>
                  </a:lnTo>
                  <a:lnTo>
                    <a:pt x="13047" y="14730"/>
                  </a:lnTo>
                  <a:lnTo>
                    <a:pt x="13055" y="14707"/>
                  </a:lnTo>
                  <a:lnTo>
                    <a:pt x="13061" y="14682"/>
                  </a:lnTo>
                  <a:lnTo>
                    <a:pt x="13067" y="14658"/>
                  </a:lnTo>
                  <a:lnTo>
                    <a:pt x="13071" y="14633"/>
                  </a:lnTo>
                  <a:lnTo>
                    <a:pt x="13074" y="14608"/>
                  </a:lnTo>
                  <a:lnTo>
                    <a:pt x="13076" y="14583"/>
                  </a:lnTo>
                  <a:lnTo>
                    <a:pt x="13077" y="14557"/>
                  </a:lnTo>
                  <a:lnTo>
                    <a:pt x="13077" y="14536"/>
                  </a:lnTo>
                  <a:lnTo>
                    <a:pt x="13075" y="14514"/>
                  </a:lnTo>
                  <a:lnTo>
                    <a:pt x="13073" y="14493"/>
                  </a:lnTo>
                  <a:lnTo>
                    <a:pt x="13070" y="14473"/>
                  </a:lnTo>
                  <a:lnTo>
                    <a:pt x="13066" y="14452"/>
                  </a:lnTo>
                  <a:lnTo>
                    <a:pt x="13061" y="14431"/>
                  </a:lnTo>
                  <a:lnTo>
                    <a:pt x="13056" y="14411"/>
                  </a:lnTo>
                  <a:lnTo>
                    <a:pt x="13049" y="14391"/>
                  </a:lnTo>
                  <a:lnTo>
                    <a:pt x="13042" y="14372"/>
                  </a:lnTo>
                  <a:lnTo>
                    <a:pt x="13034" y="14353"/>
                  </a:lnTo>
                  <a:lnTo>
                    <a:pt x="13025" y="14335"/>
                  </a:lnTo>
                  <a:lnTo>
                    <a:pt x="13016" y="14316"/>
                  </a:lnTo>
                  <a:lnTo>
                    <a:pt x="13006" y="14299"/>
                  </a:lnTo>
                  <a:lnTo>
                    <a:pt x="12995" y="14282"/>
                  </a:lnTo>
                  <a:lnTo>
                    <a:pt x="12983" y="14265"/>
                  </a:lnTo>
                  <a:lnTo>
                    <a:pt x="12971" y="14249"/>
                  </a:lnTo>
                  <a:lnTo>
                    <a:pt x="12957" y="14233"/>
                  </a:lnTo>
                  <a:lnTo>
                    <a:pt x="12944" y="14217"/>
                  </a:lnTo>
                  <a:lnTo>
                    <a:pt x="12930" y="14203"/>
                  </a:lnTo>
                  <a:lnTo>
                    <a:pt x="12915" y="14188"/>
                  </a:lnTo>
                  <a:lnTo>
                    <a:pt x="12900" y="14174"/>
                  </a:lnTo>
                  <a:lnTo>
                    <a:pt x="12884" y="14161"/>
                  </a:lnTo>
                  <a:lnTo>
                    <a:pt x="12867" y="14149"/>
                  </a:lnTo>
                  <a:lnTo>
                    <a:pt x="12850" y="14137"/>
                  </a:lnTo>
                  <a:lnTo>
                    <a:pt x="12833" y="14126"/>
                  </a:lnTo>
                  <a:lnTo>
                    <a:pt x="12815" y="14116"/>
                  </a:lnTo>
                  <a:lnTo>
                    <a:pt x="12796" y="14106"/>
                  </a:lnTo>
                  <a:lnTo>
                    <a:pt x="12776" y="14098"/>
                  </a:lnTo>
                  <a:lnTo>
                    <a:pt x="12757" y="14090"/>
                  </a:lnTo>
                  <a:lnTo>
                    <a:pt x="12737" y="14082"/>
                  </a:lnTo>
                  <a:lnTo>
                    <a:pt x="12717" y="14076"/>
                  </a:lnTo>
                  <a:lnTo>
                    <a:pt x="12696" y="14070"/>
                  </a:lnTo>
                  <a:lnTo>
                    <a:pt x="9556" y="13663"/>
                  </a:lnTo>
                  <a:lnTo>
                    <a:pt x="9556" y="13053"/>
                  </a:lnTo>
                  <a:lnTo>
                    <a:pt x="14591" y="13053"/>
                  </a:lnTo>
                  <a:lnTo>
                    <a:pt x="14669" y="13050"/>
                  </a:lnTo>
                  <a:lnTo>
                    <a:pt x="14745" y="13044"/>
                  </a:lnTo>
                  <a:lnTo>
                    <a:pt x="14820" y="13035"/>
                  </a:lnTo>
                  <a:lnTo>
                    <a:pt x="14894" y="13021"/>
                  </a:lnTo>
                  <a:lnTo>
                    <a:pt x="14967" y="13004"/>
                  </a:lnTo>
                  <a:lnTo>
                    <a:pt x="15039" y="12984"/>
                  </a:lnTo>
                  <a:lnTo>
                    <a:pt x="15108" y="12959"/>
                  </a:lnTo>
                  <a:lnTo>
                    <a:pt x="15177" y="12933"/>
                  </a:lnTo>
                  <a:lnTo>
                    <a:pt x="15243" y="12902"/>
                  </a:lnTo>
                  <a:lnTo>
                    <a:pt x="15308" y="12869"/>
                  </a:lnTo>
                  <a:lnTo>
                    <a:pt x="15371" y="12833"/>
                  </a:lnTo>
                  <a:lnTo>
                    <a:pt x="15432" y="12794"/>
                  </a:lnTo>
                  <a:lnTo>
                    <a:pt x="15491" y="12752"/>
                  </a:lnTo>
                  <a:lnTo>
                    <a:pt x="15548" y="12707"/>
                  </a:lnTo>
                  <a:lnTo>
                    <a:pt x="15602" y="12660"/>
                  </a:lnTo>
                  <a:lnTo>
                    <a:pt x="15654" y="12610"/>
                  </a:lnTo>
                  <a:lnTo>
                    <a:pt x="15705" y="12558"/>
                  </a:lnTo>
                  <a:lnTo>
                    <a:pt x="15752" y="12504"/>
                  </a:lnTo>
                  <a:lnTo>
                    <a:pt x="15796" y="12446"/>
                  </a:lnTo>
                  <a:lnTo>
                    <a:pt x="15838" y="12387"/>
                  </a:lnTo>
                  <a:lnTo>
                    <a:pt x="15878" y="12326"/>
                  </a:lnTo>
                  <a:lnTo>
                    <a:pt x="15914" y="12264"/>
                  </a:lnTo>
                  <a:lnTo>
                    <a:pt x="15947" y="12198"/>
                  </a:lnTo>
                  <a:lnTo>
                    <a:pt x="15977" y="12132"/>
                  </a:lnTo>
                  <a:lnTo>
                    <a:pt x="16003" y="12064"/>
                  </a:lnTo>
                  <a:lnTo>
                    <a:pt x="16028" y="11994"/>
                  </a:lnTo>
                  <a:lnTo>
                    <a:pt x="16048" y="11922"/>
                  </a:lnTo>
                  <a:lnTo>
                    <a:pt x="16065" y="11850"/>
                  </a:lnTo>
                  <a:lnTo>
                    <a:pt x="16078" y="11776"/>
                  </a:lnTo>
                  <a:lnTo>
                    <a:pt x="16087" y="11700"/>
                  </a:lnTo>
                  <a:lnTo>
                    <a:pt x="16093" y="11624"/>
                  </a:lnTo>
                  <a:lnTo>
                    <a:pt x="16095" y="11547"/>
                  </a:lnTo>
                  <a:lnTo>
                    <a:pt x="16095" y="1506"/>
                  </a:lnTo>
                  <a:lnTo>
                    <a:pt x="16093" y="1429"/>
                  </a:lnTo>
                  <a:lnTo>
                    <a:pt x="16087" y="1352"/>
                  </a:lnTo>
                  <a:lnTo>
                    <a:pt x="16078" y="1277"/>
                  </a:lnTo>
                  <a:lnTo>
                    <a:pt x="16064" y="1203"/>
                  </a:lnTo>
                  <a:lnTo>
                    <a:pt x="16048" y="1130"/>
                  </a:lnTo>
                  <a:lnTo>
                    <a:pt x="16028" y="1058"/>
                  </a:lnTo>
                  <a:lnTo>
                    <a:pt x="16003" y="988"/>
                  </a:lnTo>
                  <a:lnTo>
                    <a:pt x="15976" y="920"/>
                  </a:lnTo>
                  <a:lnTo>
                    <a:pt x="15946" y="853"/>
                  </a:lnTo>
                  <a:lnTo>
                    <a:pt x="15913" y="788"/>
                  </a:lnTo>
                  <a:lnTo>
                    <a:pt x="15877" y="725"/>
                  </a:lnTo>
                  <a:lnTo>
                    <a:pt x="15837" y="664"/>
                  </a:lnTo>
                  <a:lnTo>
                    <a:pt x="15795" y="605"/>
                  </a:lnTo>
                  <a:lnTo>
                    <a:pt x="15750" y="548"/>
                  </a:lnTo>
                  <a:lnTo>
                    <a:pt x="15703" y="493"/>
                  </a:lnTo>
                  <a:lnTo>
                    <a:pt x="15652" y="441"/>
                  </a:lnTo>
                  <a:lnTo>
                    <a:pt x="15600" y="392"/>
                  </a:lnTo>
                  <a:lnTo>
                    <a:pt x="15546" y="344"/>
                  </a:lnTo>
                  <a:lnTo>
                    <a:pt x="15488" y="299"/>
                  </a:lnTo>
                  <a:lnTo>
                    <a:pt x="15429" y="257"/>
                  </a:lnTo>
                  <a:lnTo>
                    <a:pt x="15369" y="218"/>
                  </a:lnTo>
                  <a:lnTo>
                    <a:pt x="15305" y="182"/>
                  </a:lnTo>
                  <a:lnTo>
                    <a:pt x="15240" y="149"/>
                  </a:lnTo>
                  <a:lnTo>
                    <a:pt x="15174" y="118"/>
                  </a:lnTo>
                  <a:lnTo>
                    <a:pt x="15105" y="91"/>
                  </a:lnTo>
                  <a:lnTo>
                    <a:pt x="15035" y="67"/>
                  </a:lnTo>
                  <a:lnTo>
                    <a:pt x="14963" y="47"/>
                  </a:lnTo>
                  <a:lnTo>
                    <a:pt x="14890" y="30"/>
                  </a:lnTo>
                  <a:lnTo>
                    <a:pt x="14815" y="17"/>
                  </a:lnTo>
                  <a:lnTo>
                    <a:pt x="14740" y="8"/>
                  </a:lnTo>
                  <a:lnTo>
                    <a:pt x="14664" y="2"/>
                  </a:lnTo>
                  <a:lnTo>
                    <a:pt x="14586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Group 10"/>
          <p:cNvGrpSpPr/>
          <p:nvPr/>
        </p:nvGrpSpPr>
        <p:grpSpPr>
          <a:xfrm>
            <a:off x="3659145" y="1650665"/>
            <a:ext cx="536970" cy="535735"/>
            <a:chOff x="4594225" y="2119313"/>
            <a:chExt cx="690563" cy="688975"/>
          </a:xfrm>
          <a:solidFill>
            <a:srgbClr val="DBCDA5"/>
          </a:solidFill>
        </p:grpSpPr>
        <p:sp>
          <p:nvSpPr>
            <p:cNvPr id="8" name="Freeform 74"/>
            <p:cNvSpPr>
              <a:spLocks noEditPoints="1"/>
            </p:cNvSpPr>
            <p:nvPr/>
          </p:nvSpPr>
          <p:spPr bwMode="auto">
            <a:xfrm>
              <a:off x="4594225" y="2119313"/>
              <a:ext cx="690563" cy="688975"/>
            </a:xfrm>
            <a:custGeom>
              <a:avLst/>
              <a:gdLst>
                <a:gd name="T0" fmla="*/ 13014 w 16095"/>
                <a:gd name="T1" fmla="*/ 9314 h 16058"/>
                <a:gd name="T2" fmla="*/ 12601 w 16095"/>
                <a:gd name="T3" fmla="*/ 10148 h 16058"/>
                <a:gd name="T4" fmla="*/ 12483 w 16095"/>
                <a:gd name="T5" fmla="*/ 10816 h 16058"/>
                <a:gd name="T6" fmla="*/ 11103 w 16095"/>
                <a:gd name="T7" fmla="*/ 12535 h 16058"/>
                <a:gd name="T8" fmla="*/ 10453 w 16095"/>
                <a:gd name="T9" fmla="*/ 12465 h 16058"/>
                <a:gd name="T10" fmla="*/ 9575 w 16095"/>
                <a:gd name="T11" fmla="*/ 12816 h 16058"/>
                <a:gd name="T12" fmla="*/ 9126 w 16095"/>
                <a:gd name="T13" fmla="*/ 13268 h 16058"/>
                <a:gd name="T14" fmla="*/ 6955 w 16095"/>
                <a:gd name="T15" fmla="*/ 13239 h 16058"/>
                <a:gd name="T16" fmla="*/ 6491 w 16095"/>
                <a:gd name="T17" fmla="*/ 12802 h 16058"/>
                <a:gd name="T18" fmla="*/ 5615 w 16095"/>
                <a:gd name="T19" fmla="*/ 12459 h 16058"/>
                <a:gd name="T20" fmla="*/ 4959 w 16095"/>
                <a:gd name="T21" fmla="*/ 12551 h 16058"/>
                <a:gd name="T22" fmla="*/ 3617 w 16095"/>
                <a:gd name="T23" fmla="*/ 10784 h 16058"/>
                <a:gd name="T24" fmla="*/ 3464 w 16095"/>
                <a:gd name="T25" fmla="*/ 10082 h 16058"/>
                <a:gd name="T26" fmla="*/ 3059 w 16095"/>
                <a:gd name="T27" fmla="*/ 9291 h 16058"/>
                <a:gd name="T28" fmla="*/ 1006 w 16095"/>
                <a:gd name="T29" fmla="*/ 7347 h 16058"/>
                <a:gd name="T30" fmla="*/ 3081 w 16095"/>
                <a:gd name="T31" fmla="*/ 6745 h 16058"/>
                <a:gd name="T32" fmla="*/ 3495 w 16095"/>
                <a:gd name="T33" fmla="*/ 5911 h 16058"/>
                <a:gd name="T34" fmla="*/ 3613 w 16095"/>
                <a:gd name="T35" fmla="*/ 5243 h 16058"/>
                <a:gd name="T36" fmla="*/ 4992 w 16095"/>
                <a:gd name="T37" fmla="*/ 3523 h 16058"/>
                <a:gd name="T38" fmla="*/ 5643 w 16095"/>
                <a:gd name="T39" fmla="*/ 3593 h 16058"/>
                <a:gd name="T40" fmla="*/ 6520 w 16095"/>
                <a:gd name="T41" fmla="*/ 3242 h 16058"/>
                <a:gd name="T42" fmla="*/ 6970 w 16095"/>
                <a:gd name="T43" fmla="*/ 2790 h 16058"/>
                <a:gd name="T44" fmla="*/ 9140 w 16095"/>
                <a:gd name="T45" fmla="*/ 2819 h 16058"/>
                <a:gd name="T46" fmla="*/ 9604 w 16095"/>
                <a:gd name="T47" fmla="*/ 3256 h 16058"/>
                <a:gd name="T48" fmla="*/ 10480 w 16095"/>
                <a:gd name="T49" fmla="*/ 3599 h 16058"/>
                <a:gd name="T50" fmla="*/ 11137 w 16095"/>
                <a:gd name="T51" fmla="*/ 3507 h 16058"/>
                <a:gd name="T52" fmla="*/ 12478 w 16095"/>
                <a:gd name="T53" fmla="*/ 5274 h 16058"/>
                <a:gd name="T54" fmla="*/ 12631 w 16095"/>
                <a:gd name="T55" fmla="*/ 5976 h 16058"/>
                <a:gd name="T56" fmla="*/ 13036 w 16095"/>
                <a:gd name="T57" fmla="*/ 6767 h 16058"/>
                <a:gd name="T58" fmla="*/ 15089 w 16095"/>
                <a:gd name="T59" fmla="*/ 8712 h 16058"/>
                <a:gd name="T60" fmla="*/ 14489 w 16095"/>
                <a:gd name="T61" fmla="*/ 3783 h 16058"/>
                <a:gd name="T62" fmla="*/ 14336 w 16095"/>
                <a:gd name="T63" fmla="*/ 2970 h 16058"/>
                <a:gd name="T64" fmla="*/ 12945 w 16095"/>
                <a:gd name="T65" fmla="*/ 1659 h 16058"/>
                <a:gd name="T66" fmla="*/ 12433 w 16095"/>
                <a:gd name="T67" fmla="*/ 1581 h 16058"/>
                <a:gd name="T68" fmla="*/ 10192 w 16095"/>
                <a:gd name="T69" fmla="*/ 2406 h 16058"/>
                <a:gd name="T70" fmla="*/ 9336 w 16095"/>
                <a:gd name="T71" fmla="*/ 202 h 16058"/>
                <a:gd name="T72" fmla="*/ 7187 w 16095"/>
                <a:gd name="T73" fmla="*/ 15 h 16058"/>
                <a:gd name="T74" fmla="*/ 6503 w 16095"/>
                <a:gd name="T75" fmla="*/ 483 h 16058"/>
                <a:gd name="T76" fmla="*/ 4046 w 16095"/>
                <a:gd name="T77" fmla="*/ 1704 h 16058"/>
                <a:gd name="T78" fmla="*/ 3407 w 16095"/>
                <a:gd name="T79" fmla="*/ 1586 h 16058"/>
                <a:gd name="T80" fmla="*/ 2956 w 16095"/>
                <a:gd name="T81" fmla="*/ 1771 h 16058"/>
                <a:gd name="T82" fmla="*/ 1604 w 16095"/>
                <a:gd name="T83" fmla="*/ 3320 h 16058"/>
                <a:gd name="T84" fmla="*/ 2620 w 16095"/>
                <a:gd name="T85" fmla="*/ 5408 h 16058"/>
                <a:gd name="T86" fmla="*/ 379 w 16095"/>
                <a:gd name="T87" fmla="*/ 6562 h 16058"/>
                <a:gd name="T88" fmla="*/ 1 w 16095"/>
                <a:gd name="T89" fmla="*/ 7302 h 16058"/>
                <a:gd name="T90" fmla="*/ 285 w 16095"/>
                <a:gd name="T91" fmla="*/ 9412 h 16058"/>
                <a:gd name="T92" fmla="*/ 2511 w 16095"/>
                <a:gd name="T93" fmla="*/ 10413 h 16058"/>
                <a:gd name="T94" fmla="*/ 1583 w 16095"/>
                <a:gd name="T95" fmla="*/ 12613 h 16058"/>
                <a:gd name="T96" fmla="*/ 2897 w 16095"/>
                <a:gd name="T97" fmla="*/ 14241 h 16058"/>
                <a:gd name="T98" fmla="*/ 3336 w 16095"/>
                <a:gd name="T99" fmla="*/ 14459 h 16058"/>
                <a:gd name="T100" fmla="*/ 3944 w 16095"/>
                <a:gd name="T101" fmla="*/ 14404 h 16058"/>
                <a:gd name="T102" fmla="*/ 6444 w 16095"/>
                <a:gd name="T103" fmla="*/ 15461 h 16058"/>
                <a:gd name="T104" fmla="*/ 7061 w 16095"/>
                <a:gd name="T105" fmla="*/ 16012 h 16058"/>
                <a:gd name="T106" fmla="*/ 9229 w 16095"/>
                <a:gd name="T107" fmla="*/ 15927 h 16058"/>
                <a:gd name="T108" fmla="*/ 9718 w 16095"/>
                <a:gd name="T109" fmla="*/ 15251 h 16058"/>
                <a:gd name="T110" fmla="*/ 12326 w 16095"/>
                <a:gd name="T111" fmla="*/ 14460 h 16058"/>
                <a:gd name="T112" fmla="*/ 12877 w 16095"/>
                <a:gd name="T113" fmla="*/ 14426 h 16058"/>
                <a:gd name="T114" fmla="*/ 14253 w 16095"/>
                <a:gd name="T115" fmla="*/ 13191 h 16058"/>
                <a:gd name="T116" fmla="*/ 14511 w 16095"/>
                <a:gd name="T117" fmla="*/ 12402 h 16058"/>
                <a:gd name="T118" fmla="*/ 13745 w 16095"/>
                <a:gd name="T119" fmla="*/ 10004 h 16058"/>
                <a:gd name="T120" fmla="*/ 15941 w 16095"/>
                <a:gd name="T121" fmla="*/ 9245 h 16058"/>
                <a:gd name="T122" fmla="*/ 16061 w 16095"/>
                <a:gd name="T123" fmla="*/ 7086 h 16058"/>
                <a:gd name="T124" fmla="*/ 15536 w 16095"/>
                <a:gd name="T125" fmla="*/ 6448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095" h="16058">
                  <a:moveTo>
                    <a:pt x="13547" y="9020"/>
                  </a:moveTo>
                  <a:lnTo>
                    <a:pt x="13515" y="9027"/>
                  </a:lnTo>
                  <a:lnTo>
                    <a:pt x="13483" y="9035"/>
                  </a:lnTo>
                  <a:lnTo>
                    <a:pt x="13450" y="9044"/>
                  </a:lnTo>
                  <a:lnTo>
                    <a:pt x="13419" y="9054"/>
                  </a:lnTo>
                  <a:lnTo>
                    <a:pt x="13388" y="9065"/>
                  </a:lnTo>
                  <a:lnTo>
                    <a:pt x="13358" y="9077"/>
                  </a:lnTo>
                  <a:lnTo>
                    <a:pt x="13328" y="9090"/>
                  </a:lnTo>
                  <a:lnTo>
                    <a:pt x="13298" y="9104"/>
                  </a:lnTo>
                  <a:lnTo>
                    <a:pt x="13269" y="9120"/>
                  </a:lnTo>
                  <a:lnTo>
                    <a:pt x="13241" y="9135"/>
                  </a:lnTo>
                  <a:lnTo>
                    <a:pt x="13213" y="9152"/>
                  </a:lnTo>
                  <a:lnTo>
                    <a:pt x="13186" y="9169"/>
                  </a:lnTo>
                  <a:lnTo>
                    <a:pt x="13160" y="9187"/>
                  </a:lnTo>
                  <a:lnTo>
                    <a:pt x="13134" y="9207"/>
                  </a:lnTo>
                  <a:lnTo>
                    <a:pt x="13108" y="9226"/>
                  </a:lnTo>
                  <a:lnTo>
                    <a:pt x="13083" y="9247"/>
                  </a:lnTo>
                  <a:lnTo>
                    <a:pt x="13059" y="9269"/>
                  </a:lnTo>
                  <a:lnTo>
                    <a:pt x="13036" y="9291"/>
                  </a:lnTo>
                  <a:lnTo>
                    <a:pt x="13014" y="9314"/>
                  </a:lnTo>
                  <a:lnTo>
                    <a:pt x="12992" y="9338"/>
                  </a:lnTo>
                  <a:lnTo>
                    <a:pt x="12971" y="9362"/>
                  </a:lnTo>
                  <a:lnTo>
                    <a:pt x="12950" y="9387"/>
                  </a:lnTo>
                  <a:lnTo>
                    <a:pt x="12931" y="9414"/>
                  </a:lnTo>
                  <a:lnTo>
                    <a:pt x="12912" y="9440"/>
                  </a:lnTo>
                  <a:lnTo>
                    <a:pt x="12894" y="9467"/>
                  </a:lnTo>
                  <a:lnTo>
                    <a:pt x="12877" y="9495"/>
                  </a:lnTo>
                  <a:lnTo>
                    <a:pt x="12861" y="9523"/>
                  </a:lnTo>
                  <a:lnTo>
                    <a:pt x="12846" y="9552"/>
                  </a:lnTo>
                  <a:lnTo>
                    <a:pt x="12832" y="9582"/>
                  </a:lnTo>
                  <a:lnTo>
                    <a:pt x="12819" y="9612"/>
                  </a:lnTo>
                  <a:lnTo>
                    <a:pt x="12807" y="9642"/>
                  </a:lnTo>
                  <a:lnTo>
                    <a:pt x="12795" y="9674"/>
                  </a:lnTo>
                  <a:lnTo>
                    <a:pt x="12769" y="9743"/>
                  </a:lnTo>
                  <a:lnTo>
                    <a:pt x="12744" y="9812"/>
                  </a:lnTo>
                  <a:lnTo>
                    <a:pt x="12717" y="9880"/>
                  </a:lnTo>
                  <a:lnTo>
                    <a:pt x="12690" y="9948"/>
                  </a:lnTo>
                  <a:lnTo>
                    <a:pt x="12661" y="10015"/>
                  </a:lnTo>
                  <a:lnTo>
                    <a:pt x="12632" y="10082"/>
                  </a:lnTo>
                  <a:lnTo>
                    <a:pt x="12601" y="10148"/>
                  </a:lnTo>
                  <a:lnTo>
                    <a:pt x="12570" y="10214"/>
                  </a:lnTo>
                  <a:lnTo>
                    <a:pt x="12556" y="10244"/>
                  </a:lnTo>
                  <a:lnTo>
                    <a:pt x="12543" y="10274"/>
                  </a:lnTo>
                  <a:lnTo>
                    <a:pt x="12531" y="10305"/>
                  </a:lnTo>
                  <a:lnTo>
                    <a:pt x="12520" y="10336"/>
                  </a:lnTo>
                  <a:lnTo>
                    <a:pt x="12510" y="10367"/>
                  </a:lnTo>
                  <a:lnTo>
                    <a:pt x="12501" y="10399"/>
                  </a:lnTo>
                  <a:lnTo>
                    <a:pt x="12494" y="10430"/>
                  </a:lnTo>
                  <a:lnTo>
                    <a:pt x="12487" y="10462"/>
                  </a:lnTo>
                  <a:lnTo>
                    <a:pt x="12481" y="10495"/>
                  </a:lnTo>
                  <a:lnTo>
                    <a:pt x="12477" y="10527"/>
                  </a:lnTo>
                  <a:lnTo>
                    <a:pt x="12473" y="10559"/>
                  </a:lnTo>
                  <a:lnTo>
                    <a:pt x="12471" y="10591"/>
                  </a:lnTo>
                  <a:lnTo>
                    <a:pt x="12469" y="10623"/>
                  </a:lnTo>
                  <a:lnTo>
                    <a:pt x="12469" y="10655"/>
                  </a:lnTo>
                  <a:lnTo>
                    <a:pt x="12470" y="10687"/>
                  </a:lnTo>
                  <a:lnTo>
                    <a:pt x="12471" y="10719"/>
                  </a:lnTo>
                  <a:lnTo>
                    <a:pt x="12474" y="10752"/>
                  </a:lnTo>
                  <a:lnTo>
                    <a:pt x="12478" y="10784"/>
                  </a:lnTo>
                  <a:lnTo>
                    <a:pt x="12483" y="10816"/>
                  </a:lnTo>
                  <a:lnTo>
                    <a:pt x="12488" y="10848"/>
                  </a:lnTo>
                  <a:lnTo>
                    <a:pt x="12495" y="10879"/>
                  </a:lnTo>
                  <a:lnTo>
                    <a:pt x="12503" y="10911"/>
                  </a:lnTo>
                  <a:lnTo>
                    <a:pt x="12512" y="10942"/>
                  </a:lnTo>
                  <a:lnTo>
                    <a:pt x="12522" y="10972"/>
                  </a:lnTo>
                  <a:lnTo>
                    <a:pt x="12532" y="11003"/>
                  </a:lnTo>
                  <a:lnTo>
                    <a:pt x="12544" y="11034"/>
                  </a:lnTo>
                  <a:lnTo>
                    <a:pt x="12557" y="11064"/>
                  </a:lnTo>
                  <a:lnTo>
                    <a:pt x="12571" y="11093"/>
                  </a:lnTo>
                  <a:lnTo>
                    <a:pt x="12586" y="11123"/>
                  </a:lnTo>
                  <a:lnTo>
                    <a:pt x="12602" y="11151"/>
                  </a:lnTo>
                  <a:lnTo>
                    <a:pt x="12619" y="11180"/>
                  </a:lnTo>
                  <a:lnTo>
                    <a:pt x="12638" y="11207"/>
                  </a:lnTo>
                  <a:lnTo>
                    <a:pt x="13511" y="12514"/>
                  </a:lnTo>
                  <a:lnTo>
                    <a:pt x="12543" y="13480"/>
                  </a:lnTo>
                  <a:lnTo>
                    <a:pt x="11233" y="12608"/>
                  </a:lnTo>
                  <a:lnTo>
                    <a:pt x="11202" y="12588"/>
                  </a:lnTo>
                  <a:lnTo>
                    <a:pt x="11169" y="12569"/>
                  </a:lnTo>
                  <a:lnTo>
                    <a:pt x="11137" y="12551"/>
                  </a:lnTo>
                  <a:lnTo>
                    <a:pt x="11103" y="12535"/>
                  </a:lnTo>
                  <a:lnTo>
                    <a:pt x="11069" y="12520"/>
                  </a:lnTo>
                  <a:lnTo>
                    <a:pt x="11035" y="12506"/>
                  </a:lnTo>
                  <a:lnTo>
                    <a:pt x="11000" y="12494"/>
                  </a:lnTo>
                  <a:lnTo>
                    <a:pt x="10965" y="12483"/>
                  </a:lnTo>
                  <a:lnTo>
                    <a:pt x="10930" y="12473"/>
                  </a:lnTo>
                  <a:lnTo>
                    <a:pt x="10894" y="12464"/>
                  </a:lnTo>
                  <a:lnTo>
                    <a:pt x="10858" y="12457"/>
                  </a:lnTo>
                  <a:lnTo>
                    <a:pt x="10822" y="12451"/>
                  </a:lnTo>
                  <a:lnTo>
                    <a:pt x="10786" y="12446"/>
                  </a:lnTo>
                  <a:lnTo>
                    <a:pt x="10748" y="12443"/>
                  </a:lnTo>
                  <a:lnTo>
                    <a:pt x="10712" y="12441"/>
                  </a:lnTo>
                  <a:lnTo>
                    <a:pt x="10676" y="12440"/>
                  </a:lnTo>
                  <a:lnTo>
                    <a:pt x="10648" y="12441"/>
                  </a:lnTo>
                  <a:lnTo>
                    <a:pt x="10620" y="12442"/>
                  </a:lnTo>
                  <a:lnTo>
                    <a:pt x="10592" y="12444"/>
                  </a:lnTo>
                  <a:lnTo>
                    <a:pt x="10563" y="12446"/>
                  </a:lnTo>
                  <a:lnTo>
                    <a:pt x="10536" y="12450"/>
                  </a:lnTo>
                  <a:lnTo>
                    <a:pt x="10508" y="12454"/>
                  </a:lnTo>
                  <a:lnTo>
                    <a:pt x="10480" y="12459"/>
                  </a:lnTo>
                  <a:lnTo>
                    <a:pt x="10453" y="12465"/>
                  </a:lnTo>
                  <a:lnTo>
                    <a:pt x="10425" y="12472"/>
                  </a:lnTo>
                  <a:lnTo>
                    <a:pt x="10397" y="12479"/>
                  </a:lnTo>
                  <a:lnTo>
                    <a:pt x="10370" y="12488"/>
                  </a:lnTo>
                  <a:lnTo>
                    <a:pt x="10343" y="12497"/>
                  </a:lnTo>
                  <a:lnTo>
                    <a:pt x="10317" y="12506"/>
                  </a:lnTo>
                  <a:lnTo>
                    <a:pt x="10290" y="12517"/>
                  </a:lnTo>
                  <a:lnTo>
                    <a:pt x="10264" y="12528"/>
                  </a:lnTo>
                  <a:lnTo>
                    <a:pt x="10237" y="12540"/>
                  </a:lnTo>
                  <a:lnTo>
                    <a:pt x="10172" y="12571"/>
                  </a:lnTo>
                  <a:lnTo>
                    <a:pt x="10106" y="12602"/>
                  </a:lnTo>
                  <a:lnTo>
                    <a:pt x="10038" y="12631"/>
                  </a:lnTo>
                  <a:lnTo>
                    <a:pt x="9971" y="12661"/>
                  </a:lnTo>
                  <a:lnTo>
                    <a:pt x="9903" y="12688"/>
                  </a:lnTo>
                  <a:lnTo>
                    <a:pt x="9835" y="12715"/>
                  </a:lnTo>
                  <a:lnTo>
                    <a:pt x="9766" y="12740"/>
                  </a:lnTo>
                  <a:lnTo>
                    <a:pt x="9696" y="12765"/>
                  </a:lnTo>
                  <a:lnTo>
                    <a:pt x="9665" y="12777"/>
                  </a:lnTo>
                  <a:lnTo>
                    <a:pt x="9635" y="12789"/>
                  </a:lnTo>
                  <a:lnTo>
                    <a:pt x="9605" y="12802"/>
                  </a:lnTo>
                  <a:lnTo>
                    <a:pt x="9575" y="12816"/>
                  </a:lnTo>
                  <a:lnTo>
                    <a:pt x="9545" y="12832"/>
                  </a:lnTo>
                  <a:lnTo>
                    <a:pt x="9517" y="12848"/>
                  </a:lnTo>
                  <a:lnTo>
                    <a:pt x="9489" y="12864"/>
                  </a:lnTo>
                  <a:lnTo>
                    <a:pt x="9462" y="12882"/>
                  </a:lnTo>
                  <a:lnTo>
                    <a:pt x="9436" y="12901"/>
                  </a:lnTo>
                  <a:lnTo>
                    <a:pt x="9410" y="12920"/>
                  </a:lnTo>
                  <a:lnTo>
                    <a:pt x="9384" y="12941"/>
                  </a:lnTo>
                  <a:lnTo>
                    <a:pt x="9360" y="12962"/>
                  </a:lnTo>
                  <a:lnTo>
                    <a:pt x="9336" y="12984"/>
                  </a:lnTo>
                  <a:lnTo>
                    <a:pt x="9313" y="13007"/>
                  </a:lnTo>
                  <a:lnTo>
                    <a:pt x="9291" y="13030"/>
                  </a:lnTo>
                  <a:lnTo>
                    <a:pt x="9269" y="13054"/>
                  </a:lnTo>
                  <a:lnTo>
                    <a:pt x="9249" y="13078"/>
                  </a:lnTo>
                  <a:lnTo>
                    <a:pt x="9228" y="13103"/>
                  </a:lnTo>
                  <a:lnTo>
                    <a:pt x="9209" y="13129"/>
                  </a:lnTo>
                  <a:lnTo>
                    <a:pt x="9190" y="13156"/>
                  </a:lnTo>
                  <a:lnTo>
                    <a:pt x="9173" y="13183"/>
                  </a:lnTo>
                  <a:lnTo>
                    <a:pt x="9156" y="13211"/>
                  </a:lnTo>
                  <a:lnTo>
                    <a:pt x="9141" y="13239"/>
                  </a:lnTo>
                  <a:lnTo>
                    <a:pt x="9126" y="13268"/>
                  </a:lnTo>
                  <a:lnTo>
                    <a:pt x="9112" y="13297"/>
                  </a:lnTo>
                  <a:lnTo>
                    <a:pt x="9099" y="13327"/>
                  </a:lnTo>
                  <a:lnTo>
                    <a:pt x="9087" y="13357"/>
                  </a:lnTo>
                  <a:lnTo>
                    <a:pt x="9076" y="13388"/>
                  </a:lnTo>
                  <a:lnTo>
                    <a:pt x="9066" y="13419"/>
                  </a:lnTo>
                  <a:lnTo>
                    <a:pt x="9056" y="13451"/>
                  </a:lnTo>
                  <a:lnTo>
                    <a:pt x="9048" y="13484"/>
                  </a:lnTo>
                  <a:lnTo>
                    <a:pt x="9041" y="13516"/>
                  </a:lnTo>
                  <a:lnTo>
                    <a:pt x="8732" y="15054"/>
                  </a:lnTo>
                  <a:lnTo>
                    <a:pt x="7363" y="15054"/>
                  </a:lnTo>
                  <a:lnTo>
                    <a:pt x="7055" y="13516"/>
                  </a:lnTo>
                  <a:lnTo>
                    <a:pt x="7048" y="13484"/>
                  </a:lnTo>
                  <a:lnTo>
                    <a:pt x="7040" y="13451"/>
                  </a:lnTo>
                  <a:lnTo>
                    <a:pt x="7030" y="13419"/>
                  </a:lnTo>
                  <a:lnTo>
                    <a:pt x="7020" y="13388"/>
                  </a:lnTo>
                  <a:lnTo>
                    <a:pt x="7009" y="13357"/>
                  </a:lnTo>
                  <a:lnTo>
                    <a:pt x="6997" y="13327"/>
                  </a:lnTo>
                  <a:lnTo>
                    <a:pt x="6984" y="13297"/>
                  </a:lnTo>
                  <a:lnTo>
                    <a:pt x="6970" y="13268"/>
                  </a:lnTo>
                  <a:lnTo>
                    <a:pt x="6955" y="13239"/>
                  </a:lnTo>
                  <a:lnTo>
                    <a:pt x="6940" y="13211"/>
                  </a:lnTo>
                  <a:lnTo>
                    <a:pt x="6923" y="13183"/>
                  </a:lnTo>
                  <a:lnTo>
                    <a:pt x="6906" y="13156"/>
                  </a:lnTo>
                  <a:lnTo>
                    <a:pt x="6887" y="13129"/>
                  </a:lnTo>
                  <a:lnTo>
                    <a:pt x="6868" y="13103"/>
                  </a:lnTo>
                  <a:lnTo>
                    <a:pt x="6847" y="13078"/>
                  </a:lnTo>
                  <a:lnTo>
                    <a:pt x="6827" y="13054"/>
                  </a:lnTo>
                  <a:lnTo>
                    <a:pt x="6805" y="13030"/>
                  </a:lnTo>
                  <a:lnTo>
                    <a:pt x="6783" y="13007"/>
                  </a:lnTo>
                  <a:lnTo>
                    <a:pt x="6760" y="12984"/>
                  </a:lnTo>
                  <a:lnTo>
                    <a:pt x="6736" y="12962"/>
                  </a:lnTo>
                  <a:lnTo>
                    <a:pt x="6712" y="12941"/>
                  </a:lnTo>
                  <a:lnTo>
                    <a:pt x="6686" y="12920"/>
                  </a:lnTo>
                  <a:lnTo>
                    <a:pt x="6660" y="12901"/>
                  </a:lnTo>
                  <a:lnTo>
                    <a:pt x="6634" y="12882"/>
                  </a:lnTo>
                  <a:lnTo>
                    <a:pt x="6607" y="12864"/>
                  </a:lnTo>
                  <a:lnTo>
                    <a:pt x="6579" y="12848"/>
                  </a:lnTo>
                  <a:lnTo>
                    <a:pt x="6551" y="12832"/>
                  </a:lnTo>
                  <a:lnTo>
                    <a:pt x="6521" y="12816"/>
                  </a:lnTo>
                  <a:lnTo>
                    <a:pt x="6491" y="12802"/>
                  </a:lnTo>
                  <a:lnTo>
                    <a:pt x="6461" y="12789"/>
                  </a:lnTo>
                  <a:lnTo>
                    <a:pt x="6431" y="12777"/>
                  </a:lnTo>
                  <a:lnTo>
                    <a:pt x="6400" y="12765"/>
                  </a:lnTo>
                  <a:lnTo>
                    <a:pt x="6330" y="12740"/>
                  </a:lnTo>
                  <a:lnTo>
                    <a:pt x="6261" y="12715"/>
                  </a:lnTo>
                  <a:lnTo>
                    <a:pt x="6193" y="12688"/>
                  </a:lnTo>
                  <a:lnTo>
                    <a:pt x="6125" y="12661"/>
                  </a:lnTo>
                  <a:lnTo>
                    <a:pt x="6058" y="12632"/>
                  </a:lnTo>
                  <a:lnTo>
                    <a:pt x="5990" y="12602"/>
                  </a:lnTo>
                  <a:lnTo>
                    <a:pt x="5924" y="12572"/>
                  </a:lnTo>
                  <a:lnTo>
                    <a:pt x="5859" y="12541"/>
                  </a:lnTo>
                  <a:lnTo>
                    <a:pt x="5832" y="12529"/>
                  </a:lnTo>
                  <a:lnTo>
                    <a:pt x="5806" y="12517"/>
                  </a:lnTo>
                  <a:lnTo>
                    <a:pt x="5779" y="12507"/>
                  </a:lnTo>
                  <a:lnTo>
                    <a:pt x="5752" y="12497"/>
                  </a:lnTo>
                  <a:lnTo>
                    <a:pt x="5725" y="12488"/>
                  </a:lnTo>
                  <a:lnTo>
                    <a:pt x="5698" y="12479"/>
                  </a:lnTo>
                  <a:lnTo>
                    <a:pt x="5670" y="12472"/>
                  </a:lnTo>
                  <a:lnTo>
                    <a:pt x="5643" y="12465"/>
                  </a:lnTo>
                  <a:lnTo>
                    <a:pt x="5615" y="12459"/>
                  </a:lnTo>
                  <a:lnTo>
                    <a:pt x="5588" y="12454"/>
                  </a:lnTo>
                  <a:lnTo>
                    <a:pt x="5560" y="12450"/>
                  </a:lnTo>
                  <a:lnTo>
                    <a:pt x="5533" y="12446"/>
                  </a:lnTo>
                  <a:lnTo>
                    <a:pt x="5504" y="12444"/>
                  </a:lnTo>
                  <a:lnTo>
                    <a:pt x="5476" y="12442"/>
                  </a:lnTo>
                  <a:lnTo>
                    <a:pt x="5448" y="12441"/>
                  </a:lnTo>
                  <a:lnTo>
                    <a:pt x="5420" y="12440"/>
                  </a:lnTo>
                  <a:lnTo>
                    <a:pt x="5384" y="12441"/>
                  </a:lnTo>
                  <a:lnTo>
                    <a:pt x="5347" y="12443"/>
                  </a:lnTo>
                  <a:lnTo>
                    <a:pt x="5310" y="12446"/>
                  </a:lnTo>
                  <a:lnTo>
                    <a:pt x="5274" y="12451"/>
                  </a:lnTo>
                  <a:lnTo>
                    <a:pt x="5238" y="12457"/>
                  </a:lnTo>
                  <a:lnTo>
                    <a:pt x="5202" y="12464"/>
                  </a:lnTo>
                  <a:lnTo>
                    <a:pt x="5166" y="12473"/>
                  </a:lnTo>
                  <a:lnTo>
                    <a:pt x="5130" y="12483"/>
                  </a:lnTo>
                  <a:lnTo>
                    <a:pt x="5096" y="12494"/>
                  </a:lnTo>
                  <a:lnTo>
                    <a:pt x="5061" y="12506"/>
                  </a:lnTo>
                  <a:lnTo>
                    <a:pt x="5027" y="12520"/>
                  </a:lnTo>
                  <a:lnTo>
                    <a:pt x="4992" y="12535"/>
                  </a:lnTo>
                  <a:lnTo>
                    <a:pt x="4959" y="12551"/>
                  </a:lnTo>
                  <a:lnTo>
                    <a:pt x="4926" y="12569"/>
                  </a:lnTo>
                  <a:lnTo>
                    <a:pt x="4894" y="12588"/>
                  </a:lnTo>
                  <a:lnTo>
                    <a:pt x="4862" y="12608"/>
                  </a:lnTo>
                  <a:lnTo>
                    <a:pt x="3552" y="13480"/>
                  </a:lnTo>
                  <a:lnTo>
                    <a:pt x="2584" y="12514"/>
                  </a:lnTo>
                  <a:lnTo>
                    <a:pt x="3457" y="11207"/>
                  </a:lnTo>
                  <a:lnTo>
                    <a:pt x="3476" y="11180"/>
                  </a:lnTo>
                  <a:lnTo>
                    <a:pt x="3493" y="11151"/>
                  </a:lnTo>
                  <a:lnTo>
                    <a:pt x="3509" y="11123"/>
                  </a:lnTo>
                  <a:lnTo>
                    <a:pt x="3524" y="11093"/>
                  </a:lnTo>
                  <a:lnTo>
                    <a:pt x="3537" y="11064"/>
                  </a:lnTo>
                  <a:lnTo>
                    <a:pt x="3550" y="11034"/>
                  </a:lnTo>
                  <a:lnTo>
                    <a:pt x="3562" y="11003"/>
                  </a:lnTo>
                  <a:lnTo>
                    <a:pt x="3573" y="10972"/>
                  </a:lnTo>
                  <a:lnTo>
                    <a:pt x="3583" y="10942"/>
                  </a:lnTo>
                  <a:lnTo>
                    <a:pt x="3592" y="10911"/>
                  </a:lnTo>
                  <a:lnTo>
                    <a:pt x="3600" y="10879"/>
                  </a:lnTo>
                  <a:lnTo>
                    <a:pt x="3606" y="10848"/>
                  </a:lnTo>
                  <a:lnTo>
                    <a:pt x="3612" y="10816"/>
                  </a:lnTo>
                  <a:lnTo>
                    <a:pt x="3617" y="10784"/>
                  </a:lnTo>
                  <a:lnTo>
                    <a:pt x="3621" y="10753"/>
                  </a:lnTo>
                  <a:lnTo>
                    <a:pt x="3624" y="10720"/>
                  </a:lnTo>
                  <a:lnTo>
                    <a:pt x="3625" y="10688"/>
                  </a:lnTo>
                  <a:lnTo>
                    <a:pt x="3626" y="10655"/>
                  </a:lnTo>
                  <a:lnTo>
                    <a:pt x="3626" y="10623"/>
                  </a:lnTo>
                  <a:lnTo>
                    <a:pt x="3624" y="10591"/>
                  </a:lnTo>
                  <a:lnTo>
                    <a:pt x="3622" y="10559"/>
                  </a:lnTo>
                  <a:lnTo>
                    <a:pt x="3618" y="10527"/>
                  </a:lnTo>
                  <a:lnTo>
                    <a:pt x="3614" y="10495"/>
                  </a:lnTo>
                  <a:lnTo>
                    <a:pt x="3608" y="10462"/>
                  </a:lnTo>
                  <a:lnTo>
                    <a:pt x="3602" y="10431"/>
                  </a:lnTo>
                  <a:lnTo>
                    <a:pt x="3594" y="10399"/>
                  </a:lnTo>
                  <a:lnTo>
                    <a:pt x="3585" y="10368"/>
                  </a:lnTo>
                  <a:lnTo>
                    <a:pt x="3576" y="10337"/>
                  </a:lnTo>
                  <a:lnTo>
                    <a:pt x="3565" y="10306"/>
                  </a:lnTo>
                  <a:lnTo>
                    <a:pt x="3553" y="10275"/>
                  </a:lnTo>
                  <a:lnTo>
                    <a:pt x="3540" y="10245"/>
                  </a:lnTo>
                  <a:lnTo>
                    <a:pt x="3526" y="10215"/>
                  </a:lnTo>
                  <a:lnTo>
                    <a:pt x="3495" y="10148"/>
                  </a:lnTo>
                  <a:lnTo>
                    <a:pt x="3464" y="10082"/>
                  </a:lnTo>
                  <a:lnTo>
                    <a:pt x="3435" y="10016"/>
                  </a:lnTo>
                  <a:lnTo>
                    <a:pt x="3406" y="9949"/>
                  </a:lnTo>
                  <a:lnTo>
                    <a:pt x="3378" y="9881"/>
                  </a:lnTo>
                  <a:lnTo>
                    <a:pt x="3352" y="9813"/>
                  </a:lnTo>
                  <a:lnTo>
                    <a:pt x="3326" y="9744"/>
                  </a:lnTo>
                  <a:lnTo>
                    <a:pt x="3300" y="9675"/>
                  </a:lnTo>
                  <a:lnTo>
                    <a:pt x="3289" y="9643"/>
                  </a:lnTo>
                  <a:lnTo>
                    <a:pt x="3277" y="9612"/>
                  </a:lnTo>
                  <a:lnTo>
                    <a:pt x="3263" y="9582"/>
                  </a:lnTo>
                  <a:lnTo>
                    <a:pt x="3249" y="9553"/>
                  </a:lnTo>
                  <a:lnTo>
                    <a:pt x="3234" y="9524"/>
                  </a:lnTo>
                  <a:lnTo>
                    <a:pt x="3218" y="9496"/>
                  </a:lnTo>
                  <a:lnTo>
                    <a:pt x="3201" y="9468"/>
                  </a:lnTo>
                  <a:lnTo>
                    <a:pt x="3183" y="9441"/>
                  </a:lnTo>
                  <a:lnTo>
                    <a:pt x="3165" y="9414"/>
                  </a:lnTo>
                  <a:lnTo>
                    <a:pt x="3145" y="9388"/>
                  </a:lnTo>
                  <a:lnTo>
                    <a:pt x="3124" y="9362"/>
                  </a:lnTo>
                  <a:lnTo>
                    <a:pt x="3103" y="9338"/>
                  </a:lnTo>
                  <a:lnTo>
                    <a:pt x="3081" y="9314"/>
                  </a:lnTo>
                  <a:lnTo>
                    <a:pt x="3059" y="9291"/>
                  </a:lnTo>
                  <a:lnTo>
                    <a:pt x="3036" y="9269"/>
                  </a:lnTo>
                  <a:lnTo>
                    <a:pt x="3012" y="9248"/>
                  </a:lnTo>
                  <a:lnTo>
                    <a:pt x="2987" y="9227"/>
                  </a:lnTo>
                  <a:lnTo>
                    <a:pt x="2961" y="9207"/>
                  </a:lnTo>
                  <a:lnTo>
                    <a:pt x="2935" y="9188"/>
                  </a:lnTo>
                  <a:lnTo>
                    <a:pt x="2909" y="9170"/>
                  </a:lnTo>
                  <a:lnTo>
                    <a:pt x="2882" y="9152"/>
                  </a:lnTo>
                  <a:lnTo>
                    <a:pt x="2854" y="9136"/>
                  </a:lnTo>
                  <a:lnTo>
                    <a:pt x="2826" y="9120"/>
                  </a:lnTo>
                  <a:lnTo>
                    <a:pt x="2797" y="9104"/>
                  </a:lnTo>
                  <a:lnTo>
                    <a:pt x="2767" y="9090"/>
                  </a:lnTo>
                  <a:lnTo>
                    <a:pt x="2737" y="9077"/>
                  </a:lnTo>
                  <a:lnTo>
                    <a:pt x="2707" y="9065"/>
                  </a:lnTo>
                  <a:lnTo>
                    <a:pt x="2676" y="9054"/>
                  </a:lnTo>
                  <a:lnTo>
                    <a:pt x="2645" y="9044"/>
                  </a:lnTo>
                  <a:lnTo>
                    <a:pt x="2613" y="9035"/>
                  </a:lnTo>
                  <a:lnTo>
                    <a:pt x="2581" y="9027"/>
                  </a:lnTo>
                  <a:lnTo>
                    <a:pt x="2548" y="9020"/>
                  </a:lnTo>
                  <a:lnTo>
                    <a:pt x="1006" y="8712"/>
                  </a:lnTo>
                  <a:lnTo>
                    <a:pt x="1006" y="7347"/>
                  </a:lnTo>
                  <a:lnTo>
                    <a:pt x="2548" y="7039"/>
                  </a:lnTo>
                  <a:lnTo>
                    <a:pt x="2581" y="7032"/>
                  </a:lnTo>
                  <a:lnTo>
                    <a:pt x="2613" y="7024"/>
                  </a:lnTo>
                  <a:lnTo>
                    <a:pt x="2645" y="7015"/>
                  </a:lnTo>
                  <a:lnTo>
                    <a:pt x="2676" y="7005"/>
                  </a:lnTo>
                  <a:lnTo>
                    <a:pt x="2707" y="6994"/>
                  </a:lnTo>
                  <a:lnTo>
                    <a:pt x="2737" y="6982"/>
                  </a:lnTo>
                  <a:lnTo>
                    <a:pt x="2767" y="6969"/>
                  </a:lnTo>
                  <a:lnTo>
                    <a:pt x="2797" y="6955"/>
                  </a:lnTo>
                  <a:lnTo>
                    <a:pt x="2826" y="6939"/>
                  </a:lnTo>
                  <a:lnTo>
                    <a:pt x="2854" y="6923"/>
                  </a:lnTo>
                  <a:lnTo>
                    <a:pt x="2882" y="6907"/>
                  </a:lnTo>
                  <a:lnTo>
                    <a:pt x="2909" y="6889"/>
                  </a:lnTo>
                  <a:lnTo>
                    <a:pt x="2935" y="6871"/>
                  </a:lnTo>
                  <a:lnTo>
                    <a:pt x="2961" y="6852"/>
                  </a:lnTo>
                  <a:lnTo>
                    <a:pt x="2987" y="6832"/>
                  </a:lnTo>
                  <a:lnTo>
                    <a:pt x="3012" y="6812"/>
                  </a:lnTo>
                  <a:lnTo>
                    <a:pt x="3036" y="6790"/>
                  </a:lnTo>
                  <a:lnTo>
                    <a:pt x="3059" y="6768"/>
                  </a:lnTo>
                  <a:lnTo>
                    <a:pt x="3081" y="6745"/>
                  </a:lnTo>
                  <a:lnTo>
                    <a:pt x="3103" y="6721"/>
                  </a:lnTo>
                  <a:lnTo>
                    <a:pt x="3124" y="6697"/>
                  </a:lnTo>
                  <a:lnTo>
                    <a:pt x="3145" y="6672"/>
                  </a:lnTo>
                  <a:lnTo>
                    <a:pt x="3165" y="6645"/>
                  </a:lnTo>
                  <a:lnTo>
                    <a:pt x="3183" y="6618"/>
                  </a:lnTo>
                  <a:lnTo>
                    <a:pt x="3201" y="6591"/>
                  </a:lnTo>
                  <a:lnTo>
                    <a:pt x="3218" y="6564"/>
                  </a:lnTo>
                  <a:lnTo>
                    <a:pt x="3234" y="6535"/>
                  </a:lnTo>
                  <a:lnTo>
                    <a:pt x="3249" y="6506"/>
                  </a:lnTo>
                  <a:lnTo>
                    <a:pt x="3263" y="6477"/>
                  </a:lnTo>
                  <a:lnTo>
                    <a:pt x="3277" y="6447"/>
                  </a:lnTo>
                  <a:lnTo>
                    <a:pt x="3289" y="6416"/>
                  </a:lnTo>
                  <a:lnTo>
                    <a:pt x="3300" y="6384"/>
                  </a:lnTo>
                  <a:lnTo>
                    <a:pt x="3326" y="6315"/>
                  </a:lnTo>
                  <a:lnTo>
                    <a:pt x="3351" y="6247"/>
                  </a:lnTo>
                  <a:lnTo>
                    <a:pt x="3378" y="6179"/>
                  </a:lnTo>
                  <a:lnTo>
                    <a:pt x="3406" y="6110"/>
                  </a:lnTo>
                  <a:lnTo>
                    <a:pt x="3434" y="6043"/>
                  </a:lnTo>
                  <a:lnTo>
                    <a:pt x="3463" y="5977"/>
                  </a:lnTo>
                  <a:lnTo>
                    <a:pt x="3495" y="5911"/>
                  </a:lnTo>
                  <a:lnTo>
                    <a:pt x="3526" y="5845"/>
                  </a:lnTo>
                  <a:lnTo>
                    <a:pt x="3540" y="5815"/>
                  </a:lnTo>
                  <a:lnTo>
                    <a:pt x="3553" y="5784"/>
                  </a:lnTo>
                  <a:lnTo>
                    <a:pt x="3565" y="5754"/>
                  </a:lnTo>
                  <a:lnTo>
                    <a:pt x="3575" y="5723"/>
                  </a:lnTo>
                  <a:lnTo>
                    <a:pt x="3585" y="5692"/>
                  </a:lnTo>
                  <a:lnTo>
                    <a:pt x="3594" y="5660"/>
                  </a:lnTo>
                  <a:lnTo>
                    <a:pt x="3602" y="5629"/>
                  </a:lnTo>
                  <a:lnTo>
                    <a:pt x="3608" y="5597"/>
                  </a:lnTo>
                  <a:lnTo>
                    <a:pt x="3614" y="5564"/>
                  </a:lnTo>
                  <a:lnTo>
                    <a:pt x="3618" y="5532"/>
                  </a:lnTo>
                  <a:lnTo>
                    <a:pt x="3622" y="5500"/>
                  </a:lnTo>
                  <a:lnTo>
                    <a:pt x="3624" y="5468"/>
                  </a:lnTo>
                  <a:lnTo>
                    <a:pt x="3626" y="5436"/>
                  </a:lnTo>
                  <a:lnTo>
                    <a:pt x="3626" y="5403"/>
                  </a:lnTo>
                  <a:lnTo>
                    <a:pt x="3625" y="5371"/>
                  </a:lnTo>
                  <a:lnTo>
                    <a:pt x="3624" y="5339"/>
                  </a:lnTo>
                  <a:lnTo>
                    <a:pt x="3621" y="5306"/>
                  </a:lnTo>
                  <a:lnTo>
                    <a:pt x="3617" y="5274"/>
                  </a:lnTo>
                  <a:lnTo>
                    <a:pt x="3613" y="5243"/>
                  </a:lnTo>
                  <a:lnTo>
                    <a:pt x="3607" y="5211"/>
                  </a:lnTo>
                  <a:lnTo>
                    <a:pt x="3600" y="5179"/>
                  </a:lnTo>
                  <a:lnTo>
                    <a:pt x="3592" y="5148"/>
                  </a:lnTo>
                  <a:lnTo>
                    <a:pt x="3583" y="5117"/>
                  </a:lnTo>
                  <a:lnTo>
                    <a:pt x="3573" y="5086"/>
                  </a:lnTo>
                  <a:lnTo>
                    <a:pt x="3562" y="5056"/>
                  </a:lnTo>
                  <a:lnTo>
                    <a:pt x="3551" y="5024"/>
                  </a:lnTo>
                  <a:lnTo>
                    <a:pt x="3538" y="4995"/>
                  </a:lnTo>
                  <a:lnTo>
                    <a:pt x="3524" y="4965"/>
                  </a:lnTo>
                  <a:lnTo>
                    <a:pt x="3509" y="4936"/>
                  </a:lnTo>
                  <a:lnTo>
                    <a:pt x="3493" y="4907"/>
                  </a:lnTo>
                  <a:lnTo>
                    <a:pt x="3476" y="4879"/>
                  </a:lnTo>
                  <a:lnTo>
                    <a:pt x="3457" y="4851"/>
                  </a:lnTo>
                  <a:lnTo>
                    <a:pt x="2584" y="3544"/>
                  </a:lnTo>
                  <a:lnTo>
                    <a:pt x="3552" y="2578"/>
                  </a:lnTo>
                  <a:lnTo>
                    <a:pt x="4862" y="3450"/>
                  </a:lnTo>
                  <a:lnTo>
                    <a:pt x="4894" y="3470"/>
                  </a:lnTo>
                  <a:lnTo>
                    <a:pt x="4926" y="3489"/>
                  </a:lnTo>
                  <a:lnTo>
                    <a:pt x="4959" y="3507"/>
                  </a:lnTo>
                  <a:lnTo>
                    <a:pt x="4992" y="3523"/>
                  </a:lnTo>
                  <a:lnTo>
                    <a:pt x="5027" y="3538"/>
                  </a:lnTo>
                  <a:lnTo>
                    <a:pt x="5061" y="3552"/>
                  </a:lnTo>
                  <a:lnTo>
                    <a:pt x="5096" y="3564"/>
                  </a:lnTo>
                  <a:lnTo>
                    <a:pt x="5130" y="3576"/>
                  </a:lnTo>
                  <a:lnTo>
                    <a:pt x="5166" y="3586"/>
                  </a:lnTo>
                  <a:lnTo>
                    <a:pt x="5202" y="3594"/>
                  </a:lnTo>
                  <a:lnTo>
                    <a:pt x="5238" y="3601"/>
                  </a:lnTo>
                  <a:lnTo>
                    <a:pt x="5274" y="3607"/>
                  </a:lnTo>
                  <a:lnTo>
                    <a:pt x="5310" y="3612"/>
                  </a:lnTo>
                  <a:lnTo>
                    <a:pt x="5347" y="3615"/>
                  </a:lnTo>
                  <a:lnTo>
                    <a:pt x="5384" y="3617"/>
                  </a:lnTo>
                  <a:lnTo>
                    <a:pt x="5420" y="3618"/>
                  </a:lnTo>
                  <a:lnTo>
                    <a:pt x="5448" y="3617"/>
                  </a:lnTo>
                  <a:lnTo>
                    <a:pt x="5476" y="3616"/>
                  </a:lnTo>
                  <a:lnTo>
                    <a:pt x="5504" y="3614"/>
                  </a:lnTo>
                  <a:lnTo>
                    <a:pt x="5532" y="3612"/>
                  </a:lnTo>
                  <a:lnTo>
                    <a:pt x="5560" y="3608"/>
                  </a:lnTo>
                  <a:lnTo>
                    <a:pt x="5588" y="3604"/>
                  </a:lnTo>
                  <a:lnTo>
                    <a:pt x="5615" y="3599"/>
                  </a:lnTo>
                  <a:lnTo>
                    <a:pt x="5643" y="3593"/>
                  </a:lnTo>
                  <a:lnTo>
                    <a:pt x="5670" y="3586"/>
                  </a:lnTo>
                  <a:lnTo>
                    <a:pt x="5698" y="3579"/>
                  </a:lnTo>
                  <a:lnTo>
                    <a:pt x="5725" y="3571"/>
                  </a:lnTo>
                  <a:lnTo>
                    <a:pt x="5752" y="3562"/>
                  </a:lnTo>
                  <a:lnTo>
                    <a:pt x="5779" y="3552"/>
                  </a:lnTo>
                  <a:lnTo>
                    <a:pt x="5805" y="3542"/>
                  </a:lnTo>
                  <a:lnTo>
                    <a:pt x="5832" y="3531"/>
                  </a:lnTo>
                  <a:lnTo>
                    <a:pt x="5859" y="3518"/>
                  </a:lnTo>
                  <a:lnTo>
                    <a:pt x="5924" y="3487"/>
                  </a:lnTo>
                  <a:lnTo>
                    <a:pt x="5990" y="3457"/>
                  </a:lnTo>
                  <a:lnTo>
                    <a:pt x="6057" y="3428"/>
                  </a:lnTo>
                  <a:lnTo>
                    <a:pt x="6124" y="3398"/>
                  </a:lnTo>
                  <a:lnTo>
                    <a:pt x="6192" y="3370"/>
                  </a:lnTo>
                  <a:lnTo>
                    <a:pt x="6260" y="3344"/>
                  </a:lnTo>
                  <a:lnTo>
                    <a:pt x="6329" y="3318"/>
                  </a:lnTo>
                  <a:lnTo>
                    <a:pt x="6399" y="3293"/>
                  </a:lnTo>
                  <a:lnTo>
                    <a:pt x="6430" y="3282"/>
                  </a:lnTo>
                  <a:lnTo>
                    <a:pt x="6461" y="3270"/>
                  </a:lnTo>
                  <a:lnTo>
                    <a:pt x="6491" y="3256"/>
                  </a:lnTo>
                  <a:lnTo>
                    <a:pt x="6520" y="3242"/>
                  </a:lnTo>
                  <a:lnTo>
                    <a:pt x="6550" y="3227"/>
                  </a:lnTo>
                  <a:lnTo>
                    <a:pt x="6578" y="3211"/>
                  </a:lnTo>
                  <a:lnTo>
                    <a:pt x="6606" y="3194"/>
                  </a:lnTo>
                  <a:lnTo>
                    <a:pt x="6633" y="3176"/>
                  </a:lnTo>
                  <a:lnTo>
                    <a:pt x="6660" y="3158"/>
                  </a:lnTo>
                  <a:lnTo>
                    <a:pt x="6686" y="3138"/>
                  </a:lnTo>
                  <a:lnTo>
                    <a:pt x="6712" y="3117"/>
                  </a:lnTo>
                  <a:lnTo>
                    <a:pt x="6736" y="3096"/>
                  </a:lnTo>
                  <a:lnTo>
                    <a:pt x="6760" y="3074"/>
                  </a:lnTo>
                  <a:lnTo>
                    <a:pt x="6783" y="3052"/>
                  </a:lnTo>
                  <a:lnTo>
                    <a:pt x="6805" y="3029"/>
                  </a:lnTo>
                  <a:lnTo>
                    <a:pt x="6827" y="3005"/>
                  </a:lnTo>
                  <a:lnTo>
                    <a:pt x="6847" y="2980"/>
                  </a:lnTo>
                  <a:lnTo>
                    <a:pt x="6868" y="2955"/>
                  </a:lnTo>
                  <a:lnTo>
                    <a:pt x="6887" y="2929"/>
                  </a:lnTo>
                  <a:lnTo>
                    <a:pt x="6906" y="2903"/>
                  </a:lnTo>
                  <a:lnTo>
                    <a:pt x="6923" y="2876"/>
                  </a:lnTo>
                  <a:lnTo>
                    <a:pt x="6940" y="2847"/>
                  </a:lnTo>
                  <a:lnTo>
                    <a:pt x="6955" y="2819"/>
                  </a:lnTo>
                  <a:lnTo>
                    <a:pt x="6970" y="2790"/>
                  </a:lnTo>
                  <a:lnTo>
                    <a:pt x="6984" y="2761"/>
                  </a:lnTo>
                  <a:lnTo>
                    <a:pt x="6997" y="2731"/>
                  </a:lnTo>
                  <a:lnTo>
                    <a:pt x="7009" y="2701"/>
                  </a:lnTo>
                  <a:lnTo>
                    <a:pt x="7020" y="2670"/>
                  </a:lnTo>
                  <a:lnTo>
                    <a:pt x="7030" y="2639"/>
                  </a:lnTo>
                  <a:lnTo>
                    <a:pt x="7040" y="2608"/>
                  </a:lnTo>
                  <a:lnTo>
                    <a:pt x="7048" y="2575"/>
                  </a:lnTo>
                  <a:lnTo>
                    <a:pt x="7055" y="2542"/>
                  </a:lnTo>
                  <a:lnTo>
                    <a:pt x="7363" y="1004"/>
                  </a:lnTo>
                  <a:lnTo>
                    <a:pt x="8732" y="1004"/>
                  </a:lnTo>
                  <a:lnTo>
                    <a:pt x="9040" y="2542"/>
                  </a:lnTo>
                  <a:lnTo>
                    <a:pt x="9047" y="2575"/>
                  </a:lnTo>
                  <a:lnTo>
                    <a:pt x="9055" y="2608"/>
                  </a:lnTo>
                  <a:lnTo>
                    <a:pt x="9065" y="2639"/>
                  </a:lnTo>
                  <a:lnTo>
                    <a:pt x="9075" y="2670"/>
                  </a:lnTo>
                  <a:lnTo>
                    <a:pt x="9086" y="2701"/>
                  </a:lnTo>
                  <a:lnTo>
                    <a:pt x="9098" y="2731"/>
                  </a:lnTo>
                  <a:lnTo>
                    <a:pt x="9111" y="2761"/>
                  </a:lnTo>
                  <a:lnTo>
                    <a:pt x="9125" y="2790"/>
                  </a:lnTo>
                  <a:lnTo>
                    <a:pt x="9140" y="2819"/>
                  </a:lnTo>
                  <a:lnTo>
                    <a:pt x="9155" y="2847"/>
                  </a:lnTo>
                  <a:lnTo>
                    <a:pt x="9172" y="2876"/>
                  </a:lnTo>
                  <a:lnTo>
                    <a:pt x="9189" y="2903"/>
                  </a:lnTo>
                  <a:lnTo>
                    <a:pt x="9208" y="2929"/>
                  </a:lnTo>
                  <a:lnTo>
                    <a:pt x="9227" y="2955"/>
                  </a:lnTo>
                  <a:lnTo>
                    <a:pt x="9248" y="2980"/>
                  </a:lnTo>
                  <a:lnTo>
                    <a:pt x="9268" y="3005"/>
                  </a:lnTo>
                  <a:lnTo>
                    <a:pt x="9290" y="3029"/>
                  </a:lnTo>
                  <a:lnTo>
                    <a:pt x="9312" y="3052"/>
                  </a:lnTo>
                  <a:lnTo>
                    <a:pt x="9335" y="3074"/>
                  </a:lnTo>
                  <a:lnTo>
                    <a:pt x="9359" y="3096"/>
                  </a:lnTo>
                  <a:lnTo>
                    <a:pt x="9383" y="3117"/>
                  </a:lnTo>
                  <a:lnTo>
                    <a:pt x="9409" y="3138"/>
                  </a:lnTo>
                  <a:lnTo>
                    <a:pt x="9435" y="3158"/>
                  </a:lnTo>
                  <a:lnTo>
                    <a:pt x="9462" y="3176"/>
                  </a:lnTo>
                  <a:lnTo>
                    <a:pt x="9489" y="3194"/>
                  </a:lnTo>
                  <a:lnTo>
                    <a:pt x="9517" y="3211"/>
                  </a:lnTo>
                  <a:lnTo>
                    <a:pt x="9545" y="3227"/>
                  </a:lnTo>
                  <a:lnTo>
                    <a:pt x="9575" y="3242"/>
                  </a:lnTo>
                  <a:lnTo>
                    <a:pt x="9604" y="3256"/>
                  </a:lnTo>
                  <a:lnTo>
                    <a:pt x="9634" y="3270"/>
                  </a:lnTo>
                  <a:lnTo>
                    <a:pt x="9665" y="3282"/>
                  </a:lnTo>
                  <a:lnTo>
                    <a:pt x="9696" y="3293"/>
                  </a:lnTo>
                  <a:lnTo>
                    <a:pt x="9766" y="3318"/>
                  </a:lnTo>
                  <a:lnTo>
                    <a:pt x="9834" y="3344"/>
                  </a:lnTo>
                  <a:lnTo>
                    <a:pt x="9902" y="3370"/>
                  </a:lnTo>
                  <a:lnTo>
                    <a:pt x="9971" y="3398"/>
                  </a:lnTo>
                  <a:lnTo>
                    <a:pt x="10037" y="3427"/>
                  </a:lnTo>
                  <a:lnTo>
                    <a:pt x="10105" y="3456"/>
                  </a:lnTo>
                  <a:lnTo>
                    <a:pt x="10171" y="3487"/>
                  </a:lnTo>
                  <a:lnTo>
                    <a:pt x="10236" y="3518"/>
                  </a:lnTo>
                  <a:lnTo>
                    <a:pt x="10263" y="3530"/>
                  </a:lnTo>
                  <a:lnTo>
                    <a:pt x="10290" y="3541"/>
                  </a:lnTo>
                  <a:lnTo>
                    <a:pt x="10316" y="3552"/>
                  </a:lnTo>
                  <a:lnTo>
                    <a:pt x="10343" y="3562"/>
                  </a:lnTo>
                  <a:lnTo>
                    <a:pt x="10370" y="3571"/>
                  </a:lnTo>
                  <a:lnTo>
                    <a:pt x="10397" y="3579"/>
                  </a:lnTo>
                  <a:lnTo>
                    <a:pt x="10425" y="3586"/>
                  </a:lnTo>
                  <a:lnTo>
                    <a:pt x="10452" y="3593"/>
                  </a:lnTo>
                  <a:lnTo>
                    <a:pt x="10480" y="3599"/>
                  </a:lnTo>
                  <a:lnTo>
                    <a:pt x="10507" y="3604"/>
                  </a:lnTo>
                  <a:lnTo>
                    <a:pt x="10535" y="3608"/>
                  </a:lnTo>
                  <a:lnTo>
                    <a:pt x="10563" y="3612"/>
                  </a:lnTo>
                  <a:lnTo>
                    <a:pt x="10592" y="3614"/>
                  </a:lnTo>
                  <a:lnTo>
                    <a:pt x="10620" y="3616"/>
                  </a:lnTo>
                  <a:lnTo>
                    <a:pt x="10648" y="3617"/>
                  </a:lnTo>
                  <a:lnTo>
                    <a:pt x="10676" y="3618"/>
                  </a:lnTo>
                  <a:lnTo>
                    <a:pt x="10712" y="3617"/>
                  </a:lnTo>
                  <a:lnTo>
                    <a:pt x="10748" y="3615"/>
                  </a:lnTo>
                  <a:lnTo>
                    <a:pt x="10786" y="3612"/>
                  </a:lnTo>
                  <a:lnTo>
                    <a:pt x="10822" y="3607"/>
                  </a:lnTo>
                  <a:lnTo>
                    <a:pt x="10858" y="3601"/>
                  </a:lnTo>
                  <a:lnTo>
                    <a:pt x="10894" y="3594"/>
                  </a:lnTo>
                  <a:lnTo>
                    <a:pt x="10930" y="3586"/>
                  </a:lnTo>
                  <a:lnTo>
                    <a:pt x="10965" y="3576"/>
                  </a:lnTo>
                  <a:lnTo>
                    <a:pt x="11000" y="3564"/>
                  </a:lnTo>
                  <a:lnTo>
                    <a:pt x="11035" y="3552"/>
                  </a:lnTo>
                  <a:lnTo>
                    <a:pt x="11069" y="3538"/>
                  </a:lnTo>
                  <a:lnTo>
                    <a:pt x="11103" y="3523"/>
                  </a:lnTo>
                  <a:lnTo>
                    <a:pt x="11137" y="3507"/>
                  </a:lnTo>
                  <a:lnTo>
                    <a:pt x="11169" y="3489"/>
                  </a:lnTo>
                  <a:lnTo>
                    <a:pt x="11202" y="3470"/>
                  </a:lnTo>
                  <a:lnTo>
                    <a:pt x="11233" y="3450"/>
                  </a:lnTo>
                  <a:lnTo>
                    <a:pt x="12543" y="2578"/>
                  </a:lnTo>
                  <a:lnTo>
                    <a:pt x="13511" y="3544"/>
                  </a:lnTo>
                  <a:lnTo>
                    <a:pt x="12638" y="4851"/>
                  </a:lnTo>
                  <a:lnTo>
                    <a:pt x="12619" y="4879"/>
                  </a:lnTo>
                  <a:lnTo>
                    <a:pt x="12602" y="4907"/>
                  </a:lnTo>
                  <a:lnTo>
                    <a:pt x="12586" y="4936"/>
                  </a:lnTo>
                  <a:lnTo>
                    <a:pt x="12571" y="4965"/>
                  </a:lnTo>
                  <a:lnTo>
                    <a:pt x="12557" y="4995"/>
                  </a:lnTo>
                  <a:lnTo>
                    <a:pt x="12544" y="5024"/>
                  </a:lnTo>
                  <a:lnTo>
                    <a:pt x="12533" y="5056"/>
                  </a:lnTo>
                  <a:lnTo>
                    <a:pt x="12522" y="5086"/>
                  </a:lnTo>
                  <a:lnTo>
                    <a:pt x="12512" y="5117"/>
                  </a:lnTo>
                  <a:lnTo>
                    <a:pt x="12503" y="5148"/>
                  </a:lnTo>
                  <a:lnTo>
                    <a:pt x="12495" y="5179"/>
                  </a:lnTo>
                  <a:lnTo>
                    <a:pt x="12489" y="5211"/>
                  </a:lnTo>
                  <a:lnTo>
                    <a:pt x="12483" y="5242"/>
                  </a:lnTo>
                  <a:lnTo>
                    <a:pt x="12478" y="5274"/>
                  </a:lnTo>
                  <a:lnTo>
                    <a:pt x="12474" y="5306"/>
                  </a:lnTo>
                  <a:lnTo>
                    <a:pt x="12472" y="5339"/>
                  </a:lnTo>
                  <a:lnTo>
                    <a:pt x="12470" y="5371"/>
                  </a:lnTo>
                  <a:lnTo>
                    <a:pt x="12469" y="5403"/>
                  </a:lnTo>
                  <a:lnTo>
                    <a:pt x="12470" y="5435"/>
                  </a:lnTo>
                  <a:lnTo>
                    <a:pt x="12471" y="5467"/>
                  </a:lnTo>
                  <a:lnTo>
                    <a:pt x="12473" y="5500"/>
                  </a:lnTo>
                  <a:lnTo>
                    <a:pt x="12477" y="5532"/>
                  </a:lnTo>
                  <a:lnTo>
                    <a:pt x="12481" y="5563"/>
                  </a:lnTo>
                  <a:lnTo>
                    <a:pt x="12487" y="5596"/>
                  </a:lnTo>
                  <a:lnTo>
                    <a:pt x="12494" y="5628"/>
                  </a:lnTo>
                  <a:lnTo>
                    <a:pt x="12501" y="5660"/>
                  </a:lnTo>
                  <a:lnTo>
                    <a:pt x="12510" y="5691"/>
                  </a:lnTo>
                  <a:lnTo>
                    <a:pt x="12519" y="5722"/>
                  </a:lnTo>
                  <a:lnTo>
                    <a:pt x="12530" y="5753"/>
                  </a:lnTo>
                  <a:lnTo>
                    <a:pt x="12542" y="5784"/>
                  </a:lnTo>
                  <a:lnTo>
                    <a:pt x="12555" y="5814"/>
                  </a:lnTo>
                  <a:lnTo>
                    <a:pt x="12569" y="5844"/>
                  </a:lnTo>
                  <a:lnTo>
                    <a:pt x="12600" y="5910"/>
                  </a:lnTo>
                  <a:lnTo>
                    <a:pt x="12631" y="5976"/>
                  </a:lnTo>
                  <a:lnTo>
                    <a:pt x="12661" y="6043"/>
                  </a:lnTo>
                  <a:lnTo>
                    <a:pt x="12689" y="6110"/>
                  </a:lnTo>
                  <a:lnTo>
                    <a:pt x="12717" y="6178"/>
                  </a:lnTo>
                  <a:lnTo>
                    <a:pt x="12744" y="6246"/>
                  </a:lnTo>
                  <a:lnTo>
                    <a:pt x="12769" y="6315"/>
                  </a:lnTo>
                  <a:lnTo>
                    <a:pt x="12795" y="6384"/>
                  </a:lnTo>
                  <a:lnTo>
                    <a:pt x="12807" y="6416"/>
                  </a:lnTo>
                  <a:lnTo>
                    <a:pt x="12819" y="6446"/>
                  </a:lnTo>
                  <a:lnTo>
                    <a:pt x="12832" y="6476"/>
                  </a:lnTo>
                  <a:lnTo>
                    <a:pt x="12846" y="6506"/>
                  </a:lnTo>
                  <a:lnTo>
                    <a:pt x="12861" y="6535"/>
                  </a:lnTo>
                  <a:lnTo>
                    <a:pt x="12877" y="6563"/>
                  </a:lnTo>
                  <a:lnTo>
                    <a:pt x="12894" y="6591"/>
                  </a:lnTo>
                  <a:lnTo>
                    <a:pt x="12912" y="6618"/>
                  </a:lnTo>
                  <a:lnTo>
                    <a:pt x="12931" y="6644"/>
                  </a:lnTo>
                  <a:lnTo>
                    <a:pt x="12950" y="6671"/>
                  </a:lnTo>
                  <a:lnTo>
                    <a:pt x="12971" y="6696"/>
                  </a:lnTo>
                  <a:lnTo>
                    <a:pt x="12992" y="6721"/>
                  </a:lnTo>
                  <a:lnTo>
                    <a:pt x="13014" y="6744"/>
                  </a:lnTo>
                  <a:lnTo>
                    <a:pt x="13036" y="6767"/>
                  </a:lnTo>
                  <a:lnTo>
                    <a:pt x="13059" y="6790"/>
                  </a:lnTo>
                  <a:lnTo>
                    <a:pt x="13083" y="6811"/>
                  </a:lnTo>
                  <a:lnTo>
                    <a:pt x="13108" y="6832"/>
                  </a:lnTo>
                  <a:lnTo>
                    <a:pt x="13134" y="6852"/>
                  </a:lnTo>
                  <a:lnTo>
                    <a:pt x="13160" y="6871"/>
                  </a:lnTo>
                  <a:lnTo>
                    <a:pt x="13186" y="6889"/>
                  </a:lnTo>
                  <a:lnTo>
                    <a:pt x="13213" y="6907"/>
                  </a:lnTo>
                  <a:lnTo>
                    <a:pt x="13241" y="6923"/>
                  </a:lnTo>
                  <a:lnTo>
                    <a:pt x="13269" y="6939"/>
                  </a:lnTo>
                  <a:lnTo>
                    <a:pt x="13298" y="6955"/>
                  </a:lnTo>
                  <a:lnTo>
                    <a:pt x="13328" y="6968"/>
                  </a:lnTo>
                  <a:lnTo>
                    <a:pt x="13358" y="6981"/>
                  </a:lnTo>
                  <a:lnTo>
                    <a:pt x="13388" y="6993"/>
                  </a:lnTo>
                  <a:lnTo>
                    <a:pt x="13419" y="7004"/>
                  </a:lnTo>
                  <a:lnTo>
                    <a:pt x="13450" y="7014"/>
                  </a:lnTo>
                  <a:lnTo>
                    <a:pt x="13483" y="7024"/>
                  </a:lnTo>
                  <a:lnTo>
                    <a:pt x="13515" y="7032"/>
                  </a:lnTo>
                  <a:lnTo>
                    <a:pt x="13547" y="7039"/>
                  </a:lnTo>
                  <a:lnTo>
                    <a:pt x="15088" y="7347"/>
                  </a:lnTo>
                  <a:lnTo>
                    <a:pt x="15089" y="8712"/>
                  </a:lnTo>
                  <a:lnTo>
                    <a:pt x="13547" y="9020"/>
                  </a:lnTo>
                  <a:close/>
                  <a:moveTo>
                    <a:pt x="15286" y="6362"/>
                  </a:moveTo>
                  <a:lnTo>
                    <a:pt x="13745" y="6054"/>
                  </a:lnTo>
                  <a:lnTo>
                    <a:pt x="13715" y="5971"/>
                  </a:lnTo>
                  <a:lnTo>
                    <a:pt x="13684" y="5889"/>
                  </a:lnTo>
                  <a:lnTo>
                    <a:pt x="13652" y="5807"/>
                  </a:lnTo>
                  <a:lnTo>
                    <a:pt x="13618" y="5726"/>
                  </a:lnTo>
                  <a:lnTo>
                    <a:pt x="13584" y="5646"/>
                  </a:lnTo>
                  <a:lnTo>
                    <a:pt x="13548" y="5565"/>
                  </a:lnTo>
                  <a:lnTo>
                    <a:pt x="13512" y="5486"/>
                  </a:lnTo>
                  <a:lnTo>
                    <a:pt x="13475" y="5408"/>
                  </a:lnTo>
                  <a:lnTo>
                    <a:pt x="14348" y="4101"/>
                  </a:lnTo>
                  <a:lnTo>
                    <a:pt x="14372" y="4063"/>
                  </a:lnTo>
                  <a:lnTo>
                    <a:pt x="14394" y="4025"/>
                  </a:lnTo>
                  <a:lnTo>
                    <a:pt x="14414" y="3986"/>
                  </a:lnTo>
                  <a:lnTo>
                    <a:pt x="14433" y="3947"/>
                  </a:lnTo>
                  <a:lnTo>
                    <a:pt x="14449" y="3906"/>
                  </a:lnTo>
                  <a:lnTo>
                    <a:pt x="14464" y="3865"/>
                  </a:lnTo>
                  <a:lnTo>
                    <a:pt x="14476" y="3824"/>
                  </a:lnTo>
                  <a:lnTo>
                    <a:pt x="14489" y="3783"/>
                  </a:lnTo>
                  <a:lnTo>
                    <a:pt x="14498" y="3741"/>
                  </a:lnTo>
                  <a:lnTo>
                    <a:pt x="14505" y="3699"/>
                  </a:lnTo>
                  <a:lnTo>
                    <a:pt x="14511" y="3656"/>
                  </a:lnTo>
                  <a:lnTo>
                    <a:pt x="14515" y="3614"/>
                  </a:lnTo>
                  <a:lnTo>
                    <a:pt x="14517" y="3572"/>
                  </a:lnTo>
                  <a:lnTo>
                    <a:pt x="14517" y="3530"/>
                  </a:lnTo>
                  <a:lnTo>
                    <a:pt x="14515" y="3488"/>
                  </a:lnTo>
                  <a:lnTo>
                    <a:pt x="14512" y="3446"/>
                  </a:lnTo>
                  <a:lnTo>
                    <a:pt x="14507" y="3404"/>
                  </a:lnTo>
                  <a:lnTo>
                    <a:pt x="14500" y="3361"/>
                  </a:lnTo>
                  <a:lnTo>
                    <a:pt x="14492" y="3320"/>
                  </a:lnTo>
                  <a:lnTo>
                    <a:pt x="14480" y="3279"/>
                  </a:lnTo>
                  <a:lnTo>
                    <a:pt x="14468" y="3239"/>
                  </a:lnTo>
                  <a:lnTo>
                    <a:pt x="14455" y="3198"/>
                  </a:lnTo>
                  <a:lnTo>
                    <a:pt x="14439" y="3159"/>
                  </a:lnTo>
                  <a:lnTo>
                    <a:pt x="14422" y="3119"/>
                  </a:lnTo>
                  <a:lnTo>
                    <a:pt x="14403" y="3081"/>
                  </a:lnTo>
                  <a:lnTo>
                    <a:pt x="14382" y="3043"/>
                  </a:lnTo>
                  <a:lnTo>
                    <a:pt x="14360" y="3006"/>
                  </a:lnTo>
                  <a:lnTo>
                    <a:pt x="14336" y="2970"/>
                  </a:lnTo>
                  <a:lnTo>
                    <a:pt x="14309" y="2935"/>
                  </a:lnTo>
                  <a:lnTo>
                    <a:pt x="14282" y="2901"/>
                  </a:lnTo>
                  <a:lnTo>
                    <a:pt x="14253" y="2868"/>
                  </a:lnTo>
                  <a:lnTo>
                    <a:pt x="14222" y="2834"/>
                  </a:lnTo>
                  <a:lnTo>
                    <a:pt x="13254" y="1869"/>
                  </a:lnTo>
                  <a:lnTo>
                    <a:pt x="13236" y="1852"/>
                  </a:lnTo>
                  <a:lnTo>
                    <a:pt x="13217" y="1834"/>
                  </a:lnTo>
                  <a:lnTo>
                    <a:pt x="13198" y="1817"/>
                  </a:lnTo>
                  <a:lnTo>
                    <a:pt x="13179" y="1801"/>
                  </a:lnTo>
                  <a:lnTo>
                    <a:pt x="13159" y="1786"/>
                  </a:lnTo>
                  <a:lnTo>
                    <a:pt x="13139" y="1771"/>
                  </a:lnTo>
                  <a:lnTo>
                    <a:pt x="13118" y="1755"/>
                  </a:lnTo>
                  <a:lnTo>
                    <a:pt x="13097" y="1741"/>
                  </a:lnTo>
                  <a:lnTo>
                    <a:pt x="13076" y="1728"/>
                  </a:lnTo>
                  <a:lnTo>
                    <a:pt x="13055" y="1715"/>
                  </a:lnTo>
                  <a:lnTo>
                    <a:pt x="13034" y="1702"/>
                  </a:lnTo>
                  <a:lnTo>
                    <a:pt x="13012" y="1691"/>
                  </a:lnTo>
                  <a:lnTo>
                    <a:pt x="12990" y="1680"/>
                  </a:lnTo>
                  <a:lnTo>
                    <a:pt x="12968" y="1669"/>
                  </a:lnTo>
                  <a:lnTo>
                    <a:pt x="12945" y="1659"/>
                  </a:lnTo>
                  <a:lnTo>
                    <a:pt x="12923" y="1649"/>
                  </a:lnTo>
                  <a:lnTo>
                    <a:pt x="12900" y="1640"/>
                  </a:lnTo>
                  <a:lnTo>
                    <a:pt x="12877" y="1632"/>
                  </a:lnTo>
                  <a:lnTo>
                    <a:pt x="12854" y="1624"/>
                  </a:lnTo>
                  <a:lnTo>
                    <a:pt x="12831" y="1617"/>
                  </a:lnTo>
                  <a:lnTo>
                    <a:pt x="12808" y="1610"/>
                  </a:lnTo>
                  <a:lnTo>
                    <a:pt x="12783" y="1604"/>
                  </a:lnTo>
                  <a:lnTo>
                    <a:pt x="12759" y="1599"/>
                  </a:lnTo>
                  <a:lnTo>
                    <a:pt x="12736" y="1594"/>
                  </a:lnTo>
                  <a:lnTo>
                    <a:pt x="12712" y="1590"/>
                  </a:lnTo>
                  <a:lnTo>
                    <a:pt x="12688" y="1586"/>
                  </a:lnTo>
                  <a:lnTo>
                    <a:pt x="12664" y="1583"/>
                  </a:lnTo>
                  <a:lnTo>
                    <a:pt x="12640" y="1580"/>
                  </a:lnTo>
                  <a:lnTo>
                    <a:pt x="12615" y="1578"/>
                  </a:lnTo>
                  <a:lnTo>
                    <a:pt x="12591" y="1577"/>
                  </a:lnTo>
                  <a:lnTo>
                    <a:pt x="12566" y="1576"/>
                  </a:lnTo>
                  <a:lnTo>
                    <a:pt x="12542" y="1575"/>
                  </a:lnTo>
                  <a:lnTo>
                    <a:pt x="12506" y="1576"/>
                  </a:lnTo>
                  <a:lnTo>
                    <a:pt x="12470" y="1578"/>
                  </a:lnTo>
                  <a:lnTo>
                    <a:pt x="12433" y="1581"/>
                  </a:lnTo>
                  <a:lnTo>
                    <a:pt x="12398" y="1586"/>
                  </a:lnTo>
                  <a:lnTo>
                    <a:pt x="12362" y="1592"/>
                  </a:lnTo>
                  <a:lnTo>
                    <a:pt x="12326" y="1599"/>
                  </a:lnTo>
                  <a:lnTo>
                    <a:pt x="12291" y="1607"/>
                  </a:lnTo>
                  <a:lnTo>
                    <a:pt x="12255" y="1617"/>
                  </a:lnTo>
                  <a:lnTo>
                    <a:pt x="12220" y="1628"/>
                  </a:lnTo>
                  <a:lnTo>
                    <a:pt x="12185" y="1641"/>
                  </a:lnTo>
                  <a:lnTo>
                    <a:pt x="12151" y="1654"/>
                  </a:lnTo>
                  <a:lnTo>
                    <a:pt x="12117" y="1670"/>
                  </a:lnTo>
                  <a:lnTo>
                    <a:pt x="12083" y="1686"/>
                  </a:lnTo>
                  <a:lnTo>
                    <a:pt x="12050" y="1704"/>
                  </a:lnTo>
                  <a:lnTo>
                    <a:pt x="12018" y="1723"/>
                  </a:lnTo>
                  <a:lnTo>
                    <a:pt x="11986" y="1743"/>
                  </a:lnTo>
                  <a:lnTo>
                    <a:pt x="10676" y="2615"/>
                  </a:lnTo>
                  <a:lnTo>
                    <a:pt x="10597" y="2577"/>
                  </a:lnTo>
                  <a:lnTo>
                    <a:pt x="10517" y="2540"/>
                  </a:lnTo>
                  <a:lnTo>
                    <a:pt x="10437" y="2505"/>
                  </a:lnTo>
                  <a:lnTo>
                    <a:pt x="10356" y="2471"/>
                  </a:lnTo>
                  <a:lnTo>
                    <a:pt x="10275" y="2438"/>
                  </a:lnTo>
                  <a:lnTo>
                    <a:pt x="10192" y="2406"/>
                  </a:lnTo>
                  <a:lnTo>
                    <a:pt x="10110" y="2375"/>
                  </a:lnTo>
                  <a:lnTo>
                    <a:pt x="10026" y="2346"/>
                  </a:lnTo>
                  <a:lnTo>
                    <a:pt x="9718" y="808"/>
                  </a:lnTo>
                  <a:lnTo>
                    <a:pt x="9708" y="764"/>
                  </a:lnTo>
                  <a:lnTo>
                    <a:pt x="9697" y="721"/>
                  </a:lnTo>
                  <a:lnTo>
                    <a:pt x="9683" y="679"/>
                  </a:lnTo>
                  <a:lnTo>
                    <a:pt x="9668" y="638"/>
                  </a:lnTo>
                  <a:lnTo>
                    <a:pt x="9652" y="598"/>
                  </a:lnTo>
                  <a:lnTo>
                    <a:pt x="9633" y="559"/>
                  </a:lnTo>
                  <a:lnTo>
                    <a:pt x="9614" y="520"/>
                  </a:lnTo>
                  <a:lnTo>
                    <a:pt x="9592" y="483"/>
                  </a:lnTo>
                  <a:lnTo>
                    <a:pt x="9568" y="447"/>
                  </a:lnTo>
                  <a:lnTo>
                    <a:pt x="9544" y="413"/>
                  </a:lnTo>
                  <a:lnTo>
                    <a:pt x="9518" y="378"/>
                  </a:lnTo>
                  <a:lnTo>
                    <a:pt x="9491" y="345"/>
                  </a:lnTo>
                  <a:lnTo>
                    <a:pt x="9463" y="314"/>
                  </a:lnTo>
                  <a:lnTo>
                    <a:pt x="9433" y="284"/>
                  </a:lnTo>
                  <a:lnTo>
                    <a:pt x="9401" y="255"/>
                  </a:lnTo>
                  <a:lnTo>
                    <a:pt x="9369" y="228"/>
                  </a:lnTo>
                  <a:lnTo>
                    <a:pt x="9336" y="202"/>
                  </a:lnTo>
                  <a:lnTo>
                    <a:pt x="9302" y="177"/>
                  </a:lnTo>
                  <a:lnTo>
                    <a:pt x="9267" y="154"/>
                  </a:lnTo>
                  <a:lnTo>
                    <a:pt x="9229" y="131"/>
                  </a:lnTo>
                  <a:lnTo>
                    <a:pt x="9192" y="111"/>
                  </a:lnTo>
                  <a:lnTo>
                    <a:pt x="9154" y="92"/>
                  </a:lnTo>
                  <a:lnTo>
                    <a:pt x="9115" y="75"/>
                  </a:lnTo>
                  <a:lnTo>
                    <a:pt x="9075" y="60"/>
                  </a:lnTo>
                  <a:lnTo>
                    <a:pt x="9034" y="46"/>
                  </a:lnTo>
                  <a:lnTo>
                    <a:pt x="8993" y="34"/>
                  </a:lnTo>
                  <a:lnTo>
                    <a:pt x="8951" y="24"/>
                  </a:lnTo>
                  <a:lnTo>
                    <a:pt x="8908" y="15"/>
                  </a:lnTo>
                  <a:lnTo>
                    <a:pt x="8864" y="9"/>
                  </a:lnTo>
                  <a:lnTo>
                    <a:pt x="8821" y="4"/>
                  </a:lnTo>
                  <a:lnTo>
                    <a:pt x="8777" y="1"/>
                  </a:lnTo>
                  <a:lnTo>
                    <a:pt x="8732" y="0"/>
                  </a:lnTo>
                  <a:lnTo>
                    <a:pt x="7363" y="0"/>
                  </a:lnTo>
                  <a:lnTo>
                    <a:pt x="7318" y="1"/>
                  </a:lnTo>
                  <a:lnTo>
                    <a:pt x="7274" y="4"/>
                  </a:lnTo>
                  <a:lnTo>
                    <a:pt x="7231" y="9"/>
                  </a:lnTo>
                  <a:lnTo>
                    <a:pt x="7187" y="15"/>
                  </a:lnTo>
                  <a:lnTo>
                    <a:pt x="7144" y="24"/>
                  </a:lnTo>
                  <a:lnTo>
                    <a:pt x="7102" y="34"/>
                  </a:lnTo>
                  <a:lnTo>
                    <a:pt x="7061" y="46"/>
                  </a:lnTo>
                  <a:lnTo>
                    <a:pt x="7020" y="60"/>
                  </a:lnTo>
                  <a:lnTo>
                    <a:pt x="6980" y="75"/>
                  </a:lnTo>
                  <a:lnTo>
                    <a:pt x="6941" y="92"/>
                  </a:lnTo>
                  <a:lnTo>
                    <a:pt x="6903" y="111"/>
                  </a:lnTo>
                  <a:lnTo>
                    <a:pt x="6866" y="131"/>
                  </a:lnTo>
                  <a:lnTo>
                    <a:pt x="6829" y="154"/>
                  </a:lnTo>
                  <a:lnTo>
                    <a:pt x="6793" y="177"/>
                  </a:lnTo>
                  <a:lnTo>
                    <a:pt x="6759" y="202"/>
                  </a:lnTo>
                  <a:lnTo>
                    <a:pt x="6726" y="228"/>
                  </a:lnTo>
                  <a:lnTo>
                    <a:pt x="6694" y="255"/>
                  </a:lnTo>
                  <a:lnTo>
                    <a:pt x="6662" y="284"/>
                  </a:lnTo>
                  <a:lnTo>
                    <a:pt x="6633" y="314"/>
                  </a:lnTo>
                  <a:lnTo>
                    <a:pt x="6604" y="345"/>
                  </a:lnTo>
                  <a:lnTo>
                    <a:pt x="6577" y="378"/>
                  </a:lnTo>
                  <a:lnTo>
                    <a:pt x="6551" y="413"/>
                  </a:lnTo>
                  <a:lnTo>
                    <a:pt x="6527" y="447"/>
                  </a:lnTo>
                  <a:lnTo>
                    <a:pt x="6503" y="483"/>
                  </a:lnTo>
                  <a:lnTo>
                    <a:pt x="6482" y="520"/>
                  </a:lnTo>
                  <a:lnTo>
                    <a:pt x="6462" y="559"/>
                  </a:lnTo>
                  <a:lnTo>
                    <a:pt x="6444" y="598"/>
                  </a:lnTo>
                  <a:lnTo>
                    <a:pt x="6427" y="638"/>
                  </a:lnTo>
                  <a:lnTo>
                    <a:pt x="6412" y="679"/>
                  </a:lnTo>
                  <a:lnTo>
                    <a:pt x="6398" y="721"/>
                  </a:lnTo>
                  <a:lnTo>
                    <a:pt x="6387" y="764"/>
                  </a:lnTo>
                  <a:lnTo>
                    <a:pt x="6377" y="808"/>
                  </a:lnTo>
                  <a:lnTo>
                    <a:pt x="6069" y="2346"/>
                  </a:lnTo>
                  <a:lnTo>
                    <a:pt x="5985" y="2375"/>
                  </a:lnTo>
                  <a:lnTo>
                    <a:pt x="5903" y="2406"/>
                  </a:lnTo>
                  <a:lnTo>
                    <a:pt x="5820" y="2438"/>
                  </a:lnTo>
                  <a:lnTo>
                    <a:pt x="5739" y="2471"/>
                  </a:lnTo>
                  <a:lnTo>
                    <a:pt x="5658" y="2505"/>
                  </a:lnTo>
                  <a:lnTo>
                    <a:pt x="5578" y="2540"/>
                  </a:lnTo>
                  <a:lnTo>
                    <a:pt x="5499" y="2577"/>
                  </a:lnTo>
                  <a:lnTo>
                    <a:pt x="5420" y="2615"/>
                  </a:lnTo>
                  <a:lnTo>
                    <a:pt x="4110" y="1743"/>
                  </a:lnTo>
                  <a:lnTo>
                    <a:pt x="4078" y="1723"/>
                  </a:lnTo>
                  <a:lnTo>
                    <a:pt x="4046" y="1704"/>
                  </a:lnTo>
                  <a:lnTo>
                    <a:pt x="4012" y="1686"/>
                  </a:lnTo>
                  <a:lnTo>
                    <a:pt x="3978" y="1670"/>
                  </a:lnTo>
                  <a:lnTo>
                    <a:pt x="3944" y="1654"/>
                  </a:lnTo>
                  <a:lnTo>
                    <a:pt x="3910" y="1641"/>
                  </a:lnTo>
                  <a:lnTo>
                    <a:pt x="3875" y="1628"/>
                  </a:lnTo>
                  <a:lnTo>
                    <a:pt x="3840" y="1617"/>
                  </a:lnTo>
                  <a:lnTo>
                    <a:pt x="3804" y="1607"/>
                  </a:lnTo>
                  <a:lnTo>
                    <a:pt x="3769" y="1599"/>
                  </a:lnTo>
                  <a:lnTo>
                    <a:pt x="3733" y="1592"/>
                  </a:lnTo>
                  <a:lnTo>
                    <a:pt x="3698" y="1586"/>
                  </a:lnTo>
                  <a:lnTo>
                    <a:pt x="3662" y="1581"/>
                  </a:lnTo>
                  <a:lnTo>
                    <a:pt x="3625" y="1578"/>
                  </a:lnTo>
                  <a:lnTo>
                    <a:pt x="3589" y="1576"/>
                  </a:lnTo>
                  <a:lnTo>
                    <a:pt x="3553" y="1575"/>
                  </a:lnTo>
                  <a:lnTo>
                    <a:pt x="3529" y="1576"/>
                  </a:lnTo>
                  <a:lnTo>
                    <a:pt x="3504" y="1577"/>
                  </a:lnTo>
                  <a:lnTo>
                    <a:pt x="3480" y="1578"/>
                  </a:lnTo>
                  <a:lnTo>
                    <a:pt x="3455" y="1580"/>
                  </a:lnTo>
                  <a:lnTo>
                    <a:pt x="3431" y="1583"/>
                  </a:lnTo>
                  <a:lnTo>
                    <a:pt x="3407" y="1586"/>
                  </a:lnTo>
                  <a:lnTo>
                    <a:pt x="3383" y="1590"/>
                  </a:lnTo>
                  <a:lnTo>
                    <a:pt x="3359" y="1594"/>
                  </a:lnTo>
                  <a:lnTo>
                    <a:pt x="3336" y="1599"/>
                  </a:lnTo>
                  <a:lnTo>
                    <a:pt x="3312" y="1604"/>
                  </a:lnTo>
                  <a:lnTo>
                    <a:pt x="3288" y="1610"/>
                  </a:lnTo>
                  <a:lnTo>
                    <a:pt x="3264" y="1617"/>
                  </a:lnTo>
                  <a:lnTo>
                    <a:pt x="3241" y="1624"/>
                  </a:lnTo>
                  <a:lnTo>
                    <a:pt x="3218" y="1632"/>
                  </a:lnTo>
                  <a:lnTo>
                    <a:pt x="3195" y="1640"/>
                  </a:lnTo>
                  <a:lnTo>
                    <a:pt x="3173" y="1649"/>
                  </a:lnTo>
                  <a:lnTo>
                    <a:pt x="3150" y="1659"/>
                  </a:lnTo>
                  <a:lnTo>
                    <a:pt x="3127" y="1669"/>
                  </a:lnTo>
                  <a:lnTo>
                    <a:pt x="3105" y="1680"/>
                  </a:lnTo>
                  <a:lnTo>
                    <a:pt x="3083" y="1691"/>
                  </a:lnTo>
                  <a:lnTo>
                    <a:pt x="3061" y="1702"/>
                  </a:lnTo>
                  <a:lnTo>
                    <a:pt x="3040" y="1715"/>
                  </a:lnTo>
                  <a:lnTo>
                    <a:pt x="3019" y="1728"/>
                  </a:lnTo>
                  <a:lnTo>
                    <a:pt x="2998" y="1741"/>
                  </a:lnTo>
                  <a:lnTo>
                    <a:pt x="2978" y="1755"/>
                  </a:lnTo>
                  <a:lnTo>
                    <a:pt x="2956" y="1771"/>
                  </a:lnTo>
                  <a:lnTo>
                    <a:pt x="2936" y="1786"/>
                  </a:lnTo>
                  <a:lnTo>
                    <a:pt x="2917" y="1801"/>
                  </a:lnTo>
                  <a:lnTo>
                    <a:pt x="2897" y="1817"/>
                  </a:lnTo>
                  <a:lnTo>
                    <a:pt x="2878" y="1834"/>
                  </a:lnTo>
                  <a:lnTo>
                    <a:pt x="2860" y="1852"/>
                  </a:lnTo>
                  <a:lnTo>
                    <a:pt x="2841" y="1869"/>
                  </a:lnTo>
                  <a:lnTo>
                    <a:pt x="1873" y="2834"/>
                  </a:lnTo>
                  <a:lnTo>
                    <a:pt x="1843" y="2868"/>
                  </a:lnTo>
                  <a:lnTo>
                    <a:pt x="1814" y="2901"/>
                  </a:lnTo>
                  <a:lnTo>
                    <a:pt x="1786" y="2935"/>
                  </a:lnTo>
                  <a:lnTo>
                    <a:pt x="1759" y="2970"/>
                  </a:lnTo>
                  <a:lnTo>
                    <a:pt x="1735" y="3006"/>
                  </a:lnTo>
                  <a:lnTo>
                    <a:pt x="1713" y="3043"/>
                  </a:lnTo>
                  <a:lnTo>
                    <a:pt x="1692" y="3081"/>
                  </a:lnTo>
                  <a:lnTo>
                    <a:pt x="1673" y="3119"/>
                  </a:lnTo>
                  <a:lnTo>
                    <a:pt x="1656" y="3159"/>
                  </a:lnTo>
                  <a:lnTo>
                    <a:pt x="1641" y="3198"/>
                  </a:lnTo>
                  <a:lnTo>
                    <a:pt x="1627" y="3239"/>
                  </a:lnTo>
                  <a:lnTo>
                    <a:pt x="1615" y="3279"/>
                  </a:lnTo>
                  <a:lnTo>
                    <a:pt x="1604" y="3320"/>
                  </a:lnTo>
                  <a:lnTo>
                    <a:pt x="1595" y="3361"/>
                  </a:lnTo>
                  <a:lnTo>
                    <a:pt x="1588" y="3404"/>
                  </a:lnTo>
                  <a:lnTo>
                    <a:pt x="1583" y="3446"/>
                  </a:lnTo>
                  <a:lnTo>
                    <a:pt x="1580" y="3488"/>
                  </a:lnTo>
                  <a:lnTo>
                    <a:pt x="1579" y="3530"/>
                  </a:lnTo>
                  <a:lnTo>
                    <a:pt x="1579" y="3572"/>
                  </a:lnTo>
                  <a:lnTo>
                    <a:pt x="1581" y="3614"/>
                  </a:lnTo>
                  <a:lnTo>
                    <a:pt x="1585" y="3656"/>
                  </a:lnTo>
                  <a:lnTo>
                    <a:pt x="1590" y="3699"/>
                  </a:lnTo>
                  <a:lnTo>
                    <a:pt x="1598" y="3741"/>
                  </a:lnTo>
                  <a:lnTo>
                    <a:pt x="1607" y="3783"/>
                  </a:lnTo>
                  <a:lnTo>
                    <a:pt x="1619" y="3824"/>
                  </a:lnTo>
                  <a:lnTo>
                    <a:pt x="1632" y="3865"/>
                  </a:lnTo>
                  <a:lnTo>
                    <a:pt x="1646" y="3906"/>
                  </a:lnTo>
                  <a:lnTo>
                    <a:pt x="1663" y="3947"/>
                  </a:lnTo>
                  <a:lnTo>
                    <a:pt x="1681" y="3986"/>
                  </a:lnTo>
                  <a:lnTo>
                    <a:pt x="1702" y="4025"/>
                  </a:lnTo>
                  <a:lnTo>
                    <a:pt x="1724" y="4063"/>
                  </a:lnTo>
                  <a:lnTo>
                    <a:pt x="1747" y="4101"/>
                  </a:lnTo>
                  <a:lnTo>
                    <a:pt x="2620" y="5408"/>
                  </a:lnTo>
                  <a:lnTo>
                    <a:pt x="2583" y="5486"/>
                  </a:lnTo>
                  <a:lnTo>
                    <a:pt x="2546" y="5565"/>
                  </a:lnTo>
                  <a:lnTo>
                    <a:pt x="2511" y="5646"/>
                  </a:lnTo>
                  <a:lnTo>
                    <a:pt x="2477" y="5726"/>
                  </a:lnTo>
                  <a:lnTo>
                    <a:pt x="2443" y="5807"/>
                  </a:lnTo>
                  <a:lnTo>
                    <a:pt x="2411" y="5890"/>
                  </a:lnTo>
                  <a:lnTo>
                    <a:pt x="2380" y="5972"/>
                  </a:lnTo>
                  <a:lnTo>
                    <a:pt x="2351" y="6055"/>
                  </a:lnTo>
                  <a:lnTo>
                    <a:pt x="809" y="6362"/>
                  </a:lnTo>
                  <a:lnTo>
                    <a:pt x="766" y="6372"/>
                  </a:lnTo>
                  <a:lnTo>
                    <a:pt x="722" y="6383"/>
                  </a:lnTo>
                  <a:lnTo>
                    <a:pt x="681" y="6398"/>
                  </a:lnTo>
                  <a:lnTo>
                    <a:pt x="640" y="6413"/>
                  </a:lnTo>
                  <a:lnTo>
                    <a:pt x="600" y="6429"/>
                  </a:lnTo>
                  <a:lnTo>
                    <a:pt x="559" y="6448"/>
                  </a:lnTo>
                  <a:lnTo>
                    <a:pt x="521" y="6467"/>
                  </a:lnTo>
                  <a:lnTo>
                    <a:pt x="484" y="6489"/>
                  </a:lnTo>
                  <a:lnTo>
                    <a:pt x="448" y="6512"/>
                  </a:lnTo>
                  <a:lnTo>
                    <a:pt x="412" y="6536"/>
                  </a:lnTo>
                  <a:lnTo>
                    <a:pt x="379" y="6562"/>
                  </a:lnTo>
                  <a:lnTo>
                    <a:pt x="346" y="6589"/>
                  </a:lnTo>
                  <a:lnTo>
                    <a:pt x="315" y="6617"/>
                  </a:lnTo>
                  <a:lnTo>
                    <a:pt x="285" y="6647"/>
                  </a:lnTo>
                  <a:lnTo>
                    <a:pt x="256" y="6679"/>
                  </a:lnTo>
                  <a:lnTo>
                    <a:pt x="228" y="6711"/>
                  </a:lnTo>
                  <a:lnTo>
                    <a:pt x="202" y="6744"/>
                  </a:lnTo>
                  <a:lnTo>
                    <a:pt x="177" y="6778"/>
                  </a:lnTo>
                  <a:lnTo>
                    <a:pt x="154" y="6813"/>
                  </a:lnTo>
                  <a:lnTo>
                    <a:pt x="132" y="6850"/>
                  </a:lnTo>
                  <a:lnTo>
                    <a:pt x="112" y="6887"/>
                  </a:lnTo>
                  <a:lnTo>
                    <a:pt x="93" y="6925"/>
                  </a:lnTo>
                  <a:lnTo>
                    <a:pt x="75" y="6965"/>
                  </a:lnTo>
                  <a:lnTo>
                    <a:pt x="60" y="7005"/>
                  </a:lnTo>
                  <a:lnTo>
                    <a:pt x="46" y="7045"/>
                  </a:lnTo>
                  <a:lnTo>
                    <a:pt x="34" y="7086"/>
                  </a:lnTo>
                  <a:lnTo>
                    <a:pt x="24" y="7128"/>
                  </a:lnTo>
                  <a:lnTo>
                    <a:pt x="15" y="7171"/>
                  </a:lnTo>
                  <a:lnTo>
                    <a:pt x="9" y="7215"/>
                  </a:lnTo>
                  <a:lnTo>
                    <a:pt x="4" y="7258"/>
                  </a:lnTo>
                  <a:lnTo>
                    <a:pt x="1" y="7302"/>
                  </a:lnTo>
                  <a:lnTo>
                    <a:pt x="0" y="7347"/>
                  </a:lnTo>
                  <a:lnTo>
                    <a:pt x="0" y="8712"/>
                  </a:lnTo>
                  <a:lnTo>
                    <a:pt x="1" y="8757"/>
                  </a:lnTo>
                  <a:lnTo>
                    <a:pt x="4" y="8801"/>
                  </a:lnTo>
                  <a:lnTo>
                    <a:pt x="9" y="8844"/>
                  </a:lnTo>
                  <a:lnTo>
                    <a:pt x="15" y="8888"/>
                  </a:lnTo>
                  <a:lnTo>
                    <a:pt x="24" y="8931"/>
                  </a:lnTo>
                  <a:lnTo>
                    <a:pt x="34" y="8972"/>
                  </a:lnTo>
                  <a:lnTo>
                    <a:pt x="46" y="9014"/>
                  </a:lnTo>
                  <a:lnTo>
                    <a:pt x="60" y="9054"/>
                  </a:lnTo>
                  <a:lnTo>
                    <a:pt x="75" y="9094"/>
                  </a:lnTo>
                  <a:lnTo>
                    <a:pt x="93" y="9134"/>
                  </a:lnTo>
                  <a:lnTo>
                    <a:pt x="112" y="9172"/>
                  </a:lnTo>
                  <a:lnTo>
                    <a:pt x="132" y="9209"/>
                  </a:lnTo>
                  <a:lnTo>
                    <a:pt x="154" y="9245"/>
                  </a:lnTo>
                  <a:lnTo>
                    <a:pt x="177" y="9280"/>
                  </a:lnTo>
                  <a:lnTo>
                    <a:pt x="202" y="9315"/>
                  </a:lnTo>
                  <a:lnTo>
                    <a:pt x="228" y="9348"/>
                  </a:lnTo>
                  <a:lnTo>
                    <a:pt x="256" y="9380"/>
                  </a:lnTo>
                  <a:lnTo>
                    <a:pt x="285" y="9412"/>
                  </a:lnTo>
                  <a:lnTo>
                    <a:pt x="315" y="9441"/>
                  </a:lnTo>
                  <a:lnTo>
                    <a:pt x="346" y="9470"/>
                  </a:lnTo>
                  <a:lnTo>
                    <a:pt x="379" y="9497"/>
                  </a:lnTo>
                  <a:lnTo>
                    <a:pt x="412" y="9523"/>
                  </a:lnTo>
                  <a:lnTo>
                    <a:pt x="448" y="9547"/>
                  </a:lnTo>
                  <a:lnTo>
                    <a:pt x="484" y="9570"/>
                  </a:lnTo>
                  <a:lnTo>
                    <a:pt x="521" y="9591"/>
                  </a:lnTo>
                  <a:lnTo>
                    <a:pt x="559" y="9611"/>
                  </a:lnTo>
                  <a:lnTo>
                    <a:pt x="600" y="9629"/>
                  </a:lnTo>
                  <a:lnTo>
                    <a:pt x="640" y="9646"/>
                  </a:lnTo>
                  <a:lnTo>
                    <a:pt x="681" y="9661"/>
                  </a:lnTo>
                  <a:lnTo>
                    <a:pt x="722" y="9675"/>
                  </a:lnTo>
                  <a:lnTo>
                    <a:pt x="766" y="9687"/>
                  </a:lnTo>
                  <a:lnTo>
                    <a:pt x="809" y="9697"/>
                  </a:lnTo>
                  <a:lnTo>
                    <a:pt x="2351" y="10004"/>
                  </a:lnTo>
                  <a:lnTo>
                    <a:pt x="2380" y="10087"/>
                  </a:lnTo>
                  <a:lnTo>
                    <a:pt x="2411" y="10169"/>
                  </a:lnTo>
                  <a:lnTo>
                    <a:pt x="2443" y="10252"/>
                  </a:lnTo>
                  <a:lnTo>
                    <a:pt x="2477" y="10333"/>
                  </a:lnTo>
                  <a:lnTo>
                    <a:pt x="2511" y="10413"/>
                  </a:lnTo>
                  <a:lnTo>
                    <a:pt x="2546" y="10494"/>
                  </a:lnTo>
                  <a:lnTo>
                    <a:pt x="2583" y="10573"/>
                  </a:lnTo>
                  <a:lnTo>
                    <a:pt x="2620" y="10651"/>
                  </a:lnTo>
                  <a:lnTo>
                    <a:pt x="1747" y="11957"/>
                  </a:lnTo>
                  <a:lnTo>
                    <a:pt x="1724" y="11995"/>
                  </a:lnTo>
                  <a:lnTo>
                    <a:pt x="1702" y="12033"/>
                  </a:lnTo>
                  <a:lnTo>
                    <a:pt x="1681" y="12072"/>
                  </a:lnTo>
                  <a:lnTo>
                    <a:pt x="1663" y="12111"/>
                  </a:lnTo>
                  <a:lnTo>
                    <a:pt x="1646" y="12153"/>
                  </a:lnTo>
                  <a:lnTo>
                    <a:pt x="1632" y="12193"/>
                  </a:lnTo>
                  <a:lnTo>
                    <a:pt x="1619" y="12234"/>
                  </a:lnTo>
                  <a:lnTo>
                    <a:pt x="1607" y="12275"/>
                  </a:lnTo>
                  <a:lnTo>
                    <a:pt x="1598" y="12317"/>
                  </a:lnTo>
                  <a:lnTo>
                    <a:pt x="1590" y="12359"/>
                  </a:lnTo>
                  <a:lnTo>
                    <a:pt x="1585" y="12402"/>
                  </a:lnTo>
                  <a:lnTo>
                    <a:pt x="1581" y="12444"/>
                  </a:lnTo>
                  <a:lnTo>
                    <a:pt x="1579" y="12486"/>
                  </a:lnTo>
                  <a:lnTo>
                    <a:pt x="1579" y="12528"/>
                  </a:lnTo>
                  <a:lnTo>
                    <a:pt x="1580" y="12571"/>
                  </a:lnTo>
                  <a:lnTo>
                    <a:pt x="1583" y="12613"/>
                  </a:lnTo>
                  <a:lnTo>
                    <a:pt x="1588" y="12654"/>
                  </a:lnTo>
                  <a:lnTo>
                    <a:pt x="1595" y="12697"/>
                  </a:lnTo>
                  <a:lnTo>
                    <a:pt x="1604" y="12738"/>
                  </a:lnTo>
                  <a:lnTo>
                    <a:pt x="1615" y="12779"/>
                  </a:lnTo>
                  <a:lnTo>
                    <a:pt x="1627" y="12820"/>
                  </a:lnTo>
                  <a:lnTo>
                    <a:pt x="1641" y="12860"/>
                  </a:lnTo>
                  <a:lnTo>
                    <a:pt x="1656" y="12900"/>
                  </a:lnTo>
                  <a:lnTo>
                    <a:pt x="1673" y="12940"/>
                  </a:lnTo>
                  <a:lnTo>
                    <a:pt x="1692" y="12978"/>
                  </a:lnTo>
                  <a:lnTo>
                    <a:pt x="1713" y="13016"/>
                  </a:lnTo>
                  <a:lnTo>
                    <a:pt x="1735" y="13052"/>
                  </a:lnTo>
                  <a:lnTo>
                    <a:pt x="1759" y="13088"/>
                  </a:lnTo>
                  <a:lnTo>
                    <a:pt x="1786" y="13124"/>
                  </a:lnTo>
                  <a:lnTo>
                    <a:pt x="1814" y="13158"/>
                  </a:lnTo>
                  <a:lnTo>
                    <a:pt x="1843" y="13191"/>
                  </a:lnTo>
                  <a:lnTo>
                    <a:pt x="1873" y="13224"/>
                  </a:lnTo>
                  <a:lnTo>
                    <a:pt x="2841" y="14189"/>
                  </a:lnTo>
                  <a:lnTo>
                    <a:pt x="2860" y="14207"/>
                  </a:lnTo>
                  <a:lnTo>
                    <a:pt x="2878" y="14224"/>
                  </a:lnTo>
                  <a:lnTo>
                    <a:pt x="2897" y="14241"/>
                  </a:lnTo>
                  <a:lnTo>
                    <a:pt x="2917" y="14257"/>
                  </a:lnTo>
                  <a:lnTo>
                    <a:pt x="2936" y="14273"/>
                  </a:lnTo>
                  <a:lnTo>
                    <a:pt x="2956" y="14288"/>
                  </a:lnTo>
                  <a:lnTo>
                    <a:pt x="2978" y="14303"/>
                  </a:lnTo>
                  <a:lnTo>
                    <a:pt x="2998" y="14317"/>
                  </a:lnTo>
                  <a:lnTo>
                    <a:pt x="3019" y="14331"/>
                  </a:lnTo>
                  <a:lnTo>
                    <a:pt x="3040" y="14344"/>
                  </a:lnTo>
                  <a:lnTo>
                    <a:pt x="3061" y="14356"/>
                  </a:lnTo>
                  <a:lnTo>
                    <a:pt x="3083" y="14368"/>
                  </a:lnTo>
                  <a:lnTo>
                    <a:pt x="3105" y="14379"/>
                  </a:lnTo>
                  <a:lnTo>
                    <a:pt x="3127" y="14389"/>
                  </a:lnTo>
                  <a:lnTo>
                    <a:pt x="3150" y="14399"/>
                  </a:lnTo>
                  <a:lnTo>
                    <a:pt x="3173" y="14409"/>
                  </a:lnTo>
                  <a:lnTo>
                    <a:pt x="3195" y="14418"/>
                  </a:lnTo>
                  <a:lnTo>
                    <a:pt x="3218" y="14426"/>
                  </a:lnTo>
                  <a:lnTo>
                    <a:pt x="3241" y="14434"/>
                  </a:lnTo>
                  <a:lnTo>
                    <a:pt x="3264" y="14441"/>
                  </a:lnTo>
                  <a:lnTo>
                    <a:pt x="3288" y="14448"/>
                  </a:lnTo>
                  <a:lnTo>
                    <a:pt x="3312" y="14454"/>
                  </a:lnTo>
                  <a:lnTo>
                    <a:pt x="3336" y="14459"/>
                  </a:lnTo>
                  <a:lnTo>
                    <a:pt x="3359" y="14464"/>
                  </a:lnTo>
                  <a:lnTo>
                    <a:pt x="3383" y="14469"/>
                  </a:lnTo>
                  <a:lnTo>
                    <a:pt x="3407" y="14473"/>
                  </a:lnTo>
                  <a:lnTo>
                    <a:pt x="3431" y="14476"/>
                  </a:lnTo>
                  <a:lnTo>
                    <a:pt x="3455" y="14478"/>
                  </a:lnTo>
                  <a:lnTo>
                    <a:pt x="3480" y="14480"/>
                  </a:lnTo>
                  <a:lnTo>
                    <a:pt x="3504" y="14482"/>
                  </a:lnTo>
                  <a:lnTo>
                    <a:pt x="3529" y="14483"/>
                  </a:lnTo>
                  <a:lnTo>
                    <a:pt x="3553" y="14483"/>
                  </a:lnTo>
                  <a:lnTo>
                    <a:pt x="3589" y="14482"/>
                  </a:lnTo>
                  <a:lnTo>
                    <a:pt x="3625" y="14480"/>
                  </a:lnTo>
                  <a:lnTo>
                    <a:pt x="3662" y="14477"/>
                  </a:lnTo>
                  <a:lnTo>
                    <a:pt x="3698" y="14473"/>
                  </a:lnTo>
                  <a:lnTo>
                    <a:pt x="3733" y="14467"/>
                  </a:lnTo>
                  <a:lnTo>
                    <a:pt x="3769" y="14460"/>
                  </a:lnTo>
                  <a:lnTo>
                    <a:pt x="3804" y="14451"/>
                  </a:lnTo>
                  <a:lnTo>
                    <a:pt x="3840" y="14441"/>
                  </a:lnTo>
                  <a:lnTo>
                    <a:pt x="3875" y="14430"/>
                  </a:lnTo>
                  <a:lnTo>
                    <a:pt x="3910" y="14418"/>
                  </a:lnTo>
                  <a:lnTo>
                    <a:pt x="3944" y="14404"/>
                  </a:lnTo>
                  <a:lnTo>
                    <a:pt x="3978" y="14389"/>
                  </a:lnTo>
                  <a:lnTo>
                    <a:pt x="4013" y="14372"/>
                  </a:lnTo>
                  <a:lnTo>
                    <a:pt x="4046" y="14355"/>
                  </a:lnTo>
                  <a:lnTo>
                    <a:pt x="4078" y="14336"/>
                  </a:lnTo>
                  <a:lnTo>
                    <a:pt x="4110" y="14315"/>
                  </a:lnTo>
                  <a:lnTo>
                    <a:pt x="5420" y="13443"/>
                  </a:lnTo>
                  <a:lnTo>
                    <a:pt x="5499" y="13482"/>
                  </a:lnTo>
                  <a:lnTo>
                    <a:pt x="5578" y="13518"/>
                  </a:lnTo>
                  <a:lnTo>
                    <a:pt x="5658" y="13553"/>
                  </a:lnTo>
                  <a:lnTo>
                    <a:pt x="5739" y="13587"/>
                  </a:lnTo>
                  <a:lnTo>
                    <a:pt x="5820" y="13620"/>
                  </a:lnTo>
                  <a:lnTo>
                    <a:pt x="5903" y="13652"/>
                  </a:lnTo>
                  <a:lnTo>
                    <a:pt x="5985" y="13683"/>
                  </a:lnTo>
                  <a:lnTo>
                    <a:pt x="6069" y="13713"/>
                  </a:lnTo>
                  <a:lnTo>
                    <a:pt x="6377" y="15251"/>
                  </a:lnTo>
                  <a:lnTo>
                    <a:pt x="6387" y="15295"/>
                  </a:lnTo>
                  <a:lnTo>
                    <a:pt x="6398" y="15337"/>
                  </a:lnTo>
                  <a:lnTo>
                    <a:pt x="6412" y="15380"/>
                  </a:lnTo>
                  <a:lnTo>
                    <a:pt x="6427" y="15421"/>
                  </a:lnTo>
                  <a:lnTo>
                    <a:pt x="6444" y="15461"/>
                  </a:lnTo>
                  <a:lnTo>
                    <a:pt x="6462" y="15500"/>
                  </a:lnTo>
                  <a:lnTo>
                    <a:pt x="6482" y="15538"/>
                  </a:lnTo>
                  <a:lnTo>
                    <a:pt x="6503" y="15575"/>
                  </a:lnTo>
                  <a:lnTo>
                    <a:pt x="6527" y="15611"/>
                  </a:lnTo>
                  <a:lnTo>
                    <a:pt x="6551" y="15646"/>
                  </a:lnTo>
                  <a:lnTo>
                    <a:pt x="6577" y="15681"/>
                  </a:lnTo>
                  <a:lnTo>
                    <a:pt x="6604" y="15713"/>
                  </a:lnTo>
                  <a:lnTo>
                    <a:pt x="6633" y="15744"/>
                  </a:lnTo>
                  <a:lnTo>
                    <a:pt x="6662" y="15774"/>
                  </a:lnTo>
                  <a:lnTo>
                    <a:pt x="6694" y="15803"/>
                  </a:lnTo>
                  <a:lnTo>
                    <a:pt x="6726" y="15831"/>
                  </a:lnTo>
                  <a:lnTo>
                    <a:pt x="6759" y="15857"/>
                  </a:lnTo>
                  <a:lnTo>
                    <a:pt x="6793" y="15881"/>
                  </a:lnTo>
                  <a:lnTo>
                    <a:pt x="6829" y="15904"/>
                  </a:lnTo>
                  <a:lnTo>
                    <a:pt x="6866" y="15927"/>
                  </a:lnTo>
                  <a:lnTo>
                    <a:pt x="6903" y="15947"/>
                  </a:lnTo>
                  <a:lnTo>
                    <a:pt x="6941" y="15966"/>
                  </a:lnTo>
                  <a:lnTo>
                    <a:pt x="6980" y="15983"/>
                  </a:lnTo>
                  <a:lnTo>
                    <a:pt x="7020" y="15998"/>
                  </a:lnTo>
                  <a:lnTo>
                    <a:pt x="7061" y="16012"/>
                  </a:lnTo>
                  <a:lnTo>
                    <a:pt x="7102" y="16024"/>
                  </a:lnTo>
                  <a:lnTo>
                    <a:pt x="7144" y="16034"/>
                  </a:lnTo>
                  <a:lnTo>
                    <a:pt x="7187" y="16043"/>
                  </a:lnTo>
                  <a:lnTo>
                    <a:pt x="7231" y="16049"/>
                  </a:lnTo>
                  <a:lnTo>
                    <a:pt x="7274" y="16054"/>
                  </a:lnTo>
                  <a:lnTo>
                    <a:pt x="7318" y="16057"/>
                  </a:lnTo>
                  <a:lnTo>
                    <a:pt x="7363" y="16058"/>
                  </a:lnTo>
                  <a:lnTo>
                    <a:pt x="8732" y="16058"/>
                  </a:lnTo>
                  <a:lnTo>
                    <a:pt x="8777" y="16057"/>
                  </a:lnTo>
                  <a:lnTo>
                    <a:pt x="8821" y="16054"/>
                  </a:lnTo>
                  <a:lnTo>
                    <a:pt x="8864" y="16049"/>
                  </a:lnTo>
                  <a:lnTo>
                    <a:pt x="8908" y="16043"/>
                  </a:lnTo>
                  <a:lnTo>
                    <a:pt x="8951" y="16034"/>
                  </a:lnTo>
                  <a:lnTo>
                    <a:pt x="8993" y="16024"/>
                  </a:lnTo>
                  <a:lnTo>
                    <a:pt x="9034" y="16012"/>
                  </a:lnTo>
                  <a:lnTo>
                    <a:pt x="9075" y="15998"/>
                  </a:lnTo>
                  <a:lnTo>
                    <a:pt x="9115" y="15983"/>
                  </a:lnTo>
                  <a:lnTo>
                    <a:pt x="9154" y="15966"/>
                  </a:lnTo>
                  <a:lnTo>
                    <a:pt x="9192" y="15947"/>
                  </a:lnTo>
                  <a:lnTo>
                    <a:pt x="9229" y="15927"/>
                  </a:lnTo>
                  <a:lnTo>
                    <a:pt x="9267" y="15904"/>
                  </a:lnTo>
                  <a:lnTo>
                    <a:pt x="9302" y="15881"/>
                  </a:lnTo>
                  <a:lnTo>
                    <a:pt x="9336" y="15857"/>
                  </a:lnTo>
                  <a:lnTo>
                    <a:pt x="9369" y="15831"/>
                  </a:lnTo>
                  <a:lnTo>
                    <a:pt x="9401" y="15803"/>
                  </a:lnTo>
                  <a:lnTo>
                    <a:pt x="9433" y="15774"/>
                  </a:lnTo>
                  <a:lnTo>
                    <a:pt x="9463" y="15744"/>
                  </a:lnTo>
                  <a:lnTo>
                    <a:pt x="9491" y="15713"/>
                  </a:lnTo>
                  <a:lnTo>
                    <a:pt x="9518" y="15681"/>
                  </a:lnTo>
                  <a:lnTo>
                    <a:pt x="9544" y="15646"/>
                  </a:lnTo>
                  <a:lnTo>
                    <a:pt x="9568" y="15611"/>
                  </a:lnTo>
                  <a:lnTo>
                    <a:pt x="9592" y="15575"/>
                  </a:lnTo>
                  <a:lnTo>
                    <a:pt x="9614" y="15538"/>
                  </a:lnTo>
                  <a:lnTo>
                    <a:pt x="9633" y="15500"/>
                  </a:lnTo>
                  <a:lnTo>
                    <a:pt x="9652" y="15461"/>
                  </a:lnTo>
                  <a:lnTo>
                    <a:pt x="9668" y="15421"/>
                  </a:lnTo>
                  <a:lnTo>
                    <a:pt x="9683" y="15380"/>
                  </a:lnTo>
                  <a:lnTo>
                    <a:pt x="9697" y="15337"/>
                  </a:lnTo>
                  <a:lnTo>
                    <a:pt x="9708" y="15295"/>
                  </a:lnTo>
                  <a:lnTo>
                    <a:pt x="9718" y="15251"/>
                  </a:lnTo>
                  <a:lnTo>
                    <a:pt x="10027" y="13713"/>
                  </a:lnTo>
                  <a:lnTo>
                    <a:pt x="10111" y="13683"/>
                  </a:lnTo>
                  <a:lnTo>
                    <a:pt x="10193" y="13652"/>
                  </a:lnTo>
                  <a:lnTo>
                    <a:pt x="10276" y="13620"/>
                  </a:lnTo>
                  <a:lnTo>
                    <a:pt x="10357" y="13587"/>
                  </a:lnTo>
                  <a:lnTo>
                    <a:pt x="10438" y="13553"/>
                  </a:lnTo>
                  <a:lnTo>
                    <a:pt x="10517" y="13518"/>
                  </a:lnTo>
                  <a:lnTo>
                    <a:pt x="10597" y="13481"/>
                  </a:lnTo>
                  <a:lnTo>
                    <a:pt x="10676" y="13443"/>
                  </a:lnTo>
                  <a:lnTo>
                    <a:pt x="11986" y="14315"/>
                  </a:lnTo>
                  <a:lnTo>
                    <a:pt x="12018" y="14336"/>
                  </a:lnTo>
                  <a:lnTo>
                    <a:pt x="12050" y="14355"/>
                  </a:lnTo>
                  <a:lnTo>
                    <a:pt x="12083" y="14372"/>
                  </a:lnTo>
                  <a:lnTo>
                    <a:pt x="12117" y="14389"/>
                  </a:lnTo>
                  <a:lnTo>
                    <a:pt x="12151" y="14404"/>
                  </a:lnTo>
                  <a:lnTo>
                    <a:pt x="12185" y="14418"/>
                  </a:lnTo>
                  <a:lnTo>
                    <a:pt x="12220" y="14430"/>
                  </a:lnTo>
                  <a:lnTo>
                    <a:pt x="12255" y="14441"/>
                  </a:lnTo>
                  <a:lnTo>
                    <a:pt x="12291" y="14451"/>
                  </a:lnTo>
                  <a:lnTo>
                    <a:pt x="12326" y="14460"/>
                  </a:lnTo>
                  <a:lnTo>
                    <a:pt x="12362" y="14467"/>
                  </a:lnTo>
                  <a:lnTo>
                    <a:pt x="12398" y="14473"/>
                  </a:lnTo>
                  <a:lnTo>
                    <a:pt x="12433" y="14477"/>
                  </a:lnTo>
                  <a:lnTo>
                    <a:pt x="12470" y="14480"/>
                  </a:lnTo>
                  <a:lnTo>
                    <a:pt x="12506" y="14482"/>
                  </a:lnTo>
                  <a:lnTo>
                    <a:pt x="12542" y="14483"/>
                  </a:lnTo>
                  <a:lnTo>
                    <a:pt x="12566" y="14483"/>
                  </a:lnTo>
                  <a:lnTo>
                    <a:pt x="12591" y="14482"/>
                  </a:lnTo>
                  <a:lnTo>
                    <a:pt x="12615" y="14480"/>
                  </a:lnTo>
                  <a:lnTo>
                    <a:pt x="12640" y="14478"/>
                  </a:lnTo>
                  <a:lnTo>
                    <a:pt x="12664" y="14476"/>
                  </a:lnTo>
                  <a:lnTo>
                    <a:pt x="12688" y="14473"/>
                  </a:lnTo>
                  <a:lnTo>
                    <a:pt x="12712" y="14469"/>
                  </a:lnTo>
                  <a:lnTo>
                    <a:pt x="12736" y="14464"/>
                  </a:lnTo>
                  <a:lnTo>
                    <a:pt x="12759" y="14459"/>
                  </a:lnTo>
                  <a:lnTo>
                    <a:pt x="12783" y="14454"/>
                  </a:lnTo>
                  <a:lnTo>
                    <a:pt x="12808" y="14448"/>
                  </a:lnTo>
                  <a:lnTo>
                    <a:pt x="12831" y="14441"/>
                  </a:lnTo>
                  <a:lnTo>
                    <a:pt x="12854" y="14434"/>
                  </a:lnTo>
                  <a:lnTo>
                    <a:pt x="12877" y="14426"/>
                  </a:lnTo>
                  <a:lnTo>
                    <a:pt x="12900" y="14418"/>
                  </a:lnTo>
                  <a:lnTo>
                    <a:pt x="12923" y="14409"/>
                  </a:lnTo>
                  <a:lnTo>
                    <a:pt x="12945" y="14399"/>
                  </a:lnTo>
                  <a:lnTo>
                    <a:pt x="12968" y="14389"/>
                  </a:lnTo>
                  <a:lnTo>
                    <a:pt x="12990" y="14379"/>
                  </a:lnTo>
                  <a:lnTo>
                    <a:pt x="13012" y="14368"/>
                  </a:lnTo>
                  <a:lnTo>
                    <a:pt x="13034" y="14356"/>
                  </a:lnTo>
                  <a:lnTo>
                    <a:pt x="13055" y="14344"/>
                  </a:lnTo>
                  <a:lnTo>
                    <a:pt x="13076" y="14331"/>
                  </a:lnTo>
                  <a:lnTo>
                    <a:pt x="13097" y="14317"/>
                  </a:lnTo>
                  <a:lnTo>
                    <a:pt x="13118" y="14303"/>
                  </a:lnTo>
                  <a:lnTo>
                    <a:pt x="13139" y="14288"/>
                  </a:lnTo>
                  <a:lnTo>
                    <a:pt x="13159" y="14273"/>
                  </a:lnTo>
                  <a:lnTo>
                    <a:pt x="13179" y="14257"/>
                  </a:lnTo>
                  <a:lnTo>
                    <a:pt x="13198" y="14241"/>
                  </a:lnTo>
                  <a:lnTo>
                    <a:pt x="13217" y="14224"/>
                  </a:lnTo>
                  <a:lnTo>
                    <a:pt x="13236" y="14207"/>
                  </a:lnTo>
                  <a:lnTo>
                    <a:pt x="13254" y="14189"/>
                  </a:lnTo>
                  <a:lnTo>
                    <a:pt x="14222" y="13224"/>
                  </a:lnTo>
                  <a:lnTo>
                    <a:pt x="14253" y="13191"/>
                  </a:lnTo>
                  <a:lnTo>
                    <a:pt x="14282" y="13158"/>
                  </a:lnTo>
                  <a:lnTo>
                    <a:pt x="14309" y="13124"/>
                  </a:lnTo>
                  <a:lnTo>
                    <a:pt x="14336" y="13088"/>
                  </a:lnTo>
                  <a:lnTo>
                    <a:pt x="14360" y="13052"/>
                  </a:lnTo>
                  <a:lnTo>
                    <a:pt x="14382" y="13016"/>
                  </a:lnTo>
                  <a:lnTo>
                    <a:pt x="14403" y="12978"/>
                  </a:lnTo>
                  <a:lnTo>
                    <a:pt x="14422" y="12940"/>
                  </a:lnTo>
                  <a:lnTo>
                    <a:pt x="14439" y="12900"/>
                  </a:lnTo>
                  <a:lnTo>
                    <a:pt x="14455" y="12860"/>
                  </a:lnTo>
                  <a:lnTo>
                    <a:pt x="14468" y="12820"/>
                  </a:lnTo>
                  <a:lnTo>
                    <a:pt x="14480" y="12779"/>
                  </a:lnTo>
                  <a:lnTo>
                    <a:pt x="14492" y="12738"/>
                  </a:lnTo>
                  <a:lnTo>
                    <a:pt x="14500" y="12697"/>
                  </a:lnTo>
                  <a:lnTo>
                    <a:pt x="14507" y="12654"/>
                  </a:lnTo>
                  <a:lnTo>
                    <a:pt x="14512" y="12613"/>
                  </a:lnTo>
                  <a:lnTo>
                    <a:pt x="14515" y="12571"/>
                  </a:lnTo>
                  <a:lnTo>
                    <a:pt x="14517" y="12528"/>
                  </a:lnTo>
                  <a:lnTo>
                    <a:pt x="14517" y="12486"/>
                  </a:lnTo>
                  <a:lnTo>
                    <a:pt x="14515" y="12444"/>
                  </a:lnTo>
                  <a:lnTo>
                    <a:pt x="14511" y="12402"/>
                  </a:lnTo>
                  <a:lnTo>
                    <a:pt x="14505" y="12359"/>
                  </a:lnTo>
                  <a:lnTo>
                    <a:pt x="14498" y="12317"/>
                  </a:lnTo>
                  <a:lnTo>
                    <a:pt x="14489" y="12275"/>
                  </a:lnTo>
                  <a:lnTo>
                    <a:pt x="14476" y="12234"/>
                  </a:lnTo>
                  <a:lnTo>
                    <a:pt x="14464" y="12193"/>
                  </a:lnTo>
                  <a:lnTo>
                    <a:pt x="14449" y="12153"/>
                  </a:lnTo>
                  <a:lnTo>
                    <a:pt x="14433" y="12111"/>
                  </a:lnTo>
                  <a:lnTo>
                    <a:pt x="14414" y="12072"/>
                  </a:lnTo>
                  <a:lnTo>
                    <a:pt x="14394" y="12033"/>
                  </a:lnTo>
                  <a:lnTo>
                    <a:pt x="14372" y="11995"/>
                  </a:lnTo>
                  <a:lnTo>
                    <a:pt x="14348" y="11957"/>
                  </a:lnTo>
                  <a:lnTo>
                    <a:pt x="13475" y="10651"/>
                  </a:lnTo>
                  <a:lnTo>
                    <a:pt x="13512" y="10572"/>
                  </a:lnTo>
                  <a:lnTo>
                    <a:pt x="13549" y="10493"/>
                  </a:lnTo>
                  <a:lnTo>
                    <a:pt x="13584" y="10413"/>
                  </a:lnTo>
                  <a:lnTo>
                    <a:pt x="13618" y="10332"/>
                  </a:lnTo>
                  <a:lnTo>
                    <a:pt x="13652" y="10251"/>
                  </a:lnTo>
                  <a:lnTo>
                    <a:pt x="13684" y="10169"/>
                  </a:lnTo>
                  <a:lnTo>
                    <a:pt x="13715" y="10087"/>
                  </a:lnTo>
                  <a:lnTo>
                    <a:pt x="13745" y="10004"/>
                  </a:lnTo>
                  <a:lnTo>
                    <a:pt x="15286" y="9697"/>
                  </a:lnTo>
                  <a:lnTo>
                    <a:pt x="15329" y="9687"/>
                  </a:lnTo>
                  <a:lnTo>
                    <a:pt x="15373" y="9675"/>
                  </a:lnTo>
                  <a:lnTo>
                    <a:pt x="15414" y="9661"/>
                  </a:lnTo>
                  <a:lnTo>
                    <a:pt x="15455" y="9646"/>
                  </a:lnTo>
                  <a:lnTo>
                    <a:pt x="15495" y="9629"/>
                  </a:lnTo>
                  <a:lnTo>
                    <a:pt x="15536" y="9611"/>
                  </a:lnTo>
                  <a:lnTo>
                    <a:pt x="15574" y="9591"/>
                  </a:lnTo>
                  <a:lnTo>
                    <a:pt x="15611" y="9570"/>
                  </a:lnTo>
                  <a:lnTo>
                    <a:pt x="15647" y="9547"/>
                  </a:lnTo>
                  <a:lnTo>
                    <a:pt x="15683" y="9523"/>
                  </a:lnTo>
                  <a:lnTo>
                    <a:pt x="15716" y="9497"/>
                  </a:lnTo>
                  <a:lnTo>
                    <a:pt x="15749" y="9470"/>
                  </a:lnTo>
                  <a:lnTo>
                    <a:pt x="15780" y="9441"/>
                  </a:lnTo>
                  <a:lnTo>
                    <a:pt x="15810" y="9412"/>
                  </a:lnTo>
                  <a:lnTo>
                    <a:pt x="15839" y="9380"/>
                  </a:lnTo>
                  <a:lnTo>
                    <a:pt x="15867" y="9348"/>
                  </a:lnTo>
                  <a:lnTo>
                    <a:pt x="15893" y="9315"/>
                  </a:lnTo>
                  <a:lnTo>
                    <a:pt x="15918" y="9280"/>
                  </a:lnTo>
                  <a:lnTo>
                    <a:pt x="15941" y="9245"/>
                  </a:lnTo>
                  <a:lnTo>
                    <a:pt x="15963" y="9209"/>
                  </a:lnTo>
                  <a:lnTo>
                    <a:pt x="15983" y="9172"/>
                  </a:lnTo>
                  <a:lnTo>
                    <a:pt x="16002" y="9134"/>
                  </a:lnTo>
                  <a:lnTo>
                    <a:pt x="16020" y="9094"/>
                  </a:lnTo>
                  <a:lnTo>
                    <a:pt x="16035" y="9054"/>
                  </a:lnTo>
                  <a:lnTo>
                    <a:pt x="16049" y="9014"/>
                  </a:lnTo>
                  <a:lnTo>
                    <a:pt x="16061" y="8972"/>
                  </a:lnTo>
                  <a:lnTo>
                    <a:pt x="16071" y="8931"/>
                  </a:lnTo>
                  <a:lnTo>
                    <a:pt x="16080" y="8888"/>
                  </a:lnTo>
                  <a:lnTo>
                    <a:pt x="16086" y="8844"/>
                  </a:lnTo>
                  <a:lnTo>
                    <a:pt x="16091" y="8801"/>
                  </a:lnTo>
                  <a:lnTo>
                    <a:pt x="16094" y="8757"/>
                  </a:lnTo>
                  <a:lnTo>
                    <a:pt x="16095" y="8712"/>
                  </a:lnTo>
                  <a:lnTo>
                    <a:pt x="16095" y="7347"/>
                  </a:lnTo>
                  <a:lnTo>
                    <a:pt x="16094" y="7302"/>
                  </a:lnTo>
                  <a:lnTo>
                    <a:pt x="16091" y="7258"/>
                  </a:lnTo>
                  <a:lnTo>
                    <a:pt x="16086" y="7215"/>
                  </a:lnTo>
                  <a:lnTo>
                    <a:pt x="16080" y="7171"/>
                  </a:lnTo>
                  <a:lnTo>
                    <a:pt x="16071" y="7128"/>
                  </a:lnTo>
                  <a:lnTo>
                    <a:pt x="16061" y="7086"/>
                  </a:lnTo>
                  <a:lnTo>
                    <a:pt x="16049" y="7045"/>
                  </a:lnTo>
                  <a:lnTo>
                    <a:pt x="16035" y="7005"/>
                  </a:lnTo>
                  <a:lnTo>
                    <a:pt x="16020" y="6965"/>
                  </a:lnTo>
                  <a:lnTo>
                    <a:pt x="16002" y="6925"/>
                  </a:lnTo>
                  <a:lnTo>
                    <a:pt x="15983" y="6887"/>
                  </a:lnTo>
                  <a:lnTo>
                    <a:pt x="15963" y="6850"/>
                  </a:lnTo>
                  <a:lnTo>
                    <a:pt x="15941" y="6813"/>
                  </a:lnTo>
                  <a:lnTo>
                    <a:pt x="15918" y="6778"/>
                  </a:lnTo>
                  <a:lnTo>
                    <a:pt x="15893" y="6744"/>
                  </a:lnTo>
                  <a:lnTo>
                    <a:pt x="15867" y="6711"/>
                  </a:lnTo>
                  <a:lnTo>
                    <a:pt x="15839" y="6679"/>
                  </a:lnTo>
                  <a:lnTo>
                    <a:pt x="15810" y="6647"/>
                  </a:lnTo>
                  <a:lnTo>
                    <a:pt x="15780" y="6617"/>
                  </a:lnTo>
                  <a:lnTo>
                    <a:pt x="15749" y="6589"/>
                  </a:lnTo>
                  <a:lnTo>
                    <a:pt x="15716" y="6562"/>
                  </a:lnTo>
                  <a:lnTo>
                    <a:pt x="15683" y="6536"/>
                  </a:lnTo>
                  <a:lnTo>
                    <a:pt x="15647" y="6512"/>
                  </a:lnTo>
                  <a:lnTo>
                    <a:pt x="15611" y="6489"/>
                  </a:lnTo>
                  <a:lnTo>
                    <a:pt x="15574" y="6467"/>
                  </a:lnTo>
                  <a:lnTo>
                    <a:pt x="15536" y="6448"/>
                  </a:lnTo>
                  <a:lnTo>
                    <a:pt x="15495" y="6429"/>
                  </a:lnTo>
                  <a:lnTo>
                    <a:pt x="15455" y="6413"/>
                  </a:lnTo>
                  <a:lnTo>
                    <a:pt x="15414" y="6398"/>
                  </a:lnTo>
                  <a:lnTo>
                    <a:pt x="15373" y="6383"/>
                  </a:lnTo>
                  <a:lnTo>
                    <a:pt x="15329" y="6372"/>
                  </a:lnTo>
                  <a:lnTo>
                    <a:pt x="15286" y="6362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75"/>
            <p:cNvSpPr>
              <a:spLocks noEditPoints="1"/>
            </p:cNvSpPr>
            <p:nvPr/>
          </p:nvSpPr>
          <p:spPr bwMode="auto">
            <a:xfrm>
              <a:off x="4787900" y="2312988"/>
              <a:ext cx="303213" cy="301625"/>
            </a:xfrm>
            <a:custGeom>
              <a:avLst/>
              <a:gdLst>
                <a:gd name="T0" fmla="*/ 2899 w 7040"/>
                <a:gd name="T1" fmla="*/ 6524 h 7025"/>
                <a:gd name="T2" fmla="*/ 2185 w 7040"/>
                <a:gd name="T3" fmla="*/ 6283 h 7025"/>
                <a:gd name="T4" fmla="*/ 1560 w 7040"/>
                <a:gd name="T5" fmla="*/ 5884 h 7025"/>
                <a:gd name="T6" fmla="*/ 1051 w 7040"/>
                <a:gd name="T7" fmla="*/ 5351 h 7025"/>
                <a:gd name="T8" fmla="*/ 682 w 7040"/>
                <a:gd name="T9" fmla="*/ 4709 h 7025"/>
                <a:gd name="T10" fmla="*/ 475 w 7040"/>
                <a:gd name="T11" fmla="*/ 3980 h 7025"/>
                <a:gd name="T12" fmla="*/ 455 w 7040"/>
                <a:gd name="T13" fmla="*/ 3198 h 7025"/>
                <a:gd name="T14" fmla="*/ 626 w 7040"/>
                <a:gd name="T15" fmla="*/ 2456 h 7025"/>
                <a:gd name="T16" fmla="*/ 965 w 7040"/>
                <a:gd name="T17" fmla="*/ 1794 h 7025"/>
                <a:gd name="T18" fmla="*/ 1448 w 7040"/>
                <a:gd name="T19" fmla="*/ 1237 h 7025"/>
                <a:gd name="T20" fmla="*/ 2052 w 7040"/>
                <a:gd name="T21" fmla="*/ 810 h 7025"/>
                <a:gd name="T22" fmla="*/ 2750 w 7040"/>
                <a:gd name="T23" fmla="*/ 536 h 7025"/>
                <a:gd name="T24" fmla="*/ 3520 w 7040"/>
                <a:gd name="T25" fmla="*/ 439 h 7025"/>
                <a:gd name="T26" fmla="*/ 4289 w 7040"/>
                <a:gd name="T27" fmla="*/ 536 h 7025"/>
                <a:gd name="T28" fmla="*/ 4988 w 7040"/>
                <a:gd name="T29" fmla="*/ 810 h 7025"/>
                <a:gd name="T30" fmla="*/ 5591 w 7040"/>
                <a:gd name="T31" fmla="*/ 1237 h 7025"/>
                <a:gd name="T32" fmla="*/ 6075 w 7040"/>
                <a:gd name="T33" fmla="*/ 1794 h 7025"/>
                <a:gd name="T34" fmla="*/ 6414 w 7040"/>
                <a:gd name="T35" fmla="*/ 2456 h 7025"/>
                <a:gd name="T36" fmla="*/ 6585 w 7040"/>
                <a:gd name="T37" fmla="*/ 3198 h 7025"/>
                <a:gd name="T38" fmla="*/ 6565 w 7040"/>
                <a:gd name="T39" fmla="*/ 3980 h 7025"/>
                <a:gd name="T40" fmla="*/ 6358 w 7040"/>
                <a:gd name="T41" fmla="*/ 4709 h 7025"/>
                <a:gd name="T42" fmla="*/ 5988 w 7040"/>
                <a:gd name="T43" fmla="*/ 5351 h 7025"/>
                <a:gd name="T44" fmla="*/ 5479 w 7040"/>
                <a:gd name="T45" fmla="*/ 5884 h 7025"/>
                <a:gd name="T46" fmla="*/ 4855 w 7040"/>
                <a:gd name="T47" fmla="*/ 6283 h 7025"/>
                <a:gd name="T48" fmla="*/ 4140 w 7040"/>
                <a:gd name="T49" fmla="*/ 6524 h 7025"/>
                <a:gd name="T50" fmla="*/ 3520 w 7040"/>
                <a:gd name="T51" fmla="*/ 0 h 7025"/>
                <a:gd name="T52" fmla="*/ 2640 w 7040"/>
                <a:gd name="T53" fmla="*/ 110 h 7025"/>
                <a:gd name="T54" fmla="*/ 1842 w 7040"/>
                <a:gd name="T55" fmla="*/ 424 h 7025"/>
                <a:gd name="T56" fmla="*/ 1153 w 7040"/>
                <a:gd name="T57" fmla="*/ 912 h 7025"/>
                <a:gd name="T58" fmla="*/ 600 w 7040"/>
                <a:gd name="T59" fmla="*/ 1548 h 7025"/>
                <a:gd name="T60" fmla="*/ 213 w 7040"/>
                <a:gd name="T61" fmla="*/ 2305 h 7025"/>
                <a:gd name="T62" fmla="*/ 18 w 7040"/>
                <a:gd name="T63" fmla="*/ 3153 h 7025"/>
                <a:gd name="T64" fmla="*/ 40 w 7040"/>
                <a:gd name="T65" fmla="*/ 4047 h 7025"/>
                <a:gd name="T66" fmla="*/ 276 w 7040"/>
                <a:gd name="T67" fmla="*/ 4880 h 7025"/>
                <a:gd name="T68" fmla="*/ 699 w 7040"/>
                <a:gd name="T69" fmla="*/ 5614 h 7025"/>
                <a:gd name="T70" fmla="*/ 1280 w 7040"/>
                <a:gd name="T71" fmla="*/ 6222 h 7025"/>
                <a:gd name="T72" fmla="*/ 1993 w 7040"/>
                <a:gd name="T73" fmla="*/ 6678 h 7025"/>
                <a:gd name="T74" fmla="*/ 2810 w 7040"/>
                <a:gd name="T75" fmla="*/ 6953 h 7025"/>
                <a:gd name="T76" fmla="*/ 3702 w 7040"/>
                <a:gd name="T77" fmla="*/ 7020 h 7025"/>
                <a:gd name="T78" fmla="*/ 4567 w 7040"/>
                <a:gd name="T79" fmla="*/ 6867 h 7025"/>
                <a:gd name="T80" fmla="*/ 5345 w 7040"/>
                <a:gd name="T81" fmla="*/ 6517 h 7025"/>
                <a:gd name="T82" fmla="*/ 6009 w 7040"/>
                <a:gd name="T83" fmla="*/ 5996 h 7025"/>
                <a:gd name="T84" fmla="*/ 6531 w 7040"/>
                <a:gd name="T85" fmla="*/ 5333 h 7025"/>
                <a:gd name="T86" fmla="*/ 6882 w 7040"/>
                <a:gd name="T87" fmla="*/ 4556 h 7025"/>
                <a:gd name="T88" fmla="*/ 7036 w 7040"/>
                <a:gd name="T89" fmla="*/ 3693 h 7025"/>
                <a:gd name="T90" fmla="*/ 6969 w 7040"/>
                <a:gd name="T91" fmla="*/ 2805 h 7025"/>
                <a:gd name="T92" fmla="*/ 6693 w 7040"/>
                <a:gd name="T93" fmla="*/ 1990 h 7025"/>
                <a:gd name="T94" fmla="*/ 6237 w 7040"/>
                <a:gd name="T95" fmla="*/ 1278 h 7025"/>
                <a:gd name="T96" fmla="*/ 5626 w 7040"/>
                <a:gd name="T97" fmla="*/ 697 h 7025"/>
                <a:gd name="T98" fmla="*/ 4891 w 7040"/>
                <a:gd name="T99" fmla="*/ 276 h 7025"/>
                <a:gd name="T100" fmla="*/ 4056 w 7040"/>
                <a:gd name="T101" fmla="*/ 40 h 7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040" h="7025">
                  <a:moveTo>
                    <a:pt x="3520" y="6586"/>
                  </a:moveTo>
                  <a:lnTo>
                    <a:pt x="3362" y="6582"/>
                  </a:lnTo>
                  <a:lnTo>
                    <a:pt x="3205" y="6570"/>
                  </a:lnTo>
                  <a:lnTo>
                    <a:pt x="3051" y="6551"/>
                  </a:lnTo>
                  <a:lnTo>
                    <a:pt x="2899" y="6524"/>
                  </a:lnTo>
                  <a:lnTo>
                    <a:pt x="2750" y="6489"/>
                  </a:lnTo>
                  <a:lnTo>
                    <a:pt x="2604" y="6447"/>
                  </a:lnTo>
                  <a:lnTo>
                    <a:pt x="2460" y="6399"/>
                  </a:lnTo>
                  <a:lnTo>
                    <a:pt x="2320" y="6344"/>
                  </a:lnTo>
                  <a:lnTo>
                    <a:pt x="2185" y="6283"/>
                  </a:lnTo>
                  <a:lnTo>
                    <a:pt x="2052" y="6214"/>
                  </a:lnTo>
                  <a:lnTo>
                    <a:pt x="1922" y="6141"/>
                  </a:lnTo>
                  <a:lnTo>
                    <a:pt x="1797" y="6061"/>
                  </a:lnTo>
                  <a:lnTo>
                    <a:pt x="1677" y="5976"/>
                  </a:lnTo>
                  <a:lnTo>
                    <a:pt x="1560" y="5884"/>
                  </a:lnTo>
                  <a:lnTo>
                    <a:pt x="1448" y="5788"/>
                  </a:lnTo>
                  <a:lnTo>
                    <a:pt x="1342" y="5685"/>
                  </a:lnTo>
                  <a:lnTo>
                    <a:pt x="1240" y="5579"/>
                  </a:lnTo>
                  <a:lnTo>
                    <a:pt x="1142" y="5468"/>
                  </a:lnTo>
                  <a:lnTo>
                    <a:pt x="1051" y="5351"/>
                  </a:lnTo>
                  <a:lnTo>
                    <a:pt x="965" y="5231"/>
                  </a:lnTo>
                  <a:lnTo>
                    <a:pt x="885" y="5106"/>
                  </a:lnTo>
                  <a:lnTo>
                    <a:pt x="812" y="4977"/>
                  </a:lnTo>
                  <a:lnTo>
                    <a:pt x="743" y="4844"/>
                  </a:lnTo>
                  <a:lnTo>
                    <a:pt x="682" y="4709"/>
                  </a:lnTo>
                  <a:lnTo>
                    <a:pt x="626" y="4569"/>
                  </a:lnTo>
                  <a:lnTo>
                    <a:pt x="578" y="4426"/>
                  </a:lnTo>
                  <a:lnTo>
                    <a:pt x="536" y="4280"/>
                  </a:lnTo>
                  <a:lnTo>
                    <a:pt x="502" y="4132"/>
                  </a:lnTo>
                  <a:lnTo>
                    <a:pt x="475" y="3980"/>
                  </a:lnTo>
                  <a:lnTo>
                    <a:pt x="455" y="3827"/>
                  </a:lnTo>
                  <a:lnTo>
                    <a:pt x="443" y="3670"/>
                  </a:lnTo>
                  <a:lnTo>
                    <a:pt x="439" y="3513"/>
                  </a:lnTo>
                  <a:lnTo>
                    <a:pt x="443" y="3354"/>
                  </a:lnTo>
                  <a:lnTo>
                    <a:pt x="455" y="3198"/>
                  </a:lnTo>
                  <a:lnTo>
                    <a:pt x="475" y="3044"/>
                  </a:lnTo>
                  <a:lnTo>
                    <a:pt x="502" y="2893"/>
                  </a:lnTo>
                  <a:lnTo>
                    <a:pt x="536" y="2745"/>
                  </a:lnTo>
                  <a:lnTo>
                    <a:pt x="578" y="2598"/>
                  </a:lnTo>
                  <a:lnTo>
                    <a:pt x="626" y="2456"/>
                  </a:lnTo>
                  <a:lnTo>
                    <a:pt x="682" y="2316"/>
                  </a:lnTo>
                  <a:lnTo>
                    <a:pt x="743" y="2180"/>
                  </a:lnTo>
                  <a:lnTo>
                    <a:pt x="812" y="2047"/>
                  </a:lnTo>
                  <a:lnTo>
                    <a:pt x="885" y="1919"/>
                  </a:lnTo>
                  <a:lnTo>
                    <a:pt x="965" y="1794"/>
                  </a:lnTo>
                  <a:lnTo>
                    <a:pt x="1051" y="1674"/>
                  </a:lnTo>
                  <a:lnTo>
                    <a:pt x="1142" y="1557"/>
                  </a:lnTo>
                  <a:lnTo>
                    <a:pt x="1240" y="1446"/>
                  </a:lnTo>
                  <a:lnTo>
                    <a:pt x="1342" y="1340"/>
                  </a:lnTo>
                  <a:lnTo>
                    <a:pt x="1448" y="1237"/>
                  </a:lnTo>
                  <a:lnTo>
                    <a:pt x="1560" y="1141"/>
                  </a:lnTo>
                  <a:lnTo>
                    <a:pt x="1677" y="1049"/>
                  </a:lnTo>
                  <a:lnTo>
                    <a:pt x="1797" y="964"/>
                  </a:lnTo>
                  <a:lnTo>
                    <a:pt x="1922" y="884"/>
                  </a:lnTo>
                  <a:lnTo>
                    <a:pt x="2052" y="810"/>
                  </a:lnTo>
                  <a:lnTo>
                    <a:pt x="2185" y="742"/>
                  </a:lnTo>
                  <a:lnTo>
                    <a:pt x="2320" y="680"/>
                  </a:lnTo>
                  <a:lnTo>
                    <a:pt x="2460" y="625"/>
                  </a:lnTo>
                  <a:lnTo>
                    <a:pt x="2604" y="577"/>
                  </a:lnTo>
                  <a:lnTo>
                    <a:pt x="2750" y="536"/>
                  </a:lnTo>
                  <a:lnTo>
                    <a:pt x="2899" y="501"/>
                  </a:lnTo>
                  <a:lnTo>
                    <a:pt x="3051" y="474"/>
                  </a:lnTo>
                  <a:lnTo>
                    <a:pt x="3205" y="454"/>
                  </a:lnTo>
                  <a:lnTo>
                    <a:pt x="3362" y="443"/>
                  </a:lnTo>
                  <a:lnTo>
                    <a:pt x="3520" y="439"/>
                  </a:lnTo>
                  <a:lnTo>
                    <a:pt x="3678" y="443"/>
                  </a:lnTo>
                  <a:lnTo>
                    <a:pt x="3834" y="454"/>
                  </a:lnTo>
                  <a:lnTo>
                    <a:pt x="3989" y="474"/>
                  </a:lnTo>
                  <a:lnTo>
                    <a:pt x="4140" y="501"/>
                  </a:lnTo>
                  <a:lnTo>
                    <a:pt x="4289" y="536"/>
                  </a:lnTo>
                  <a:lnTo>
                    <a:pt x="4436" y="577"/>
                  </a:lnTo>
                  <a:lnTo>
                    <a:pt x="4579" y="625"/>
                  </a:lnTo>
                  <a:lnTo>
                    <a:pt x="4719" y="680"/>
                  </a:lnTo>
                  <a:lnTo>
                    <a:pt x="4855" y="742"/>
                  </a:lnTo>
                  <a:lnTo>
                    <a:pt x="4988" y="810"/>
                  </a:lnTo>
                  <a:lnTo>
                    <a:pt x="5117" y="884"/>
                  </a:lnTo>
                  <a:lnTo>
                    <a:pt x="5242" y="964"/>
                  </a:lnTo>
                  <a:lnTo>
                    <a:pt x="5362" y="1049"/>
                  </a:lnTo>
                  <a:lnTo>
                    <a:pt x="5479" y="1141"/>
                  </a:lnTo>
                  <a:lnTo>
                    <a:pt x="5591" y="1237"/>
                  </a:lnTo>
                  <a:lnTo>
                    <a:pt x="5698" y="1340"/>
                  </a:lnTo>
                  <a:lnTo>
                    <a:pt x="5800" y="1446"/>
                  </a:lnTo>
                  <a:lnTo>
                    <a:pt x="5897" y="1557"/>
                  </a:lnTo>
                  <a:lnTo>
                    <a:pt x="5988" y="1674"/>
                  </a:lnTo>
                  <a:lnTo>
                    <a:pt x="6075" y="1794"/>
                  </a:lnTo>
                  <a:lnTo>
                    <a:pt x="6154" y="1919"/>
                  </a:lnTo>
                  <a:lnTo>
                    <a:pt x="6228" y="2047"/>
                  </a:lnTo>
                  <a:lnTo>
                    <a:pt x="6297" y="2180"/>
                  </a:lnTo>
                  <a:lnTo>
                    <a:pt x="6358" y="2316"/>
                  </a:lnTo>
                  <a:lnTo>
                    <a:pt x="6414" y="2456"/>
                  </a:lnTo>
                  <a:lnTo>
                    <a:pt x="6462" y="2598"/>
                  </a:lnTo>
                  <a:lnTo>
                    <a:pt x="6503" y="2745"/>
                  </a:lnTo>
                  <a:lnTo>
                    <a:pt x="6538" y="2893"/>
                  </a:lnTo>
                  <a:lnTo>
                    <a:pt x="6565" y="3044"/>
                  </a:lnTo>
                  <a:lnTo>
                    <a:pt x="6585" y="3198"/>
                  </a:lnTo>
                  <a:lnTo>
                    <a:pt x="6597" y="3354"/>
                  </a:lnTo>
                  <a:lnTo>
                    <a:pt x="6601" y="3513"/>
                  </a:lnTo>
                  <a:lnTo>
                    <a:pt x="6597" y="3670"/>
                  </a:lnTo>
                  <a:lnTo>
                    <a:pt x="6585" y="3827"/>
                  </a:lnTo>
                  <a:lnTo>
                    <a:pt x="6565" y="3980"/>
                  </a:lnTo>
                  <a:lnTo>
                    <a:pt x="6538" y="4132"/>
                  </a:lnTo>
                  <a:lnTo>
                    <a:pt x="6503" y="4280"/>
                  </a:lnTo>
                  <a:lnTo>
                    <a:pt x="6462" y="4426"/>
                  </a:lnTo>
                  <a:lnTo>
                    <a:pt x="6414" y="4569"/>
                  </a:lnTo>
                  <a:lnTo>
                    <a:pt x="6358" y="4709"/>
                  </a:lnTo>
                  <a:lnTo>
                    <a:pt x="6297" y="4844"/>
                  </a:lnTo>
                  <a:lnTo>
                    <a:pt x="6228" y="4977"/>
                  </a:lnTo>
                  <a:lnTo>
                    <a:pt x="6154" y="5106"/>
                  </a:lnTo>
                  <a:lnTo>
                    <a:pt x="6075" y="5231"/>
                  </a:lnTo>
                  <a:lnTo>
                    <a:pt x="5988" y="5351"/>
                  </a:lnTo>
                  <a:lnTo>
                    <a:pt x="5897" y="5468"/>
                  </a:lnTo>
                  <a:lnTo>
                    <a:pt x="5800" y="5579"/>
                  </a:lnTo>
                  <a:lnTo>
                    <a:pt x="5698" y="5685"/>
                  </a:lnTo>
                  <a:lnTo>
                    <a:pt x="5591" y="5788"/>
                  </a:lnTo>
                  <a:lnTo>
                    <a:pt x="5479" y="5884"/>
                  </a:lnTo>
                  <a:lnTo>
                    <a:pt x="5362" y="5976"/>
                  </a:lnTo>
                  <a:lnTo>
                    <a:pt x="5242" y="6061"/>
                  </a:lnTo>
                  <a:lnTo>
                    <a:pt x="5117" y="6141"/>
                  </a:lnTo>
                  <a:lnTo>
                    <a:pt x="4988" y="6214"/>
                  </a:lnTo>
                  <a:lnTo>
                    <a:pt x="4855" y="6283"/>
                  </a:lnTo>
                  <a:lnTo>
                    <a:pt x="4719" y="6344"/>
                  </a:lnTo>
                  <a:lnTo>
                    <a:pt x="4579" y="6399"/>
                  </a:lnTo>
                  <a:lnTo>
                    <a:pt x="4436" y="6447"/>
                  </a:lnTo>
                  <a:lnTo>
                    <a:pt x="4289" y="6489"/>
                  </a:lnTo>
                  <a:lnTo>
                    <a:pt x="4140" y="6524"/>
                  </a:lnTo>
                  <a:lnTo>
                    <a:pt x="3989" y="6551"/>
                  </a:lnTo>
                  <a:lnTo>
                    <a:pt x="3834" y="6570"/>
                  </a:lnTo>
                  <a:lnTo>
                    <a:pt x="3678" y="6582"/>
                  </a:lnTo>
                  <a:lnTo>
                    <a:pt x="3520" y="6586"/>
                  </a:lnTo>
                  <a:close/>
                  <a:moveTo>
                    <a:pt x="3520" y="0"/>
                  </a:moveTo>
                  <a:lnTo>
                    <a:pt x="3338" y="5"/>
                  </a:lnTo>
                  <a:lnTo>
                    <a:pt x="3160" y="18"/>
                  </a:lnTo>
                  <a:lnTo>
                    <a:pt x="2984" y="40"/>
                  </a:lnTo>
                  <a:lnTo>
                    <a:pt x="2810" y="71"/>
                  </a:lnTo>
                  <a:lnTo>
                    <a:pt x="2640" y="110"/>
                  </a:lnTo>
                  <a:lnTo>
                    <a:pt x="2473" y="157"/>
                  </a:lnTo>
                  <a:lnTo>
                    <a:pt x="2309" y="213"/>
                  </a:lnTo>
                  <a:lnTo>
                    <a:pt x="2149" y="276"/>
                  </a:lnTo>
                  <a:lnTo>
                    <a:pt x="1993" y="346"/>
                  </a:lnTo>
                  <a:lnTo>
                    <a:pt x="1842" y="424"/>
                  </a:lnTo>
                  <a:lnTo>
                    <a:pt x="1695" y="508"/>
                  </a:lnTo>
                  <a:lnTo>
                    <a:pt x="1552" y="600"/>
                  </a:lnTo>
                  <a:lnTo>
                    <a:pt x="1414" y="697"/>
                  </a:lnTo>
                  <a:lnTo>
                    <a:pt x="1280" y="802"/>
                  </a:lnTo>
                  <a:lnTo>
                    <a:pt x="1153" y="912"/>
                  </a:lnTo>
                  <a:lnTo>
                    <a:pt x="1031" y="1028"/>
                  </a:lnTo>
                  <a:lnTo>
                    <a:pt x="914" y="1151"/>
                  </a:lnTo>
                  <a:lnTo>
                    <a:pt x="803" y="1278"/>
                  </a:lnTo>
                  <a:lnTo>
                    <a:pt x="699" y="1411"/>
                  </a:lnTo>
                  <a:lnTo>
                    <a:pt x="600" y="1548"/>
                  </a:lnTo>
                  <a:lnTo>
                    <a:pt x="509" y="1691"/>
                  </a:lnTo>
                  <a:lnTo>
                    <a:pt x="424" y="1838"/>
                  </a:lnTo>
                  <a:lnTo>
                    <a:pt x="347" y="1990"/>
                  </a:lnTo>
                  <a:lnTo>
                    <a:pt x="276" y="2145"/>
                  </a:lnTo>
                  <a:lnTo>
                    <a:pt x="213" y="2305"/>
                  </a:lnTo>
                  <a:lnTo>
                    <a:pt x="158" y="2468"/>
                  </a:lnTo>
                  <a:lnTo>
                    <a:pt x="110" y="2634"/>
                  </a:lnTo>
                  <a:lnTo>
                    <a:pt x="71" y="2805"/>
                  </a:lnTo>
                  <a:lnTo>
                    <a:pt x="40" y="2978"/>
                  </a:lnTo>
                  <a:lnTo>
                    <a:pt x="18" y="3153"/>
                  </a:lnTo>
                  <a:lnTo>
                    <a:pt x="4" y="3332"/>
                  </a:lnTo>
                  <a:lnTo>
                    <a:pt x="0" y="3513"/>
                  </a:lnTo>
                  <a:lnTo>
                    <a:pt x="4" y="3693"/>
                  </a:lnTo>
                  <a:lnTo>
                    <a:pt x="18" y="3872"/>
                  </a:lnTo>
                  <a:lnTo>
                    <a:pt x="40" y="4047"/>
                  </a:lnTo>
                  <a:lnTo>
                    <a:pt x="71" y="4220"/>
                  </a:lnTo>
                  <a:lnTo>
                    <a:pt x="110" y="4390"/>
                  </a:lnTo>
                  <a:lnTo>
                    <a:pt x="158" y="4556"/>
                  </a:lnTo>
                  <a:lnTo>
                    <a:pt x="213" y="4720"/>
                  </a:lnTo>
                  <a:lnTo>
                    <a:pt x="276" y="4880"/>
                  </a:lnTo>
                  <a:lnTo>
                    <a:pt x="347" y="5035"/>
                  </a:lnTo>
                  <a:lnTo>
                    <a:pt x="424" y="5187"/>
                  </a:lnTo>
                  <a:lnTo>
                    <a:pt x="509" y="5333"/>
                  </a:lnTo>
                  <a:lnTo>
                    <a:pt x="600" y="5476"/>
                  </a:lnTo>
                  <a:lnTo>
                    <a:pt x="699" y="5614"/>
                  </a:lnTo>
                  <a:lnTo>
                    <a:pt x="803" y="5747"/>
                  </a:lnTo>
                  <a:lnTo>
                    <a:pt x="914" y="5874"/>
                  </a:lnTo>
                  <a:lnTo>
                    <a:pt x="1031" y="5996"/>
                  </a:lnTo>
                  <a:lnTo>
                    <a:pt x="1153" y="6112"/>
                  </a:lnTo>
                  <a:lnTo>
                    <a:pt x="1280" y="6222"/>
                  </a:lnTo>
                  <a:lnTo>
                    <a:pt x="1414" y="6327"/>
                  </a:lnTo>
                  <a:lnTo>
                    <a:pt x="1552" y="6425"/>
                  </a:lnTo>
                  <a:lnTo>
                    <a:pt x="1695" y="6517"/>
                  </a:lnTo>
                  <a:lnTo>
                    <a:pt x="1842" y="6601"/>
                  </a:lnTo>
                  <a:lnTo>
                    <a:pt x="1993" y="6678"/>
                  </a:lnTo>
                  <a:lnTo>
                    <a:pt x="2149" y="6748"/>
                  </a:lnTo>
                  <a:lnTo>
                    <a:pt x="2309" y="6812"/>
                  </a:lnTo>
                  <a:lnTo>
                    <a:pt x="2473" y="6867"/>
                  </a:lnTo>
                  <a:lnTo>
                    <a:pt x="2640" y="6914"/>
                  </a:lnTo>
                  <a:lnTo>
                    <a:pt x="2810" y="6953"/>
                  </a:lnTo>
                  <a:lnTo>
                    <a:pt x="2984" y="6984"/>
                  </a:lnTo>
                  <a:lnTo>
                    <a:pt x="3160" y="7006"/>
                  </a:lnTo>
                  <a:lnTo>
                    <a:pt x="3338" y="7020"/>
                  </a:lnTo>
                  <a:lnTo>
                    <a:pt x="3520" y="7025"/>
                  </a:lnTo>
                  <a:lnTo>
                    <a:pt x="3702" y="7020"/>
                  </a:lnTo>
                  <a:lnTo>
                    <a:pt x="3880" y="7006"/>
                  </a:lnTo>
                  <a:lnTo>
                    <a:pt x="4056" y="6984"/>
                  </a:lnTo>
                  <a:lnTo>
                    <a:pt x="4230" y="6953"/>
                  </a:lnTo>
                  <a:lnTo>
                    <a:pt x="4400" y="6914"/>
                  </a:lnTo>
                  <a:lnTo>
                    <a:pt x="4567" y="6867"/>
                  </a:lnTo>
                  <a:lnTo>
                    <a:pt x="4731" y="6812"/>
                  </a:lnTo>
                  <a:lnTo>
                    <a:pt x="4891" y="6748"/>
                  </a:lnTo>
                  <a:lnTo>
                    <a:pt x="5047" y="6678"/>
                  </a:lnTo>
                  <a:lnTo>
                    <a:pt x="5197" y="6601"/>
                  </a:lnTo>
                  <a:lnTo>
                    <a:pt x="5345" y="6517"/>
                  </a:lnTo>
                  <a:lnTo>
                    <a:pt x="5488" y="6425"/>
                  </a:lnTo>
                  <a:lnTo>
                    <a:pt x="5626" y="6327"/>
                  </a:lnTo>
                  <a:lnTo>
                    <a:pt x="5759" y="6222"/>
                  </a:lnTo>
                  <a:lnTo>
                    <a:pt x="5886" y="6112"/>
                  </a:lnTo>
                  <a:lnTo>
                    <a:pt x="6009" y="5996"/>
                  </a:lnTo>
                  <a:lnTo>
                    <a:pt x="6126" y="5874"/>
                  </a:lnTo>
                  <a:lnTo>
                    <a:pt x="6237" y="5747"/>
                  </a:lnTo>
                  <a:lnTo>
                    <a:pt x="6341" y="5614"/>
                  </a:lnTo>
                  <a:lnTo>
                    <a:pt x="6439" y="5476"/>
                  </a:lnTo>
                  <a:lnTo>
                    <a:pt x="6531" y="5333"/>
                  </a:lnTo>
                  <a:lnTo>
                    <a:pt x="6616" y="5187"/>
                  </a:lnTo>
                  <a:lnTo>
                    <a:pt x="6693" y="5035"/>
                  </a:lnTo>
                  <a:lnTo>
                    <a:pt x="6764" y="4880"/>
                  </a:lnTo>
                  <a:lnTo>
                    <a:pt x="6827" y="4720"/>
                  </a:lnTo>
                  <a:lnTo>
                    <a:pt x="6882" y="4556"/>
                  </a:lnTo>
                  <a:lnTo>
                    <a:pt x="6930" y="4390"/>
                  </a:lnTo>
                  <a:lnTo>
                    <a:pt x="6969" y="4220"/>
                  </a:lnTo>
                  <a:lnTo>
                    <a:pt x="7000" y="4047"/>
                  </a:lnTo>
                  <a:lnTo>
                    <a:pt x="7022" y="3872"/>
                  </a:lnTo>
                  <a:lnTo>
                    <a:pt x="7036" y="3693"/>
                  </a:lnTo>
                  <a:lnTo>
                    <a:pt x="7040" y="3513"/>
                  </a:lnTo>
                  <a:lnTo>
                    <a:pt x="7036" y="3332"/>
                  </a:lnTo>
                  <a:lnTo>
                    <a:pt x="7022" y="3153"/>
                  </a:lnTo>
                  <a:lnTo>
                    <a:pt x="7000" y="2978"/>
                  </a:lnTo>
                  <a:lnTo>
                    <a:pt x="6969" y="2805"/>
                  </a:lnTo>
                  <a:lnTo>
                    <a:pt x="6930" y="2634"/>
                  </a:lnTo>
                  <a:lnTo>
                    <a:pt x="6882" y="2468"/>
                  </a:lnTo>
                  <a:lnTo>
                    <a:pt x="6827" y="2305"/>
                  </a:lnTo>
                  <a:lnTo>
                    <a:pt x="6764" y="2145"/>
                  </a:lnTo>
                  <a:lnTo>
                    <a:pt x="6693" y="1990"/>
                  </a:lnTo>
                  <a:lnTo>
                    <a:pt x="6616" y="1838"/>
                  </a:lnTo>
                  <a:lnTo>
                    <a:pt x="6531" y="1691"/>
                  </a:lnTo>
                  <a:lnTo>
                    <a:pt x="6439" y="1548"/>
                  </a:lnTo>
                  <a:lnTo>
                    <a:pt x="6341" y="1411"/>
                  </a:lnTo>
                  <a:lnTo>
                    <a:pt x="6237" y="1278"/>
                  </a:lnTo>
                  <a:lnTo>
                    <a:pt x="6126" y="1151"/>
                  </a:lnTo>
                  <a:lnTo>
                    <a:pt x="6009" y="1028"/>
                  </a:lnTo>
                  <a:lnTo>
                    <a:pt x="5886" y="912"/>
                  </a:lnTo>
                  <a:lnTo>
                    <a:pt x="5759" y="802"/>
                  </a:lnTo>
                  <a:lnTo>
                    <a:pt x="5626" y="697"/>
                  </a:lnTo>
                  <a:lnTo>
                    <a:pt x="5488" y="600"/>
                  </a:lnTo>
                  <a:lnTo>
                    <a:pt x="5345" y="508"/>
                  </a:lnTo>
                  <a:lnTo>
                    <a:pt x="5197" y="424"/>
                  </a:lnTo>
                  <a:lnTo>
                    <a:pt x="5047" y="346"/>
                  </a:lnTo>
                  <a:lnTo>
                    <a:pt x="4891" y="276"/>
                  </a:lnTo>
                  <a:lnTo>
                    <a:pt x="4731" y="213"/>
                  </a:lnTo>
                  <a:lnTo>
                    <a:pt x="4567" y="157"/>
                  </a:lnTo>
                  <a:lnTo>
                    <a:pt x="4400" y="110"/>
                  </a:lnTo>
                  <a:lnTo>
                    <a:pt x="4230" y="71"/>
                  </a:lnTo>
                  <a:lnTo>
                    <a:pt x="4056" y="40"/>
                  </a:lnTo>
                  <a:lnTo>
                    <a:pt x="3880" y="18"/>
                  </a:lnTo>
                  <a:lnTo>
                    <a:pt x="3702" y="5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" name="Freeform 76"/>
            <p:cNvSpPr>
              <a:spLocks noEditPoints="1"/>
            </p:cNvSpPr>
            <p:nvPr/>
          </p:nvSpPr>
          <p:spPr bwMode="auto">
            <a:xfrm>
              <a:off x="4852988" y="2378076"/>
              <a:ext cx="173038" cy="171450"/>
            </a:xfrm>
            <a:custGeom>
              <a:avLst/>
              <a:gdLst>
                <a:gd name="T0" fmla="*/ 1708 w 4023"/>
                <a:gd name="T1" fmla="*/ 3482 h 4015"/>
                <a:gd name="T2" fmla="*/ 1358 w 4023"/>
                <a:gd name="T3" fmla="*/ 3364 h 4015"/>
                <a:gd name="T4" fmla="*/ 1052 w 4023"/>
                <a:gd name="T5" fmla="*/ 3169 h 4015"/>
                <a:gd name="T6" fmla="*/ 803 w 4023"/>
                <a:gd name="T7" fmla="*/ 2908 h 4015"/>
                <a:gd name="T8" fmla="*/ 621 w 4023"/>
                <a:gd name="T9" fmla="*/ 2593 h 4015"/>
                <a:gd name="T10" fmla="*/ 521 w 4023"/>
                <a:gd name="T11" fmla="*/ 2236 h 4015"/>
                <a:gd name="T12" fmla="*/ 511 w 4023"/>
                <a:gd name="T13" fmla="*/ 1853 h 4015"/>
                <a:gd name="T14" fmla="*/ 595 w 4023"/>
                <a:gd name="T15" fmla="*/ 1490 h 4015"/>
                <a:gd name="T16" fmla="*/ 761 w 4023"/>
                <a:gd name="T17" fmla="*/ 1165 h 4015"/>
                <a:gd name="T18" fmla="*/ 998 w 4023"/>
                <a:gd name="T19" fmla="*/ 893 h 4015"/>
                <a:gd name="T20" fmla="*/ 1293 w 4023"/>
                <a:gd name="T21" fmla="*/ 684 h 4015"/>
                <a:gd name="T22" fmla="*/ 1635 w 4023"/>
                <a:gd name="T23" fmla="*/ 549 h 4015"/>
                <a:gd name="T24" fmla="*/ 2012 w 4023"/>
                <a:gd name="T25" fmla="*/ 502 h 4015"/>
                <a:gd name="T26" fmla="*/ 2389 w 4023"/>
                <a:gd name="T27" fmla="*/ 549 h 4015"/>
                <a:gd name="T28" fmla="*/ 2731 w 4023"/>
                <a:gd name="T29" fmla="*/ 684 h 4015"/>
                <a:gd name="T30" fmla="*/ 3026 w 4023"/>
                <a:gd name="T31" fmla="*/ 893 h 4015"/>
                <a:gd name="T32" fmla="*/ 3263 w 4023"/>
                <a:gd name="T33" fmla="*/ 1165 h 4015"/>
                <a:gd name="T34" fmla="*/ 3429 w 4023"/>
                <a:gd name="T35" fmla="*/ 1490 h 4015"/>
                <a:gd name="T36" fmla="*/ 3513 w 4023"/>
                <a:gd name="T37" fmla="*/ 1853 h 4015"/>
                <a:gd name="T38" fmla="*/ 3503 w 4023"/>
                <a:gd name="T39" fmla="*/ 2236 h 4015"/>
                <a:gd name="T40" fmla="*/ 3402 w 4023"/>
                <a:gd name="T41" fmla="*/ 2593 h 4015"/>
                <a:gd name="T42" fmla="*/ 3221 w 4023"/>
                <a:gd name="T43" fmla="*/ 2908 h 4015"/>
                <a:gd name="T44" fmla="*/ 2971 w 4023"/>
                <a:gd name="T45" fmla="*/ 3169 h 4015"/>
                <a:gd name="T46" fmla="*/ 2665 w 4023"/>
                <a:gd name="T47" fmla="*/ 3364 h 4015"/>
                <a:gd name="T48" fmla="*/ 2316 w 4023"/>
                <a:gd name="T49" fmla="*/ 3482 h 4015"/>
                <a:gd name="T50" fmla="*/ 2012 w 4023"/>
                <a:gd name="T51" fmla="*/ 0 h 4015"/>
                <a:gd name="T52" fmla="*/ 1509 w 4023"/>
                <a:gd name="T53" fmla="*/ 63 h 4015"/>
                <a:gd name="T54" fmla="*/ 1053 w 4023"/>
                <a:gd name="T55" fmla="*/ 242 h 4015"/>
                <a:gd name="T56" fmla="*/ 659 w 4023"/>
                <a:gd name="T57" fmla="*/ 521 h 4015"/>
                <a:gd name="T58" fmla="*/ 344 w 4023"/>
                <a:gd name="T59" fmla="*/ 884 h 4015"/>
                <a:gd name="T60" fmla="*/ 122 w 4023"/>
                <a:gd name="T61" fmla="*/ 1317 h 4015"/>
                <a:gd name="T62" fmla="*/ 11 w 4023"/>
                <a:gd name="T63" fmla="*/ 1802 h 4015"/>
                <a:gd name="T64" fmla="*/ 23 w 4023"/>
                <a:gd name="T65" fmla="*/ 2313 h 4015"/>
                <a:gd name="T66" fmla="*/ 159 w 4023"/>
                <a:gd name="T67" fmla="*/ 2788 h 4015"/>
                <a:gd name="T68" fmla="*/ 399 w 4023"/>
                <a:gd name="T69" fmla="*/ 3209 h 4015"/>
                <a:gd name="T70" fmla="*/ 732 w 4023"/>
                <a:gd name="T71" fmla="*/ 3556 h 4015"/>
                <a:gd name="T72" fmla="*/ 1139 w 4023"/>
                <a:gd name="T73" fmla="*/ 3817 h 4015"/>
                <a:gd name="T74" fmla="*/ 1606 w 4023"/>
                <a:gd name="T75" fmla="*/ 3974 h 4015"/>
                <a:gd name="T76" fmla="*/ 2115 w 4023"/>
                <a:gd name="T77" fmla="*/ 4012 h 4015"/>
                <a:gd name="T78" fmla="*/ 2610 w 4023"/>
                <a:gd name="T79" fmla="*/ 3925 h 4015"/>
                <a:gd name="T80" fmla="*/ 3055 w 4023"/>
                <a:gd name="T81" fmla="*/ 3724 h 4015"/>
                <a:gd name="T82" fmla="*/ 3435 w 4023"/>
                <a:gd name="T83" fmla="*/ 3427 h 4015"/>
                <a:gd name="T84" fmla="*/ 3733 w 4023"/>
                <a:gd name="T85" fmla="*/ 3048 h 4015"/>
                <a:gd name="T86" fmla="*/ 3933 w 4023"/>
                <a:gd name="T87" fmla="*/ 2605 h 4015"/>
                <a:gd name="T88" fmla="*/ 4021 w 4023"/>
                <a:gd name="T89" fmla="*/ 2111 h 4015"/>
                <a:gd name="T90" fmla="*/ 3983 w 4023"/>
                <a:gd name="T91" fmla="*/ 1603 h 4015"/>
                <a:gd name="T92" fmla="*/ 3825 w 4023"/>
                <a:gd name="T93" fmla="*/ 1137 h 4015"/>
                <a:gd name="T94" fmla="*/ 3565 w 4023"/>
                <a:gd name="T95" fmla="*/ 731 h 4015"/>
                <a:gd name="T96" fmla="*/ 3216 w 4023"/>
                <a:gd name="T97" fmla="*/ 399 h 4015"/>
                <a:gd name="T98" fmla="*/ 2795 w 4023"/>
                <a:gd name="T99" fmla="*/ 158 h 4015"/>
                <a:gd name="T100" fmla="*/ 2318 w 4023"/>
                <a:gd name="T101" fmla="*/ 23 h 4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023" h="4015">
                  <a:moveTo>
                    <a:pt x="2012" y="3513"/>
                  </a:moveTo>
                  <a:lnTo>
                    <a:pt x="1934" y="3511"/>
                  </a:lnTo>
                  <a:lnTo>
                    <a:pt x="1858" y="3505"/>
                  </a:lnTo>
                  <a:lnTo>
                    <a:pt x="1782" y="3495"/>
                  </a:lnTo>
                  <a:lnTo>
                    <a:pt x="1708" y="3482"/>
                  </a:lnTo>
                  <a:lnTo>
                    <a:pt x="1635" y="3465"/>
                  </a:lnTo>
                  <a:lnTo>
                    <a:pt x="1564" y="3445"/>
                  </a:lnTo>
                  <a:lnTo>
                    <a:pt x="1493" y="3422"/>
                  </a:lnTo>
                  <a:lnTo>
                    <a:pt x="1425" y="3395"/>
                  </a:lnTo>
                  <a:lnTo>
                    <a:pt x="1358" y="3364"/>
                  </a:lnTo>
                  <a:lnTo>
                    <a:pt x="1293" y="3331"/>
                  </a:lnTo>
                  <a:lnTo>
                    <a:pt x="1230" y="3294"/>
                  </a:lnTo>
                  <a:lnTo>
                    <a:pt x="1169" y="3255"/>
                  </a:lnTo>
                  <a:lnTo>
                    <a:pt x="1109" y="3213"/>
                  </a:lnTo>
                  <a:lnTo>
                    <a:pt x="1052" y="3169"/>
                  </a:lnTo>
                  <a:lnTo>
                    <a:pt x="998" y="3122"/>
                  </a:lnTo>
                  <a:lnTo>
                    <a:pt x="945" y="3071"/>
                  </a:lnTo>
                  <a:lnTo>
                    <a:pt x="895" y="3019"/>
                  </a:lnTo>
                  <a:lnTo>
                    <a:pt x="848" y="2965"/>
                  </a:lnTo>
                  <a:lnTo>
                    <a:pt x="803" y="2908"/>
                  </a:lnTo>
                  <a:lnTo>
                    <a:pt x="761" y="2849"/>
                  </a:lnTo>
                  <a:lnTo>
                    <a:pt x="722" y="2787"/>
                  </a:lnTo>
                  <a:lnTo>
                    <a:pt x="686" y="2725"/>
                  </a:lnTo>
                  <a:lnTo>
                    <a:pt x="651" y="2660"/>
                  </a:lnTo>
                  <a:lnTo>
                    <a:pt x="621" y="2593"/>
                  </a:lnTo>
                  <a:lnTo>
                    <a:pt x="595" y="2524"/>
                  </a:lnTo>
                  <a:lnTo>
                    <a:pt x="571" y="2455"/>
                  </a:lnTo>
                  <a:lnTo>
                    <a:pt x="551" y="2383"/>
                  </a:lnTo>
                  <a:lnTo>
                    <a:pt x="534" y="2311"/>
                  </a:lnTo>
                  <a:lnTo>
                    <a:pt x="521" y="2236"/>
                  </a:lnTo>
                  <a:lnTo>
                    <a:pt x="511" y="2161"/>
                  </a:lnTo>
                  <a:lnTo>
                    <a:pt x="505" y="2085"/>
                  </a:lnTo>
                  <a:lnTo>
                    <a:pt x="504" y="2008"/>
                  </a:lnTo>
                  <a:lnTo>
                    <a:pt x="505" y="1930"/>
                  </a:lnTo>
                  <a:lnTo>
                    <a:pt x="511" y="1853"/>
                  </a:lnTo>
                  <a:lnTo>
                    <a:pt x="521" y="1778"/>
                  </a:lnTo>
                  <a:lnTo>
                    <a:pt x="534" y="1704"/>
                  </a:lnTo>
                  <a:lnTo>
                    <a:pt x="551" y="1631"/>
                  </a:lnTo>
                  <a:lnTo>
                    <a:pt x="571" y="1560"/>
                  </a:lnTo>
                  <a:lnTo>
                    <a:pt x="595" y="1490"/>
                  </a:lnTo>
                  <a:lnTo>
                    <a:pt x="621" y="1421"/>
                  </a:lnTo>
                  <a:lnTo>
                    <a:pt x="651" y="1355"/>
                  </a:lnTo>
                  <a:lnTo>
                    <a:pt x="686" y="1290"/>
                  </a:lnTo>
                  <a:lnTo>
                    <a:pt x="722" y="1227"/>
                  </a:lnTo>
                  <a:lnTo>
                    <a:pt x="761" y="1165"/>
                  </a:lnTo>
                  <a:lnTo>
                    <a:pt x="803" y="1107"/>
                  </a:lnTo>
                  <a:lnTo>
                    <a:pt x="848" y="1050"/>
                  </a:lnTo>
                  <a:lnTo>
                    <a:pt x="895" y="995"/>
                  </a:lnTo>
                  <a:lnTo>
                    <a:pt x="945" y="943"/>
                  </a:lnTo>
                  <a:lnTo>
                    <a:pt x="998" y="893"/>
                  </a:lnTo>
                  <a:lnTo>
                    <a:pt x="1052" y="845"/>
                  </a:lnTo>
                  <a:lnTo>
                    <a:pt x="1109" y="801"/>
                  </a:lnTo>
                  <a:lnTo>
                    <a:pt x="1169" y="759"/>
                  </a:lnTo>
                  <a:lnTo>
                    <a:pt x="1230" y="720"/>
                  </a:lnTo>
                  <a:lnTo>
                    <a:pt x="1293" y="684"/>
                  </a:lnTo>
                  <a:lnTo>
                    <a:pt x="1358" y="651"/>
                  </a:lnTo>
                  <a:lnTo>
                    <a:pt x="1425" y="620"/>
                  </a:lnTo>
                  <a:lnTo>
                    <a:pt x="1493" y="593"/>
                  </a:lnTo>
                  <a:lnTo>
                    <a:pt x="1564" y="569"/>
                  </a:lnTo>
                  <a:lnTo>
                    <a:pt x="1635" y="549"/>
                  </a:lnTo>
                  <a:lnTo>
                    <a:pt x="1708" y="532"/>
                  </a:lnTo>
                  <a:lnTo>
                    <a:pt x="1782" y="519"/>
                  </a:lnTo>
                  <a:lnTo>
                    <a:pt x="1858" y="510"/>
                  </a:lnTo>
                  <a:lnTo>
                    <a:pt x="1934" y="504"/>
                  </a:lnTo>
                  <a:lnTo>
                    <a:pt x="2012" y="502"/>
                  </a:lnTo>
                  <a:lnTo>
                    <a:pt x="2090" y="504"/>
                  </a:lnTo>
                  <a:lnTo>
                    <a:pt x="2166" y="510"/>
                  </a:lnTo>
                  <a:lnTo>
                    <a:pt x="2242" y="519"/>
                  </a:lnTo>
                  <a:lnTo>
                    <a:pt x="2316" y="532"/>
                  </a:lnTo>
                  <a:lnTo>
                    <a:pt x="2389" y="549"/>
                  </a:lnTo>
                  <a:lnTo>
                    <a:pt x="2460" y="569"/>
                  </a:lnTo>
                  <a:lnTo>
                    <a:pt x="2531" y="593"/>
                  </a:lnTo>
                  <a:lnTo>
                    <a:pt x="2599" y="620"/>
                  </a:lnTo>
                  <a:lnTo>
                    <a:pt x="2665" y="651"/>
                  </a:lnTo>
                  <a:lnTo>
                    <a:pt x="2731" y="684"/>
                  </a:lnTo>
                  <a:lnTo>
                    <a:pt x="2794" y="720"/>
                  </a:lnTo>
                  <a:lnTo>
                    <a:pt x="2855" y="759"/>
                  </a:lnTo>
                  <a:lnTo>
                    <a:pt x="2915" y="801"/>
                  </a:lnTo>
                  <a:lnTo>
                    <a:pt x="2971" y="845"/>
                  </a:lnTo>
                  <a:lnTo>
                    <a:pt x="3026" y="893"/>
                  </a:lnTo>
                  <a:lnTo>
                    <a:pt x="3079" y="943"/>
                  </a:lnTo>
                  <a:lnTo>
                    <a:pt x="3129" y="995"/>
                  </a:lnTo>
                  <a:lnTo>
                    <a:pt x="3176" y="1050"/>
                  </a:lnTo>
                  <a:lnTo>
                    <a:pt x="3221" y="1107"/>
                  </a:lnTo>
                  <a:lnTo>
                    <a:pt x="3263" y="1165"/>
                  </a:lnTo>
                  <a:lnTo>
                    <a:pt x="3302" y="1227"/>
                  </a:lnTo>
                  <a:lnTo>
                    <a:pt x="3338" y="1290"/>
                  </a:lnTo>
                  <a:lnTo>
                    <a:pt x="3372" y="1355"/>
                  </a:lnTo>
                  <a:lnTo>
                    <a:pt x="3402" y="1421"/>
                  </a:lnTo>
                  <a:lnTo>
                    <a:pt x="3429" y="1490"/>
                  </a:lnTo>
                  <a:lnTo>
                    <a:pt x="3453" y="1560"/>
                  </a:lnTo>
                  <a:lnTo>
                    <a:pt x="3473" y="1631"/>
                  </a:lnTo>
                  <a:lnTo>
                    <a:pt x="3490" y="1704"/>
                  </a:lnTo>
                  <a:lnTo>
                    <a:pt x="3503" y="1778"/>
                  </a:lnTo>
                  <a:lnTo>
                    <a:pt x="3513" y="1853"/>
                  </a:lnTo>
                  <a:lnTo>
                    <a:pt x="3518" y="1930"/>
                  </a:lnTo>
                  <a:lnTo>
                    <a:pt x="3520" y="2008"/>
                  </a:lnTo>
                  <a:lnTo>
                    <a:pt x="3518" y="2085"/>
                  </a:lnTo>
                  <a:lnTo>
                    <a:pt x="3513" y="2161"/>
                  </a:lnTo>
                  <a:lnTo>
                    <a:pt x="3503" y="2236"/>
                  </a:lnTo>
                  <a:lnTo>
                    <a:pt x="3490" y="2311"/>
                  </a:lnTo>
                  <a:lnTo>
                    <a:pt x="3473" y="2383"/>
                  </a:lnTo>
                  <a:lnTo>
                    <a:pt x="3453" y="2455"/>
                  </a:lnTo>
                  <a:lnTo>
                    <a:pt x="3429" y="2524"/>
                  </a:lnTo>
                  <a:lnTo>
                    <a:pt x="3402" y="2593"/>
                  </a:lnTo>
                  <a:lnTo>
                    <a:pt x="3372" y="2660"/>
                  </a:lnTo>
                  <a:lnTo>
                    <a:pt x="3338" y="2725"/>
                  </a:lnTo>
                  <a:lnTo>
                    <a:pt x="3302" y="2787"/>
                  </a:lnTo>
                  <a:lnTo>
                    <a:pt x="3263" y="2849"/>
                  </a:lnTo>
                  <a:lnTo>
                    <a:pt x="3221" y="2908"/>
                  </a:lnTo>
                  <a:lnTo>
                    <a:pt x="3176" y="2965"/>
                  </a:lnTo>
                  <a:lnTo>
                    <a:pt x="3129" y="3019"/>
                  </a:lnTo>
                  <a:lnTo>
                    <a:pt x="3079" y="3071"/>
                  </a:lnTo>
                  <a:lnTo>
                    <a:pt x="3026" y="3122"/>
                  </a:lnTo>
                  <a:lnTo>
                    <a:pt x="2971" y="3169"/>
                  </a:lnTo>
                  <a:lnTo>
                    <a:pt x="2915" y="3213"/>
                  </a:lnTo>
                  <a:lnTo>
                    <a:pt x="2855" y="3255"/>
                  </a:lnTo>
                  <a:lnTo>
                    <a:pt x="2794" y="3294"/>
                  </a:lnTo>
                  <a:lnTo>
                    <a:pt x="2731" y="3331"/>
                  </a:lnTo>
                  <a:lnTo>
                    <a:pt x="2665" y="3364"/>
                  </a:lnTo>
                  <a:lnTo>
                    <a:pt x="2599" y="3395"/>
                  </a:lnTo>
                  <a:lnTo>
                    <a:pt x="2531" y="3422"/>
                  </a:lnTo>
                  <a:lnTo>
                    <a:pt x="2460" y="3445"/>
                  </a:lnTo>
                  <a:lnTo>
                    <a:pt x="2389" y="3465"/>
                  </a:lnTo>
                  <a:lnTo>
                    <a:pt x="2316" y="3482"/>
                  </a:lnTo>
                  <a:lnTo>
                    <a:pt x="2242" y="3495"/>
                  </a:lnTo>
                  <a:lnTo>
                    <a:pt x="2166" y="3505"/>
                  </a:lnTo>
                  <a:lnTo>
                    <a:pt x="2090" y="3511"/>
                  </a:lnTo>
                  <a:lnTo>
                    <a:pt x="2012" y="3513"/>
                  </a:lnTo>
                  <a:close/>
                  <a:moveTo>
                    <a:pt x="2012" y="0"/>
                  </a:moveTo>
                  <a:lnTo>
                    <a:pt x="1908" y="3"/>
                  </a:lnTo>
                  <a:lnTo>
                    <a:pt x="1806" y="10"/>
                  </a:lnTo>
                  <a:lnTo>
                    <a:pt x="1706" y="23"/>
                  </a:lnTo>
                  <a:lnTo>
                    <a:pt x="1606" y="41"/>
                  </a:lnTo>
                  <a:lnTo>
                    <a:pt x="1509" y="63"/>
                  </a:lnTo>
                  <a:lnTo>
                    <a:pt x="1413" y="90"/>
                  </a:lnTo>
                  <a:lnTo>
                    <a:pt x="1319" y="122"/>
                  </a:lnTo>
                  <a:lnTo>
                    <a:pt x="1229" y="158"/>
                  </a:lnTo>
                  <a:lnTo>
                    <a:pt x="1139" y="198"/>
                  </a:lnTo>
                  <a:lnTo>
                    <a:pt x="1053" y="242"/>
                  </a:lnTo>
                  <a:lnTo>
                    <a:pt x="968" y="290"/>
                  </a:lnTo>
                  <a:lnTo>
                    <a:pt x="887" y="342"/>
                  </a:lnTo>
                  <a:lnTo>
                    <a:pt x="807" y="399"/>
                  </a:lnTo>
                  <a:lnTo>
                    <a:pt x="732" y="458"/>
                  </a:lnTo>
                  <a:lnTo>
                    <a:pt x="659" y="521"/>
                  </a:lnTo>
                  <a:lnTo>
                    <a:pt x="589" y="587"/>
                  </a:lnTo>
                  <a:lnTo>
                    <a:pt x="523" y="658"/>
                  </a:lnTo>
                  <a:lnTo>
                    <a:pt x="459" y="731"/>
                  </a:lnTo>
                  <a:lnTo>
                    <a:pt x="399" y="806"/>
                  </a:lnTo>
                  <a:lnTo>
                    <a:pt x="344" y="884"/>
                  </a:lnTo>
                  <a:lnTo>
                    <a:pt x="291" y="967"/>
                  </a:lnTo>
                  <a:lnTo>
                    <a:pt x="243" y="1050"/>
                  </a:lnTo>
                  <a:lnTo>
                    <a:pt x="198" y="1137"/>
                  </a:lnTo>
                  <a:lnTo>
                    <a:pt x="159" y="1226"/>
                  </a:lnTo>
                  <a:lnTo>
                    <a:pt x="122" y="1317"/>
                  </a:lnTo>
                  <a:lnTo>
                    <a:pt x="90" y="1410"/>
                  </a:lnTo>
                  <a:lnTo>
                    <a:pt x="63" y="1506"/>
                  </a:lnTo>
                  <a:lnTo>
                    <a:pt x="41" y="1603"/>
                  </a:lnTo>
                  <a:lnTo>
                    <a:pt x="23" y="1701"/>
                  </a:lnTo>
                  <a:lnTo>
                    <a:pt x="11" y="1802"/>
                  </a:lnTo>
                  <a:lnTo>
                    <a:pt x="3" y="1904"/>
                  </a:lnTo>
                  <a:lnTo>
                    <a:pt x="0" y="2008"/>
                  </a:lnTo>
                  <a:lnTo>
                    <a:pt x="3" y="2111"/>
                  </a:lnTo>
                  <a:lnTo>
                    <a:pt x="11" y="2212"/>
                  </a:lnTo>
                  <a:lnTo>
                    <a:pt x="23" y="2313"/>
                  </a:lnTo>
                  <a:lnTo>
                    <a:pt x="41" y="2412"/>
                  </a:lnTo>
                  <a:lnTo>
                    <a:pt x="63" y="2509"/>
                  </a:lnTo>
                  <a:lnTo>
                    <a:pt x="90" y="2605"/>
                  </a:lnTo>
                  <a:lnTo>
                    <a:pt x="122" y="2698"/>
                  </a:lnTo>
                  <a:lnTo>
                    <a:pt x="159" y="2788"/>
                  </a:lnTo>
                  <a:lnTo>
                    <a:pt x="198" y="2878"/>
                  </a:lnTo>
                  <a:lnTo>
                    <a:pt x="243" y="2964"/>
                  </a:lnTo>
                  <a:lnTo>
                    <a:pt x="291" y="3048"/>
                  </a:lnTo>
                  <a:lnTo>
                    <a:pt x="344" y="3130"/>
                  </a:lnTo>
                  <a:lnTo>
                    <a:pt x="399" y="3209"/>
                  </a:lnTo>
                  <a:lnTo>
                    <a:pt x="459" y="3284"/>
                  </a:lnTo>
                  <a:lnTo>
                    <a:pt x="523" y="3357"/>
                  </a:lnTo>
                  <a:lnTo>
                    <a:pt x="589" y="3427"/>
                  </a:lnTo>
                  <a:lnTo>
                    <a:pt x="659" y="3493"/>
                  </a:lnTo>
                  <a:lnTo>
                    <a:pt x="732" y="3556"/>
                  </a:lnTo>
                  <a:lnTo>
                    <a:pt x="807" y="3616"/>
                  </a:lnTo>
                  <a:lnTo>
                    <a:pt x="887" y="3672"/>
                  </a:lnTo>
                  <a:lnTo>
                    <a:pt x="968" y="3724"/>
                  </a:lnTo>
                  <a:lnTo>
                    <a:pt x="1053" y="3772"/>
                  </a:lnTo>
                  <a:lnTo>
                    <a:pt x="1139" y="3817"/>
                  </a:lnTo>
                  <a:lnTo>
                    <a:pt x="1229" y="3857"/>
                  </a:lnTo>
                  <a:lnTo>
                    <a:pt x="1319" y="3892"/>
                  </a:lnTo>
                  <a:lnTo>
                    <a:pt x="1413" y="3925"/>
                  </a:lnTo>
                  <a:lnTo>
                    <a:pt x="1509" y="3952"/>
                  </a:lnTo>
                  <a:lnTo>
                    <a:pt x="1606" y="3974"/>
                  </a:lnTo>
                  <a:lnTo>
                    <a:pt x="1706" y="3992"/>
                  </a:lnTo>
                  <a:lnTo>
                    <a:pt x="1806" y="4004"/>
                  </a:lnTo>
                  <a:lnTo>
                    <a:pt x="1908" y="4012"/>
                  </a:lnTo>
                  <a:lnTo>
                    <a:pt x="2012" y="4015"/>
                  </a:lnTo>
                  <a:lnTo>
                    <a:pt x="2115" y="4012"/>
                  </a:lnTo>
                  <a:lnTo>
                    <a:pt x="2218" y="4004"/>
                  </a:lnTo>
                  <a:lnTo>
                    <a:pt x="2318" y="3992"/>
                  </a:lnTo>
                  <a:lnTo>
                    <a:pt x="2417" y="3974"/>
                  </a:lnTo>
                  <a:lnTo>
                    <a:pt x="2514" y="3952"/>
                  </a:lnTo>
                  <a:lnTo>
                    <a:pt x="2610" y="3925"/>
                  </a:lnTo>
                  <a:lnTo>
                    <a:pt x="2704" y="3892"/>
                  </a:lnTo>
                  <a:lnTo>
                    <a:pt x="2795" y="3857"/>
                  </a:lnTo>
                  <a:lnTo>
                    <a:pt x="2884" y="3817"/>
                  </a:lnTo>
                  <a:lnTo>
                    <a:pt x="2971" y="3772"/>
                  </a:lnTo>
                  <a:lnTo>
                    <a:pt x="3055" y="3724"/>
                  </a:lnTo>
                  <a:lnTo>
                    <a:pt x="3137" y="3672"/>
                  </a:lnTo>
                  <a:lnTo>
                    <a:pt x="3216" y="3616"/>
                  </a:lnTo>
                  <a:lnTo>
                    <a:pt x="3292" y="3556"/>
                  </a:lnTo>
                  <a:lnTo>
                    <a:pt x="3364" y="3493"/>
                  </a:lnTo>
                  <a:lnTo>
                    <a:pt x="3435" y="3427"/>
                  </a:lnTo>
                  <a:lnTo>
                    <a:pt x="3501" y="3357"/>
                  </a:lnTo>
                  <a:lnTo>
                    <a:pt x="3565" y="3284"/>
                  </a:lnTo>
                  <a:lnTo>
                    <a:pt x="3624" y="3209"/>
                  </a:lnTo>
                  <a:lnTo>
                    <a:pt x="3680" y="3130"/>
                  </a:lnTo>
                  <a:lnTo>
                    <a:pt x="3733" y="3048"/>
                  </a:lnTo>
                  <a:lnTo>
                    <a:pt x="3781" y="2964"/>
                  </a:lnTo>
                  <a:lnTo>
                    <a:pt x="3825" y="2878"/>
                  </a:lnTo>
                  <a:lnTo>
                    <a:pt x="3865" y="2788"/>
                  </a:lnTo>
                  <a:lnTo>
                    <a:pt x="3902" y="2698"/>
                  </a:lnTo>
                  <a:lnTo>
                    <a:pt x="3933" y="2605"/>
                  </a:lnTo>
                  <a:lnTo>
                    <a:pt x="3960" y="2509"/>
                  </a:lnTo>
                  <a:lnTo>
                    <a:pt x="3983" y="2412"/>
                  </a:lnTo>
                  <a:lnTo>
                    <a:pt x="4000" y="2313"/>
                  </a:lnTo>
                  <a:lnTo>
                    <a:pt x="4013" y="2212"/>
                  </a:lnTo>
                  <a:lnTo>
                    <a:pt x="4021" y="2111"/>
                  </a:lnTo>
                  <a:lnTo>
                    <a:pt x="4023" y="2008"/>
                  </a:lnTo>
                  <a:lnTo>
                    <a:pt x="4021" y="1904"/>
                  </a:lnTo>
                  <a:lnTo>
                    <a:pt x="4013" y="1802"/>
                  </a:lnTo>
                  <a:lnTo>
                    <a:pt x="4000" y="1701"/>
                  </a:lnTo>
                  <a:lnTo>
                    <a:pt x="3983" y="1603"/>
                  </a:lnTo>
                  <a:lnTo>
                    <a:pt x="3960" y="1506"/>
                  </a:lnTo>
                  <a:lnTo>
                    <a:pt x="3933" y="1410"/>
                  </a:lnTo>
                  <a:lnTo>
                    <a:pt x="3902" y="1317"/>
                  </a:lnTo>
                  <a:lnTo>
                    <a:pt x="3865" y="1226"/>
                  </a:lnTo>
                  <a:lnTo>
                    <a:pt x="3825" y="1137"/>
                  </a:lnTo>
                  <a:lnTo>
                    <a:pt x="3781" y="1050"/>
                  </a:lnTo>
                  <a:lnTo>
                    <a:pt x="3733" y="967"/>
                  </a:lnTo>
                  <a:lnTo>
                    <a:pt x="3680" y="884"/>
                  </a:lnTo>
                  <a:lnTo>
                    <a:pt x="3624" y="806"/>
                  </a:lnTo>
                  <a:lnTo>
                    <a:pt x="3565" y="731"/>
                  </a:lnTo>
                  <a:lnTo>
                    <a:pt x="3501" y="658"/>
                  </a:lnTo>
                  <a:lnTo>
                    <a:pt x="3435" y="587"/>
                  </a:lnTo>
                  <a:lnTo>
                    <a:pt x="3364" y="521"/>
                  </a:lnTo>
                  <a:lnTo>
                    <a:pt x="3292" y="458"/>
                  </a:lnTo>
                  <a:lnTo>
                    <a:pt x="3216" y="399"/>
                  </a:lnTo>
                  <a:lnTo>
                    <a:pt x="3137" y="342"/>
                  </a:lnTo>
                  <a:lnTo>
                    <a:pt x="3055" y="290"/>
                  </a:lnTo>
                  <a:lnTo>
                    <a:pt x="2971" y="242"/>
                  </a:lnTo>
                  <a:lnTo>
                    <a:pt x="2884" y="198"/>
                  </a:lnTo>
                  <a:lnTo>
                    <a:pt x="2795" y="158"/>
                  </a:lnTo>
                  <a:lnTo>
                    <a:pt x="2704" y="122"/>
                  </a:lnTo>
                  <a:lnTo>
                    <a:pt x="2610" y="90"/>
                  </a:lnTo>
                  <a:lnTo>
                    <a:pt x="2514" y="63"/>
                  </a:lnTo>
                  <a:lnTo>
                    <a:pt x="2417" y="41"/>
                  </a:lnTo>
                  <a:lnTo>
                    <a:pt x="2318" y="23"/>
                  </a:lnTo>
                  <a:lnTo>
                    <a:pt x="2218" y="10"/>
                  </a:lnTo>
                  <a:lnTo>
                    <a:pt x="2115" y="3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Freeform 286" descr="D:\51PPT模板网\51pptmoban.com\图片.jpg"/>
          <p:cNvSpPr>
            <a:spLocks noEditPoints="1"/>
          </p:cNvSpPr>
          <p:nvPr/>
        </p:nvSpPr>
        <p:spPr bwMode="auto">
          <a:xfrm>
            <a:off x="5679172" y="1653210"/>
            <a:ext cx="526491" cy="527742"/>
          </a:xfrm>
          <a:custGeom>
            <a:avLst/>
            <a:gdLst>
              <a:gd name="T0" fmla="*/ 11438 w 16419"/>
              <a:gd name="T1" fmla="*/ 11992 h 16036"/>
              <a:gd name="T2" fmla="*/ 12051 w 16419"/>
              <a:gd name="T3" fmla="*/ 9611 h 16036"/>
              <a:gd name="T4" fmla="*/ 15080 w 16419"/>
              <a:gd name="T5" fmla="*/ 9931 h 16036"/>
              <a:gd name="T6" fmla="*/ 13248 w 16419"/>
              <a:gd name="T7" fmla="*/ 12967 h 16036"/>
              <a:gd name="T8" fmla="*/ 4590 w 16419"/>
              <a:gd name="T9" fmla="*/ 10655 h 16036"/>
              <a:gd name="T10" fmla="*/ 4429 w 16419"/>
              <a:gd name="T11" fmla="*/ 12231 h 16036"/>
              <a:gd name="T12" fmla="*/ 2147 w 16419"/>
              <a:gd name="T13" fmla="*/ 11712 h 16036"/>
              <a:gd name="T14" fmla="*/ 1073 w 16419"/>
              <a:gd name="T15" fmla="*/ 8277 h 16036"/>
              <a:gd name="T16" fmla="*/ 4139 w 16419"/>
              <a:gd name="T17" fmla="*/ 4183 h 16036"/>
              <a:gd name="T18" fmla="*/ 4533 w 16419"/>
              <a:gd name="T19" fmla="*/ 5582 h 16036"/>
              <a:gd name="T20" fmla="*/ 1073 w 16419"/>
              <a:gd name="T21" fmla="*/ 7759 h 16036"/>
              <a:gd name="T22" fmla="*/ 1997 w 16419"/>
              <a:gd name="T23" fmla="*/ 4578 h 16036"/>
              <a:gd name="T24" fmla="*/ 9313 w 16419"/>
              <a:gd name="T25" fmla="*/ 5095 h 16036"/>
              <a:gd name="T26" fmla="*/ 11066 w 16419"/>
              <a:gd name="T27" fmla="*/ 4695 h 16036"/>
              <a:gd name="T28" fmla="*/ 11565 w 16419"/>
              <a:gd name="T29" fmla="*/ 6759 h 16036"/>
              <a:gd name="T30" fmla="*/ 10152 w 16419"/>
              <a:gd name="T31" fmla="*/ 11598 h 16036"/>
              <a:gd name="T32" fmla="*/ 8474 w 16419"/>
              <a:gd name="T33" fmla="*/ 11394 h 16036"/>
              <a:gd name="T34" fmla="*/ 11313 w 16419"/>
              <a:gd name="T35" fmla="*/ 10543 h 16036"/>
              <a:gd name="T36" fmla="*/ 12142 w 16419"/>
              <a:gd name="T37" fmla="*/ 12889 h 16036"/>
              <a:gd name="T38" fmla="*/ 11354 w 16419"/>
              <a:gd name="T39" fmla="*/ 14282 h 16036"/>
              <a:gd name="T40" fmla="*/ 9710 w 16419"/>
              <a:gd name="T41" fmla="*/ 14564 h 16036"/>
              <a:gd name="T42" fmla="*/ 10935 w 16419"/>
              <a:gd name="T43" fmla="*/ 12871 h 16036"/>
              <a:gd name="T44" fmla="*/ 9524 w 16419"/>
              <a:gd name="T45" fmla="*/ 12005 h 16036"/>
              <a:gd name="T46" fmla="*/ 10393 w 16419"/>
              <a:gd name="T47" fmla="*/ 12757 h 16036"/>
              <a:gd name="T48" fmla="*/ 8904 w 16419"/>
              <a:gd name="T49" fmla="*/ 14636 h 16036"/>
              <a:gd name="T50" fmla="*/ 5284 w 16419"/>
              <a:gd name="T51" fmla="*/ 14382 h 16036"/>
              <a:gd name="T52" fmla="*/ 4071 w 16419"/>
              <a:gd name="T53" fmla="*/ 13005 h 16036"/>
              <a:gd name="T54" fmla="*/ 5783 w 16419"/>
              <a:gd name="T55" fmla="*/ 13367 h 16036"/>
              <a:gd name="T56" fmla="*/ 7945 w 16419"/>
              <a:gd name="T57" fmla="*/ 8277 h 16036"/>
              <a:gd name="T58" fmla="*/ 6342 w 16419"/>
              <a:gd name="T59" fmla="*/ 11582 h 16036"/>
              <a:gd name="T60" fmla="*/ 5136 w 16419"/>
              <a:gd name="T61" fmla="*/ 10650 h 16036"/>
              <a:gd name="T62" fmla="*/ 7945 w 16419"/>
              <a:gd name="T63" fmla="*/ 8277 h 16036"/>
              <a:gd name="T64" fmla="*/ 7024 w 16419"/>
              <a:gd name="T65" fmla="*/ 5084 h 16036"/>
              <a:gd name="T66" fmla="*/ 4843 w 16419"/>
              <a:gd name="T67" fmla="*/ 6857 h 16036"/>
              <a:gd name="T68" fmla="*/ 5321 w 16419"/>
              <a:gd name="T69" fmla="*/ 4784 h 16036"/>
              <a:gd name="T70" fmla="*/ 3667 w 16419"/>
              <a:gd name="T71" fmla="*/ 3305 h 16036"/>
              <a:gd name="T72" fmla="*/ 5215 w 16419"/>
              <a:gd name="T73" fmla="*/ 1684 h 16036"/>
              <a:gd name="T74" fmla="*/ 6448 w 16419"/>
              <a:gd name="T75" fmla="*/ 1771 h 16036"/>
              <a:gd name="T76" fmla="*/ 5148 w 16419"/>
              <a:gd name="T77" fmla="*/ 3833 h 16036"/>
              <a:gd name="T78" fmla="*/ 6569 w 16419"/>
              <a:gd name="T79" fmla="*/ 4486 h 16036"/>
              <a:gd name="T80" fmla="*/ 6014 w 16419"/>
              <a:gd name="T81" fmla="*/ 3301 h 16036"/>
              <a:gd name="T82" fmla="*/ 7732 w 16419"/>
              <a:gd name="T83" fmla="*/ 1205 h 16036"/>
              <a:gd name="T84" fmla="*/ 11565 w 16419"/>
              <a:gd name="T85" fmla="*/ 1859 h 16036"/>
              <a:gd name="T86" fmla="*/ 12421 w 16419"/>
              <a:gd name="T87" fmla="*/ 3513 h 16036"/>
              <a:gd name="T88" fmla="*/ 11123 w 16419"/>
              <a:gd name="T89" fmla="*/ 3527 h 16036"/>
              <a:gd name="T90" fmla="*/ 9758 w 16419"/>
              <a:gd name="T91" fmla="*/ 1525 h 16036"/>
              <a:gd name="T92" fmla="*/ 9852 w 16419"/>
              <a:gd name="T93" fmla="*/ 2463 h 16036"/>
              <a:gd name="T94" fmla="*/ 10437 w 16419"/>
              <a:gd name="T95" fmla="*/ 4348 h 16036"/>
              <a:gd name="T96" fmla="*/ 8786 w 16419"/>
              <a:gd name="T97" fmla="*/ 4626 h 16036"/>
              <a:gd name="T98" fmla="*/ 6848 w 16419"/>
              <a:gd name="T99" fmla="*/ 13930 h 16036"/>
              <a:gd name="T100" fmla="*/ 6020 w 16419"/>
              <a:gd name="T101" fmla="*/ 12187 h 16036"/>
              <a:gd name="T102" fmla="*/ 7521 w 16419"/>
              <a:gd name="T103" fmla="*/ 11934 h 16036"/>
              <a:gd name="T104" fmla="*/ 12063 w 16419"/>
              <a:gd name="T105" fmla="*/ 6494 h 16036"/>
              <a:gd name="T106" fmla="*/ 11695 w 16419"/>
              <a:gd name="T107" fmla="*/ 4461 h 16036"/>
              <a:gd name="T108" fmla="*/ 13078 w 16419"/>
              <a:gd name="T109" fmla="*/ 3710 h 16036"/>
              <a:gd name="T110" fmla="*/ 14700 w 16419"/>
              <a:gd name="T111" fmla="*/ 5106 h 16036"/>
              <a:gd name="T112" fmla="*/ 6960 w 16419"/>
              <a:gd name="T113" fmla="*/ 92 h 16036"/>
              <a:gd name="T114" fmla="*/ 498 w 16419"/>
              <a:gd name="T115" fmla="*/ 5261 h 16036"/>
              <a:gd name="T116" fmla="*/ 2132 w 16419"/>
              <a:gd name="T117" fmla="*/ 13409 h 16036"/>
              <a:gd name="T118" fmla="*/ 10261 w 16419"/>
              <a:gd name="T119" fmla="*/ 15783 h 16036"/>
              <a:gd name="T120" fmla="*/ 16160 w 16419"/>
              <a:gd name="T121" fmla="*/ 10021 h 16036"/>
              <a:gd name="T122" fmla="*/ 13729 w 16419"/>
              <a:gd name="T123" fmla="*/ 2083 h 16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6419" h="16036">
                <a:moveTo>
                  <a:pt x="13248" y="12967"/>
                </a:moveTo>
                <a:lnTo>
                  <a:pt x="13139" y="12892"/>
                </a:lnTo>
                <a:lnTo>
                  <a:pt x="13030" y="12819"/>
                </a:lnTo>
                <a:lnTo>
                  <a:pt x="12919" y="12748"/>
                </a:lnTo>
                <a:lnTo>
                  <a:pt x="12807" y="12676"/>
                </a:lnTo>
                <a:lnTo>
                  <a:pt x="12693" y="12608"/>
                </a:lnTo>
                <a:lnTo>
                  <a:pt x="12579" y="12541"/>
                </a:lnTo>
                <a:lnTo>
                  <a:pt x="12463" y="12476"/>
                </a:lnTo>
                <a:lnTo>
                  <a:pt x="12347" y="12413"/>
                </a:lnTo>
                <a:lnTo>
                  <a:pt x="12229" y="12351"/>
                </a:lnTo>
                <a:lnTo>
                  <a:pt x="12110" y="12291"/>
                </a:lnTo>
                <a:lnTo>
                  <a:pt x="12051" y="12261"/>
                </a:lnTo>
                <a:lnTo>
                  <a:pt x="11990" y="12231"/>
                </a:lnTo>
                <a:lnTo>
                  <a:pt x="11930" y="12203"/>
                </a:lnTo>
                <a:lnTo>
                  <a:pt x="11869" y="12175"/>
                </a:lnTo>
                <a:lnTo>
                  <a:pt x="11808" y="12147"/>
                </a:lnTo>
                <a:lnTo>
                  <a:pt x="11747" y="12120"/>
                </a:lnTo>
                <a:lnTo>
                  <a:pt x="11686" y="12094"/>
                </a:lnTo>
                <a:lnTo>
                  <a:pt x="11625" y="12068"/>
                </a:lnTo>
                <a:lnTo>
                  <a:pt x="11562" y="12042"/>
                </a:lnTo>
                <a:lnTo>
                  <a:pt x="11499" y="12017"/>
                </a:lnTo>
                <a:lnTo>
                  <a:pt x="11438" y="11992"/>
                </a:lnTo>
                <a:lnTo>
                  <a:pt x="11374" y="11968"/>
                </a:lnTo>
                <a:lnTo>
                  <a:pt x="11419" y="11863"/>
                </a:lnTo>
                <a:lnTo>
                  <a:pt x="11463" y="11756"/>
                </a:lnTo>
                <a:lnTo>
                  <a:pt x="11505" y="11649"/>
                </a:lnTo>
                <a:lnTo>
                  <a:pt x="11546" y="11541"/>
                </a:lnTo>
                <a:lnTo>
                  <a:pt x="11585" y="11433"/>
                </a:lnTo>
                <a:lnTo>
                  <a:pt x="11624" y="11323"/>
                </a:lnTo>
                <a:lnTo>
                  <a:pt x="11661" y="11214"/>
                </a:lnTo>
                <a:lnTo>
                  <a:pt x="11696" y="11104"/>
                </a:lnTo>
                <a:lnTo>
                  <a:pt x="11731" y="10993"/>
                </a:lnTo>
                <a:lnTo>
                  <a:pt x="11765" y="10880"/>
                </a:lnTo>
                <a:lnTo>
                  <a:pt x="11798" y="10768"/>
                </a:lnTo>
                <a:lnTo>
                  <a:pt x="11829" y="10655"/>
                </a:lnTo>
                <a:lnTo>
                  <a:pt x="11859" y="10542"/>
                </a:lnTo>
                <a:lnTo>
                  <a:pt x="11887" y="10427"/>
                </a:lnTo>
                <a:lnTo>
                  <a:pt x="11914" y="10312"/>
                </a:lnTo>
                <a:lnTo>
                  <a:pt x="11941" y="10197"/>
                </a:lnTo>
                <a:lnTo>
                  <a:pt x="11965" y="10081"/>
                </a:lnTo>
                <a:lnTo>
                  <a:pt x="11988" y="9964"/>
                </a:lnTo>
                <a:lnTo>
                  <a:pt x="12010" y="9847"/>
                </a:lnTo>
                <a:lnTo>
                  <a:pt x="12031" y="9729"/>
                </a:lnTo>
                <a:lnTo>
                  <a:pt x="12051" y="9611"/>
                </a:lnTo>
                <a:lnTo>
                  <a:pt x="12068" y="9492"/>
                </a:lnTo>
                <a:lnTo>
                  <a:pt x="12084" y="9373"/>
                </a:lnTo>
                <a:lnTo>
                  <a:pt x="12100" y="9253"/>
                </a:lnTo>
                <a:lnTo>
                  <a:pt x="12113" y="9133"/>
                </a:lnTo>
                <a:lnTo>
                  <a:pt x="12126" y="9011"/>
                </a:lnTo>
                <a:lnTo>
                  <a:pt x="12137" y="8890"/>
                </a:lnTo>
                <a:lnTo>
                  <a:pt x="12147" y="8769"/>
                </a:lnTo>
                <a:lnTo>
                  <a:pt x="12155" y="8646"/>
                </a:lnTo>
                <a:lnTo>
                  <a:pt x="12161" y="8523"/>
                </a:lnTo>
                <a:lnTo>
                  <a:pt x="12166" y="8400"/>
                </a:lnTo>
                <a:lnTo>
                  <a:pt x="12171" y="8277"/>
                </a:lnTo>
                <a:lnTo>
                  <a:pt x="15347" y="8277"/>
                </a:lnTo>
                <a:lnTo>
                  <a:pt x="15337" y="8448"/>
                </a:lnTo>
                <a:lnTo>
                  <a:pt x="15325" y="8617"/>
                </a:lnTo>
                <a:lnTo>
                  <a:pt x="15309" y="8786"/>
                </a:lnTo>
                <a:lnTo>
                  <a:pt x="15287" y="8954"/>
                </a:lnTo>
                <a:lnTo>
                  <a:pt x="15262" y="9119"/>
                </a:lnTo>
                <a:lnTo>
                  <a:pt x="15234" y="9285"/>
                </a:lnTo>
                <a:lnTo>
                  <a:pt x="15201" y="9449"/>
                </a:lnTo>
                <a:lnTo>
                  <a:pt x="15164" y="9612"/>
                </a:lnTo>
                <a:lnTo>
                  <a:pt x="15124" y="9772"/>
                </a:lnTo>
                <a:lnTo>
                  <a:pt x="15080" y="9931"/>
                </a:lnTo>
                <a:lnTo>
                  <a:pt x="15032" y="10090"/>
                </a:lnTo>
                <a:lnTo>
                  <a:pt x="14980" y="10246"/>
                </a:lnTo>
                <a:lnTo>
                  <a:pt x="14925" y="10400"/>
                </a:lnTo>
                <a:lnTo>
                  <a:pt x="14866" y="10554"/>
                </a:lnTo>
                <a:lnTo>
                  <a:pt x="14804" y="10705"/>
                </a:lnTo>
                <a:lnTo>
                  <a:pt x="14738" y="10854"/>
                </a:lnTo>
                <a:lnTo>
                  <a:pt x="14668" y="11002"/>
                </a:lnTo>
                <a:lnTo>
                  <a:pt x="14596" y="11148"/>
                </a:lnTo>
                <a:lnTo>
                  <a:pt x="14521" y="11292"/>
                </a:lnTo>
                <a:lnTo>
                  <a:pt x="14441" y="11434"/>
                </a:lnTo>
                <a:lnTo>
                  <a:pt x="14358" y="11574"/>
                </a:lnTo>
                <a:lnTo>
                  <a:pt x="14272" y="11712"/>
                </a:lnTo>
                <a:lnTo>
                  <a:pt x="14183" y="11848"/>
                </a:lnTo>
                <a:lnTo>
                  <a:pt x="14092" y="11981"/>
                </a:lnTo>
                <a:lnTo>
                  <a:pt x="13996" y="12113"/>
                </a:lnTo>
                <a:lnTo>
                  <a:pt x="13898" y="12241"/>
                </a:lnTo>
                <a:lnTo>
                  <a:pt x="13797" y="12369"/>
                </a:lnTo>
                <a:lnTo>
                  <a:pt x="13693" y="12493"/>
                </a:lnTo>
                <a:lnTo>
                  <a:pt x="13586" y="12615"/>
                </a:lnTo>
                <a:lnTo>
                  <a:pt x="13476" y="12735"/>
                </a:lnTo>
                <a:lnTo>
                  <a:pt x="13364" y="12852"/>
                </a:lnTo>
                <a:lnTo>
                  <a:pt x="13248" y="12967"/>
                </a:lnTo>
                <a:close/>
                <a:moveTo>
                  <a:pt x="1073" y="8277"/>
                </a:moveTo>
                <a:lnTo>
                  <a:pt x="4248" y="8277"/>
                </a:lnTo>
                <a:lnTo>
                  <a:pt x="4253" y="8400"/>
                </a:lnTo>
                <a:lnTo>
                  <a:pt x="4258" y="8523"/>
                </a:lnTo>
                <a:lnTo>
                  <a:pt x="4265" y="8646"/>
                </a:lnTo>
                <a:lnTo>
                  <a:pt x="4273" y="8769"/>
                </a:lnTo>
                <a:lnTo>
                  <a:pt x="4282" y="8890"/>
                </a:lnTo>
                <a:lnTo>
                  <a:pt x="4294" y="9011"/>
                </a:lnTo>
                <a:lnTo>
                  <a:pt x="4306" y="9133"/>
                </a:lnTo>
                <a:lnTo>
                  <a:pt x="4319" y="9253"/>
                </a:lnTo>
                <a:lnTo>
                  <a:pt x="4335" y="9373"/>
                </a:lnTo>
                <a:lnTo>
                  <a:pt x="4351" y="9492"/>
                </a:lnTo>
                <a:lnTo>
                  <a:pt x="4370" y="9611"/>
                </a:lnTo>
                <a:lnTo>
                  <a:pt x="4388" y="9729"/>
                </a:lnTo>
                <a:lnTo>
                  <a:pt x="4410" y="9847"/>
                </a:lnTo>
                <a:lnTo>
                  <a:pt x="4431" y="9964"/>
                </a:lnTo>
                <a:lnTo>
                  <a:pt x="4455" y="10081"/>
                </a:lnTo>
                <a:lnTo>
                  <a:pt x="4479" y="10197"/>
                </a:lnTo>
                <a:lnTo>
                  <a:pt x="4505" y="10312"/>
                </a:lnTo>
                <a:lnTo>
                  <a:pt x="4533" y="10427"/>
                </a:lnTo>
                <a:lnTo>
                  <a:pt x="4560" y="10542"/>
                </a:lnTo>
                <a:lnTo>
                  <a:pt x="4590" y="10655"/>
                </a:lnTo>
                <a:lnTo>
                  <a:pt x="4622" y="10768"/>
                </a:lnTo>
                <a:lnTo>
                  <a:pt x="4654" y="10880"/>
                </a:lnTo>
                <a:lnTo>
                  <a:pt x="4688" y="10993"/>
                </a:lnTo>
                <a:lnTo>
                  <a:pt x="4723" y="11104"/>
                </a:lnTo>
                <a:lnTo>
                  <a:pt x="4758" y="11214"/>
                </a:lnTo>
                <a:lnTo>
                  <a:pt x="4795" y="11323"/>
                </a:lnTo>
                <a:lnTo>
                  <a:pt x="4834" y="11433"/>
                </a:lnTo>
                <a:lnTo>
                  <a:pt x="4874" y="11541"/>
                </a:lnTo>
                <a:lnTo>
                  <a:pt x="4915" y="11649"/>
                </a:lnTo>
                <a:lnTo>
                  <a:pt x="4958" y="11756"/>
                </a:lnTo>
                <a:lnTo>
                  <a:pt x="5001" y="11863"/>
                </a:lnTo>
                <a:lnTo>
                  <a:pt x="5045" y="11968"/>
                </a:lnTo>
                <a:lnTo>
                  <a:pt x="4982" y="11992"/>
                </a:lnTo>
                <a:lnTo>
                  <a:pt x="4920" y="12017"/>
                </a:lnTo>
                <a:lnTo>
                  <a:pt x="4857" y="12042"/>
                </a:lnTo>
                <a:lnTo>
                  <a:pt x="4795" y="12068"/>
                </a:lnTo>
                <a:lnTo>
                  <a:pt x="4734" y="12094"/>
                </a:lnTo>
                <a:lnTo>
                  <a:pt x="4672" y="12120"/>
                </a:lnTo>
                <a:lnTo>
                  <a:pt x="4611" y="12147"/>
                </a:lnTo>
                <a:lnTo>
                  <a:pt x="4550" y="12175"/>
                </a:lnTo>
                <a:lnTo>
                  <a:pt x="4490" y="12203"/>
                </a:lnTo>
                <a:lnTo>
                  <a:pt x="4429" y="12231"/>
                </a:lnTo>
                <a:lnTo>
                  <a:pt x="4370" y="12261"/>
                </a:lnTo>
                <a:lnTo>
                  <a:pt x="4309" y="12291"/>
                </a:lnTo>
                <a:lnTo>
                  <a:pt x="4191" y="12351"/>
                </a:lnTo>
                <a:lnTo>
                  <a:pt x="4073" y="12413"/>
                </a:lnTo>
                <a:lnTo>
                  <a:pt x="3956" y="12476"/>
                </a:lnTo>
                <a:lnTo>
                  <a:pt x="3841" y="12541"/>
                </a:lnTo>
                <a:lnTo>
                  <a:pt x="3726" y="12608"/>
                </a:lnTo>
                <a:lnTo>
                  <a:pt x="3613" y="12676"/>
                </a:lnTo>
                <a:lnTo>
                  <a:pt x="3501" y="12748"/>
                </a:lnTo>
                <a:lnTo>
                  <a:pt x="3389" y="12819"/>
                </a:lnTo>
                <a:lnTo>
                  <a:pt x="3280" y="12892"/>
                </a:lnTo>
                <a:lnTo>
                  <a:pt x="3171" y="12967"/>
                </a:lnTo>
                <a:lnTo>
                  <a:pt x="3056" y="12852"/>
                </a:lnTo>
                <a:lnTo>
                  <a:pt x="2943" y="12735"/>
                </a:lnTo>
                <a:lnTo>
                  <a:pt x="2833" y="12615"/>
                </a:lnTo>
                <a:lnTo>
                  <a:pt x="2727" y="12493"/>
                </a:lnTo>
                <a:lnTo>
                  <a:pt x="2623" y="12369"/>
                </a:lnTo>
                <a:lnTo>
                  <a:pt x="2521" y="12241"/>
                </a:lnTo>
                <a:lnTo>
                  <a:pt x="2423" y="12113"/>
                </a:lnTo>
                <a:lnTo>
                  <a:pt x="2328" y="11981"/>
                </a:lnTo>
                <a:lnTo>
                  <a:pt x="2236" y="11848"/>
                </a:lnTo>
                <a:lnTo>
                  <a:pt x="2147" y="11712"/>
                </a:lnTo>
                <a:lnTo>
                  <a:pt x="2062" y="11574"/>
                </a:lnTo>
                <a:lnTo>
                  <a:pt x="1978" y="11434"/>
                </a:lnTo>
                <a:lnTo>
                  <a:pt x="1899" y="11292"/>
                </a:lnTo>
                <a:lnTo>
                  <a:pt x="1824" y="11148"/>
                </a:lnTo>
                <a:lnTo>
                  <a:pt x="1751" y="11002"/>
                </a:lnTo>
                <a:lnTo>
                  <a:pt x="1682" y="10854"/>
                </a:lnTo>
                <a:lnTo>
                  <a:pt x="1615" y="10705"/>
                </a:lnTo>
                <a:lnTo>
                  <a:pt x="1554" y="10554"/>
                </a:lnTo>
                <a:lnTo>
                  <a:pt x="1494" y="10400"/>
                </a:lnTo>
                <a:lnTo>
                  <a:pt x="1440" y="10246"/>
                </a:lnTo>
                <a:lnTo>
                  <a:pt x="1387" y="10090"/>
                </a:lnTo>
                <a:lnTo>
                  <a:pt x="1340" y="9931"/>
                </a:lnTo>
                <a:lnTo>
                  <a:pt x="1296" y="9772"/>
                </a:lnTo>
                <a:lnTo>
                  <a:pt x="1255" y="9612"/>
                </a:lnTo>
                <a:lnTo>
                  <a:pt x="1219" y="9449"/>
                </a:lnTo>
                <a:lnTo>
                  <a:pt x="1186" y="9285"/>
                </a:lnTo>
                <a:lnTo>
                  <a:pt x="1158" y="9119"/>
                </a:lnTo>
                <a:lnTo>
                  <a:pt x="1132" y="8954"/>
                </a:lnTo>
                <a:lnTo>
                  <a:pt x="1111" y="8786"/>
                </a:lnTo>
                <a:lnTo>
                  <a:pt x="1095" y="8617"/>
                </a:lnTo>
                <a:lnTo>
                  <a:pt x="1082" y="8448"/>
                </a:lnTo>
                <a:lnTo>
                  <a:pt x="1073" y="8277"/>
                </a:lnTo>
                <a:close/>
                <a:moveTo>
                  <a:pt x="2878" y="3381"/>
                </a:moveTo>
                <a:lnTo>
                  <a:pt x="2935" y="3423"/>
                </a:lnTo>
                <a:lnTo>
                  <a:pt x="2992" y="3466"/>
                </a:lnTo>
                <a:lnTo>
                  <a:pt x="3050" y="3507"/>
                </a:lnTo>
                <a:lnTo>
                  <a:pt x="3107" y="3549"/>
                </a:lnTo>
                <a:lnTo>
                  <a:pt x="3165" y="3590"/>
                </a:lnTo>
                <a:lnTo>
                  <a:pt x="3223" y="3630"/>
                </a:lnTo>
                <a:lnTo>
                  <a:pt x="3282" y="3670"/>
                </a:lnTo>
                <a:lnTo>
                  <a:pt x="3341" y="3710"/>
                </a:lnTo>
                <a:lnTo>
                  <a:pt x="3401" y="3749"/>
                </a:lnTo>
                <a:lnTo>
                  <a:pt x="3460" y="3789"/>
                </a:lnTo>
                <a:lnTo>
                  <a:pt x="3521" y="3827"/>
                </a:lnTo>
                <a:lnTo>
                  <a:pt x="3581" y="3865"/>
                </a:lnTo>
                <a:lnTo>
                  <a:pt x="3642" y="3902"/>
                </a:lnTo>
                <a:lnTo>
                  <a:pt x="3702" y="3939"/>
                </a:lnTo>
                <a:lnTo>
                  <a:pt x="3764" y="3975"/>
                </a:lnTo>
                <a:lnTo>
                  <a:pt x="3826" y="4011"/>
                </a:lnTo>
                <a:lnTo>
                  <a:pt x="3887" y="4046"/>
                </a:lnTo>
                <a:lnTo>
                  <a:pt x="3950" y="4081"/>
                </a:lnTo>
                <a:lnTo>
                  <a:pt x="4012" y="4116"/>
                </a:lnTo>
                <a:lnTo>
                  <a:pt x="4076" y="4150"/>
                </a:lnTo>
                <a:lnTo>
                  <a:pt x="4139" y="4183"/>
                </a:lnTo>
                <a:lnTo>
                  <a:pt x="4202" y="4216"/>
                </a:lnTo>
                <a:lnTo>
                  <a:pt x="4267" y="4249"/>
                </a:lnTo>
                <a:lnTo>
                  <a:pt x="4331" y="4281"/>
                </a:lnTo>
                <a:lnTo>
                  <a:pt x="4395" y="4312"/>
                </a:lnTo>
                <a:lnTo>
                  <a:pt x="4461" y="4343"/>
                </a:lnTo>
                <a:lnTo>
                  <a:pt x="4525" y="4374"/>
                </a:lnTo>
                <a:lnTo>
                  <a:pt x="4591" y="4403"/>
                </a:lnTo>
                <a:lnTo>
                  <a:pt x="4657" y="4432"/>
                </a:lnTo>
                <a:lnTo>
                  <a:pt x="4724" y="4461"/>
                </a:lnTo>
                <a:lnTo>
                  <a:pt x="4789" y="4489"/>
                </a:lnTo>
                <a:lnTo>
                  <a:pt x="4856" y="4517"/>
                </a:lnTo>
                <a:lnTo>
                  <a:pt x="4822" y="4611"/>
                </a:lnTo>
                <a:lnTo>
                  <a:pt x="4789" y="4706"/>
                </a:lnTo>
                <a:lnTo>
                  <a:pt x="4756" y="4801"/>
                </a:lnTo>
                <a:lnTo>
                  <a:pt x="4726" y="4897"/>
                </a:lnTo>
                <a:lnTo>
                  <a:pt x="4695" y="4993"/>
                </a:lnTo>
                <a:lnTo>
                  <a:pt x="4665" y="5090"/>
                </a:lnTo>
                <a:lnTo>
                  <a:pt x="4637" y="5188"/>
                </a:lnTo>
                <a:lnTo>
                  <a:pt x="4610" y="5285"/>
                </a:lnTo>
                <a:lnTo>
                  <a:pt x="4583" y="5383"/>
                </a:lnTo>
                <a:lnTo>
                  <a:pt x="4557" y="5482"/>
                </a:lnTo>
                <a:lnTo>
                  <a:pt x="4533" y="5582"/>
                </a:lnTo>
                <a:lnTo>
                  <a:pt x="4509" y="5681"/>
                </a:lnTo>
                <a:lnTo>
                  <a:pt x="4486" y="5781"/>
                </a:lnTo>
                <a:lnTo>
                  <a:pt x="4465" y="5881"/>
                </a:lnTo>
                <a:lnTo>
                  <a:pt x="4444" y="5982"/>
                </a:lnTo>
                <a:lnTo>
                  <a:pt x="4425" y="6084"/>
                </a:lnTo>
                <a:lnTo>
                  <a:pt x="4406" y="6186"/>
                </a:lnTo>
                <a:lnTo>
                  <a:pt x="4388" y="6288"/>
                </a:lnTo>
                <a:lnTo>
                  <a:pt x="4372" y="6391"/>
                </a:lnTo>
                <a:lnTo>
                  <a:pt x="4356" y="6494"/>
                </a:lnTo>
                <a:lnTo>
                  <a:pt x="4342" y="6598"/>
                </a:lnTo>
                <a:lnTo>
                  <a:pt x="4328" y="6701"/>
                </a:lnTo>
                <a:lnTo>
                  <a:pt x="4315" y="6805"/>
                </a:lnTo>
                <a:lnTo>
                  <a:pt x="4304" y="6911"/>
                </a:lnTo>
                <a:lnTo>
                  <a:pt x="4294" y="7015"/>
                </a:lnTo>
                <a:lnTo>
                  <a:pt x="4284" y="7120"/>
                </a:lnTo>
                <a:lnTo>
                  <a:pt x="4275" y="7226"/>
                </a:lnTo>
                <a:lnTo>
                  <a:pt x="4268" y="7332"/>
                </a:lnTo>
                <a:lnTo>
                  <a:pt x="4262" y="7439"/>
                </a:lnTo>
                <a:lnTo>
                  <a:pt x="4257" y="7545"/>
                </a:lnTo>
                <a:lnTo>
                  <a:pt x="4253" y="7652"/>
                </a:lnTo>
                <a:lnTo>
                  <a:pt x="4248" y="7759"/>
                </a:lnTo>
                <a:lnTo>
                  <a:pt x="1073" y="7759"/>
                </a:lnTo>
                <a:lnTo>
                  <a:pt x="1081" y="7602"/>
                </a:lnTo>
                <a:lnTo>
                  <a:pt x="1092" y="7446"/>
                </a:lnTo>
                <a:lnTo>
                  <a:pt x="1107" y="7291"/>
                </a:lnTo>
                <a:lnTo>
                  <a:pt x="1125" y="7137"/>
                </a:lnTo>
                <a:lnTo>
                  <a:pt x="1146" y="6984"/>
                </a:lnTo>
                <a:lnTo>
                  <a:pt x="1171" y="6832"/>
                </a:lnTo>
                <a:lnTo>
                  <a:pt x="1200" y="6681"/>
                </a:lnTo>
                <a:lnTo>
                  <a:pt x="1231" y="6532"/>
                </a:lnTo>
                <a:lnTo>
                  <a:pt x="1265" y="6383"/>
                </a:lnTo>
                <a:lnTo>
                  <a:pt x="1304" y="6236"/>
                </a:lnTo>
                <a:lnTo>
                  <a:pt x="1345" y="6090"/>
                </a:lnTo>
                <a:lnTo>
                  <a:pt x="1389" y="5945"/>
                </a:lnTo>
                <a:lnTo>
                  <a:pt x="1437" y="5802"/>
                </a:lnTo>
                <a:lnTo>
                  <a:pt x="1487" y="5660"/>
                </a:lnTo>
                <a:lnTo>
                  <a:pt x="1540" y="5519"/>
                </a:lnTo>
                <a:lnTo>
                  <a:pt x="1597" y="5380"/>
                </a:lnTo>
                <a:lnTo>
                  <a:pt x="1656" y="5243"/>
                </a:lnTo>
                <a:lnTo>
                  <a:pt x="1719" y="5106"/>
                </a:lnTo>
                <a:lnTo>
                  <a:pt x="1785" y="4972"/>
                </a:lnTo>
                <a:lnTo>
                  <a:pt x="1852" y="4839"/>
                </a:lnTo>
                <a:lnTo>
                  <a:pt x="1923" y="4708"/>
                </a:lnTo>
                <a:lnTo>
                  <a:pt x="1997" y="4578"/>
                </a:lnTo>
                <a:lnTo>
                  <a:pt x="2074" y="4450"/>
                </a:lnTo>
                <a:lnTo>
                  <a:pt x="2153" y="4324"/>
                </a:lnTo>
                <a:lnTo>
                  <a:pt x="2234" y="4199"/>
                </a:lnTo>
                <a:lnTo>
                  <a:pt x="2319" y="4076"/>
                </a:lnTo>
                <a:lnTo>
                  <a:pt x="2405" y="3956"/>
                </a:lnTo>
                <a:lnTo>
                  <a:pt x="2496" y="3837"/>
                </a:lnTo>
                <a:lnTo>
                  <a:pt x="2587" y="3719"/>
                </a:lnTo>
                <a:lnTo>
                  <a:pt x="2681" y="3605"/>
                </a:lnTo>
                <a:lnTo>
                  <a:pt x="2779" y="3492"/>
                </a:lnTo>
                <a:lnTo>
                  <a:pt x="2878" y="3381"/>
                </a:lnTo>
                <a:close/>
                <a:moveTo>
                  <a:pt x="8474" y="7759"/>
                </a:moveTo>
                <a:lnTo>
                  <a:pt x="8474" y="5160"/>
                </a:lnTo>
                <a:lnTo>
                  <a:pt x="8559" y="5157"/>
                </a:lnTo>
                <a:lnTo>
                  <a:pt x="8644" y="5153"/>
                </a:lnTo>
                <a:lnTo>
                  <a:pt x="8728" y="5149"/>
                </a:lnTo>
                <a:lnTo>
                  <a:pt x="8812" y="5143"/>
                </a:lnTo>
                <a:lnTo>
                  <a:pt x="8896" y="5137"/>
                </a:lnTo>
                <a:lnTo>
                  <a:pt x="8980" y="5131"/>
                </a:lnTo>
                <a:lnTo>
                  <a:pt x="9063" y="5122"/>
                </a:lnTo>
                <a:lnTo>
                  <a:pt x="9146" y="5114"/>
                </a:lnTo>
                <a:lnTo>
                  <a:pt x="9230" y="5105"/>
                </a:lnTo>
                <a:lnTo>
                  <a:pt x="9313" y="5095"/>
                </a:lnTo>
                <a:lnTo>
                  <a:pt x="9395" y="5084"/>
                </a:lnTo>
                <a:lnTo>
                  <a:pt x="9477" y="5073"/>
                </a:lnTo>
                <a:lnTo>
                  <a:pt x="9559" y="5061"/>
                </a:lnTo>
                <a:lnTo>
                  <a:pt x="9641" y="5048"/>
                </a:lnTo>
                <a:lnTo>
                  <a:pt x="9723" y="5035"/>
                </a:lnTo>
                <a:lnTo>
                  <a:pt x="9804" y="5020"/>
                </a:lnTo>
                <a:lnTo>
                  <a:pt x="9885" y="5005"/>
                </a:lnTo>
                <a:lnTo>
                  <a:pt x="9965" y="4990"/>
                </a:lnTo>
                <a:lnTo>
                  <a:pt x="10046" y="4973"/>
                </a:lnTo>
                <a:lnTo>
                  <a:pt x="10126" y="4956"/>
                </a:lnTo>
                <a:lnTo>
                  <a:pt x="10206" y="4938"/>
                </a:lnTo>
                <a:lnTo>
                  <a:pt x="10287" y="4920"/>
                </a:lnTo>
                <a:lnTo>
                  <a:pt x="10366" y="4900"/>
                </a:lnTo>
                <a:lnTo>
                  <a:pt x="10445" y="4880"/>
                </a:lnTo>
                <a:lnTo>
                  <a:pt x="10524" y="4860"/>
                </a:lnTo>
                <a:lnTo>
                  <a:pt x="10602" y="4838"/>
                </a:lnTo>
                <a:lnTo>
                  <a:pt x="10681" y="4816"/>
                </a:lnTo>
                <a:lnTo>
                  <a:pt x="10759" y="4793"/>
                </a:lnTo>
                <a:lnTo>
                  <a:pt x="10836" y="4770"/>
                </a:lnTo>
                <a:lnTo>
                  <a:pt x="10914" y="4746"/>
                </a:lnTo>
                <a:lnTo>
                  <a:pt x="10990" y="4721"/>
                </a:lnTo>
                <a:lnTo>
                  <a:pt x="11066" y="4695"/>
                </a:lnTo>
                <a:lnTo>
                  <a:pt x="11099" y="4784"/>
                </a:lnTo>
                <a:lnTo>
                  <a:pt x="11130" y="4873"/>
                </a:lnTo>
                <a:lnTo>
                  <a:pt x="11161" y="4963"/>
                </a:lnTo>
                <a:lnTo>
                  <a:pt x="11191" y="5053"/>
                </a:lnTo>
                <a:lnTo>
                  <a:pt x="11219" y="5145"/>
                </a:lnTo>
                <a:lnTo>
                  <a:pt x="11247" y="5236"/>
                </a:lnTo>
                <a:lnTo>
                  <a:pt x="11274" y="5328"/>
                </a:lnTo>
                <a:lnTo>
                  <a:pt x="11299" y="5420"/>
                </a:lnTo>
                <a:lnTo>
                  <a:pt x="11325" y="5513"/>
                </a:lnTo>
                <a:lnTo>
                  <a:pt x="11349" y="5607"/>
                </a:lnTo>
                <a:lnTo>
                  <a:pt x="11372" y="5701"/>
                </a:lnTo>
                <a:lnTo>
                  <a:pt x="11395" y="5795"/>
                </a:lnTo>
                <a:lnTo>
                  <a:pt x="11415" y="5889"/>
                </a:lnTo>
                <a:lnTo>
                  <a:pt x="11436" y="5984"/>
                </a:lnTo>
                <a:lnTo>
                  <a:pt x="11455" y="6080"/>
                </a:lnTo>
                <a:lnTo>
                  <a:pt x="11474" y="6176"/>
                </a:lnTo>
                <a:lnTo>
                  <a:pt x="11491" y="6272"/>
                </a:lnTo>
                <a:lnTo>
                  <a:pt x="11509" y="6368"/>
                </a:lnTo>
                <a:lnTo>
                  <a:pt x="11524" y="6466"/>
                </a:lnTo>
                <a:lnTo>
                  <a:pt x="11538" y="6563"/>
                </a:lnTo>
                <a:lnTo>
                  <a:pt x="11553" y="6661"/>
                </a:lnTo>
                <a:lnTo>
                  <a:pt x="11565" y="6759"/>
                </a:lnTo>
                <a:lnTo>
                  <a:pt x="11577" y="6857"/>
                </a:lnTo>
                <a:lnTo>
                  <a:pt x="11589" y="6957"/>
                </a:lnTo>
                <a:lnTo>
                  <a:pt x="11598" y="7056"/>
                </a:lnTo>
                <a:lnTo>
                  <a:pt x="11607" y="7155"/>
                </a:lnTo>
                <a:lnTo>
                  <a:pt x="11615" y="7255"/>
                </a:lnTo>
                <a:lnTo>
                  <a:pt x="11623" y="7356"/>
                </a:lnTo>
                <a:lnTo>
                  <a:pt x="11629" y="7456"/>
                </a:lnTo>
                <a:lnTo>
                  <a:pt x="11634" y="7557"/>
                </a:lnTo>
                <a:lnTo>
                  <a:pt x="11638" y="7658"/>
                </a:lnTo>
                <a:lnTo>
                  <a:pt x="11641" y="7759"/>
                </a:lnTo>
                <a:lnTo>
                  <a:pt x="8474" y="7759"/>
                </a:lnTo>
                <a:close/>
                <a:moveTo>
                  <a:pt x="10879" y="11791"/>
                </a:moveTo>
                <a:lnTo>
                  <a:pt x="10807" y="11768"/>
                </a:lnTo>
                <a:lnTo>
                  <a:pt x="10735" y="11747"/>
                </a:lnTo>
                <a:lnTo>
                  <a:pt x="10663" y="11726"/>
                </a:lnTo>
                <a:lnTo>
                  <a:pt x="10590" y="11706"/>
                </a:lnTo>
                <a:lnTo>
                  <a:pt x="10518" y="11686"/>
                </a:lnTo>
                <a:lnTo>
                  <a:pt x="10446" y="11667"/>
                </a:lnTo>
                <a:lnTo>
                  <a:pt x="10373" y="11649"/>
                </a:lnTo>
                <a:lnTo>
                  <a:pt x="10299" y="11631"/>
                </a:lnTo>
                <a:lnTo>
                  <a:pt x="10226" y="11614"/>
                </a:lnTo>
                <a:lnTo>
                  <a:pt x="10152" y="11598"/>
                </a:lnTo>
                <a:lnTo>
                  <a:pt x="10078" y="11582"/>
                </a:lnTo>
                <a:lnTo>
                  <a:pt x="10003" y="11566"/>
                </a:lnTo>
                <a:lnTo>
                  <a:pt x="9929" y="11552"/>
                </a:lnTo>
                <a:lnTo>
                  <a:pt x="9854" y="11538"/>
                </a:lnTo>
                <a:lnTo>
                  <a:pt x="9780" y="11525"/>
                </a:lnTo>
                <a:lnTo>
                  <a:pt x="9704" y="11512"/>
                </a:lnTo>
                <a:lnTo>
                  <a:pt x="9629" y="11500"/>
                </a:lnTo>
                <a:lnTo>
                  <a:pt x="9553" y="11488"/>
                </a:lnTo>
                <a:lnTo>
                  <a:pt x="9477" y="11477"/>
                </a:lnTo>
                <a:lnTo>
                  <a:pt x="9401" y="11467"/>
                </a:lnTo>
                <a:lnTo>
                  <a:pt x="9325" y="11458"/>
                </a:lnTo>
                <a:lnTo>
                  <a:pt x="9249" y="11449"/>
                </a:lnTo>
                <a:lnTo>
                  <a:pt x="9172" y="11440"/>
                </a:lnTo>
                <a:lnTo>
                  <a:pt x="9095" y="11433"/>
                </a:lnTo>
                <a:lnTo>
                  <a:pt x="9018" y="11425"/>
                </a:lnTo>
                <a:lnTo>
                  <a:pt x="8941" y="11419"/>
                </a:lnTo>
                <a:lnTo>
                  <a:pt x="8864" y="11413"/>
                </a:lnTo>
                <a:lnTo>
                  <a:pt x="8786" y="11408"/>
                </a:lnTo>
                <a:lnTo>
                  <a:pt x="8708" y="11404"/>
                </a:lnTo>
                <a:lnTo>
                  <a:pt x="8630" y="11400"/>
                </a:lnTo>
                <a:lnTo>
                  <a:pt x="8552" y="11396"/>
                </a:lnTo>
                <a:lnTo>
                  <a:pt x="8474" y="11394"/>
                </a:lnTo>
                <a:lnTo>
                  <a:pt x="8474" y="8277"/>
                </a:lnTo>
                <a:lnTo>
                  <a:pt x="11641" y="8277"/>
                </a:lnTo>
                <a:lnTo>
                  <a:pt x="11637" y="8394"/>
                </a:lnTo>
                <a:lnTo>
                  <a:pt x="11632" y="8512"/>
                </a:lnTo>
                <a:lnTo>
                  <a:pt x="11626" y="8628"/>
                </a:lnTo>
                <a:lnTo>
                  <a:pt x="11617" y="8746"/>
                </a:lnTo>
                <a:lnTo>
                  <a:pt x="11608" y="8862"/>
                </a:lnTo>
                <a:lnTo>
                  <a:pt x="11598" y="8977"/>
                </a:lnTo>
                <a:lnTo>
                  <a:pt x="11586" y="9092"/>
                </a:lnTo>
                <a:lnTo>
                  <a:pt x="11572" y="9207"/>
                </a:lnTo>
                <a:lnTo>
                  <a:pt x="11558" y="9321"/>
                </a:lnTo>
                <a:lnTo>
                  <a:pt x="11542" y="9435"/>
                </a:lnTo>
                <a:lnTo>
                  <a:pt x="11525" y="9548"/>
                </a:lnTo>
                <a:lnTo>
                  <a:pt x="11506" y="9661"/>
                </a:lnTo>
                <a:lnTo>
                  <a:pt x="11486" y="9773"/>
                </a:lnTo>
                <a:lnTo>
                  <a:pt x="11466" y="9884"/>
                </a:lnTo>
                <a:lnTo>
                  <a:pt x="11443" y="9995"/>
                </a:lnTo>
                <a:lnTo>
                  <a:pt x="11419" y="10106"/>
                </a:lnTo>
                <a:lnTo>
                  <a:pt x="11395" y="10216"/>
                </a:lnTo>
                <a:lnTo>
                  <a:pt x="11368" y="10325"/>
                </a:lnTo>
                <a:lnTo>
                  <a:pt x="11341" y="10434"/>
                </a:lnTo>
                <a:lnTo>
                  <a:pt x="11313" y="10543"/>
                </a:lnTo>
                <a:lnTo>
                  <a:pt x="11283" y="10650"/>
                </a:lnTo>
                <a:lnTo>
                  <a:pt x="11252" y="10757"/>
                </a:lnTo>
                <a:lnTo>
                  <a:pt x="11220" y="10863"/>
                </a:lnTo>
                <a:lnTo>
                  <a:pt x="11186" y="10969"/>
                </a:lnTo>
                <a:lnTo>
                  <a:pt x="11152" y="11074"/>
                </a:lnTo>
                <a:lnTo>
                  <a:pt x="11117" y="11178"/>
                </a:lnTo>
                <a:lnTo>
                  <a:pt x="11080" y="11282"/>
                </a:lnTo>
                <a:lnTo>
                  <a:pt x="11042" y="11386"/>
                </a:lnTo>
                <a:lnTo>
                  <a:pt x="11003" y="11488"/>
                </a:lnTo>
                <a:lnTo>
                  <a:pt x="10962" y="11590"/>
                </a:lnTo>
                <a:lnTo>
                  <a:pt x="10921" y="11690"/>
                </a:lnTo>
                <a:lnTo>
                  <a:pt x="10879" y="11791"/>
                </a:lnTo>
                <a:close/>
                <a:moveTo>
                  <a:pt x="11162" y="12440"/>
                </a:moveTo>
                <a:lnTo>
                  <a:pt x="11275" y="12484"/>
                </a:lnTo>
                <a:lnTo>
                  <a:pt x="11387" y="12529"/>
                </a:lnTo>
                <a:lnTo>
                  <a:pt x="11497" y="12575"/>
                </a:lnTo>
                <a:lnTo>
                  <a:pt x="11606" y="12624"/>
                </a:lnTo>
                <a:lnTo>
                  <a:pt x="11715" y="12674"/>
                </a:lnTo>
                <a:lnTo>
                  <a:pt x="11824" y="12726"/>
                </a:lnTo>
                <a:lnTo>
                  <a:pt x="11930" y="12779"/>
                </a:lnTo>
                <a:lnTo>
                  <a:pt x="12036" y="12833"/>
                </a:lnTo>
                <a:lnTo>
                  <a:pt x="12142" y="12889"/>
                </a:lnTo>
                <a:lnTo>
                  <a:pt x="12245" y="12946"/>
                </a:lnTo>
                <a:lnTo>
                  <a:pt x="12349" y="13005"/>
                </a:lnTo>
                <a:lnTo>
                  <a:pt x="12451" y="13065"/>
                </a:lnTo>
                <a:lnTo>
                  <a:pt x="12552" y="13127"/>
                </a:lnTo>
                <a:lnTo>
                  <a:pt x="12653" y="13191"/>
                </a:lnTo>
                <a:lnTo>
                  <a:pt x="12751" y="13255"/>
                </a:lnTo>
                <a:lnTo>
                  <a:pt x="12850" y="13320"/>
                </a:lnTo>
                <a:lnTo>
                  <a:pt x="12759" y="13395"/>
                </a:lnTo>
                <a:lnTo>
                  <a:pt x="12666" y="13469"/>
                </a:lnTo>
                <a:lnTo>
                  <a:pt x="12573" y="13540"/>
                </a:lnTo>
                <a:lnTo>
                  <a:pt x="12477" y="13612"/>
                </a:lnTo>
                <a:lnTo>
                  <a:pt x="12381" y="13681"/>
                </a:lnTo>
                <a:lnTo>
                  <a:pt x="12283" y="13748"/>
                </a:lnTo>
                <a:lnTo>
                  <a:pt x="12185" y="13814"/>
                </a:lnTo>
                <a:lnTo>
                  <a:pt x="12084" y="13878"/>
                </a:lnTo>
                <a:lnTo>
                  <a:pt x="11984" y="13940"/>
                </a:lnTo>
                <a:lnTo>
                  <a:pt x="11881" y="14001"/>
                </a:lnTo>
                <a:lnTo>
                  <a:pt x="11779" y="14062"/>
                </a:lnTo>
                <a:lnTo>
                  <a:pt x="11674" y="14119"/>
                </a:lnTo>
                <a:lnTo>
                  <a:pt x="11568" y="14175"/>
                </a:lnTo>
                <a:lnTo>
                  <a:pt x="11461" y="14229"/>
                </a:lnTo>
                <a:lnTo>
                  <a:pt x="11354" y="14282"/>
                </a:lnTo>
                <a:lnTo>
                  <a:pt x="11245" y="14333"/>
                </a:lnTo>
                <a:lnTo>
                  <a:pt x="11136" y="14382"/>
                </a:lnTo>
                <a:lnTo>
                  <a:pt x="11025" y="14429"/>
                </a:lnTo>
                <a:lnTo>
                  <a:pt x="10914" y="14475"/>
                </a:lnTo>
                <a:lnTo>
                  <a:pt x="10802" y="14519"/>
                </a:lnTo>
                <a:lnTo>
                  <a:pt x="10688" y="14561"/>
                </a:lnTo>
                <a:lnTo>
                  <a:pt x="10573" y="14601"/>
                </a:lnTo>
                <a:lnTo>
                  <a:pt x="10458" y="14639"/>
                </a:lnTo>
                <a:lnTo>
                  <a:pt x="10342" y="14676"/>
                </a:lnTo>
                <a:lnTo>
                  <a:pt x="10225" y="14710"/>
                </a:lnTo>
                <a:lnTo>
                  <a:pt x="10107" y="14743"/>
                </a:lnTo>
                <a:lnTo>
                  <a:pt x="9989" y="14774"/>
                </a:lnTo>
                <a:lnTo>
                  <a:pt x="9869" y="14802"/>
                </a:lnTo>
                <a:lnTo>
                  <a:pt x="9749" y="14829"/>
                </a:lnTo>
                <a:lnTo>
                  <a:pt x="9628" y="14854"/>
                </a:lnTo>
                <a:lnTo>
                  <a:pt x="9507" y="14877"/>
                </a:lnTo>
                <a:lnTo>
                  <a:pt x="9383" y="14898"/>
                </a:lnTo>
                <a:lnTo>
                  <a:pt x="9450" y="14833"/>
                </a:lnTo>
                <a:lnTo>
                  <a:pt x="9516" y="14767"/>
                </a:lnTo>
                <a:lnTo>
                  <a:pt x="9582" y="14700"/>
                </a:lnTo>
                <a:lnTo>
                  <a:pt x="9645" y="14633"/>
                </a:lnTo>
                <a:lnTo>
                  <a:pt x="9710" y="14564"/>
                </a:lnTo>
                <a:lnTo>
                  <a:pt x="9772" y="14495"/>
                </a:lnTo>
                <a:lnTo>
                  <a:pt x="9835" y="14424"/>
                </a:lnTo>
                <a:lnTo>
                  <a:pt x="9897" y="14354"/>
                </a:lnTo>
                <a:lnTo>
                  <a:pt x="9958" y="14282"/>
                </a:lnTo>
                <a:lnTo>
                  <a:pt x="10019" y="14210"/>
                </a:lnTo>
                <a:lnTo>
                  <a:pt x="10078" y="14137"/>
                </a:lnTo>
                <a:lnTo>
                  <a:pt x="10138" y="14064"/>
                </a:lnTo>
                <a:lnTo>
                  <a:pt x="10195" y="13988"/>
                </a:lnTo>
                <a:lnTo>
                  <a:pt x="10254" y="13913"/>
                </a:lnTo>
                <a:lnTo>
                  <a:pt x="10310" y="13837"/>
                </a:lnTo>
                <a:lnTo>
                  <a:pt x="10367" y="13761"/>
                </a:lnTo>
                <a:lnTo>
                  <a:pt x="10422" y="13684"/>
                </a:lnTo>
                <a:lnTo>
                  <a:pt x="10476" y="13606"/>
                </a:lnTo>
                <a:lnTo>
                  <a:pt x="10531" y="13526"/>
                </a:lnTo>
                <a:lnTo>
                  <a:pt x="10584" y="13447"/>
                </a:lnTo>
                <a:lnTo>
                  <a:pt x="10636" y="13367"/>
                </a:lnTo>
                <a:lnTo>
                  <a:pt x="10688" y="13286"/>
                </a:lnTo>
                <a:lnTo>
                  <a:pt x="10739" y="13204"/>
                </a:lnTo>
                <a:lnTo>
                  <a:pt x="10789" y="13121"/>
                </a:lnTo>
                <a:lnTo>
                  <a:pt x="10839" y="13039"/>
                </a:lnTo>
                <a:lnTo>
                  <a:pt x="10888" y="12955"/>
                </a:lnTo>
                <a:lnTo>
                  <a:pt x="10935" y="12871"/>
                </a:lnTo>
                <a:lnTo>
                  <a:pt x="10982" y="12786"/>
                </a:lnTo>
                <a:lnTo>
                  <a:pt x="11028" y="12701"/>
                </a:lnTo>
                <a:lnTo>
                  <a:pt x="11074" y="12614"/>
                </a:lnTo>
                <a:lnTo>
                  <a:pt x="11119" y="12528"/>
                </a:lnTo>
                <a:lnTo>
                  <a:pt x="11162" y="12440"/>
                </a:lnTo>
                <a:close/>
                <a:moveTo>
                  <a:pt x="8474" y="14988"/>
                </a:moveTo>
                <a:lnTo>
                  <a:pt x="8474" y="11911"/>
                </a:lnTo>
                <a:lnTo>
                  <a:pt x="8545" y="11913"/>
                </a:lnTo>
                <a:lnTo>
                  <a:pt x="8616" y="11916"/>
                </a:lnTo>
                <a:lnTo>
                  <a:pt x="8687" y="11920"/>
                </a:lnTo>
                <a:lnTo>
                  <a:pt x="8757" y="11924"/>
                </a:lnTo>
                <a:lnTo>
                  <a:pt x="8828" y="11929"/>
                </a:lnTo>
                <a:lnTo>
                  <a:pt x="8899" y="11934"/>
                </a:lnTo>
                <a:lnTo>
                  <a:pt x="8969" y="11940"/>
                </a:lnTo>
                <a:lnTo>
                  <a:pt x="9039" y="11946"/>
                </a:lnTo>
                <a:lnTo>
                  <a:pt x="9108" y="11953"/>
                </a:lnTo>
                <a:lnTo>
                  <a:pt x="9178" y="11960"/>
                </a:lnTo>
                <a:lnTo>
                  <a:pt x="9248" y="11968"/>
                </a:lnTo>
                <a:lnTo>
                  <a:pt x="9317" y="11976"/>
                </a:lnTo>
                <a:lnTo>
                  <a:pt x="9387" y="11986"/>
                </a:lnTo>
                <a:lnTo>
                  <a:pt x="9455" y="11995"/>
                </a:lnTo>
                <a:lnTo>
                  <a:pt x="9524" y="12005"/>
                </a:lnTo>
                <a:lnTo>
                  <a:pt x="9593" y="12016"/>
                </a:lnTo>
                <a:lnTo>
                  <a:pt x="9661" y="12027"/>
                </a:lnTo>
                <a:lnTo>
                  <a:pt x="9729" y="12039"/>
                </a:lnTo>
                <a:lnTo>
                  <a:pt x="9797" y="12051"/>
                </a:lnTo>
                <a:lnTo>
                  <a:pt x="9865" y="12064"/>
                </a:lnTo>
                <a:lnTo>
                  <a:pt x="9932" y="12077"/>
                </a:lnTo>
                <a:lnTo>
                  <a:pt x="10000" y="12091"/>
                </a:lnTo>
                <a:lnTo>
                  <a:pt x="10067" y="12106"/>
                </a:lnTo>
                <a:lnTo>
                  <a:pt x="10134" y="12121"/>
                </a:lnTo>
                <a:lnTo>
                  <a:pt x="10200" y="12136"/>
                </a:lnTo>
                <a:lnTo>
                  <a:pt x="10267" y="12153"/>
                </a:lnTo>
                <a:lnTo>
                  <a:pt x="10334" y="12169"/>
                </a:lnTo>
                <a:lnTo>
                  <a:pt x="10399" y="12187"/>
                </a:lnTo>
                <a:lnTo>
                  <a:pt x="10465" y="12204"/>
                </a:lnTo>
                <a:lnTo>
                  <a:pt x="10531" y="12223"/>
                </a:lnTo>
                <a:lnTo>
                  <a:pt x="10596" y="12242"/>
                </a:lnTo>
                <a:lnTo>
                  <a:pt x="10661" y="12262"/>
                </a:lnTo>
                <a:lnTo>
                  <a:pt x="10610" y="12363"/>
                </a:lnTo>
                <a:lnTo>
                  <a:pt x="10557" y="12462"/>
                </a:lnTo>
                <a:lnTo>
                  <a:pt x="10504" y="12561"/>
                </a:lnTo>
                <a:lnTo>
                  <a:pt x="10450" y="12659"/>
                </a:lnTo>
                <a:lnTo>
                  <a:pt x="10393" y="12757"/>
                </a:lnTo>
                <a:lnTo>
                  <a:pt x="10337" y="12853"/>
                </a:lnTo>
                <a:lnTo>
                  <a:pt x="10279" y="12948"/>
                </a:lnTo>
                <a:lnTo>
                  <a:pt x="10220" y="13042"/>
                </a:lnTo>
                <a:lnTo>
                  <a:pt x="10159" y="13135"/>
                </a:lnTo>
                <a:lnTo>
                  <a:pt x="10099" y="13228"/>
                </a:lnTo>
                <a:lnTo>
                  <a:pt x="10036" y="13319"/>
                </a:lnTo>
                <a:lnTo>
                  <a:pt x="9972" y="13410"/>
                </a:lnTo>
                <a:lnTo>
                  <a:pt x="9909" y="13499"/>
                </a:lnTo>
                <a:lnTo>
                  <a:pt x="9843" y="13588"/>
                </a:lnTo>
                <a:lnTo>
                  <a:pt x="9776" y="13675"/>
                </a:lnTo>
                <a:lnTo>
                  <a:pt x="9710" y="13761"/>
                </a:lnTo>
                <a:lnTo>
                  <a:pt x="9641" y="13846"/>
                </a:lnTo>
                <a:lnTo>
                  <a:pt x="9571" y="13930"/>
                </a:lnTo>
                <a:lnTo>
                  <a:pt x="9501" y="14012"/>
                </a:lnTo>
                <a:lnTo>
                  <a:pt x="9430" y="14095"/>
                </a:lnTo>
                <a:lnTo>
                  <a:pt x="9358" y="14175"/>
                </a:lnTo>
                <a:lnTo>
                  <a:pt x="9284" y="14255"/>
                </a:lnTo>
                <a:lnTo>
                  <a:pt x="9210" y="14333"/>
                </a:lnTo>
                <a:lnTo>
                  <a:pt x="9135" y="14410"/>
                </a:lnTo>
                <a:lnTo>
                  <a:pt x="9059" y="14487"/>
                </a:lnTo>
                <a:lnTo>
                  <a:pt x="8982" y="14562"/>
                </a:lnTo>
                <a:lnTo>
                  <a:pt x="8904" y="14636"/>
                </a:lnTo>
                <a:lnTo>
                  <a:pt x="8825" y="14708"/>
                </a:lnTo>
                <a:lnTo>
                  <a:pt x="8746" y="14779"/>
                </a:lnTo>
                <a:lnTo>
                  <a:pt x="8666" y="14850"/>
                </a:lnTo>
                <a:lnTo>
                  <a:pt x="8584" y="14918"/>
                </a:lnTo>
                <a:lnTo>
                  <a:pt x="8502" y="14987"/>
                </a:lnTo>
                <a:lnTo>
                  <a:pt x="8474" y="14988"/>
                </a:lnTo>
                <a:close/>
                <a:moveTo>
                  <a:pt x="7036" y="14898"/>
                </a:moveTo>
                <a:lnTo>
                  <a:pt x="6913" y="14877"/>
                </a:lnTo>
                <a:lnTo>
                  <a:pt x="6791" y="14854"/>
                </a:lnTo>
                <a:lnTo>
                  <a:pt x="6670" y="14829"/>
                </a:lnTo>
                <a:lnTo>
                  <a:pt x="6550" y="14802"/>
                </a:lnTo>
                <a:lnTo>
                  <a:pt x="6431" y="14774"/>
                </a:lnTo>
                <a:lnTo>
                  <a:pt x="6312" y="14743"/>
                </a:lnTo>
                <a:lnTo>
                  <a:pt x="6194" y="14710"/>
                </a:lnTo>
                <a:lnTo>
                  <a:pt x="6077" y="14676"/>
                </a:lnTo>
                <a:lnTo>
                  <a:pt x="5961" y="14639"/>
                </a:lnTo>
                <a:lnTo>
                  <a:pt x="5846" y="14601"/>
                </a:lnTo>
                <a:lnTo>
                  <a:pt x="5731" y="14561"/>
                </a:lnTo>
                <a:lnTo>
                  <a:pt x="5618" y="14519"/>
                </a:lnTo>
                <a:lnTo>
                  <a:pt x="5505" y="14475"/>
                </a:lnTo>
                <a:lnTo>
                  <a:pt x="5395" y="14429"/>
                </a:lnTo>
                <a:lnTo>
                  <a:pt x="5284" y="14382"/>
                </a:lnTo>
                <a:lnTo>
                  <a:pt x="5174" y="14333"/>
                </a:lnTo>
                <a:lnTo>
                  <a:pt x="5065" y="14282"/>
                </a:lnTo>
                <a:lnTo>
                  <a:pt x="4958" y="14229"/>
                </a:lnTo>
                <a:lnTo>
                  <a:pt x="4851" y="14175"/>
                </a:lnTo>
                <a:lnTo>
                  <a:pt x="4746" y="14119"/>
                </a:lnTo>
                <a:lnTo>
                  <a:pt x="4641" y="14062"/>
                </a:lnTo>
                <a:lnTo>
                  <a:pt x="4538" y="14001"/>
                </a:lnTo>
                <a:lnTo>
                  <a:pt x="4436" y="13940"/>
                </a:lnTo>
                <a:lnTo>
                  <a:pt x="4335" y="13878"/>
                </a:lnTo>
                <a:lnTo>
                  <a:pt x="4235" y="13814"/>
                </a:lnTo>
                <a:lnTo>
                  <a:pt x="4137" y="13748"/>
                </a:lnTo>
                <a:lnTo>
                  <a:pt x="4038" y="13681"/>
                </a:lnTo>
                <a:lnTo>
                  <a:pt x="3943" y="13612"/>
                </a:lnTo>
                <a:lnTo>
                  <a:pt x="3847" y="13540"/>
                </a:lnTo>
                <a:lnTo>
                  <a:pt x="3753" y="13469"/>
                </a:lnTo>
                <a:lnTo>
                  <a:pt x="3660" y="13395"/>
                </a:lnTo>
                <a:lnTo>
                  <a:pt x="3569" y="13320"/>
                </a:lnTo>
                <a:lnTo>
                  <a:pt x="3668" y="13255"/>
                </a:lnTo>
                <a:lnTo>
                  <a:pt x="3767" y="13191"/>
                </a:lnTo>
                <a:lnTo>
                  <a:pt x="3867" y="13127"/>
                </a:lnTo>
                <a:lnTo>
                  <a:pt x="3968" y="13065"/>
                </a:lnTo>
                <a:lnTo>
                  <a:pt x="4071" y="13005"/>
                </a:lnTo>
                <a:lnTo>
                  <a:pt x="4174" y="12946"/>
                </a:lnTo>
                <a:lnTo>
                  <a:pt x="4278" y="12889"/>
                </a:lnTo>
                <a:lnTo>
                  <a:pt x="4383" y="12833"/>
                </a:lnTo>
                <a:lnTo>
                  <a:pt x="4489" y="12779"/>
                </a:lnTo>
                <a:lnTo>
                  <a:pt x="4596" y="12726"/>
                </a:lnTo>
                <a:lnTo>
                  <a:pt x="4704" y="12674"/>
                </a:lnTo>
                <a:lnTo>
                  <a:pt x="4813" y="12624"/>
                </a:lnTo>
                <a:lnTo>
                  <a:pt x="4923" y="12575"/>
                </a:lnTo>
                <a:lnTo>
                  <a:pt x="5033" y="12529"/>
                </a:lnTo>
                <a:lnTo>
                  <a:pt x="5144" y="12484"/>
                </a:lnTo>
                <a:lnTo>
                  <a:pt x="5257" y="12440"/>
                </a:lnTo>
                <a:lnTo>
                  <a:pt x="5301" y="12528"/>
                </a:lnTo>
                <a:lnTo>
                  <a:pt x="5345" y="12614"/>
                </a:lnTo>
                <a:lnTo>
                  <a:pt x="5391" y="12701"/>
                </a:lnTo>
                <a:lnTo>
                  <a:pt x="5437" y="12786"/>
                </a:lnTo>
                <a:lnTo>
                  <a:pt x="5484" y="12871"/>
                </a:lnTo>
                <a:lnTo>
                  <a:pt x="5532" y="12955"/>
                </a:lnTo>
                <a:lnTo>
                  <a:pt x="5580" y="13039"/>
                </a:lnTo>
                <a:lnTo>
                  <a:pt x="5630" y="13121"/>
                </a:lnTo>
                <a:lnTo>
                  <a:pt x="5680" y="13204"/>
                </a:lnTo>
                <a:lnTo>
                  <a:pt x="5731" y="13286"/>
                </a:lnTo>
                <a:lnTo>
                  <a:pt x="5783" y="13367"/>
                </a:lnTo>
                <a:lnTo>
                  <a:pt x="5835" y="13447"/>
                </a:lnTo>
                <a:lnTo>
                  <a:pt x="5888" y="13526"/>
                </a:lnTo>
                <a:lnTo>
                  <a:pt x="5943" y="13606"/>
                </a:lnTo>
                <a:lnTo>
                  <a:pt x="5997" y="13684"/>
                </a:lnTo>
                <a:lnTo>
                  <a:pt x="6052" y="13761"/>
                </a:lnTo>
                <a:lnTo>
                  <a:pt x="6109" y="13837"/>
                </a:lnTo>
                <a:lnTo>
                  <a:pt x="6166" y="13913"/>
                </a:lnTo>
                <a:lnTo>
                  <a:pt x="6224" y="13988"/>
                </a:lnTo>
                <a:lnTo>
                  <a:pt x="6282" y="14064"/>
                </a:lnTo>
                <a:lnTo>
                  <a:pt x="6341" y="14137"/>
                </a:lnTo>
                <a:lnTo>
                  <a:pt x="6400" y="14210"/>
                </a:lnTo>
                <a:lnTo>
                  <a:pt x="6461" y="14282"/>
                </a:lnTo>
                <a:lnTo>
                  <a:pt x="6522" y="14354"/>
                </a:lnTo>
                <a:lnTo>
                  <a:pt x="6584" y="14424"/>
                </a:lnTo>
                <a:lnTo>
                  <a:pt x="6647" y="14495"/>
                </a:lnTo>
                <a:lnTo>
                  <a:pt x="6710" y="14564"/>
                </a:lnTo>
                <a:lnTo>
                  <a:pt x="6774" y="14633"/>
                </a:lnTo>
                <a:lnTo>
                  <a:pt x="6839" y="14700"/>
                </a:lnTo>
                <a:lnTo>
                  <a:pt x="6903" y="14767"/>
                </a:lnTo>
                <a:lnTo>
                  <a:pt x="6969" y="14833"/>
                </a:lnTo>
                <a:lnTo>
                  <a:pt x="7036" y="14898"/>
                </a:lnTo>
                <a:close/>
                <a:moveTo>
                  <a:pt x="7945" y="8277"/>
                </a:moveTo>
                <a:lnTo>
                  <a:pt x="7945" y="11394"/>
                </a:lnTo>
                <a:lnTo>
                  <a:pt x="7867" y="11396"/>
                </a:lnTo>
                <a:lnTo>
                  <a:pt x="7789" y="11400"/>
                </a:lnTo>
                <a:lnTo>
                  <a:pt x="7711" y="11404"/>
                </a:lnTo>
                <a:lnTo>
                  <a:pt x="7633" y="11408"/>
                </a:lnTo>
                <a:lnTo>
                  <a:pt x="7555" y="11413"/>
                </a:lnTo>
                <a:lnTo>
                  <a:pt x="7478" y="11419"/>
                </a:lnTo>
                <a:lnTo>
                  <a:pt x="7401" y="11425"/>
                </a:lnTo>
                <a:lnTo>
                  <a:pt x="7324" y="11433"/>
                </a:lnTo>
                <a:lnTo>
                  <a:pt x="7247" y="11440"/>
                </a:lnTo>
                <a:lnTo>
                  <a:pt x="7170" y="11449"/>
                </a:lnTo>
                <a:lnTo>
                  <a:pt x="7094" y="11458"/>
                </a:lnTo>
                <a:lnTo>
                  <a:pt x="7018" y="11467"/>
                </a:lnTo>
                <a:lnTo>
                  <a:pt x="6942" y="11477"/>
                </a:lnTo>
                <a:lnTo>
                  <a:pt x="6866" y="11488"/>
                </a:lnTo>
                <a:lnTo>
                  <a:pt x="6790" y="11500"/>
                </a:lnTo>
                <a:lnTo>
                  <a:pt x="6715" y="11512"/>
                </a:lnTo>
                <a:lnTo>
                  <a:pt x="6640" y="11525"/>
                </a:lnTo>
                <a:lnTo>
                  <a:pt x="6565" y="11538"/>
                </a:lnTo>
                <a:lnTo>
                  <a:pt x="6491" y="11552"/>
                </a:lnTo>
                <a:lnTo>
                  <a:pt x="6416" y="11566"/>
                </a:lnTo>
                <a:lnTo>
                  <a:pt x="6342" y="11582"/>
                </a:lnTo>
                <a:lnTo>
                  <a:pt x="6268" y="11598"/>
                </a:lnTo>
                <a:lnTo>
                  <a:pt x="6194" y="11614"/>
                </a:lnTo>
                <a:lnTo>
                  <a:pt x="6120" y="11631"/>
                </a:lnTo>
                <a:lnTo>
                  <a:pt x="6047" y="11649"/>
                </a:lnTo>
                <a:lnTo>
                  <a:pt x="5973" y="11667"/>
                </a:lnTo>
                <a:lnTo>
                  <a:pt x="5901" y="11686"/>
                </a:lnTo>
                <a:lnTo>
                  <a:pt x="5829" y="11706"/>
                </a:lnTo>
                <a:lnTo>
                  <a:pt x="5756" y="11726"/>
                </a:lnTo>
                <a:lnTo>
                  <a:pt x="5684" y="11747"/>
                </a:lnTo>
                <a:lnTo>
                  <a:pt x="5612" y="11768"/>
                </a:lnTo>
                <a:lnTo>
                  <a:pt x="5540" y="11791"/>
                </a:lnTo>
                <a:lnTo>
                  <a:pt x="5498" y="11690"/>
                </a:lnTo>
                <a:lnTo>
                  <a:pt x="5457" y="11590"/>
                </a:lnTo>
                <a:lnTo>
                  <a:pt x="5417" y="11488"/>
                </a:lnTo>
                <a:lnTo>
                  <a:pt x="5377" y="11386"/>
                </a:lnTo>
                <a:lnTo>
                  <a:pt x="5339" y="11282"/>
                </a:lnTo>
                <a:lnTo>
                  <a:pt x="5303" y="11178"/>
                </a:lnTo>
                <a:lnTo>
                  <a:pt x="5267" y="11074"/>
                </a:lnTo>
                <a:lnTo>
                  <a:pt x="5233" y="10969"/>
                </a:lnTo>
                <a:lnTo>
                  <a:pt x="5200" y="10863"/>
                </a:lnTo>
                <a:lnTo>
                  <a:pt x="5167" y="10757"/>
                </a:lnTo>
                <a:lnTo>
                  <a:pt x="5136" y="10650"/>
                </a:lnTo>
                <a:lnTo>
                  <a:pt x="5106" y="10543"/>
                </a:lnTo>
                <a:lnTo>
                  <a:pt x="5079" y="10434"/>
                </a:lnTo>
                <a:lnTo>
                  <a:pt x="5051" y="10325"/>
                </a:lnTo>
                <a:lnTo>
                  <a:pt x="5025" y="10216"/>
                </a:lnTo>
                <a:lnTo>
                  <a:pt x="5000" y="10106"/>
                </a:lnTo>
                <a:lnTo>
                  <a:pt x="4976" y="9995"/>
                </a:lnTo>
                <a:lnTo>
                  <a:pt x="4954" y="9884"/>
                </a:lnTo>
                <a:lnTo>
                  <a:pt x="4933" y="9773"/>
                </a:lnTo>
                <a:lnTo>
                  <a:pt x="4913" y="9661"/>
                </a:lnTo>
                <a:lnTo>
                  <a:pt x="4895" y="9548"/>
                </a:lnTo>
                <a:lnTo>
                  <a:pt x="4877" y="9435"/>
                </a:lnTo>
                <a:lnTo>
                  <a:pt x="4861" y="9321"/>
                </a:lnTo>
                <a:lnTo>
                  <a:pt x="4847" y="9207"/>
                </a:lnTo>
                <a:lnTo>
                  <a:pt x="4833" y="9092"/>
                </a:lnTo>
                <a:lnTo>
                  <a:pt x="4822" y="8977"/>
                </a:lnTo>
                <a:lnTo>
                  <a:pt x="4811" y="8862"/>
                </a:lnTo>
                <a:lnTo>
                  <a:pt x="4802" y="8746"/>
                </a:lnTo>
                <a:lnTo>
                  <a:pt x="4794" y="8628"/>
                </a:lnTo>
                <a:lnTo>
                  <a:pt x="4787" y="8512"/>
                </a:lnTo>
                <a:lnTo>
                  <a:pt x="4782" y="8394"/>
                </a:lnTo>
                <a:lnTo>
                  <a:pt x="4779" y="8277"/>
                </a:lnTo>
                <a:lnTo>
                  <a:pt x="7945" y="8277"/>
                </a:lnTo>
                <a:close/>
                <a:moveTo>
                  <a:pt x="5353" y="4695"/>
                </a:moveTo>
                <a:lnTo>
                  <a:pt x="5430" y="4721"/>
                </a:lnTo>
                <a:lnTo>
                  <a:pt x="5507" y="4746"/>
                </a:lnTo>
                <a:lnTo>
                  <a:pt x="5583" y="4770"/>
                </a:lnTo>
                <a:lnTo>
                  <a:pt x="5661" y="4793"/>
                </a:lnTo>
                <a:lnTo>
                  <a:pt x="5739" y="4816"/>
                </a:lnTo>
                <a:lnTo>
                  <a:pt x="5817" y="4838"/>
                </a:lnTo>
                <a:lnTo>
                  <a:pt x="5896" y="4860"/>
                </a:lnTo>
                <a:lnTo>
                  <a:pt x="5974" y="4880"/>
                </a:lnTo>
                <a:lnTo>
                  <a:pt x="6053" y="4900"/>
                </a:lnTo>
                <a:lnTo>
                  <a:pt x="6134" y="4920"/>
                </a:lnTo>
                <a:lnTo>
                  <a:pt x="6213" y="4938"/>
                </a:lnTo>
                <a:lnTo>
                  <a:pt x="6293" y="4956"/>
                </a:lnTo>
                <a:lnTo>
                  <a:pt x="6373" y="4973"/>
                </a:lnTo>
                <a:lnTo>
                  <a:pt x="6454" y="4990"/>
                </a:lnTo>
                <a:lnTo>
                  <a:pt x="6535" y="5005"/>
                </a:lnTo>
                <a:lnTo>
                  <a:pt x="6615" y="5020"/>
                </a:lnTo>
                <a:lnTo>
                  <a:pt x="6697" y="5035"/>
                </a:lnTo>
                <a:lnTo>
                  <a:pt x="6778" y="5048"/>
                </a:lnTo>
                <a:lnTo>
                  <a:pt x="6860" y="5061"/>
                </a:lnTo>
                <a:lnTo>
                  <a:pt x="6942" y="5073"/>
                </a:lnTo>
                <a:lnTo>
                  <a:pt x="7024" y="5084"/>
                </a:lnTo>
                <a:lnTo>
                  <a:pt x="7106" y="5095"/>
                </a:lnTo>
                <a:lnTo>
                  <a:pt x="7189" y="5105"/>
                </a:lnTo>
                <a:lnTo>
                  <a:pt x="7273" y="5114"/>
                </a:lnTo>
                <a:lnTo>
                  <a:pt x="7356" y="5122"/>
                </a:lnTo>
                <a:lnTo>
                  <a:pt x="7439" y="5131"/>
                </a:lnTo>
                <a:lnTo>
                  <a:pt x="7523" y="5137"/>
                </a:lnTo>
                <a:lnTo>
                  <a:pt x="7607" y="5143"/>
                </a:lnTo>
                <a:lnTo>
                  <a:pt x="7691" y="5149"/>
                </a:lnTo>
                <a:lnTo>
                  <a:pt x="7775" y="5153"/>
                </a:lnTo>
                <a:lnTo>
                  <a:pt x="7860" y="5157"/>
                </a:lnTo>
                <a:lnTo>
                  <a:pt x="7945" y="5160"/>
                </a:lnTo>
                <a:lnTo>
                  <a:pt x="7945" y="7759"/>
                </a:lnTo>
                <a:lnTo>
                  <a:pt x="4779" y="7759"/>
                </a:lnTo>
                <a:lnTo>
                  <a:pt x="4782" y="7658"/>
                </a:lnTo>
                <a:lnTo>
                  <a:pt x="4786" y="7557"/>
                </a:lnTo>
                <a:lnTo>
                  <a:pt x="4791" y="7456"/>
                </a:lnTo>
                <a:lnTo>
                  <a:pt x="4797" y="7356"/>
                </a:lnTo>
                <a:lnTo>
                  <a:pt x="4805" y="7255"/>
                </a:lnTo>
                <a:lnTo>
                  <a:pt x="4812" y="7155"/>
                </a:lnTo>
                <a:lnTo>
                  <a:pt x="4821" y="7056"/>
                </a:lnTo>
                <a:lnTo>
                  <a:pt x="4831" y="6957"/>
                </a:lnTo>
                <a:lnTo>
                  <a:pt x="4843" y="6857"/>
                </a:lnTo>
                <a:lnTo>
                  <a:pt x="4854" y="6759"/>
                </a:lnTo>
                <a:lnTo>
                  <a:pt x="4867" y="6661"/>
                </a:lnTo>
                <a:lnTo>
                  <a:pt x="4881" y="6563"/>
                </a:lnTo>
                <a:lnTo>
                  <a:pt x="4896" y="6466"/>
                </a:lnTo>
                <a:lnTo>
                  <a:pt x="4911" y="6368"/>
                </a:lnTo>
                <a:lnTo>
                  <a:pt x="4928" y="6272"/>
                </a:lnTo>
                <a:lnTo>
                  <a:pt x="4945" y="6176"/>
                </a:lnTo>
                <a:lnTo>
                  <a:pt x="4964" y="6080"/>
                </a:lnTo>
                <a:lnTo>
                  <a:pt x="4983" y="5984"/>
                </a:lnTo>
                <a:lnTo>
                  <a:pt x="5004" y="5889"/>
                </a:lnTo>
                <a:lnTo>
                  <a:pt x="5025" y="5795"/>
                </a:lnTo>
                <a:lnTo>
                  <a:pt x="5048" y="5701"/>
                </a:lnTo>
                <a:lnTo>
                  <a:pt x="5070" y="5607"/>
                </a:lnTo>
                <a:lnTo>
                  <a:pt x="5095" y="5513"/>
                </a:lnTo>
                <a:lnTo>
                  <a:pt x="5120" y="5420"/>
                </a:lnTo>
                <a:lnTo>
                  <a:pt x="5145" y="5328"/>
                </a:lnTo>
                <a:lnTo>
                  <a:pt x="5172" y="5236"/>
                </a:lnTo>
                <a:lnTo>
                  <a:pt x="5201" y="5145"/>
                </a:lnTo>
                <a:lnTo>
                  <a:pt x="5228" y="5053"/>
                </a:lnTo>
                <a:lnTo>
                  <a:pt x="5258" y="4963"/>
                </a:lnTo>
                <a:lnTo>
                  <a:pt x="5289" y="4873"/>
                </a:lnTo>
                <a:lnTo>
                  <a:pt x="5321" y="4784"/>
                </a:lnTo>
                <a:lnTo>
                  <a:pt x="5353" y="4695"/>
                </a:lnTo>
                <a:close/>
                <a:moveTo>
                  <a:pt x="5056" y="4040"/>
                </a:moveTo>
                <a:lnTo>
                  <a:pt x="4994" y="4015"/>
                </a:lnTo>
                <a:lnTo>
                  <a:pt x="4934" y="3989"/>
                </a:lnTo>
                <a:lnTo>
                  <a:pt x="4873" y="3963"/>
                </a:lnTo>
                <a:lnTo>
                  <a:pt x="4813" y="3936"/>
                </a:lnTo>
                <a:lnTo>
                  <a:pt x="4753" y="3909"/>
                </a:lnTo>
                <a:lnTo>
                  <a:pt x="4693" y="3882"/>
                </a:lnTo>
                <a:lnTo>
                  <a:pt x="4633" y="3854"/>
                </a:lnTo>
                <a:lnTo>
                  <a:pt x="4575" y="3825"/>
                </a:lnTo>
                <a:lnTo>
                  <a:pt x="4515" y="3796"/>
                </a:lnTo>
                <a:lnTo>
                  <a:pt x="4457" y="3766"/>
                </a:lnTo>
                <a:lnTo>
                  <a:pt x="4398" y="3736"/>
                </a:lnTo>
                <a:lnTo>
                  <a:pt x="4341" y="3705"/>
                </a:lnTo>
                <a:lnTo>
                  <a:pt x="4282" y="3674"/>
                </a:lnTo>
                <a:lnTo>
                  <a:pt x="4225" y="3643"/>
                </a:lnTo>
                <a:lnTo>
                  <a:pt x="4168" y="3611"/>
                </a:lnTo>
                <a:lnTo>
                  <a:pt x="4111" y="3579"/>
                </a:lnTo>
                <a:lnTo>
                  <a:pt x="3998" y="3513"/>
                </a:lnTo>
                <a:lnTo>
                  <a:pt x="3886" y="3446"/>
                </a:lnTo>
                <a:lnTo>
                  <a:pt x="3776" y="3377"/>
                </a:lnTo>
                <a:lnTo>
                  <a:pt x="3667" y="3305"/>
                </a:lnTo>
                <a:lnTo>
                  <a:pt x="3559" y="3233"/>
                </a:lnTo>
                <a:lnTo>
                  <a:pt x="3451" y="3159"/>
                </a:lnTo>
                <a:lnTo>
                  <a:pt x="3345" y="3084"/>
                </a:lnTo>
                <a:lnTo>
                  <a:pt x="3241" y="3007"/>
                </a:lnTo>
                <a:lnTo>
                  <a:pt x="3337" y="2917"/>
                </a:lnTo>
                <a:lnTo>
                  <a:pt x="3436" y="2829"/>
                </a:lnTo>
                <a:lnTo>
                  <a:pt x="3535" y="2743"/>
                </a:lnTo>
                <a:lnTo>
                  <a:pt x="3637" y="2659"/>
                </a:lnTo>
                <a:lnTo>
                  <a:pt x="3740" y="2576"/>
                </a:lnTo>
                <a:lnTo>
                  <a:pt x="3845" y="2496"/>
                </a:lnTo>
                <a:lnTo>
                  <a:pt x="3951" y="2417"/>
                </a:lnTo>
                <a:lnTo>
                  <a:pt x="4059" y="2340"/>
                </a:lnTo>
                <a:lnTo>
                  <a:pt x="4168" y="2266"/>
                </a:lnTo>
                <a:lnTo>
                  <a:pt x="4279" y="2193"/>
                </a:lnTo>
                <a:lnTo>
                  <a:pt x="4391" y="2122"/>
                </a:lnTo>
                <a:lnTo>
                  <a:pt x="4505" y="2054"/>
                </a:lnTo>
                <a:lnTo>
                  <a:pt x="4620" y="1986"/>
                </a:lnTo>
                <a:lnTo>
                  <a:pt x="4736" y="1921"/>
                </a:lnTo>
                <a:lnTo>
                  <a:pt x="4854" y="1859"/>
                </a:lnTo>
                <a:lnTo>
                  <a:pt x="4973" y="1799"/>
                </a:lnTo>
                <a:lnTo>
                  <a:pt x="5093" y="1740"/>
                </a:lnTo>
                <a:lnTo>
                  <a:pt x="5215" y="1684"/>
                </a:lnTo>
                <a:lnTo>
                  <a:pt x="5338" y="1630"/>
                </a:lnTo>
                <a:lnTo>
                  <a:pt x="5461" y="1579"/>
                </a:lnTo>
                <a:lnTo>
                  <a:pt x="5587" y="1528"/>
                </a:lnTo>
                <a:lnTo>
                  <a:pt x="5714" y="1481"/>
                </a:lnTo>
                <a:lnTo>
                  <a:pt x="5841" y="1436"/>
                </a:lnTo>
                <a:lnTo>
                  <a:pt x="5969" y="1393"/>
                </a:lnTo>
                <a:lnTo>
                  <a:pt x="6100" y="1353"/>
                </a:lnTo>
                <a:lnTo>
                  <a:pt x="6230" y="1315"/>
                </a:lnTo>
                <a:lnTo>
                  <a:pt x="6362" y="1279"/>
                </a:lnTo>
                <a:lnTo>
                  <a:pt x="6495" y="1246"/>
                </a:lnTo>
                <a:lnTo>
                  <a:pt x="6628" y="1215"/>
                </a:lnTo>
                <a:lnTo>
                  <a:pt x="6764" y="1187"/>
                </a:lnTo>
                <a:lnTo>
                  <a:pt x="6899" y="1161"/>
                </a:lnTo>
                <a:lnTo>
                  <a:pt x="7036" y="1137"/>
                </a:lnTo>
                <a:lnTo>
                  <a:pt x="6960" y="1213"/>
                </a:lnTo>
                <a:lnTo>
                  <a:pt x="6884" y="1289"/>
                </a:lnTo>
                <a:lnTo>
                  <a:pt x="6809" y="1367"/>
                </a:lnTo>
                <a:lnTo>
                  <a:pt x="6735" y="1446"/>
                </a:lnTo>
                <a:lnTo>
                  <a:pt x="6662" y="1525"/>
                </a:lnTo>
                <a:lnTo>
                  <a:pt x="6589" y="1607"/>
                </a:lnTo>
                <a:lnTo>
                  <a:pt x="6518" y="1689"/>
                </a:lnTo>
                <a:lnTo>
                  <a:pt x="6448" y="1771"/>
                </a:lnTo>
                <a:lnTo>
                  <a:pt x="6379" y="1855"/>
                </a:lnTo>
                <a:lnTo>
                  <a:pt x="6310" y="1940"/>
                </a:lnTo>
                <a:lnTo>
                  <a:pt x="6242" y="2027"/>
                </a:lnTo>
                <a:lnTo>
                  <a:pt x="6176" y="2113"/>
                </a:lnTo>
                <a:lnTo>
                  <a:pt x="6110" y="2201"/>
                </a:lnTo>
                <a:lnTo>
                  <a:pt x="6045" y="2290"/>
                </a:lnTo>
                <a:lnTo>
                  <a:pt x="5982" y="2379"/>
                </a:lnTo>
                <a:lnTo>
                  <a:pt x="5919" y="2471"/>
                </a:lnTo>
                <a:lnTo>
                  <a:pt x="5857" y="2562"/>
                </a:lnTo>
                <a:lnTo>
                  <a:pt x="5797" y="2654"/>
                </a:lnTo>
                <a:lnTo>
                  <a:pt x="5736" y="2748"/>
                </a:lnTo>
                <a:lnTo>
                  <a:pt x="5678" y="2842"/>
                </a:lnTo>
                <a:lnTo>
                  <a:pt x="5620" y="2938"/>
                </a:lnTo>
                <a:lnTo>
                  <a:pt x="5564" y="3034"/>
                </a:lnTo>
                <a:lnTo>
                  <a:pt x="5508" y="3130"/>
                </a:lnTo>
                <a:lnTo>
                  <a:pt x="5453" y="3228"/>
                </a:lnTo>
                <a:lnTo>
                  <a:pt x="5400" y="3326"/>
                </a:lnTo>
                <a:lnTo>
                  <a:pt x="5347" y="3427"/>
                </a:lnTo>
                <a:lnTo>
                  <a:pt x="5296" y="3527"/>
                </a:lnTo>
                <a:lnTo>
                  <a:pt x="5246" y="3628"/>
                </a:lnTo>
                <a:lnTo>
                  <a:pt x="5197" y="3729"/>
                </a:lnTo>
                <a:lnTo>
                  <a:pt x="5148" y="3833"/>
                </a:lnTo>
                <a:lnTo>
                  <a:pt x="5102" y="3936"/>
                </a:lnTo>
                <a:lnTo>
                  <a:pt x="5056" y="4040"/>
                </a:lnTo>
                <a:close/>
                <a:moveTo>
                  <a:pt x="7945" y="1047"/>
                </a:moveTo>
                <a:lnTo>
                  <a:pt x="7945" y="4642"/>
                </a:lnTo>
                <a:lnTo>
                  <a:pt x="7867" y="4639"/>
                </a:lnTo>
                <a:lnTo>
                  <a:pt x="7789" y="4635"/>
                </a:lnTo>
                <a:lnTo>
                  <a:pt x="7711" y="4631"/>
                </a:lnTo>
                <a:lnTo>
                  <a:pt x="7633" y="4626"/>
                </a:lnTo>
                <a:lnTo>
                  <a:pt x="7556" y="4621"/>
                </a:lnTo>
                <a:lnTo>
                  <a:pt x="7478" y="4614"/>
                </a:lnTo>
                <a:lnTo>
                  <a:pt x="7401" y="4607"/>
                </a:lnTo>
                <a:lnTo>
                  <a:pt x="7325" y="4600"/>
                </a:lnTo>
                <a:lnTo>
                  <a:pt x="7248" y="4591"/>
                </a:lnTo>
                <a:lnTo>
                  <a:pt x="7172" y="4582"/>
                </a:lnTo>
                <a:lnTo>
                  <a:pt x="7095" y="4573"/>
                </a:lnTo>
                <a:lnTo>
                  <a:pt x="7020" y="4562"/>
                </a:lnTo>
                <a:lnTo>
                  <a:pt x="6944" y="4551"/>
                </a:lnTo>
                <a:lnTo>
                  <a:pt x="6868" y="4540"/>
                </a:lnTo>
                <a:lnTo>
                  <a:pt x="6793" y="4527"/>
                </a:lnTo>
                <a:lnTo>
                  <a:pt x="6718" y="4514"/>
                </a:lnTo>
                <a:lnTo>
                  <a:pt x="6644" y="4501"/>
                </a:lnTo>
                <a:lnTo>
                  <a:pt x="6569" y="4486"/>
                </a:lnTo>
                <a:lnTo>
                  <a:pt x="6495" y="4471"/>
                </a:lnTo>
                <a:lnTo>
                  <a:pt x="6421" y="4456"/>
                </a:lnTo>
                <a:lnTo>
                  <a:pt x="6347" y="4439"/>
                </a:lnTo>
                <a:lnTo>
                  <a:pt x="6273" y="4423"/>
                </a:lnTo>
                <a:lnTo>
                  <a:pt x="6200" y="4405"/>
                </a:lnTo>
                <a:lnTo>
                  <a:pt x="6127" y="4387"/>
                </a:lnTo>
                <a:lnTo>
                  <a:pt x="6055" y="4368"/>
                </a:lnTo>
                <a:lnTo>
                  <a:pt x="5982" y="4348"/>
                </a:lnTo>
                <a:lnTo>
                  <a:pt x="5910" y="4328"/>
                </a:lnTo>
                <a:lnTo>
                  <a:pt x="5838" y="4308"/>
                </a:lnTo>
                <a:lnTo>
                  <a:pt x="5766" y="4286"/>
                </a:lnTo>
                <a:lnTo>
                  <a:pt x="5694" y="4264"/>
                </a:lnTo>
                <a:lnTo>
                  <a:pt x="5624" y="4242"/>
                </a:lnTo>
                <a:lnTo>
                  <a:pt x="5553" y="4217"/>
                </a:lnTo>
                <a:lnTo>
                  <a:pt x="5605" y="4099"/>
                </a:lnTo>
                <a:lnTo>
                  <a:pt x="5658" y="3982"/>
                </a:lnTo>
                <a:lnTo>
                  <a:pt x="5714" y="3866"/>
                </a:lnTo>
                <a:lnTo>
                  <a:pt x="5771" y="3750"/>
                </a:lnTo>
                <a:lnTo>
                  <a:pt x="5830" y="3637"/>
                </a:lnTo>
                <a:lnTo>
                  <a:pt x="5889" y="3524"/>
                </a:lnTo>
                <a:lnTo>
                  <a:pt x="5951" y="3412"/>
                </a:lnTo>
                <a:lnTo>
                  <a:pt x="6014" y="3301"/>
                </a:lnTo>
                <a:lnTo>
                  <a:pt x="6078" y="3192"/>
                </a:lnTo>
                <a:lnTo>
                  <a:pt x="6144" y="3084"/>
                </a:lnTo>
                <a:lnTo>
                  <a:pt x="6212" y="2978"/>
                </a:lnTo>
                <a:lnTo>
                  <a:pt x="6279" y="2871"/>
                </a:lnTo>
                <a:lnTo>
                  <a:pt x="6349" y="2767"/>
                </a:lnTo>
                <a:lnTo>
                  <a:pt x="6421" y="2664"/>
                </a:lnTo>
                <a:lnTo>
                  <a:pt x="6494" y="2563"/>
                </a:lnTo>
                <a:lnTo>
                  <a:pt x="6568" y="2463"/>
                </a:lnTo>
                <a:lnTo>
                  <a:pt x="6643" y="2363"/>
                </a:lnTo>
                <a:lnTo>
                  <a:pt x="6718" y="2265"/>
                </a:lnTo>
                <a:lnTo>
                  <a:pt x="6796" y="2169"/>
                </a:lnTo>
                <a:lnTo>
                  <a:pt x="6875" y="2074"/>
                </a:lnTo>
                <a:lnTo>
                  <a:pt x="6955" y="1980"/>
                </a:lnTo>
                <a:lnTo>
                  <a:pt x="7038" y="1888"/>
                </a:lnTo>
                <a:lnTo>
                  <a:pt x="7121" y="1798"/>
                </a:lnTo>
                <a:lnTo>
                  <a:pt x="7204" y="1709"/>
                </a:lnTo>
                <a:lnTo>
                  <a:pt x="7289" y="1621"/>
                </a:lnTo>
                <a:lnTo>
                  <a:pt x="7375" y="1534"/>
                </a:lnTo>
                <a:lnTo>
                  <a:pt x="7463" y="1449"/>
                </a:lnTo>
                <a:lnTo>
                  <a:pt x="7552" y="1366"/>
                </a:lnTo>
                <a:lnTo>
                  <a:pt x="7642" y="1285"/>
                </a:lnTo>
                <a:lnTo>
                  <a:pt x="7732" y="1205"/>
                </a:lnTo>
                <a:lnTo>
                  <a:pt x="7825" y="1126"/>
                </a:lnTo>
                <a:lnTo>
                  <a:pt x="7918" y="1049"/>
                </a:lnTo>
                <a:lnTo>
                  <a:pt x="7931" y="1048"/>
                </a:lnTo>
                <a:lnTo>
                  <a:pt x="7945" y="1047"/>
                </a:lnTo>
                <a:close/>
                <a:moveTo>
                  <a:pt x="9383" y="1137"/>
                </a:moveTo>
                <a:lnTo>
                  <a:pt x="9520" y="1161"/>
                </a:lnTo>
                <a:lnTo>
                  <a:pt x="9656" y="1187"/>
                </a:lnTo>
                <a:lnTo>
                  <a:pt x="9791" y="1215"/>
                </a:lnTo>
                <a:lnTo>
                  <a:pt x="9924" y="1246"/>
                </a:lnTo>
                <a:lnTo>
                  <a:pt x="10058" y="1279"/>
                </a:lnTo>
                <a:lnTo>
                  <a:pt x="10189" y="1315"/>
                </a:lnTo>
                <a:lnTo>
                  <a:pt x="10320" y="1353"/>
                </a:lnTo>
                <a:lnTo>
                  <a:pt x="10450" y="1393"/>
                </a:lnTo>
                <a:lnTo>
                  <a:pt x="10578" y="1436"/>
                </a:lnTo>
                <a:lnTo>
                  <a:pt x="10706" y="1481"/>
                </a:lnTo>
                <a:lnTo>
                  <a:pt x="10832" y="1528"/>
                </a:lnTo>
                <a:lnTo>
                  <a:pt x="10958" y="1579"/>
                </a:lnTo>
                <a:lnTo>
                  <a:pt x="11082" y="1630"/>
                </a:lnTo>
                <a:lnTo>
                  <a:pt x="11205" y="1684"/>
                </a:lnTo>
                <a:lnTo>
                  <a:pt x="11326" y="1740"/>
                </a:lnTo>
                <a:lnTo>
                  <a:pt x="11446" y="1799"/>
                </a:lnTo>
                <a:lnTo>
                  <a:pt x="11565" y="1859"/>
                </a:lnTo>
                <a:lnTo>
                  <a:pt x="11683" y="1921"/>
                </a:lnTo>
                <a:lnTo>
                  <a:pt x="11799" y="1986"/>
                </a:lnTo>
                <a:lnTo>
                  <a:pt x="11914" y="2054"/>
                </a:lnTo>
                <a:lnTo>
                  <a:pt x="12028" y="2122"/>
                </a:lnTo>
                <a:lnTo>
                  <a:pt x="12140" y="2193"/>
                </a:lnTo>
                <a:lnTo>
                  <a:pt x="12251" y="2266"/>
                </a:lnTo>
                <a:lnTo>
                  <a:pt x="12360" y="2340"/>
                </a:lnTo>
                <a:lnTo>
                  <a:pt x="12468" y="2417"/>
                </a:lnTo>
                <a:lnTo>
                  <a:pt x="12574" y="2496"/>
                </a:lnTo>
                <a:lnTo>
                  <a:pt x="12679" y="2576"/>
                </a:lnTo>
                <a:lnTo>
                  <a:pt x="12782" y="2659"/>
                </a:lnTo>
                <a:lnTo>
                  <a:pt x="12884" y="2743"/>
                </a:lnTo>
                <a:lnTo>
                  <a:pt x="12983" y="2829"/>
                </a:lnTo>
                <a:lnTo>
                  <a:pt x="13082" y="2917"/>
                </a:lnTo>
                <a:lnTo>
                  <a:pt x="13178" y="3007"/>
                </a:lnTo>
                <a:lnTo>
                  <a:pt x="13074" y="3084"/>
                </a:lnTo>
                <a:lnTo>
                  <a:pt x="12968" y="3159"/>
                </a:lnTo>
                <a:lnTo>
                  <a:pt x="12861" y="3233"/>
                </a:lnTo>
                <a:lnTo>
                  <a:pt x="12752" y="3305"/>
                </a:lnTo>
                <a:lnTo>
                  <a:pt x="12644" y="3377"/>
                </a:lnTo>
                <a:lnTo>
                  <a:pt x="12533" y="3446"/>
                </a:lnTo>
                <a:lnTo>
                  <a:pt x="12421" y="3513"/>
                </a:lnTo>
                <a:lnTo>
                  <a:pt x="12308" y="3579"/>
                </a:lnTo>
                <a:lnTo>
                  <a:pt x="12252" y="3611"/>
                </a:lnTo>
                <a:lnTo>
                  <a:pt x="12194" y="3643"/>
                </a:lnTo>
                <a:lnTo>
                  <a:pt x="12137" y="3674"/>
                </a:lnTo>
                <a:lnTo>
                  <a:pt x="12078" y="3705"/>
                </a:lnTo>
                <a:lnTo>
                  <a:pt x="12021" y="3736"/>
                </a:lnTo>
                <a:lnTo>
                  <a:pt x="11962" y="3766"/>
                </a:lnTo>
                <a:lnTo>
                  <a:pt x="11904" y="3796"/>
                </a:lnTo>
                <a:lnTo>
                  <a:pt x="11844" y="3825"/>
                </a:lnTo>
                <a:lnTo>
                  <a:pt x="11786" y="3854"/>
                </a:lnTo>
                <a:lnTo>
                  <a:pt x="11726" y="3882"/>
                </a:lnTo>
                <a:lnTo>
                  <a:pt x="11667" y="3909"/>
                </a:lnTo>
                <a:lnTo>
                  <a:pt x="11606" y="3936"/>
                </a:lnTo>
                <a:lnTo>
                  <a:pt x="11546" y="3963"/>
                </a:lnTo>
                <a:lnTo>
                  <a:pt x="11485" y="3989"/>
                </a:lnTo>
                <a:lnTo>
                  <a:pt x="11425" y="4015"/>
                </a:lnTo>
                <a:lnTo>
                  <a:pt x="11363" y="4040"/>
                </a:lnTo>
                <a:lnTo>
                  <a:pt x="11317" y="3936"/>
                </a:lnTo>
                <a:lnTo>
                  <a:pt x="11271" y="3833"/>
                </a:lnTo>
                <a:lnTo>
                  <a:pt x="11222" y="3729"/>
                </a:lnTo>
                <a:lnTo>
                  <a:pt x="11173" y="3628"/>
                </a:lnTo>
                <a:lnTo>
                  <a:pt x="11123" y="3527"/>
                </a:lnTo>
                <a:lnTo>
                  <a:pt x="11072" y="3427"/>
                </a:lnTo>
                <a:lnTo>
                  <a:pt x="11019" y="3326"/>
                </a:lnTo>
                <a:lnTo>
                  <a:pt x="10966" y="3228"/>
                </a:lnTo>
                <a:lnTo>
                  <a:pt x="10911" y="3130"/>
                </a:lnTo>
                <a:lnTo>
                  <a:pt x="10855" y="3034"/>
                </a:lnTo>
                <a:lnTo>
                  <a:pt x="10799" y="2938"/>
                </a:lnTo>
                <a:lnTo>
                  <a:pt x="10741" y="2842"/>
                </a:lnTo>
                <a:lnTo>
                  <a:pt x="10683" y="2748"/>
                </a:lnTo>
                <a:lnTo>
                  <a:pt x="10623" y="2654"/>
                </a:lnTo>
                <a:lnTo>
                  <a:pt x="10562" y="2562"/>
                </a:lnTo>
                <a:lnTo>
                  <a:pt x="10500" y="2471"/>
                </a:lnTo>
                <a:lnTo>
                  <a:pt x="10437" y="2379"/>
                </a:lnTo>
                <a:lnTo>
                  <a:pt x="10374" y="2290"/>
                </a:lnTo>
                <a:lnTo>
                  <a:pt x="10309" y="2201"/>
                </a:lnTo>
                <a:lnTo>
                  <a:pt x="10243" y="2113"/>
                </a:lnTo>
                <a:lnTo>
                  <a:pt x="10177" y="2027"/>
                </a:lnTo>
                <a:lnTo>
                  <a:pt x="10109" y="1940"/>
                </a:lnTo>
                <a:lnTo>
                  <a:pt x="10041" y="1855"/>
                </a:lnTo>
                <a:lnTo>
                  <a:pt x="9971" y="1771"/>
                </a:lnTo>
                <a:lnTo>
                  <a:pt x="9901" y="1689"/>
                </a:lnTo>
                <a:lnTo>
                  <a:pt x="9830" y="1607"/>
                </a:lnTo>
                <a:lnTo>
                  <a:pt x="9758" y="1525"/>
                </a:lnTo>
                <a:lnTo>
                  <a:pt x="9685" y="1446"/>
                </a:lnTo>
                <a:lnTo>
                  <a:pt x="9610" y="1367"/>
                </a:lnTo>
                <a:lnTo>
                  <a:pt x="9536" y="1289"/>
                </a:lnTo>
                <a:lnTo>
                  <a:pt x="9460" y="1213"/>
                </a:lnTo>
                <a:lnTo>
                  <a:pt x="9383" y="1137"/>
                </a:lnTo>
                <a:close/>
                <a:moveTo>
                  <a:pt x="8502" y="1049"/>
                </a:moveTo>
                <a:lnTo>
                  <a:pt x="8595" y="1126"/>
                </a:lnTo>
                <a:lnTo>
                  <a:pt x="8687" y="1205"/>
                </a:lnTo>
                <a:lnTo>
                  <a:pt x="8778" y="1285"/>
                </a:lnTo>
                <a:lnTo>
                  <a:pt x="8867" y="1366"/>
                </a:lnTo>
                <a:lnTo>
                  <a:pt x="8957" y="1449"/>
                </a:lnTo>
                <a:lnTo>
                  <a:pt x="9044" y="1534"/>
                </a:lnTo>
                <a:lnTo>
                  <a:pt x="9130" y="1621"/>
                </a:lnTo>
                <a:lnTo>
                  <a:pt x="9215" y="1709"/>
                </a:lnTo>
                <a:lnTo>
                  <a:pt x="9299" y="1798"/>
                </a:lnTo>
                <a:lnTo>
                  <a:pt x="9382" y="1888"/>
                </a:lnTo>
                <a:lnTo>
                  <a:pt x="9464" y="1980"/>
                </a:lnTo>
                <a:lnTo>
                  <a:pt x="9544" y="2074"/>
                </a:lnTo>
                <a:lnTo>
                  <a:pt x="9623" y="2169"/>
                </a:lnTo>
                <a:lnTo>
                  <a:pt x="9701" y="2265"/>
                </a:lnTo>
                <a:lnTo>
                  <a:pt x="9778" y="2363"/>
                </a:lnTo>
                <a:lnTo>
                  <a:pt x="9852" y="2463"/>
                </a:lnTo>
                <a:lnTo>
                  <a:pt x="9926" y="2563"/>
                </a:lnTo>
                <a:lnTo>
                  <a:pt x="9999" y="2664"/>
                </a:lnTo>
                <a:lnTo>
                  <a:pt x="10070" y="2767"/>
                </a:lnTo>
                <a:lnTo>
                  <a:pt x="10140" y="2871"/>
                </a:lnTo>
                <a:lnTo>
                  <a:pt x="10209" y="2978"/>
                </a:lnTo>
                <a:lnTo>
                  <a:pt x="10275" y="3084"/>
                </a:lnTo>
                <a:lnTo>
                  <a:pt x="10341" y="3192"/>
                </a:lnTo>
                <a:lnTo>
                  <a:pt x="10406" y="3301"/>
                </a:lnTo>
                <a:lnTo>
                  <a:pt x="10468" y="3412"/>
                </a:lnTo>
                <a:lnTo>
                  <a:pt x="10530" y="3524"/>
                </a:lnTo>
                <a:lnTo>
                  <a:pt x="10589" y="3637"/>
                </a:lnTo>
                <a:lnTo>
                  <a:pt x="10648" y="3750"/>
                </a:lnTo>
                <a:lnTo>
                  <a:pt x="10705" y="3866"/>
                </a:lnTo>
                <a:lnTo>
                  <a:pt x="10761" y="3982"/>
                </a:lnTo>
                <a:lnTo>
                  <a:pt x="10815" y="4099"/>
                </a:lnTo>
                <a:lnTo>
                  <a:pt x="10867" y="4217"/>
                </a:lnTo>
                <a:lnTo>
                  <a:pt x="10797" y="4242"/>
                </a:lnTo>
                <a:lnTo>
                  <a:pt x="10725" y="4264"/>
                </a:lnTo>
                <a:lnTo>
                  <a:pt x="10654" y="4286"/>
                </a:lnTo>
                <a:lnTo>
                  <a:pt x="10582" y="4308"/>
                </a:lnTo>
                <a:lnTo>
                  <a:pt x="10510" y="4328"/>
                </a:lnTo>
                <a:lnTo>
                  <a:pt x="10437" y="4348"/>
                </a:lnTo>
                <a:lnTo>
                  <a:pt x="10366" y="4368"/>
                </a:lnTo>
                <a:lnTo>
                  <a:pt x="10293" y="4387"/>
                </a:lnTo>
                <a:lnTo>
                  <a:pt x="10219" y="4405"/>
                </a:lnTo>
                <a:lnTo>
                  <a:pt x="10146" y="4423"/>
                </a:lnTo>
                <a:lnTo>
                  <a:pt x="10072" y="4439"/>
                </a:lnTo>
                <a:lnTo>
                  <a:pt x="9998" y="4456"/>
                </a:lnTo>
                <a:lnTo>
                  <a:pt x="9924" y="4471"/>
                </a:lnTo>
                <a:lnTo>
                  <a:pt x="9850" y="4486"/>
                </a:lnTo>
                <a:lnTo>
                  <a:pt x="9775" y="4501"/>
                </a:lnTo>
                <a:lnTo>
                  <a:pt x="9701" y="4514"/>
                </a:lnTo>
                <a:lnTo>
                  <a:pt x="9626" y="4527"/>
                </a:lnTo>
                <a:lnTo>
                  <a:pt x="9551" y="4540"/>
                </a:lnTo>
                <a:lnTo>
                  <a:pt x="9475" y="4551"/>
                </a:lnTo>
                <a:lnTo>
                  <a:pt x="9400" y="4562"/>
                </a:lnTo>
                <a:lnTo>
                  <a:pt x="9324" y="4573"/>
                </a:lnTo>
                <a:lnTo>
                  <a:pt x="9247" y="4582"/>
                </a:lnTo>
                <a:lnTo>
                  <a:pt x="9171" y="4591"/>
                </a:lnTo>
                <a:lnTo>
                  <a:pt x="9094" y="4600"/>
                </a:lnTo>
                <a:lnTo>
                  <a:pt x="9018" y="4607"/>
                </a:lnTo>
                <a:lnTo>
                  <a:pt x="8940" y="4614"/>
                </a:lnTo>
                <a:lnTo>
                  <a:pt x="8863" y="4621"/>
                </a:lnTo>
                <a:lnTo>
                  <a:pt x="8786" y="4626"/>
                </a:lnTo>
                <a:lnTo>
                  <a:pt x="8708" y="4631"/>
                </a:lnTo>
                <a:lnTo>
                  <a:pt x="8630" y="4635"/>
                </a:lnTo>
                <a:lnTo>
                  <a:pt x="8552" y="4639"/>
                </a:lnTo>
                <a:lnTo>
                  <a:pt x="8474" y="4642"/>
                </a:lnTo>
                <a:lnTo>
                  <a:pt x="8474" y="1047"/>
                </a:lnTo>
                <a:lnTo>
                  <a:pt x="8489" y="1048"/>
                </a:lnTo>
                <a:lnTo>
                  <a:pt x="8502" y="1049"/>
                </a:lnTo>
                <a:close/>
                <a:moveTo>
                  <a:pt x="7917" y="14987"/>
                </a:moveTo>
                <a:lnTo>
                  <a:pt x="7835" y="14918"/>
                </a:lnTo>
                <a:lnTo>
                  <a:pt x="7754" y="14850"/>
                </a:lnTo>
                <a:lnTo>
                  <a:pt x="7673" y="14779"/>
                </a:lnTo>
                <a:lnTo>
                  <a:pt x="7594" y="14708"/>
                </a:lnTo>
                <a:lnTo>
                  <a:pt x="7515" y="14636"/>
                </a:lnTo>
                <a:lnTo>
                  <a:pt x="7437" y="14562"/>
                </a:lnTo>
                <a:lnTo>
                  <a:pt x="7360" y="14487"/>
                </a:lnTo>
                <a:lnTo>
                  <a:pt x="7284" y="14410"/>
                </a:lnTo>
                <a:lnTo>
                  <a:pt x="7209" y="14333"/>
                </a:lnTo>
                <a:lnTo>
                  <a:pt x="7135" y="14255"/>
                </a:lnTo>
                <a:lnTo>
                  <a:pt x="7061" y="14175"/>
                </a:lnTo>
                <a:lnTo>
                  <a:pt x="6989" y="14095"/>
                </a:lnTo>
                <a:lnTo>
                  <a:pt x="6919" y="14012"/>
                </a:lnTo>
                <a:lnTo>
                  <a:pt x="6848" y="13930"/>
                </a:lnTo>
                <a:lnTo>
                  <a:pt x="6778" y="13846"/>
                </a:lnTo>
                <a:lnTo>
                  <a:pt x="6710" y="13761"/>
                </a:lnTo>
                <a:lnTo>
                  <a:pt x="6643" y="13675"/>
                </a:lnTo>
                <a:lnTo>
                  <a:pt x="6576" y="13588"/>
                </a:lnTo>
                <a:lnTo>
                  <a:pt x="6511" y="13499"/>
                </a:lnTo>
                <a:lnTo>
                  <a:pt x="6447" y="13410"/>
                </a:lnTo>
                <a:lnTo>
                  <a:pt x="6383" y="13319"/>
                </a:lnTo>
                <a:lnTo>
                  <a:pt x="6321" y="13228"/>
                </a:lnTo>
                <a:lnTo>
                  <a:pt x="6260" y="13135"/>
                </a:lnTo>
                <a:lnTo>
                  <a:pt x="6199" y="13042"/>
                </a:lnTo>
                <a:lnTo>
                  <a:pt x="6141" y="12948"/>
                </a:lnTo>
                <a:lnTo>
                  <a:pt x="6082" y="12853"/>
                </a:lnTo>
                <a:lnTo>
                  <a:pt x="6026" y="12757"/>
                </a:lnTo>
                <a:lnTo>
                  <a:pt x="5969" y="12659"/>
                </a:lnTo>
                <a:lnTo>
                  <a:pt x="5915" y="12561"/>
                </a:lnTo>
                <a:lnTo>
                  <a:pt x="5862" y="12462"/>
                </a:lnTo>
                <a:lnTo>
                  <a:pt x="5809" y="12363"/>
                </a:lnTo>
                <a:lnTo>
                  <a:pt x="5758" y="12262"/>
                </a:lnTo>
                <a:lnTo>
                  <a:pt x="5823" y="12242"/>
                </a:lnTo>
                <a:lnTo>
                  <a:pt x="5888" y="12223"/>
                </a:lnTo>
                <a:lnTo>
                  <a:pt x="5954" y="12204"/>
                </a:lnTo>
                <a:lnTo>
                  <a:pt x="6020" y="12187"/>
                </a:lnTo>
                <a:lnTo>
                  <a:pt x="6086" y="12169"/>
                </a:lnTo>
                <a:lnTo>
                  <a:pt x="6152" y="12153"/>
                </a:lnTo>
                <a:lnTo>
                  <a:pt x="6219" y="12136"/>
                </a:lnTo>
                <a:lnTo>
                  <a:pt x="6285" y="12121"/>
                </a:lnTo>
                <a:lnTo>
                  <a:pt x="6352" y="12106"/>
                </a:lnTo>
                <a:lnTo>
                  <a:pt x="6420" y="12091"/>
                </a:lnTo>
                <a:lnTo>
                  <a:pt x="6487" y="12077"/>
                </a:lnTo>
                <a:lnTo>
                  <a:pt x="6554" y="12064"/>
                </a:lnTo>
                <a:lnTo>
                  <a:pt x="6622" y="12051"/>
                </a:lnTo>
                <a:lnTo>
                  <a:pt x="6691" y="12039"/>
                </a:lnTo>
                <a:lnTo>
                  <a:pt x="6758" y="12027"/>
                </a:lnTo>
                <a:lnTo>
                  <a:pt x="6827" y="12016"/>
                </a:lnTo>
                <a:lnTo>
                  <a:pt x="6895" y="12005"/>
                </a:lnTo>
                <a:lnTo>
                  <a:pt x="6964" y="11995"/>
                </a:lnTo>
                <a:lnTo>
                  <a:pt x="7033" y="11986"/>
                </a:lnTo>
                <a:lnTo>
                  <a:pt x="7102" y="11976"/>
                </a:lnTo>
                <a:lnTo>
                  <a:pt x="7171" y="11968"/>
                </a:lnTo>
                <a:lnTo>
                  <a:pt x="7241" y="11960"/>
                </a:lnTo>
                <a:lnTo>
                  <a:pt x="7311" y="11953"/>
                </a:lnTo>
                <a:lnTo>
                  <a:pt x="7380" y="11946"/>
                </a:lnTo>
                <a:lnTo>
                  <a:pt x="7450" y="11940"/>
                </a:lnTo>
                <a:lnTo>
                  <a:pt x="7521" y="11934"/>
                </a:lnTo>
                <a:lnTo>
                  <a:pt x="7591" y="11929"/>
                </a:lnTo>
                <a:lnTo>
                  <a:pt x="7662" y="11924"/>
                </a:lnTo>
                <a:lnTo>
                  <a:pt x="7732" y="11920"/>
                </a:lnTo>
                <a:lnTo>
                  <a:pt x="7803" y="11916"/>
                </a:lnTo>
                <a:lnTo>
                  <a:pt x="7874" y="11913"/>
                </a:lnTo>
                <a:lnTo>
                  <a:pt x="7945" y="11911"/>
                </a:lnTo>
                <a:lnTo>
                  <a:pt x="7945" y="14988"/>
                </a:lnTo>
                <a:lnTo>
                  <a:pt x="7917" y="14987"/>
                </a:lnTo>
                <a:close/>
                <a:moveTo>
                  <a:pt x="15347" y="7759"/>
                </a:moveTo>
                <a:lnTo>
                  <a:pt x="12171" y="7759"/>
                </a:lnTo>
                <a:lnTo>
                  <a:pt x="12168" y="7652"/>
                </a:lnTo>
                <a:lnTo>
                  <a:pt x="12163" y="7545"/>
                </a:lnTo>
                <a:lnTo>
                  <a:pt x="12157" y="7439"/>
                </a:lnTo>
                <a:lnTo>
                  <a:pt x="12151" y="7332"/>
                </a:lnTo>
                <a:lnTo>
                  <a:pt x="12144" y="7226"/>
                </a:lnTo>
                <a:lnTo>
                  <a:pt x="12136" y="7120"/>
                </a:lnTo>
                <a:lnTo>
                  <a:pt x="12126" y="7015"/>
                </a:lnTo>
                <a:lnTo>
                  <a:pt x="12115" y="6911"/>
                </a:lnTo>
                <a:lnTo>
                  <a:pt x="12104" y="6805"/>
                </a:lnTo>
                <a:lnTo>
                  <a:pt x="12092" y="6701"/>
                </a:lnTo>
                <a:lnTo>
                  <a:pt x="12078" y="6598"/>
                </a:lnTo>
                <a:lnTo>
                  <a:pt x="12063" y="6494"/>
                </a:lnTo>
                <a:lnTo>
                  <a:pt x="12047" y="6391"/>
                </a:lnTo>
                <a:lnTo>
                  <a:pt x="12031" y="6288"/>
                </a:lnTo>
                <a:lnTo>
                  <a:pt x="12014" y="6186"/>
                </a:lnTo>
                <a:lnTo>
                  <a:pt x="11995" y="6084"/>
                </a:lnTo>
                <a:lnTo>
                  <a:pt x="11976" y="5982"/>
                </a:lnTo>
                <a:lnTo>
                  <a:pt x="11954" y="5881"/>
                </a:lnTo>
                <a:lnTo>
                  <a:pt x="11933" y="5781"/>
                </a:lnTo>
                <a:lnTo>
                  <a:pt x="11910" y="5681"/>
                </a:lnTo>
                <a:lnTo>
                  <a:pt x="11886" y="5582"/>
                </a:lnTo>
                <a:lnTo>
                  <a:pt x="11862" y="5482"/>
                </a:lnTo>
                <a:lnTo>
                  <a:pt x="11836" y="5383"/>
                </a:lnTo>
                <a:lnTo>
                  <a:pt x="11810" y="5285"/>
                </a:lnTo>
                <a:lnTo>
                  <a:pt x="11783" y="5188"/>
                </a:lnTo>
                <a:lnTo>
                  <a:pt x="11754" y="5090"/>
                </a:lnTo>
                <a:lnTo>
                  <a:pt x="11724" y="4993"/>
                </a:lnTo>
                <a:lnTo>
                  <a:pt x="11694" y="4897"/>
                </a:lnTo>
                <a:lnTo>
                  <a:pt x="11663" y="4801"/>
                </a:lnTo>
                <a:lnTo>
                  <a:pt x="11630" y="4706"/>
                </a:lnTo>
                <a:lnTo>
                  <a:pt x="11597" y="4611"/>
                </a:lnTo>
                <a:lnTo>
                  <a:pt x="11563" y="4517"/>
                </a:lnTo>
                <a:lnTo>
                  <a:pt x="11630" y="4489"/>
                </a:lnTo>
                <a:lnTo>
                  <a:pt x="11695" y="4461"/>
                </a:lnTo>
                <a:lnTo>
                  <a:pt x="11762" y="4432"/>
                </a:lnTo>
                <a:lnTo>
                  <a:pt x="11828" y="4403"/>
                </a:lnTo>
                <a:lnTo>
                  <a:pt x="11894" y="4374"/>
                </a:lnTo>
                <a:lnTo>
                  <a:pt x="11959" y="4343"/>
                </a:lnTo>
                <a:lnTo>
                  <a:pt x="12024" y="4312"/>
                </a:lnTo>
                <a:lnTo>
                  <a:pt x="12088" y="4281"/>
                </a:lnTo>
                <a:lnTo>
                  <a:pt x="12153" y="4249"/>
                </a:lnTo>
                <a:lnTo>
                  <a:pt x="12217" y="4216"/>
                </a:lnTo>
                <a:lnTo>
                  <a:pt x="12280" y="4183"/>
                </a:lnTo>
                <a:lnTo>
                  <a:pt x="12344" y="4150"/>
                </a:lnTo>
                <a:lnTo>
                  <a:pt x="12407" y="4116"/>
                </a:lnTo>
                <a:lnTo>
                  <a:pt x="12469" y="4081"/>
                </a:lnTo>
                <a:lnTo>
                  <a:pt x="12532" y="4046"/>
                </a:lnTo>
                <a:lnTo>
                  <a:pt x="12593" y="4011"/>
                </a:lnTo>
                <a:lnTo>
                  <a:pt x="12655" y="3975"/>
                </a:lnTo>
                <a:lnTo>
                  <a:pt x="12717" y="3939"/>
                </a:lnTo>
                <a:lnTo>
                  <a:pt x="12778" y="3902"/>
                </a:lnTo>
                <a:lnTo>
                  <a:pt x="12839" y="3865"/>
                </a:lnTo>
                <a:lnTo>
                  <a:pt x="12899" y="3827"/>
                </a:lnTo>
                <a:lnTo>
                  <a:pt x="12959" y="3789"/>
                </a:lnTo>
                <a:lnTo>
                  <a:pt x="13019" y="3749"/>
                </a:lnTo>
                <a:lnTo>
                  <a:pt x="13078" y="3710"/>
                </a:lnTo>
                <a:lnTo>
                  <a:pt x="13137" y="3670"/>
                </a:lnTo>
                <a:lnTo>
                  <a:pt x="13196" y="3630"/>
                </a:lnTo>
                <a:lnTo>
                  <a:pt x="13254" y="3590"/>
                </a:lnTo>
                <a:lnTo>
                  <a:pt x="13313" y="3549"/>
                </a:lnTo>
                <a:lnTo>
                  <a:pt x="13370" y="3507"/>
                </a:lnTo>
                <a:lnTo>
                  <a:pt x="13428" y="3466"/>
                </a:lnTo>
                <a:lnTo>
                  <a:pt x="13485" y="3423"/>
                </a:lnTo>
                <a:lnTo>
                  <a:pt x="13542" y="3381"/>
                </a:lnTo>
                <a:lnTo>
                  <a:pt x="13641" y="3492"/>
                </a:lnTo>
                <a:lnTo>
                  <a:pt x="13738" y="3605"/>
                </a:lnTo>
                <a:lnTo>
                  <a:pt x="13832" y="3719"/>
                </a:lnTo>
                <a:lnTo>
                  <a:pt x="13924" y="3837"/>
                </a:lnTo>
                <a:lnTo>
                  <a:pt x="14014" y="3956"/>
                </a:lnTo>
                <a:lnTo>
                  <a:pt x="14101" y="4076"/>
                </a:lnTo>
                <a:lnTo>
                  <a:pt x="14185" y="4199"/>
                </a:lnTo>
                <a:lnTo>
                  <a:pt x="14266" y="4324"/>
                </a:lnTo>
                <a:lnTo>
                  <a:pt x="14346" y="4450"/>
                </a:lnTo>
                <a:lnTo>
                  <a:pt x="14422" y="4578"/>
                </a:lnTo>
                <a:lnTo>
                  <a:pt x="14496" y="4708"/>
                </a:lnTo>
                <a:lnTo>
                  <a:pt x="14567" y="4839"/>
                </a:lnTo>
                <a:lnTo>
                  <a:pt x="14634" y="4972"/>
                </a:lnTo>
                <a:lnTo>
                  <a:pt x="14700" y="5106"/>
                </a:lnTo>
                <a:lnTo>
                  <a:pt x="14763" y="5243"/>
                </a:lnTo>
                <a:lnTo>
                  <a:pt x="14822" y="5380"/>
                </a:lnTo>
                <a:lnTo>
                  <a:pt x="14879" y="5519"/>
                </a:lnTo>
                <a:lnTo>
                  <a:pt x="14932" y="5660"/>
                </a:lnTo>
                <a:lnTo>
                  <a:pt x="14982" y="5802"/>
                </a:lnTo>
                <a:lnTo>
                  <a:pt x="15031" y="5945"/>
                </a:lnTo>
                <a:lnTo>
                  <a:pt x="15075" y="6090"/>
                </a:lnTo>
                <a:lnTo>
                  <a:pt x="15116" y="6236"/>
                </a:lnTo>
                <a:lnTo>
                  <a:pt x="15154" y="6383"/>
                </a:lnTo>
                <a:lnTo>
                  <a:pt x="15189" y="6532"/>
                </a:lnTo>
                <a:lnTo>
                  <a:pt x="15220" y="6681"/>
                </a:lnTo>
                <a:lnTo>
                  <a:pt x="15248" y="6832"/>
                </a:lnTo>
                <a:lnTo>
                  <a:pt x="15273" y="6984"/>
                </a:lnTo>
                <a:lnTo>
                  <a:pt x="15294" y="7137"/>
                </a:lnTo>
                <a:lnTo>
                  <a:pt x="15313" y="7291"/>
                </a:lnTo>
                <a:lnTo>
                  <a:pt x="15327" y="7446"/>
                </a:lnTo>
                <a:lnTo>
                  <a:pt x="15338" y="7602"/>
                </a:lnTo>
                <a:lnTo>
                  <a:pt x="15347" y="7759"/>
                </a:lnTo>
                <a:close/>
                <a:moveTo>
                  <a:pt x="8210" y="0"/>
                </a:moveTo>
                <a:lnTo>
                  <a:pt x="7787" y="10"/>
                </a:lnTo>
                <a:lnTo>
                  <a:pt x="7370" y="41"/>
                </a:lnTo>
                <a:lnTo>
                  <a:pt x="6960" y="92"/>
                </a:lnTo>
                <a:lnTo>
                  <a:pt x="6555" y="162"/>
                </a:lnTo>
                <a:lnTo>
                  <a:pt x="6158" y="253"/>
                </a:lnTo>
                <a:lnTo>
                  <a:pt x="5768" y="361"/>
                </a:lnTo>
                <a:lnTo>
                  <a:pt x="5386" y="486"/>
                </a:lnTo>
                <a:lnTo>
                  <a:pt x="5014" y="630"/>
                </a:lnTo>
                <a:lnTo>
                  <a:pt x="4651" y="791"/>
                </a:lnTo>
                <a:lnTo>
                  <a:pt x="4297" y="967"/>
                </a:lnTo>
                <a:lnTo>
                  <a:pt x="3953" y="1161"/>
                </a:lnTo>
                <a:lnTo>
                  <a:pt x="3619" y="1369"/>
                </a:lnTo>
                <a:lnTo>
                  <a:pt x="3298" y="1593"/>
                </a:lnTo>
                <a:lnTo>
                  <a:pt x="2987" y="1831"/>
                </a:lnTo>
                <a:lnTo>
                  <a:pt x="2690" y="2083"/>
                </a:lnTo>
                <a:lnTo>
                  <a:pt x="2404" y="2348"/>
                </a:lnTo>
                <a:lnTo>
                  <a:pt x="2132" y="2627"/>
                </a:lnTo>
                <a:lnTo>
                  <a:pt x="1875" y="2918"/>
                </a:lnTo>
                <a:lnTo>
                  <a:pt x="1631" y="3220"/>
                </a:lnTo>
                <a:lnTo>
                  <a:pt x="1402" y="3535"/>
                </a:lnTo>
                <a:lnTo>
                  <a:pt x="1188" y="3861"/>
                </a:lnTo>
                <a:lnTo>
                  <a:pt x="991" y="4195"/>
                </a:lnTo>
                <a:lnTo>
                  <a:pt x="810" y="4541"/>
                </a:lnTo>
                <a:lnTo>
                  <a:pt x="645" y="4897"/>
                </a:lnTo>
                <a:lnTo>
                  <a:pt x="498" y="5261"/>
                </a:lnTo>
                <a:lnTo>
                  <a:pt x="369" y="5634"/>
                </a:lnTo>
                <a:lnTo>
                  <a:pt x="259" y="6014"/>
                </a:lnTo>
                <a:lnTo>
                  <a:pt x="167" y="6402"/>
                </a:lnTo>
                <a:lnTo>
                  <a:pt x="94" y="6797"/>
                </a:lnTo>
                <a:lnTo>
                  <a:pt x="42" y="7198"/>
                </a:lnTo>
                <a:lnTo>
                  <a:pt x="10" y="7605"/>
                </a:lnTo>
                <a:lnTo>
                  <a:pt x="0" y="8018"/>
                </a:lnTo>
                <a:lnTo>
                  <a:pt x="10" y="8431"/>
                </a:lnTo>
                <a:lnTo>
                  <a:pt x="42" y="8838"/>
                </a:lnTo>
                <a:lnTo>
                  <a:pt x="94" y="9239"/>
                </a:lnTo>
                <a:lnTo>
                  <a:pt x="167" y="9634"/>
                </a:lnTo>
                <a:lnTo>
                  <a:pt x="259" y="10021"/>
                </a:lnTo>
                <a:lnTo>
                  <a:pt x="369" y="10402"/>
                </a:lnTo>
                <a:lnTo>
                  <a:pt x="498" y="10774"/>
                </a:lnTo>
                <a:lnTo>
                  <a:pt x="645" y="11139"/>
                </a:lnTo>
                <a:lnTo>
                  <a:pt x="810" y="11494"/>
                </a:lnTo>
                <a:lnTo>
                  <a:pt x="991" y="11840"/>
                </a:lnTo>
                <a:lnTo>
                  <a:pt x="1188" y="12175"/>
                </a:lnTo>
                <a:lnTo>
                  <a:pt x="1402" y="12501"/>
                </a:lnTo>
                <a:lnTo>
                  <a:pt x="1631" y="12815"/>
                </a:lnTo>
                <a:lnTo>
                  <a:pt x="1875" y="13118"/>
                </a:lnTo>
                <a:lnTo>
                  <a:pt x="2132" y="13409"/>
                </a:lnTo>
                <a:lnTo>
                  <a:pt x="2404" y="13688"/>
                </a:lnTo>
                <a:lnTo>
                  <a:pt x="2690" y="13953"/>
                </a:lnTo>
                <a:lnTo>
                  <a:pt x="2987" y="14205"/>
                </a:lnTo>
                <a:lnTo>
                  <a:pt x="3298" y="14443"/>
                </a:lnTo>
                <a:lnTo>
                  <a:pt x="3619" y="14667"/>
                </a:lnTo>
                <a:lnTo>
                  <a:pt x="3953" y="14875"/>
                </a:lnTo>
                <a:lnTo>
                  <a:pt x="4297" y="15068"/>
                </a:lnTo>
                <a:lnTo>
                  <a:pt x="4651" y="15245"/>
                </a:lnTo>
                <a:lnTo>
                  <a:pt x="5014" y="15406"/>
                </a:lnTo>
                <a:lnTo>
                  <a:pt x="5386" y="15550"/>
                </a:lnTo>
                <a:lnTo>
                  <a:pt x="5768" y="15675"/>
                </a:lnTo>
                <a:lnTo>
                  <a:pt x="6158" y="15783"/>
                </a:lnTo>
                <a:lnTo>
                  <a:pt x="6555" y="15873"/>
                </a:lnTo>
                <a:lnTo>
                  <a:pt x="6960" y="15944"/>
                </a:lnTo>
                <a:lnTo>
                  <a:pt x="7370" y="15995"/>
                </a:lnTo>
                <a:lnTo>
                  <a:pt x="7787" y="16026"/>
                </a:lnTo>
                <a:lnTo>
                  <a:pt x="8210" y="16036"/>
                </a:lnTo>
                <a:lnTo>
                  <a:pt x="8632" y="16026"/>
                </a:lnTo>
                <a:lnTo>
                  <a:pt x="9049" y="15995"/>
                </a:lnTo>
                <a:lnTo>
                  <a:pt x="9459" y="15944"/>
                </a:lnTo>
                <a:lnTo>
                  <a:pt x="9864" y="15873"/>
                </a:lnTo>
                <a:lnTo>
                  <a:pt x="10261" y="15783"/>
                </a:lnTo>
                <a:lnTo>
                  <a:pt x="10651" y="15675"/>
                </a:lnTo>
                <a:lnTo>
                  <a:pt x="11033" y="15550"/>
                </a:lnTo>
                <a:lnTo>
                  <a:pt x="11405" y="15406"/>
                </a:lnTo>
                <a:lnTo>
                  <a:pt x="11768" y="15245"/>
                </a:lnTo>
                <a:lnTo>
                  <a:pt x="12122" y="15068"/>
                </a:lnTo>
                <a:lnTo>
                  <a:pt x="12466" y="14875"/>
                </a:lnTo>
                <a:lnTo>
                  <a:pt x="12800" y="14667"/>
                </a:lnTo>
                <a:lnTo>
                  <a:pt x="13122" y="14443"/>
                </a:lnTo>
                <a:lnTo>
                  <a:pt x="13432" y="14205"/>
                </a:lnTo>
                <a:lnTo>
                  <a:pt x="13729" y="13953"/>
                </a:lnTo>
                <a:lnTo>
                  <a:pt x="14015" y="13688"/>
                </a:lnTo>
                <a:lnTo>
                  <a:pt x="14287" y="13409"/>
                </a:lnTo>
                <a:lnTo>
                  <a:pt x="14544" y="13118"/>
                </a:lnTo>
                <a:lnTo>
                  <a:pt x="14788" y="12815"/>
                </a:lnTo>
                <a:lnTo>
                  <a:pt x="15017" y="12501"/>
                </a:lnTo>
                <a:lnTo>
                  <a:pt x="15231" y="12175"/>
                </a:lnTo>
                <a:lnTo>
                  <a:pt x="15428" y="11840"/>
                </a:lnTo>
                <a:lnTo>
                  <a:pt x="15609" y="11494"/>
                </a:lnTo>
                <a:lnTo>
                  <a:pt x="15774" y="11139"/>
                </a:lnTo>
                <a:lnTo>
                  <a:pt x="15921" y="10774"/>
                </a:lnTo>
                <a:lnTo>
                  <a:pt x="16050" y="10402"/>
                </a:lnTo>
                <a:lnTo>
                  <a:pt x="16160" y="10021"/>
                </a:lnTo>
                <a:lnTo>
                  <a:pt x="16253" y="9634"/>
                </a:lnTo>
                <a:lnTo>
                  <a:pt x="16325" y="9239"/>
                </a:lnTo>
                <a:lnTo>
                  <a:pt x="16377" y="8838"/>
                </a:lnTo>
                <a:lnTo>
                  <a:pt x="16409" y="8431"/>
                </a:lnTo>
                <a:lnTo>
                  <a:pt x="16419" y="8018"/>
                </a:lnTo>
                <a:lnTo>
                  <a:pt x="16409" y="7605"/>
                </a:lnTo>
                <a:lnTo>
                  <a:pt x="16377" y="7198"/>
                </a:lnTo>
                <a:lnTo>
                  <a:pt x="16325" y="6797"/>
                </a:lnTo>
                <a:lnTo>
                  <a:pt x="16253" y="6402"/>
                </a:lnTo>
                <a:lnTo>
                  <a:pt x="16160" y="6014"/>
                </a:lnTo>
                <a:lnTo>
                  <a:pt x="16050" y="5634"/>
                </a:lnTo>
                <a:lnTo>
                  <a:pt x="15921" y="5261"/>
                </a:lnTo>
                <a:lnTo>
                  <a:pt x="15774" y="4897"/>
                </a:lnTo>
                <a:lnTo>
                  <a:pt x="15609" y="4541"/>
                </a:lnTo>
                <a:lnTo>
                  <a:pt x="15428" y="4195"/>
                </a:lnTo>
                <a:lnTo>
                  <a:pt x="15231" y="3861"/>
                </a:lnTo>
                <a:lnTo>
                  <a:pt x="15017" y="3535"/>
                </a:lnTo>
                <a:lnTo>
                  <a:pt x="14788" y="3220"/>
                </a:lnTo>
                <a:lnTo>
                  <a:pt x="14544" y="2918"/>
                </a:lnTo>
                <a:lnTo>
                  <a:pt x="14287" y="2627"/>
                </a:lnTo>
                <a:lnTo>
                  <a:pt x="14015" y="2348"/>
                </a:lnTo>
                <a:lnTo>
                  <a:pt x="13729" y="2083"/>
                </a:lnTo>
                <a:lnTo>
                  <a:pt x="13432" y="1831"/>
                </a:lnTo>
                <a:lnTo>
                  <a:pt x="13122" y="1593"/>
                </a:lnTo>
                <a:lnTo>
                  <a:pt x="12800" y="1369"/>
                </a:lnTo>
                <a:lnTo>
                  <a:pt x="12466" y="1161"/>
                </a:lnTo>
                <a:lnTo>
                  <a:pt x="12122" y="967"/>
                </a:lnTo>
                <a:lnTo>
                  <a:pt x="11768" y="791"/>
                </a:lnTo>
                <a:lnTo>
                  <a:pt x="11405" y="630"/>
                </a:lnTo>
                <a:lnTo>
                  <a:pt x="11033" y="486"/>
                </a:lnTo>
                <a:lnTo>
                  <a:pt x="10651" y="361"/>
                </a:lnTo>
                <a:lnTo>
                  <a:pt x="10261" y="253"/>
                </a:lnTo>
                <a:lnTo>
                  <a:pt x="9864" y="162"/>
                </a:lnTo>
                <a:lnTo>
                  <a:pt x="9459" y="92"/>
                </a:lnTo>
                <a:lnTo>
                  <a:pt x="9049" y="41"/>
                </a:lnTo>
                <a:lnTo>
                  <a:pt x="8632" y="10"/>
                </a:lnTo>
                <a:lnTo>
                  <a:pt x="8210" y="0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id-ID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15480" y="2867990"/>
            <a:ext cx="432047" cy="1728192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19536" y="3444054"/>
            <a:ext cx="432047" cy="1152128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gray">
          <a:xfrm>
            <a:off x="1271463" y="2550921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85%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gray">
          <a:xfrm>
            <a:off x="1847527" y="3126985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638E392-B120-B25C-081B-8C452F24E99E}"/>
              </a:ext>
            </a:extLst>
          </p:cNvPr>
          <p:cNvGrpSpPr/>
          <p:nvPr/>
        </p:nvGrpSpPr>
        <p:grpSpPr>
          <a:xfrm>
            <a:off x="1289854" y="4658898"/>
            <a:ext cx="1169741" cy="261610"/>
            <a:chOff x="1289854" y="4535073"/>
            <a:chExt cx="1169741" cy="261610"/>
          </a:xfrm>
        </p:grpSpPr>
        <p:sp>
          <p:nvSpPr>
            <p:cNvPr id="19" name="Text Box 7"/>
            <p:cNvSpPr txBox="1">
              <a:spLocks noChangeArrowheads="1"/>
            </p:cNvSpPr>
            <p:nvPr/>
          </p:nvSpPr>
          <p:spPr bwMode="gray">
            <a:xfrm>
              <a:off x="1289854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eaLnBrk="0" hangingPunct="0"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</a:defRPr>
              </a:lvl1pPr>
              <a:lvl2pPr marL="742950" indent="-28575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404040"/>
                  </a:solidFill>
                  <a:sym typeface="+mn-lt"/>
                </a:rPr>
                <a:t>项目</a:t>
              </a:r>
              <a:r>
                <a:rPr lang="en-US" altLang="zh-CN" dirty="0">
                  <a:solidFill>
                    <a:srgbClr val="404040"/>
                  </a:solidFill>
                  <a:sym typeface="+mn-lt"/>
                </a:rPr>
                <a:t>1</a:t>
              </a:r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gray">
            <a:xfrm>
              <a:off x="1811523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项目</a:t>
              </a:r>
              <a:r>
                <a:rPr lang="en-US" altLang="zh-CN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en-US" altLang="zh-CN" sz="8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3503712" y="2877282"/>
            <a:ext cx="432047" cy="1728192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07768" y="3453346"/>
            <a:ext cx="432047" cy="1152128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gray">
          <a:xfrm>
            <a:off x="3359695" y="2560213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85%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gray">
          <a:xfrm>
            <a:off x="3935759" y="3136277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91944" y="2877282"/>
            <a:ext cx="432047" cy="1728192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6000" y="3453346"/>
            <a:ext cx="432047" cy="1152128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gray">
          <a:xfrm>
            <a:off x="5447927" y="2560213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85%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gray">
          <a:xfrm>
            <a:off x="6023991" y="3136277"/>
            <a:ext cx="648072" cy="338554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endParaRPr lang="en-US" altLang="zh-CN" sz="11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矩形: 圆角 26" descr="D:\51PPT模板网\51pptmoban.com\图片.jpg">
            <a:extLst>
              <a:ext uri="{FF2B5EF4-FFF2-40B4-BE49-F238E27FC236}">
                <a16:creationId xmlns:a16="http://schemas.microsoft.com/office/drawing/2014/main" id="{E1B6E939-0DDA-2CD1-82BA-34249EC51228}"/>
              </a:ext>
            </a:extLst>
          </p:cNvPr>
          <p:cNvSpPr/>
          <p:nvPr/>
        </p:nvSpPr>
        <p:spPr>
          <a:xfrm>
            <a:off x="6923314" y="1708832"/>
            <a:ext cx="4320949" cy="2950066"/>
          </a:xfrm>
          <a:prstGeom prst="roundRect">
            <a:avLst>
              <a:gd name="adj" fmla="val 0"/>
            </a:avLst>
          </a:prstGeom>
          <a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  <a:cs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B1AC40B-649C-7E29-C026-664E4FAAF190}"/>
              </a:ext>
            </a:extLst>
          </p:cNvPr>
          <p:cNvSpPr txBox="1"/>
          <p:nvPr/>
        </p:nvSpPr>
        <p:spPr>
          <a:xfrm>
            <a:off x="1181607" y="5108598"/>
            <a:ext cx="9828783" cy="5764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10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200</a:t>
            </a:r>
            <a:r>
              <a:rPr lang="zh-CN" altLang="en-US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5</a:t>
            </a:r>
            <a:r>
              <a:rPr lang="zh-CN" altLang="en-US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分钟之内。此处添加详细文本描述，建议与标题相关并符合整体语言风格，语言描述尽量简洁生动。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8A6DE2C-98F3-AA04-9F59-0DE342139C8B}"/>
              </a:ext>
            </a:extLst>
          </p:cNvPr>
          <p:cNvGrpSpPr/>
          <p:nvPr/>
        </p:nvGrpSpPr>
        <p:grpSpPr>
          <a:xfrm>
            <a:off x="3410035" y="4658898"/>
            <a:ext cx="1169741" cy="261610"/>
            <a:chOff x="1289854" y="4535073"/>
            <a:chExt cx="1169741" cy="261610"/>
          </a:xfrm>
        </p:grpSpPr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43E3F178-9C57-192E-9AE7-524749FF02F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9854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eaLnBrk="0" hangingPunct="0"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</a:defRPr>
              </a:lvl1pPr>
              <a:lvl2pPr marL="742950" indent="-28575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404040"/>
                  </a:solidFill>
                  <a:sym typeface="+mn-lt"/>
                </a:rPr>
                <a:t>项目</a:t>
              </a:r>
              <a:r>
                <a:rPr lang="en-US" altLang="zh-CN" dirty="0">
                  <a:solidFill>
                    <a:srgbClr val="404040"/>
                  </a:solidFill>
                  <a:sym typeface="+mn-lt"/>
                </a:rPr>
                <a:t>1</a:t>
              </a:r>
            </a:p>
          </p:txBody>
        </p:sp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0FEBC980-3946-6CCB-A8FD-0CC76E7410A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1523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项目</a:t>
              </a:r>
              <a:r>
                <a:rPr lang="en-US" altLang="zh-CN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en-US" altLang="zh-CN" sz="8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F0C2BE3-30EF-4A5E-D3C1-8FF2678162E6}"/>
              </a:ext>
            </a:extLst>
          </p:cNvPr>
          <p:cNvGrpSpPr/>
          <p:nvPr/>
        </p:nvGrpSpPr>
        <p:grpSpPr>
          <a:xfrm>
            <a:off x="5530216" y="4658898"/>
            <a:ext cx="1169741" cy="261610"/>
            <a:chOff x="1289854" y="4535073"/>
            <a:chExt cx="1169741" cy="261610"/>
          </a:xfrm>
        </p:grpSpPr>
        <p:sp>
          <p:nvSpPr>
            <p:cNvPr id="41" name="Text Box 7">
              <a:extLst>
                <a:ext uri="{FF2B5EF4-FFF2-40B4-BE49-F238E27FC236}">
                  <a16:creationId xmlns:a16="http://schemas.microsoft.com/office/drawing/2014/main" id="{6AE1D515-AA2A-8121-14A7-08D777A4FA9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9854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eaLnBrk="0" hangingPunct="0"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</a:defRPr>
              </a:lvl1pPr>
              <a:lvl2pPr marL="742950" indent="-28575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404040"/>
                  </a:solidFill>
                  <a:sym typeface="+mn-lt"/>
                </a:rPr>
                <a:t>项目</a:t>
              </a:r>
              <a:r>
                <a:rPr lang="en-US" altLang="zh-CN" dirty="0">
                  <a:solidFill>
                    <a:srgbClr val="404040"/>
                  </a:solidFill>
                  <a:sym typeface="+mn-lt"/>
                </a:rPr>
                <a:t>1</a:t>
              </a:r>
            </a:p>
          </p:txBody>
        </p:sp>
        <p:sp>
          <p:nvSpPr>
            <p:cNvPr id="42" name="Text Box 7">
              <a:extLst>
                <a:ext uri="{FF2B5EF4-FFF2-40B4-BE49-F238E27FC236}">
                  <a16:creationId xmlns:a16="http://schemas.microsoft.com/office/drawing/2014/main" id="{015DBC23-7094-36CA-5C7F-EC70134B4DF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1523" y="4535073"/>
              <a:ext cx="648072" cy="261610"/>
            </a:xfrm>
            <a:prstGeom prst="rect">
              <a:avLst/>
            </a:prstGeom>
            <a:noFill/>
            <a:ln w="9525" algn="ctr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项目</a:t>
              </a:r>
              <a:r>
                <a:rPr lang="en-US" altLang="zh-CN" sz="1050" dirty="0">
                  <a:solidFill>
                    <a:srgbClr val="404040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en-US" altLang="zh-CN" sz="800" dirty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522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6170A-91D1-A749-02B0-BF311A98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7976F54-7648-9FD2-8431-32C31DA9E328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C340225C-3C78-F5EB-B006-847681DD5960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3162F83-1052-3225-4DB7-A986E4117176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1E1CDCA-2F3E-14F5-1E7F-19B2947ED3CA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3AE48BD3-9A1D-19A1-5D63-A4441988A065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9522C691-8023-EB84-2B88-48E78192A8EA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BC893A-E895-F6B6-1E16-41267C66B2A4}"/>
              </a:ext>
            </a:extLst>
          </p:cNvPr>
          <p:cNvGrpSpPr/>
          <p:nvPr/>
        </p:nvGrpSpPr>
        <p:grpSpPr>
          <a:xfrm rot="10800000">
            <a:off x="5472234" y="1556243"/>
            <a:ext cx="5759251" cy="3634949"/>
            <a:chOff x="5328655" y="1927504"/>
            <a:chExt cx="5759250" cy="3634949"/>
          </a:xfrm>
        </p:grpSpPr>
        <p:cxnSp>
          <p:nvCxnSpPr>
            <p:cNvPr id="8" name="直接连接符 15">
              <a:extLst>
                <a:ext uri="{FF2B5EF4-FFF2-40B4-BE49-F238E27FC236}">
                  <a16:creationId xmlns:a16="http://schemas.microsoft.com/office/drawing/2014/main" id="{CBFA54B9-02B2-A8A1-9419-D1A60D82044E}"/>
                </a:ext>
              </a:extLst>
            </p:cNvPr>
            <p:cNvCxnSpPr/>
            <p:nvPr/>
          </p:nvCxnSpPr>
          <p:spPr>
            <a:xfrm>
              <a:off x="5328655" y="1927504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9" name="直接连接符 16">
              <a:extLst>
                <a:ext uri="{FF2B5EF4-FFF2-40B4-BE49-F238E27FC236}">
                  <a16:creationId xmlns:a16="http://schemas.microsoft.com/office/drawing/2014/main" id="{CC52BAAD-1B95-9A29-FD54-AD7044C12E30}"/>
                </a:ext>
              </a:extLst>
            </p:cNvPr>
            <p:cNvCxnSpPr/>
            <p:nvPr/>
          </p:nvCxnSpPr>
          <p:spPr>
            <a:xfrm>
              <a:off x="5328655" y="2446783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10" name="直接连接符 17">
              <a:extLst>
                <a:ext uri="{FF2B5EF4-FFF2-40B4-BE49-F238E27FC236}">
                  <a16:creationId xmlns:a16="http://schemas.microsoft.com/office/drawing/2014/main" id="{B9BF790B-ED0E-6A21-7F78-6B27CC0A4F54}"/>
                </a:ext>
              </a:extLst>
            </p:cNvPr>
            <p:cNvCxnSpPr/>
            <p:nvPr/>
          </p:nvCxnSpPr>
          <p:spPr>
            <a:xfrm>
              <a:off x="5328655" y="2966061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11" name="直接连接符 18">
              <a:extLst>
                <a:ext uri="{FF2B5EF4-FFF2-40B4-BE49-F238E27FC236}">
                  <a16:creationId xmlns:a16="http://schemas.microsoft.com/office/drawing/2014/main" id="{25A45B3B-88F6-FC96-6234-2763BDF46D79}"/>
                </a:ext>
              </a:extLst>
            </p:cNvPr>
            <p:cNvCxnSpPr/>
            <p:nvPr/>
          </p:nvCxnSpPr>
          <p:spPr>
            <a:xfrm>
              <a:off x="5328655" y="3485341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2" name="直接连接符 19">
              <a:extLst>
                <a:ext uri="{FF2B5EF4-FFF2-40B4-BE49-F238E27FC236}">
                  <a16:creationId xmlns:a16="http://schemas.microsoft.com/office/drawing/2014/main" id="{A20A11BF-28A6-D160-73E2-8F6390106242}"/>
                </a:ext>
              </a:extLst>
            </p:cNvPr>
            <p:cNvCxnSpPr/>
            <p:nvPr/>
          </p:nvCxnSpPr>
          <p:spPr>
            <a:xfrm>
              <a:off x="5328655" y="4004620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4" name="直接连接符 20">
              <a:extLst>
                <a:ext uri="{FF2B5EF4-FFF2-40B4-BE49-F238E27FC236}">
                  <a16:creationId xmlns:a16="http://schemas.microsoft.com/office/drawing/2014/main" id="{8ED562E6-31B1-2273-1057-62407D6DD9E0}"/>
                </a:ext>
              </a:extLst>
            </p:cNvPr>
            <p:cNvCxnSpPr/>
            <p:nvPr/>
          </p:nvCxnSpPr>
          <p:spPr>
            <a:xfrm>
              <a:off x="5328655" y="4523898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5" name="直接连接符 21">
              <a:extLst>
                <a:ext uri="{FF2B5EF4-FFF2-40B4-BE49-F238E27FC236}">
                  <a16:creationId xmlns:a16="http://schemas.microsoft.com/office/drawing/2014/main" id="{7A2514E5-711B-9B2C-A5CD-0F8BDEB33E66}"/>
                </a:ext>
              </a:extLst>
            </p:cNvPr>
            <p:cNvCxnSpPr/>
            <p:nvPr/>
          </p:nvCxnSpPr>
          <p:spPr>
            <a:xfrm>
              <a:off x="5328655" y="5043178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  <p:cxnSp>
          <p:nvCxnSpPr>
            <p:cNvPr id="15" name="直接连接符 22">
              <a:extLst>
                <a:ext uri="{FF2B5EF4-FFF2-40B4-BE49-F238E27FC236}">
                  <a16:creationId xmlns:a16="http://schemas.microsoft.com/office/drawing/2014/main" id="{D3C08878-5316-F71C-C4A7-DFB78ED99440}"/>
                </a:ext>
              </a:extLst>
            </p:cNvPr>
            <p:cNvCxnSpPr/>
            <p:nvPr/>
          </p:nvCxnSpPr>
          <p:spPr>
            <a:xfrm>
              <a:off x="5328655" y="5562453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</p:cxnSp>
      </p:grpSp>
      <p:sp>
        <p:nvSpPr>
          <p:cNvPr id="16" name="五边形 20">
            <a:extLst>
              <a:ext uri="{FF2B5EF4-FFF2-40B4-BE49-F238E27FC236}">
                <a16:creationId xmlns:a16="http://schemas.microsoft.com/office/drawing/2014/main" id="{173154E4-9005-C6F9-9F27-2D0369A27FCB}"/>
              </a:ext>
            </a:extLst>
          </p:cNvPr>
          <p:cNvSpPr/>
          <p:nvPr/>
        </p:nvSpPr>
        <p:spPr>
          <a:xfrm rot="16200000">
            <a:off x="5242685" y="3630509"/>
            <a:ext cx="2609227" cy="537803"/>
          </a:xfrm>
          <a:prstGeom prst="homePlat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7" name="五边形 23">
            <a:extLst>
              <a:ext uri="{FF2B5EF4-FFF2-40B4-BE49-F238E27FC236}">
                <a16:creationId xmlns:a16="http://schemas.microsoft.com/office/drawing/2014/main" id="{95828F25-778B-B24C-6186-B51A4F643A1A}"/>
              </a:ext>
            </a:extLst>
          </p:cNvPr>
          <p:cNvSpPr/>
          <p:nvPr/>
        </p:nvSpPr>
        <p:spPr>
          <a:xfrm rot="16200000">
            <a:off x="7350357" y="3395684"/>
            <a:ext cx="3078875" cy="537803"/>
          </a:xfrm>
          <a:prstGeom prst="homePlat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8" name="五边形 26">
            <a:extLst>
              <a:ext uri="{FF2B5EF4-FFF2-40B4-BE49-F238E27FC236}">
                <a16:creationId xmlns:a16="http://schemas.microsoft.com/office/drawing/2014/main" id="{0C837D07-C6CD-84F3-26A6-1AAA3BD529D5}"/>
              </a:ext>
            </a:extLst>
          </p:cNvPr>
          <p:cNvSpPr/>
          <p:nvPr/>
        </p:nvSpPr>
        <p:spPr>
          <a:xfrm rot="16200000">
            <a:off x="6679988" y="3896564"/>
            <a:ext cx="2077117" cy="537803"/>
          </a:xfrm>
          <a:prstGeom prst="homePlat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字魂59号-创粗黑" panose="00000500000000000000" pitchFamily="2" charset="-122"/>
            </a:endParaRPr>
          </a:p>
        </p:txBody>
      </p:sp>
      <p:sp>
        <p:nvSpPr>
          <p:cNvPr id="19" name="五边形 29" descr="D:\51PPT模板网\51pptmoban.com\图片.jpg">
            <a:extLst>
              <a:ext uri="{FF2B5EF4-FFF2-40B4-BE49-F238E27FC236}">
                <a16:creationId xmlns:a16="http://schemas.microsoft.com/office/drawing/2014/main" id="{40DA2290-91EB-DF1C-BDC5-ECB963FE189E}"/>
              </a:ext>
            </a:extLst>
          </p:cNvPr>
          <p:cNvSpPr/>
          <p:nvPr/>
        </p:nvSpPr>
        <p:spPr>
          <a:xfrm rot="16200000">
            <a:off x="9505739" y="4379814"/>
            <a:ext cx="1110615" cy="537803"/>
          </a:xfrm>
          <a:prstGeom prst="homePlat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字魂59号-创粗黑" panose="00000500000000000000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A319FE-F4C5-D1C7-BD99-518F1498C274}"/>
              </a:ext>
            </a:extLst>
          </p:cNvPr>
          <p:cNvSpPr txBox="1"/>
          <p:nvPr/>
        </p:nvSpPr>
        <p:spPr>
          <a:xfrm>
            <a:off x="9445097" y="5335117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404040"/>
                </a:solidFill>
                <a:latin typeface="+mn-ea"/>
                <a:sym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947043-F7CC-0C3D-2186-E4F5AC6F580A}"/>
              </a:ext>
            </a:extLst>
          </p:cNvPr>
          <p:cNvSpPr txBox="1"/>
          <p:nvPr/>
        </p:nvSpPr>
        <p:spPr>
          <a:xfrm>
            <a:off x="8273845" y="5335117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404040"/>
                </a:solidFill>
                <a:latin typeface="+mn-ea"/>
                <a:sym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6" name="文本框 5" descr="D:\51PPT模板网\51pptmoban.com\图片.jpg">
            <a:extLst>
              <a:ext uri="{FF2B5EF4-FFF2-40B4-BE49-F238E27FC236}">
                <a16:creationId xmlns:a16="http://schemas.microsoft.com/office/drawing/2014/main" id="{916BCFBB-E96B-425A-2A14-A3E7F8FEC086}"/>
              </a:ext>
            </a:extLst>
          </p:cNvPr>
          <p:cNvSpPr txBox="1"/>
          <p:nvPr/>
        </p:nvSpPr>
        <p:spPr>
          <a:xfrm>
            <a:off x="7102597" y="5335117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+mn-ea"/>
                <a:sym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30DA8F-2E88-5D86-CF75-339A86635E8C}"/>
              </a:ext>
            </a:extLst>
          </p:cNvPr>
          <p:cNvSpPr txBox="1"/>
          <p:nvPr/>
        </p:nvSpPr>
        <p:spPr>
          <a:xfrm>
            <a:off x="5931345" y="5335117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+mn-ea"/>
                <a:sym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3" name="i$liḋe-Oval 3">
            <a:extLst>
              <a:ext uri="{FF2B5EF4-FFF2-40B4-BE49-F238E27FC236}">
                <a16:creationId xmlns:a16="http://schemas.microsoft.com/office/drawing/2014/main" id="{4AC150AF-2542-9499-E9B4-B2733EB48EF3}"/>
              </a:ext>
            </a:extLst>
          </p:cNvPr>
          <p:cNvSpPr/>
          <p:nvPr/>
        </p:nvSpPr>
        <p:spPr>
          <a:xfrm>
            <a:off x="960515" y="3813583"/>
            <a:ext cx="569167" cy="569167"/>
          </a:xfrm>
          <a:prstGeom prst="ellips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4" name="i$liḋe-Oval 6">
            <a:extLst>
              <a:ext uri="{FF2B5EF4-FFF2-40B4-BE49-F238E27FC236}">
                <a16:creationId xmlns:a16="http://schemas.microsoft.com/office/drawing/2014/main" id="{FDB3E5E0-70C7-4829-49F5-C456C3D2ECA7}"/>
              </a:ext>
            </a:extLst>
          </p:cNvPr>
          <p:cNvSpPr/>
          <p:nvPr/>
        </p:nvSpPr>
        <p:spPr>
          <a:xfrm>
            <a:off x="960515" y="4855634"/>
            <a:ext cx="569167" cy="569167"/>
          </a:xfrm>
          <a:prstGeom prst="ellips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字魂59号-创粗黑" panose="00000500000000000000" pitchFamily="2" charset="-122"/>
            </a:endParaRPr>
          </a:p>
        </p:txBody>
      </p:sp>
      <p:sp>
        <p:nvSpPr>
          <p:cNvPr id="27" name="i$liḋe-Oval 9">
            <a:extLst>
              <a:ext uri="{FF2B5EF4-FFF2-40B4-BE49-F238E27FC236}">
                <a16:creationId xmlns:a16="http://schemas.microsoft.com/office/drawing/2014/main" id="{0FDF379E-32E0-F47D-6D6F-54CC0EAD5108}"/>
              </a:ext>
            </a:extLst>
          </p:cNvPr>
          <p:cNvSpPr/>
          <p:nvPr/>
        </p:nvSpPr>
        <p:spPr>
          <a:xfrm>
            <a:off x="960515" y="1721547"/>
            <a:ext cx="569167" cy="569167"/>
          </a:xfrm>
          <a:prstGeom prst="ellipse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28" name="i$liḋe-Oval 12" descr="D:\51PPT模板网\51pptmoban.com\图片.jpg">
            <a:extLst>
              <a:ext uri="{FF2B5EF4-FFF2-40B4-BE49-F238E27FC236}">
                <a16:creationId xmlns:a16="http://schemas.microsoft.com/office/drawing/2014/main" id="{A8478B0E-71B0-933A-6DB8-9536B904F651}"/>
              </a:ext>
            </a:extLst>
          </p:cNvPr>
          <p:cNvSpPr/>
          <p:nvPr/>
        </p:nvSpPr>
        <p:spPr>
          <a:xfrm>
            <a:off x="960515" y="2763598"/>
            <a:ext cx="569167" cy="569167"/>
          </a:xfrm>
          <a:prstGeom prst="ellips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字魂59号-创粗黑" panose="00000500000000000000" pitchFamily="2" charset="-122"/>
            </a:endParaRPr>
          </a:p>
        </p:txBody>
      </p:sp>
      <p:sp>
        <p:nvSpPr>
          <p:cNvPr id="29" name="i$liḋe-Freeform 15" descr="D:\51PPT模板网\51pptmoban.com\图片.jpg">
            <a:extLst>
              <a:ext uri="{FF2B5EF4-FFF2-40B4-BE49-F238E27FC236}">
                <a16:creationId xmlns:a16="http://schemas.microsoft.com/office/drawing/2014/main" id="{88E1D710-99D8-7AC1-94FF-E2018DD4453E}"/>
              </a:ext>
            </a:extLst>
          </p:cNvPr>
          <p:cNvSpPr/>
          <p:nvPr/>
        </p:nvSpPr>
        <p:spPr bwMode="auto">
          <a:xfrm>
            <a:off x="1124557" y="1907409"/>
            <a:ext cx="241083" cy="245985"/>
          </a:xfrm>
          <a:custGeom>
            <a:avLst/>
            <a:gdLst/>
            <a:ahLst/>
            <a:cxnLst>
              <a:cxn ang="0">
                <a:pos x="155" y="0"/>
              </a:cxn>
              <a:cxn ang="0">
                <a:pos x="43" y="0"/>
              </a:cxn>
              <a:cxn ang="0">
                <a:pos x="0" y="33"/>
              </a:cxn>
              <a:cxn ang="0">
                <a:pos x="0" y="126"/>
              </a:cxn>
              <a:cxn ang="0">
                <a:pos x="43" y="165"/>
              </a:cxn>
              <a:cxn ang="0">
                <a:pos x="103" y="165"/>
              </a:cxn>
              <a:cxn ang="0">
                <a:pos x="165" y="196"/>
              </a:cxn>
              <a:cxn ang="0">
                <a:pos x="165" y="157"/>
              </a:cxn>
              <a:cxn ang="0">
                <a:pos x="192" y="126"/>
              </a:cxn>
              <a:cxn ang="0">
                <a:pos x="192" y="33"/>
              </a:cxn>
              <a:cxn ang="0">
                <a:pos x="155" y="0"/>
              </a:cxn>
              <a:cxn ang="0">
                <a:pos x="140" y="121"/>
              </a:cxn>
              <a:cxn ang="0">
                <a:pos x="129" y="132"/>
              </a:cxn>
              <a:cxn ang="0">
                <a:pos x="49" y="132"/>
              </a:cxn>
              <a:cxn ang="0">
                <a:pos x="38" y="121"/>
              </a:cxn>
              <a:cxn ang="0">
                <a:pos x="38" y="120"/>
              </a:cxn>
              <a:cxn ang="0">
                <a:pos x="49" y="110"/>
              </a:cxn>
              <a:cxn ang="0">
                <a:pos x="129" y="110"/>
              </a:cxn>
              <a:cxn ang="0">
                <a:pos x="140" y="120"/>
              </a:cxn>
              <a:cxn ang="0">
                <a:pos x="140" y="121"/>
              </a:cxn>
              <a:cxn ang="0">
                <a:pos x="168" y="88"/>
              </a:cxn>
              <a:cxn ang="0">
                <a:pos x="157" y="99"/>
              </a:cxn>
              <a:cxn ang="0">
                <a:pos x="49" y="99"/>
              </a:cxn>
              <a:cxn ang="0">
                <a:pos x="38" y="88"/>
              </a:cxn>
              <a:cxn ang="0">
                <a:pos x="38" y="87"/>
              </a:cxn>
              <a:cxn ang="0">
                <a:pos x="49" y="77"/>
              </a:cxn>
              <a:cxn ang="0">
                <a:pos x="157" y="77"/>
              </a:cxn>
              <a:cxn ang="0">
                <a:pos x="168" y="87"/>
              </a:cxn>
              <a:cxn ang="0">
                <a:pos x="168" y="88"/>
              </a:cxn>
              <a:cxn ang="0">
                <a:pos x="168" y="44"/>
              </a:cxn>
              <a:cxn ang="0">
                <a:pos x="157" y="55"/>
              </a:cxn>
              <a:cxn ang="0">
                <a:pos x="49" y="55"/>
              </a:cxn>
              <a:cxn ang="0">
                <a:pos x="38" y="44"/>
              </a:cxn>
              <a:cxn ang="0">
                <a:pos x="38" y="43"/>
              </a:cxn>
              <a:cxn ang="0">
                <a:pos x="49" y="33"/>
              </a:cxn>
              <a:cxn ang="0">
                <a:pos x="157" y="33"/>
              </a:cxn>
              <a:cxn ang="0">
                <a:pos x="168" y="43"/>
              </a:cxn>
              <a:cxn ang="0">
                <a:pos x="168" y="44"/>
              </a:cxn>
            </a:cxnLst>
            <a:rect l="0" t="0" r="r" b="b"/>
            <a:pathLst>
              <a:path w="192" h="196">
                <a:moveTo>
                  <a:pt x="155" y="0"/>
                </a:moveTo>
                <a:cubicBezTo>
                  <a:pt x="43" y="0"/>
                  <a:pt x="43" y="0"/>
                  <a:pt x="43" y="0"/>
                </a:cubicBezTo>
                <a:cubicBezTo>
                  <a:pt x="22" y="0"/>
                  <a:pt x="0" y="16"/>
                  <a:pt x="0" y="33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43"/>
                  <a:pt x="22" y="165"/>
                  <a:pt x="43" y="165"/>
                </a:cubicBezTo>
                <a:cubicBezTo>
                  <a:pt x="103" y="165"/>
                  <a:pt x="103" y="165"/>
                  <a:pt x="103" y="165"/>
                </a:cubicBezTo>
                <a:cubicBezTo>
                  <a:pt x="165" y="196"/>
                  <a:pt x="165" y="196"/>
                  <a:pt x="165" y="196"/>
                </a:cubicBezTo>
                <a:cubicBezTo>
                  <a:pt x="165" y="157"/>
                  <a:pt x="165" y="157"/>
                  <a:pt x="165" y="157"/>
                </a:cubicBezTo>
                <a:cubicBezTo>
                  <a:pt x="179" y="155"/>
                  <a:pt x="192" y="142"/>
                  <a:pt x="192" y="126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192" y="16"/>
                  <a:pt x="175" y="0"/>
                  <a:pt x="155" y="0"/>
                </a:cubicBezTo>
                <a:close/>
                <a:moveTo>
                  <a:pt x="140" y="121"/>
                </a:moveTo>
                <a:cubicBezTo>
                  <a:pt x="140" y="127"/>
                  <a:pt x="135" y="132"/>
                  <a:pt x="129" y="132"/>
                </a:cubicBezTo>
                <a:cubicBezTo>
                  <a:pt x="49" y="132"/>
                  <a:pt x="49" y="132"/>
                  <a:pt x="49" y="132"/>
                </a:cubicBezTo>
                <a:cubicBezTo>
                  <a:pt x="43" y="132"/>
                  <a:pt x="38" y="127"/>
                  <a:pt x="38" y="121"/>
                </a:cubicBezTo>
                <a:cubicBezTo>
                  <a:pt x="38" y="120"/>
                  <a:pt x="38" y="120"/>
                  <a:pt x="38" y="120"/>
                </a:cubicBezTo>
                <a:cubicBezTo>
                  <a:pt x="38" y="115"/>
                  <a:pt x="43" y="110"/>
                  <a:pt x="49" y="110"/>
                </a:cubicBezTo>
                <a:cubicBezTo>
                  <a:pt x="129" y="110"/>
                  <a:pt x="129" y="110"/>
                  <a:pt x="129" y="110"/>
                </a:cubicBezTo>
                <a:cubicBezTo>
                  <a:pt x="135" y="110"/>
                  <a:pt x="140" y="115"/>
                  <a:pt x="140" y="120"/>
                </a:cubicBezTo>
                <a:lnTo>
                  <a:pt x="140" y="121"/>
                </a:lnTo>
                <a:close/>
                <a:moveTo>
                  <a:pt x="168" y="88"/>
                </a:moveTo>
                <a:cubicBezTo>
                  <a:pt x="168" y="94"/>
                  <a:pt x="163" y="99"/>
                  <a:pt x="157" y="99"/>
                </a:cubicBezTo>
                <a:cubicBezTo>
                  <a:pt x="49" y="99"/>
                  <a:pt x="49" y="99"/>
                  <a:pt x="49" y="99"/>
                </a:cubicBezTo>
                <a:cubicBezTo>
                  <a:pt x="43" y="99"/>
                  <a:pt x="38" y="94"/>
                  <a:pt x="38" y="88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82"/>
                  <a:pt x="43" y="77"/>
                  <a:pt x="49" y="77"/>
                </a:cubicBezTo>
                <a:cubicBezTo>
                  <a:pt x="157" y="77"/>
                  <a:pt x="157" y="77"/>
                  <a:pt x="157" y="77"/>
                </a:cubicBezTo>
                <a:cubicBezTo>
                  <a:pt x="163" y="77"/>
                  <a:pt x="168" y="82"/>
                  <a:pt x="168" y="87"/>
                </a:cubicBezTo>
                <a:lnTo>
                  <a:pt x="168" y="88"/>
                </a:lnTo>
                <a:close/>
                <a:moveTo>
                  <a:pt x="168" y="44"/>
                </a:moveTo>
                <a:cubicBezTo>
                  <a:pt x="168" y="50"/>
                  <a:pt x="163" y="55"/>
                  <a:pt x="157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3" y="55"/>
                  <a:pt x="38" y="50"/>
                  <a:pt x="38" y="44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38"/>
                  <a:pt x="43" y="33"/>
                  <a:pt x="49" y="33"/>
                </a:cubicBezTo>
                <a:cubicBezTo>
                  <a:pt x="157" y="33"/>
                  <a:pt x="157" y="33"/>
                  <a:pt x="157" y="33"/>
                </a:cubicBezTo>
                <a:cubicBezTo>
                  <a:pt x="163" y="33"/>
                  <a:pt x="168" y="38"/>
                  <a:pt x="168" y="43"/>
                </a:cubicBezTo>
                <a:lnTo>
                  <a:pt x="168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solidFill>
                <a:srgbClr val="404040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30" name="i$liḋe-Freeform 16">
            <a:extLst>
              <a:ext uri="{FF2B5EF4-FFF2-40B4-BE49-F238E27FC236}">
                <a16:creationId xmlns:a16="http://schemas.microsoft.com/office/drawing/2014/main" id="{E00D0AA5-3EE8-2C3D-E1DC-1F1A6870B599}"/>
              </a:ext>
            </a:extLst>
          </p:cNvPr>
          <p:cNvSpPr>
            <a:spLocks noChangeAspect="1"/>
          </p:cNvSpPr>
          <p:nvPr/>
        </p:nvSpPr>
        <p:spPr bwMode="auto">
          <a:xfrm>
            <a:off x="1125086" y="2911863"/>
            <a:ext cx="250032" cy="249239"/>
          </a:xfrm>
          <a:custGeom>
            <a:avLst/>
            <a:gdLst/>
            <a:ahLst/>
            <a:cxnLst>
              <a:cxn ang="0">
                <a:pos x="198" y="170"/>
              </a:cxn>
              <a:cxn ang="0">
                <a:pos x="163" y="135"/>
              </a:cxn>
              <a:cxn ang="0">
                <a:pos x="149" y="130"/>
              </a:cxn>
              <a:cxn ang="0">
                <a:pos x="128" y="109"/>
              </a:cxn>
              <a:cxn ang="0">
                <a:pos x="120" y="26"/>
              </a:cxn>
              <a:cxn ang="0">
                <a:pos x="26" y="26"/>
              </a:cxn>
              <a:cxn ang="0">
                <a:pos x="26" y="120"/>
              </a:cxn>
              <a:cxn ang="0">
                <a:pos x="111" y="128"/>
              </a:cxn>
              <a:cxn ang="0">
                <a:pos x="131" y="148"/>
              </a:cxn>
              <a:cxn ang="0">
                <a:pos x="136" y="162"/>
              </a:cxn>
              <a:cxn ang="0">
                <a:pos x="171" y="197"/>
              </a:cxn>
              <a:cxn ang="0">
                <a:pos x="198" y="197"/>
              </a:cxn>
              <a:cxn ang="0">
                <a:pos x="198" y="170"/>
              </a:cxn>
              <a:cxn ang="0">
                <a:pos x="45" y="101"/>
              </a:cxn>
              <a:cxn ang="0">
                <a:pos x="45" y="45"/>
              </a:cxn>
              <a:cxn ang="0">
                <a:pos x="101" y="45"/>
              </a:cxn>
              <a:cxn ang="0">
                <a:pos x="101" y="101"/>
              </a:cxn>
              <a:cxn ang="0">
                <a:pos x="45" y="101"/>
              </a:cxn>
            </a:cxnLst>
            <a:rect l="0" t="0" r="r" b="b"/>
            <a:pathLst>
              <a:path w="205" h="204">
                <a:moveTo>
                  <a:pt x="198" y="170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1"/>
                  <a:pt x="154" y="129"/>
                  <a:pt x="149" y="130"/>
                </a:cubicBezTo>
                <a:cubicBezTo>
                  <a:pt x="128" y="109"/>
                  <a:pt x="128" y="109"/>
                  <a:pt x="128" y="109"/>
                </a:cubicBezTo>
                <a:cubicBezTo>
                  <a:pt x="145" y="83"/>
                  <a:pt x="142" y="49"/>
                  <a:pt x="120" y="26"/>
                </a:cubicBezTo>
                <a:cubicBezTo>
                  <a:pt x="94" y="0"/>
                  <a:pt x="52" y="0"/>
                  <a:pt x="26" y="26"/>
                </a:cubicBezTo>
                <a:cubicBezTo>
                  <a:pt x="0" y="52"/>
                  <a:pt x="0" y="94"/>
                  <a:pt x="26" y="120"/>
                </a:cubicBezTo>
                <a:cubicBezTo>
                  <a:pt x="49" y="143"/>
                  <a:pt x="85" y="146"/>
                  <a:pt x="111" y="12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31" y="153"/>
                  <a:pt x="132" y="158"/>
                  <a:pt x="136" y="162"/>
                </a:cubicBezTo>
                <a:cubicBezTo>
                  <a:pt x="171" y="197"/>
                  <a:pt x="171" y="197"/>
                  <a:pt x="171" y="197"/>
                </a:cubicBezTo>
                <a:cubicBezTo>
                  <a:pt x="178" y="204"/>
                  <a:pt x="191" y="204"/>
                  <a:pt x="198" y="197"/>
                </a:cubicBezTo>
                <a:cubicBezTo>
                  <a:pt x="205" y="189"/>
                  <a:pt x="205" y="177"/>
                  <a:pt x="198" y="170"/>
                </a:cubicBezTo>
                <a:close/>
                <a:moveTo>
                  <a:pt x="45" y="101"/>
                </a:moveTo>
                <a:cubicBezTo>
                  <a:pt x="29" y="86"/>
                  <a:pt x="29" y="60"/>
                  <a:pt x="45" y="45"/>
                </a:cubicBezTo>
                <a:cubicBezTo>
                  <a:pt x="60" y="30"/>
                  <a:pt x="85" y="30"/>
                  <a:pt x="101" y="45"/>
                </a:cubicBezTo>
                <a:cubicBezTo>
                  <a:pt x="116" y="60"/>
                  <a:pt x="116" y="86"/>
                  <a:pt x="101" y="101"/>
                </a:cubicBezTo>
                <a:cubicBezTo>
                  <a:pt x="85" y="116"/>
                  <a:pt x="60" y="116"/>
                  <a:pt x="45" y="101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1" name="i$liḋe-Freeform 17" descr="D:\51PPT模板网\51pptmoban.com\图片.jpg">
            <a:extLst>
              <a:ext uri="{FF2B5EF4-FFF2-40B4-BE49-F238E27FC236}">
                <a16:creationId xmlns:a16="http://schemas.microsoft.com/office/drawing/2014/main" id="{D17C5425-9D6B-24F7-E1D5-B51F5D7A4B29}"/>
              </a:ext>
            </a:extLst>
          </p:cNvPr>
          <p:cNvSpPr>
            <a:spLocks noChangeAspect="1"/>
          </p:cNvSpPr>
          <p:nvPr/>
        </p:nvSpPr>
        <p:spPr bwMode="auto">
          <a:xfrm>
            <a:off x="1062742" y="3964809"/>
            <a:ext cx="400051" cy="239713"/>
          </a:xfrm>
          <a:custGeom>
            <a:avLst/>
            <a:gdLst/>
            <a:ahLst/>
            <a:cxnLst>
              <a:cxn ang="0">
                <a:pos x="257" y="55"/>
              </a:cxn>
              <a:cxn ang="0">
                <a:pos x="253" y="55"/>
              </a:cxn>
              <a:cxn ang="0">
                <a:pos x="164" y="0"/>
              </a:cxn>
              <a:cxn ang="0">
                <a:pos x="75" y="55"/>
              </a:cxn>
              <a:cxn ang="0">
                <a:pos x="71" y="54"/>
              </a:cxn>
              <a:cxn ang="0">
                <a:pos x="0" y="125"/>
              </a:cxn>
              <a:cxn ang="0">
                <a:pos x="71" y="196"/>
              </a:cxn>
              <a:cxn ang="0">
                <a:pos x="139" y="196"/>
              </a:cxn>
              <a:cxn ang="0">
                <a:pos x="139" y="165"/>
              </a:cxn>
              <a:cxn ang="0">
                <a:pos x="82" y="165"/>
              </a:cxn>
              <a:cxn ang="0">
                <a:pos x="165" y="91"/>
              </a:cxn>
              <a:cxn ang="0">
                <a:pos x="248" y="165"/>
              </a:cxn>
              <a:cxn ang="0">
                <a:pos x="184" y="165"/>
              </a:cxn>
              <a:cxn ang="0">
                <a:pos x="184" y="196"/>
              </a:cxn>
              <a:cxn ang="0">
                <a:pos x="257" y="196"/>
              </a:cxn>
              <a:cxn ang="0">
                <a:pos x="328" y="125"/>
              </a:cxn>
              <a:cxn ang="0">
                <a:pos x="257" y="55"/>
              </a:cxn>
            </a:cxnLst>
            <a:rect l="0" t="0" r="r" b="b"/>
            <a:pathLst>
              <a:path w="328" h="196">
                <a:moveTo>
                  <a:pt x="257" y="55"/>
                </a:moveTo>
                <a:cubicBezTo>
                  <a:pt x="256" y="55"/>
                  <a:pt x="255" y="55"/>
                  <a:pt x="253" y="55"/>
                </a:cubicBezTo>
                <a:cubicBezTo>
                  <a:pt x="237" y="22"/>
                  <a:pt x="203" y="0"/>
                  <a:pt x="164" y="0"/>
                </a:cubicBezTo>
                <a:cubicBezTo>
                  <a:pt x="125" y="0"/>
                  <a:pt x="92" y="22"/>
                  <a:pt x="75" y="55"/>
                </a:cubicBezTo>
                <a:cubicBezTo>
                  <a:pt x="74" y="55"/>
                  <a:pt x="72" y="54"/>
                  <a:pt x="71" y="54"/>
                </a:cubicBezTo>
                <a:cubicBezTo>
                  <a:pt x="32" y="54"/>
                  <a:pt x="0" y="86"/>
                  <a:pt x="0" y="125"/>
                </a:cubicBezTo>
                <a:cubicBezTo>
                  <a:pt x="0" y="165"/>
                  <a:pt x="32" y="196"/>
                  <a:pt x="71" y="196"/>
                </a:cubicBezTo>
                <a:cubicBezTo>
                  <a:pt x="139" y="196"/>
                  <a:pt x="139" y="196"/>
                  <a:pt x="139" y="196"/>
                </a:cubicBezTo>
                <a:cubicBezTo>
                  <a:pt x="139" y="165"/>
                  <a:pt x="139" y="165"/>
                  <a:pt x="139" y="165"/>
                </a:cubicBezTo>
                <a:cubicBezTo>
                  <a:pt x="82" y="165"/>
                  <a:pt x="82" y="165"/>
                  <a:pt x="82" y="165"/>
                </a:cubicBezTo>
                <a:cubicBezTo>
                  <a:pt x="165" y="91"/>
                  <a:pt x="165" y="91"/>
                  <a:pt x="165" y="91"/>
                </a:cubicBezTo>
                <a:cubicBezTo>
                  <a:pt x="248" y="165"/>
                  <a:pt x="248" y="165"/>
                  <a:pt x="248" y="165"/>
                </a:cubicBezTo>
                <a:cubicBezTo>
                  <a:pt x="184" y="165"/>
                  <a:pt x="184" y="165"/>
                  <a:pt x="184" y="165"/>
                </a:cubicBezTo>
                <a:cubicBezTo>
                  <a:pt x="184" y="196"/>
                  <a:pt x="184" y="196"/>
                  <a:pt x="184" y="196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97" y="196"/>
                  <a:pt x="328" y="165"/>
                  <a:pt x="328" y="125"/>
                </a:cubicBezTo>
                <a:cubicBezTo>
                  <a:pt x="328" y="86"/>
                  <a:pt x="297" y="55"/>
                  <a:pt x="257" y="5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solidFill>
                <a:srgbClr val="404040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32" name="i$liḋe-Freeform 18">
            <a:extLst>
              <a:ext uri="{FF2B5EF4-FFF2-40B4-BE49-F238E27FC236}">
                <a16:creationId xmlns:a16="http://schemas.microsoft.com/office/drawing/2014/main" id="{E7484BA3-21F0-AE9A-3249-79F81D2EA79A}"/>
              </a:ext>
            </a:extLst>
          </p:cNvPr>
          <p:cNvSpPr>
            <a:spLocks noChangeAspect="1"/>
          </p:cNvSpPr>
          <p:nvPr/>
        </p:nvSpPr>
        <p:spPr bwMode="auto">
          <a:xfrm>
            <a:off x="1125086" y="5017753"/>
            <a:ext cx="247651" cy="245269"/>
          </a:xfrm>
          <a:custGeom>
            <a:avLst/>
            <a:gdLst/>
            <a:ahLst/>
            <a:cxnLst>
              <a:cxn ang="0">
                <a:pos x="127" y="99"/>
              </a:cxn>
              <a:cxn ang="0">
                <a:pos x="169" y="99"/>
              </a:cxn>
              <a:cxn ang="0">
                <a:pos x="192" y="78"/>
              </a:cxn>
              <a:cxn ang="0">
                <a:pos x="200" y="47"/>
              </a:cxn>
              <a:cxn ang="0">
                <a:pos x="199" y="49"/>
              </a:cxn>
              <a:cxn ang="0">
                <a:pos x="171" y="74"/>
              </a:cxn>
              <a:cxn ang="0">
                <a:pos x="133" y="73"/>
              </a:cxn>
              <a:cxn ang="0">
                <a:pos x="133" y="72"/>
              </a:cxn>
              <a:cxn ang="0">
                <a:pos x="133" y="33"/>
              </a:cxn>
              <a:cxn ang="0">
                <a:pos x="161" y="8"/>
              </a:cxn>
              <a:cxn ang="0">
                <a:pos x="163" y="6"/>
              </a:cxn>
              <a:cxn ang="0">
                <a:pos x="129" y="10"/>
              </a:cxn>
              <a:cxn ang="0">
                <a:pos x="106" y="32"/>
              </a:cxn>
              <a:cxn ang="0">
                <a:pos x="105" y="75"/>
              </a:cxn>
              <a:cxn ang="0">
                <a:pos x="109" y="79"/>
              </a:cxn>
              <a:cxn ang="0">
                <a:pos x="97" y="91"/>
              </a:cxn>
              <a:cxn ang="0">
                <a:pos x="43" y="32"/>
              </a:cxn>
              <a:cxn ang="0">
                <a:pos x="25" y="27"/>
              </a:cxn>
              <a:cxn ang="0">
                <a:pos x="21" y="31"/>
              </a:cxn>
              <a:cxn ang="0">
                <a:pos x="26" y="48"/>
              </a:cxn>
              <a:cxn ang="0">
                <a:pos x="80" y="106"/>
              </a:cxn>
              <a:cxn ang="0">
                <a:pos x="66" y="119"/>
              </a:cxn>
              <a:cxn ang="0">
                <a:pos x="45" y="123"/>
              </a:cxn>
              <a:cxn ang="0">
                <a:pos x="9" y="157"/>
              </a:cxn>
              <a:cxn ang="0">
                <a:pos x="8" y="187"/>
              </a:cxn>
              <a:cxn ang="0">
                <a:pos x="8" y="188"/>
              </a:cxn>
              <a:cxn ang="0">
                <a:pos x="39" y="190"/>
              </a:cxn>
              <a:cxn ang="0">
                <a:pos x="76" y="156"/>
              </a:cxn>
              <a:cxn ang="0">
                <a:pos x="81" y="136"/>
              </a:cxn>
              <a:cxn ang="0">
                <a:pos x="96" y="122"/>
              </a:cxn>
              <a:cxn ang="0">
                <a:pos x="107" y="134"/>
              </a:cxn>
              <a:cxn ang="0">
                <a:pos x="111" y="155"/>
              </a:cxn>
              <a:cxn ang="0">
                <a:pos x="145" y="192"/>
              </a:cxn>
              <a:cxn ang="0">
                <a:pos x="175" y="193"/>
              </a:cxn>
              <a:cxn ang="0">
                <a:pos x="176" y="192"/>
              </a:cxn>
              <a:cxn ang="0">
                <a:pos x="178" y="161"/>
              </a:cxn>
              <a:cxn ang="0">
                <a:pos x="144" y="125"/>
              </a:cxn>
              <a:cxn ang="0">
                <a:pos x="123" y="119"/>
              </a:cxn>
              <a:cxn ang="0">
                <a:pos x="112" y="107"/>
              </a:cxn>
              <a:cxn ang="0">
                <a:pos x="124" y="96"/>
              </a:cxn>
              <a:cxn ang="0">
                <a:pos x="127" y="99"/>
              </a:cxn>
            </a:cxnLst>
            <a:rect l="0" t="0" r="r" b="b"/>
            <a:pathLst>
              <a:path w="203" h="201">
                <a:moveTo>
                  <a:pt x="127" y="99"/>
                </a:moveTo>
                <a:cubicBezTo>
                  <a:pt x="138" y="110"/>
                  <a:pt x="157" y="110"/>
                  <a:pt x="169" y="99"/>
                </a:cubicBezTo>
                <a:cubicBezTo>
                  <a:pt x="192" y="78"/>
                  <a:pt x="192" y="78"/>
                  <a:pt x="192" y="78"/>
                </a:cubicBezTo>
                <a:cubicBezTo>
                  <a:pt x="201" y="70"/>
                  <a:pt x="203" y="58"/>
                  <a:pt x="200" y="47"/>
                </a:cubicBezTo>
                <a:cubicBezTo>
                  <a:pt x="200" y="48"/>
                  <a:pt x="199" y="48"/>
                  <a:pt x="199" y="49"/>
                </a:cubicBezTo>
                <a:cubicBezTo>
                  <a:pt x="171" y="74"/>
                  <a:pt x="171" y="74"/>
                  <a:pt x="171" y="74"/>
                </a:cubicBezTo>
                <a:cubicBezTo>
                  <a:pt x="161" y="84"/>
                  <a:pt x="143" y="84"/>
                  <a:pt x="133" y="73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23" y="62"/>
                  <a:pt x="123" y="43"/>
                  <a:pt x="133" y="33"/>
                </a:cubicBezTo>
                <a:cubicBezTo>
                  <a:pt x="161" y="8"/>
                  <a:pt x="161" y="8"/>
                  <a:pt x="161" y="8"/>
                </a:cubicBezTo>
                <a:cubicBezTo>
                  <a:pt x="161" y="7"/>
                  <a:pt x="162" y="7"/>
                  <a:pt x="163" y="6"/>
                </a:cubicBezTo>
                <a:cubicBezTo>
                  <a:pt x="152" y="0"/>
                  <a:pt x="139" y="2"/>
                  <a:pt x="129" y="10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94" y="43"/>
                  <a:pt x="94" y="64"/>
                  <a:pt x="105" y="75"/>
                </a:cubicBezTo>
                <a:cubicBezTo>
                  <a:pt x="109" y="79"/>
                  <a:pt x="109" y="79"/>
                  <a:pt x="109" y="79"/>
                </a:cubicBezTo>
                <a:cubicBezTo>
                  <a:pt x="97" y="91"/>
                  <a:pt x="97" y="91"/>
                  <a:pt x="97" y="91"/>
                </a:cubicBezTo>
                <a:cubicBezTo>
                  <a:pt x="43" y="32"/>
                  <a:pt x="43" y="32"/>
                  <a:pt x="43" y="32"/>
                </a:cubicBezTo>
                <a:cubicBezTo>
                  <a:pt x="25" y="27"/>
                  <a:pt x="25" y="27"/>
                  <a:pt x="25" y="27"/>
                </a:cubicBezTo>
                <a:cubicBezTo>
                  <a:pt x="21" y="31"/>
                  <a:pt x="21" y="31"/>
                  <a:pt x="21" y="31"/>
                </a:cubicBezTo>
                <a:cubicBezTo>
                  <a:pt x="26" y="48"/>
                  <a:pt x="26" y="48"/>
                  <a:pt x="26" y="48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66" y="119"/>
                  <a:pt x="66" y="119"/>
                  <a:pt x="66" y="119"/>
                </a:cubicBezTo>
                <a:cubicBezTo>
                  <a:pt x="59" y="116"/>
                  <a:pt x="51" y="118"/>
                  <a:pt x="45" y="123"/>
                </a:cubicBezTo>
                <a:cubicBezTo>
                  <a:pt x="9" y="157"/>
                  <a:pt x="9" y="157"/>
                  <a:pt x="9" y="157"/>
                </a:cubicBezTo>
                <a:cubicBezTo>
                  <a:pt x="0" y="165"/>
                  <a:pt x="0" y="179"/>
                  <a:pt x="8" y="187"/>
                </a:cubicBezTo>
                <a:cubicBezTo>
                  <a:pt x="8" y="188"/>
                  <a:pt x="8" y="188"/>
                  <a:pt x="8" y="188"/>
                </a:cubicBezTo>
                <a:cubicBezTo>
                  <a:pt x="16" y="197"/>
                  <a:pt x="31" y="198"/>
                  <a:pt x="39" y="190"/>
                </a:cubicBezTo>
                <a:cubicBezTo>
                  <a:pt x="76" y="156"/>
                  <a:pt x="76" y="156"/>
                  <a:pt x="76" y="156"/>
                </a:cubicBezTo>
                <a:cubicBezTo>
                  <a:pt x="81" y="151"/>
                  <a:pt x="83" y="143"/>
                  <a:pt x="81" y="136"/>
                </a:cubicBezTo>
                <a:cubicBezTo>
                  <a:pt x="96" y="122"/>
                  <a:pt x="96" y="122"/>
                  <a:pt x="96" y="122"/>
                </a:cubicBezTo>
                <a:cubicBezTo>
                  <a:pt x="107" y="134"/>
                  <a:pt x="107" y="134"/>
                  <a:pt x="107" y="134"/>
                </a:cubicBezTo>
                <a:cubicBezTo>
                  <a:pt x="104" y="141"/>
                  <a:pt x="106" y="149"/>
                  <a:pt x="111" y="155"/>
                </a:cubicBezTo>
                <a:cubicBezTo>
                  <a:pt x="145" y="192"/>
                  <a:pt x="145" y="192"/>
                  <a:pt x="145" y="192"/>
                </a:cubicBezTo>
                <a:cubicBezTo>
                  <a:pt x="153" y="200"/>
                  <a:pt x="167" y="201"/>
                  <a:pt x="175" y="193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185" y="184"/>
                  <a:pt x="186" y="170"/>
                  <a:pt x="178" y="161"/>
                </a:cubicBezTo>
                <a:cubicBezTo>
                  <a:pt x="144" y="125"/>
                  <a:pt x="144" y="125"/>
                  <a:pt x="144" y="125"/>
                </a:cubicBezTo>
                <a:cubicBezTo>
                  <a:pt x="139" y="119"/>
                  <a:pt x="131" y="117"/>
                  <a:pt x="123" y="119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24" y="96"/>
                  <a:pt x="124" y="96"/>
                  <a:pt x="124" y="96"/>
                </a:cubicBezTo>
                <a:lnTo>
                  <a:pt x="127" y="99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kern="0">
              <a:solidFill>
                <a:srgbClr val="404040"/>
              </a:solidFill>
              <a:cs typeface="+mn-ea"/>
              <a:sym typeface="字魂59号-创粗黑" panose="00000500000000000000" pitchFamily="2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BA68076-9276-DE62-0319-2D2766A1201C}"/>
              </a:ext>
            </a:extLst>
          </p:cNvPr>
          <p:cNvGrpSpPr/>
          <p:nvPr/>
        </p:nvGrpSpPr>
        <p:grpSpPr>
          <a:xfrm>
            <a:off x="1687120" y="1556242"/>
            <a:ext cx="2966425" cy="816522"/>
            <a:chOff x="283598" y="1906534"/>
            <a:chExt cx="2966425" cy="81652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D98F3FE-C271-CFAC-C098-1C61D58D1F8D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33D6E88-7E25-92EC-F50F-FD1CA25FC9CF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B88AA6E-DF13-805F-A743-613E64D2EA7F}"/>
              </a:ext>
            </a:extLst>
          </p:cNvPr>
          <p:cNvGrpSpPr/>
          <p:nvPr/>
        </p:nvGrpSpPr>
        <p:grpSpPr>
          <a:xfrm>
            <a:off x="1687120" y="2666542"/>
            <a:ext cx="2966425" cy="816522"/>
            <a:chOff x="283598" y="1906534"/>
            <a:chExt cx="2966425" cy="8165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0750021-5BBE-1A24-FA54-9CF5B4AFFA44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81E8188-FCE6-B8F5-9C70-372575E95D08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1A0A8F4-DDDE-7DAF-6D9D-CE53CAABA162}"/>
              </a:ext>
            </a:extLst>
          </p:cNvPr>
          <p:cNvGrpSpPr/>
          <p:nvPr/>
        </p:nvGrpSpPr>
        <p:grpSpPr>
          <a:xfrm>
            <a:off x="1687120" y="3776842"/>
            <a:ext cx="2966425" cy="816522"/>
            <a:chOff x="283598" y="1906534"/>
            <a:chExt cx="2966425" cy="816522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1246AD0-F171-4388-8382-12EDE19F6CBC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A531DBF-EED2-8903-0329-4EC8B410341F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709BA74-9BCA-2B11-6E13-7693E6C0E7AB}"/>
              </a:ext>
            </a:extLst>
          </p:cNvPr>
          <p:cNvGrpSpPr/>
          <p:nvPr/>
        </p:nvGrpSpPr>
        <p:grpSpPr>
          <a:xfrm>
            <a:off x="1687120" y="4887142"/>
            <a:ext cx="2966425" cy="816522"/>
            <a:chOff x="283598" y="1906534"/>
            <a:chExt cx="2966425" cy="81652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8FE0061-7C8F-37B9-0D78-3E58CFB2621F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046C41C-D624-340C-7617-17835FA48464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876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2B186-FFDA-4633-840D-0B7FF0BD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D8B803C-D6E5-C53D-E9CE-B230709B89DF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051C60BE-F6C4-79D1-FC31-0EB21530F6D5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74AB56-E0AD-9C0D-2A25-F579CC7FA67D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7111893-449E-BCA8-2571-079B97048F52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CAAC960A-6759-A7DB-4CF8-D5B4C90501EF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B5B24A4-4B63-D6C2-A0F9-E4746CE1AF3E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B1E0A60-4762-4CCE-3C78-702F4A9B61AC}"/>
              </a:ext>
            </a:extLst>
          </p:cNvPr>
          <p:cNvSpPr/>
          <p:nvPr/>
        </p:nvSpPr>
        <p:spPr>
          <a:xfrm flipH="1">
            <a:off x="947738" y="1379225"/>
            <a:ext cx="2350548" cy="3124508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11" name="组合 10" descr="D:\51PPT模板网\51pptmoban.com\图片.jpg">
            <a:extLst>
              <a:ext uri="{FF2B5EF4-FFF2-40B4-BE49-F238E27FC236}">
                <a16:creationId xmlns:a16="http://schemas.microsoft.com/office/drawing/2014/main" id="{EF1F5CE5-05C5-4498-17C1-E91BA6E7A65F}"/>
              </a:ext>
            </a:extLst>
          </p:cNvPr>
          <p:cNvGrpSpPr/>
          <p:nvPr/>
        </p:nvGrpSpPr>
        <p:grpSpPr>
          <a:xfrm>
            <a:off x="1875215" y="1858297"/>
            <a:ext cx="503654" cy="582350"/>
            <a:chOff x="3017838" y="2103438"/>
            <a:chExt cx="152400" cy="176213"/>
          </a:xfrm>
          <a:solidFill>
            <a:schemeClr val="bg1"/>
          </a:solidFill>
        </p:grpSpPr>
        <p:sp>
          <p:nvSpPr>
            <p:cNvPr id="12" name="Freeform 431">
              <a:extLst>
                <a:ext uri="{FF2B5EF4-FFF2-40B4-BE49-F238E27FC236}">
                  <a16:creationId xmlns:a16="http://schemas.microsoft.com/office/drawing/2014/main" id="{D05C5803-293D-8833-68FF-2E617066D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7838" y="2103438"/>
              <a:ext cx="152400" cy="176213"/>
            </a:xfrm>
            <a:custGeom>
              <a:avLst/>
              <a:gdLst>
                <a:gd name="T0" fmla="*/ 218 w 248"/>
                <a:gd name="T1" fmla="*/ 40 h 287"/>
                <a:gd name="T2" fmla="*/ 218 w 248"/>
                <a:gd name="T3" fmla="*/ 24 h 287"/>
                <a:gd name="T4" fmla="*/ 193 w 248"/>
                <a:gd name="T5" fmla="*/ 0 h 287"/>
                <a:gd name="T6" fmla="*/ 167 w 248"/>
                <a:gd name="T7" fmla="*/ 24 h 287"/>
                <a:gd name="T8" fmla="*/ 167 w 248"/>
                <a:gd name="T9" fmla="*/ 40 h 287"/>
                <a:gd name="T10" fmla="*/ 150 w 248"/>
                <a:gd name="T11" fmla="*/ 40 h 287"/>
                <a:gd name="T12" fmla="*/ 150 w 248"/>
                <a:gd name="T13" fmla="*/ 24 h 287"/>
                <a:gd name="T14" fmla="*/ 124 w 248"/>
                <a:gd name="T15" fmla="*/ 0 h 287"/>
                <a:gd name="T16" fmla="*/ 98 w 248"/>
                <a:gd name="T17" fmla="*/ 24 h 287"/>
                <a:gd name="T18" fmla="*/ 98 w 248"/>
                <a:gd name="T19" fmla="*/ 40 h 287"/>
                <a:gd name="T20" fmla="*/ 81 w 248"/>
                <a:gd name="T21" fmla="*/ 40 h 287"/>
                <a:gd name="T22" fmla="*/ 81 w 248"/>
                <a:gd name="T23" fmla="*/ 24 h 287"/>
                <a:gd name="T24" fmla="*/ 55 w 248"/>
                <a:gd name="T25" fmla="*/ 0 h 287"/>
                <a:gd name="T26" fmla="*/ 29 w 248"/>
                <a:gd name="T27" fmla="*/ 24 h 287"/>
                <a:gd name="T28" fmla="*/ 29 w 248"/>
                <a:gd name="T29" fmla="*/ 40 h 287"/>
                <a:gd name="T30" fmla="*/ 0 w 248"/>
                <a:gd name="T31" fmla="*/ 40 h 287"/>
                <a:gd name="T32" fmla="*/ 0 w 248"/>
                <a:gd name="T33" fmla="*/ 287 h 287"/>
                <a:gd name="T34" fmla="*/ 248 w 248"/>
                <a:gd name="T35" fmla="*/ 287 h 287"/>
                <a:gd name="T36" fmla="*/ 248 w 248"/>
                <a:gd name="T37" fmla="*/ 40 h 287"/>
                <a:gd name="T38" fmla="*/ 218 w 248"/>
                <a:gd name="T39" fmla="*/ 40 h 287"/>
                <a:gd name="T40" fmla="*/ 181 w 248"/>
                <a:gd name="T41" fmla="*/ 24 h 287"/>
                <a:gd name="T42" fmla="*/ 193 w 248"/>
                <a:gd name="T43" fmla="*/ 14 h 287"/>
                <a:gd name="T44" fmla="*/ 205 w 248"/>
                <a:gd name="T45" fmla="*/ 24 h 287"/>
                <a:gd name="T46" fmla="*/ 205 w 248"/>
                <a:gd name="T47" fmla="*/ 66 h 287"/>
                <a:gd name="T48" fmla="*/ 193 w 248"/>
                <a:gd name="T49" fmla="*/ 76 h 287"/>
                <a:gd name="T50" fmla="*/ 181 w 248"/>
                <a:gd name="T51" fmla="*/ 66 h 287"/>
                <a:gd name="T52" fmla="*/ 181 w 248"/>
                <a:gd name="T53" fmla="*/ 24 h 287"/>
                <a:gd name="T54" fmla="*/ 112 w 248"/>
                <a:gd name="T55" fmla="*/ 24 h 287"/>
                <a:gd name="T56" fmla="*/ 124 w 248"/>
                <a:gd name="T57" fmla="*/ 14 h 287"/>
                <a:gd name="T58" fmla="*/ 136 w 248"/>
                <a:gd name="T59" fmla="*/ 24 h 287"/>
                <a:gd name="T60" fmla="*/ 136 w 248"/>
                <a:gd name="T61" fmla="*/ 66 h 287"/>
                <a:gd name="T62" fmla="*/ 124 w 248"/>
                <a:gd name="T63" fmla="*/ 76 h 287"/>
                <a:gd name="T64" fmla="*/ 112 w 248"/>
                <a:gd name="T65" fmla="*/ 66 h 287"/>
                <a:gd name="T66" fmla="*/ 112 w 248"/>
                <a:gd name="T67" fmla="*/ 24 h 287"/>
                <a:gd name="T68" fmla="*/ 43 w 248"/>
                <a:gd name="T69" fmla="*/ 24 h 287"/>
                <a:gd name="T70" fmla="*/ 55 w 248"/>
                <a:gd name="T71" fmla="*/ 14 h 287"/>
                <a:gd name="T72" fmla="*/ 67 w 248"/>
                <a:gd name="T73" fmla="*/ 24 h 287"/>
                <a:gd name="T74" fmla="*/ 67 w 248"/>
                <a:gd name="T75" fmla="*/ 66 h 287"/>
                <a:gd name="T76" fmla="*/ 55 w 248"/>
                <a:gd name="T77" fmla="*/ 76 h 287"/>
                <a:gd name="T78" fmla="*/ 43 w 248"/>
                <a:gd name="T79" fmla="*/ 66 h 287"/>
                <a:gd name="T80" fmla="*/ 43 w 248"/>
                <a:gd name="T81" fmla="*/ 24 h 287"/>
                <a:gd name="T82" fmla="*/ 227 w 248"/>
                <a:gd name="T83" fmla="*/ 267 h 287"/>
                <a:gd name="T84" fmla="*/ 21 w 248"/>
                <a:gd name="T85" fmla="*/ 267 h 287"/>
                <a:gd name="T86" fmla="*/ 21 w 248"/>
                <a:gd name="T87" fmla="*/ 95 h 287"/>
                <a:gd name="T88" fmla="*/ 227 w 248"/>
                <a:gd name="T89" fmla="*/ 95 h 287"/>
                <a:gd name="T90" fmla="*/ 227 w 248"/>
                <a:gd name="T91" fmla="*/ 267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8" h="287">
                  <a:moveTo>
                    <a:pt x="218" y="40"/>
                  </a:moveTo>
                  <a:cubicBezTo>
                    <a:pt x="218" y="24"/>
                    <a:pt x="218" y="24"/>
                    <a:pt x="218" y="24"/>
                  </a:cubicBezTo>
                  <a:cubicBezTo>
                    <a:pt x="218" y="9"/>
                    <a:pt x="209" y="0"/>
                    <a:pt x="193" y="0"/>
                  </a:cubicBezTo>
                  <a:cubicBezTo>
                    <a:pt x="177" y="0"/>
                    <a:pt x="167" y="9"/>
                    <a:pt x="167" y="24"/>
                  </a:cubicBezTo>
                  <a:cubicBezTo>
                    <a:pt x="167" y="40"/>
                    <a:pt x="167" y="40"/>
                    <a:pt x="167" y="40"/>
                  </a:cubicBezTo>
                  <a:cubicBezTo>
                    <a:pt x="150" y="40"/>
                    <a:pt x="150" y="40"/>
                    <a:pt x="150" y="40"/>
                  </a:cubicBezTo>
                  <a:cubicBezTo>
                    <a:pt x="150" y="24"/>
                    <a:pt x="150" y="24"/>
                    <a:pt x="150" y="24"/>
                  </a:cubicBezTo>
                  <a:cubicBezTo>
                    <a:pt x="150" y="9"/>
                    <a:pt x="140" y="0"/>
                    <a:pt x="124" y="0"/>
                  </a:cubicBezTo>
                  <a:cubicBezTo>
                    <a:pt x="108" y="0"/>
                    <a:pt x="98" y="9"/>
                    <a:pt x="98" y="24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9"/>
                    <a:pt x="71" y="0"/>
                    <a:pt x="55" y="0"/>
                  </a:cubicBezTo>
                  <a:cubicBezTo>
                    <a:pt x="39" y="0"/>
                    <a:pt x="29" y="9"/>
                    <a:pt x="29" y="24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248" y="287"/>
                    <a:pt x="248" y="287"/>
                    <a:pt x="248" y="287"/>
                  </a:cubicBezTo>
                  <a:cubicBezTo>
                    <a:pt x="248" y="40"/>
                    <a:pt x="248" y="40"/>
                    <a:pt x="248" y="40"/>
                  </a:cubicBezTo>
                  <a:lnTo>
                    <a:pt x="218" y="40"/>
                  </a:lnTo>
                  <a:close/>
                  <a:moveTo>
                    <a:pt x="181" y="24"/>
                  </a:moveTo>
                  <a:cubicBezTo>
                    <a:pt x="181" y="17"/>
                    <a:pt x="184" y="14"/>
                    <a:pt x="193" y="14"/>
                  </a:cubicBezTo>
                  <a:cubicBezTo>
                    <a:pt x="201" y="14"/>
                    <a:pt x="205" y="17"/>
                    <a:pt x="205" y="24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73"/>
                    <a:pt x="201" y="76"/>
                    <a:pt x="193" y="76"/>
                  </a:cubicBezTo>
                  <a:cubicBezTo>
                    <a:pt x="184" y="76"/>
                    <a:pt x="181" y="73"/>
                    <a:pt x="181" y="66"/>
                  </a:cubicBezTo>
                  <a:lnTo>
                    <a:pt x="181" y="24"/>
                  </a:lnTo>
                  <a:close/>
                  <a:moveTo>
                    <a:pt x="112" y="24"/>
                  </a:moveTo>
                  <a:cubicBezTo>
                    <a:pt x="112" y="17"/>
                    <a:pt x="115" y="14"/>
                    <a:pt x="124" y="14"/>
                  </a:cubicBezTo>
                  <a:cubicBezTo>
                    <a:pt x="132" y="14"/>
                    <a:pt x="136" y="17"/>
                    <a:pt x="136" y="24"/>
                  </a:cubicBezTo>
                  <a:cubicBezTo>
                    <a:pt x="136" y="66"/>
                    <a:pt x="136" y="66"/>
                    <a:pt x="136" y="66"/>
                  </a:cubicBezTo>
                  <a:cubicBezTo>
                    <a:pt x="136" y="73"/>
                    <a:pt x="132" y="76"/>
                    <a:pt x="124" y="76"/>
                  </a:cubicBezTo>
                  <a:cubicBezTo>
                    <a:pt x="115" y="76"/>
                    <a:pt x="112" y="73"/>
                    <a:pt x="112" y="66"/>
                  </a:cubicBezTo>
                  <a:lnTo>
                    <a:pt x="112" y="24"/>
                  </a:lnTo>
                  <a:close/>
                  <a:moveTo>
                    <a:pt x="43" y="24"/>
                  </a:moveTo>
                  <a:cubicBezTo>
                    <a:pt x="43" y="17"/>
                    <a:pt x="47" y="14"/>
                    <a:pt x="55" y="14"/>
                  </a:cubicBezTo>
                  <a:cubicBezTo>
                    <a:pt x="64" y="14"/>
                    <a:pt x="67" y="17"/>
                    <a:pt x="67" y="24"/>
                  </a:cubicBezTo>
                  <a:cubicBezTo>
                    <a:pt x="67" y="66"/>
                    <a:pt x="67" y="66"/>
                    <a:pt x="67" y="66"/>
                  </a:cubicBezTo>
                  <a:cubicBezTo>
                    <a:pt x="67" y="73"/>
                    <a:pt x="64" y="76"/>
                    <a:pt x="55" y="76"/>
                  </a:cubicBezTo>
                  <a:cubicBezTo>
                    <a:pt x="47" y="76"/>
                    <a:pt x="43" y="73"/>
                    <a:pt x="43" y="66"/>
                  </a:cubicBezTo>
                  <a:lnTo>
                    <a:pt x="43" y="24"/>
                  </a:lnTo>
                  <a:close/>
                  <a:moveTo>
                    <a:pt x="227" y="267"/>
                  </a:moveTo>
                  <a:cubicBezTo>
                    <a:pt x="21" y="267"/>
                    <a:pt x="21" y="267"/>
                    <a:pt x="21" y="267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27" y="95"/>
                    <a:pt x="227" y="95"/>
                    <a:pt x="227" y="95"/>
                  </a:cubicBezTo>
                  <a:lnTo>
                    <a:pt x="22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13" name="Freeform 432">
              <a:extLst>
                <a:ext uri="{FF2B5EF4-FFF2-40B4-BE49-F238E27FC236}">
                  <a16:creationId xmlns:a16="http://schemas.microsoft.com/office/drawing/2014/main" id="{A2B518E0-8329-C559-6A15-74FA382851D4}"/>
                </a:ext>
              </a:extLst>
            </p:cNvPr>
            <p:cNvSpPr/>
            <p:nvPr/>
          </p:nvSpPr>
          <p:spPr bwMode="auto">
            <a:xfrm>
              <a:off x="3052763" y="2182813"/>
              <a:ext cx="41275" cy="63500"/>
            </a:xfrm>
            <a:custGeom>
              <a:avLst/>
              <a:gdLst>
                <a:gd name="T0" fmla="*/ 66 w 66"/>
                <a:gd name="T1" fmla="*/ 70 h 102"/>
                <a:gd name="T2" fmla="*/ 42 w 66"/>
                <a:gd name="T3" fmla="*/ 46 h 102"/>
                <a:gd name="T4" fmla="*/ 42 w 66"/>
                <a:gd name="T5" fmla="*/ 45 h 102"/>
                <a:gd name="T6" fmla="*/ 64 w 66"/>
                <a:gd name="T7" fmla="*/ 21 h 102"/>
                <a:gd name="T8" fmla="*/ 31 w 66"/>
                <a:gd name="T9" fmla="*/ 0 h 102"/>
                <a:gd name="T10" fmla="*/ 3 w 66"/>
                <a:gd name="T11" fmla="*/ 5 h 102"/>
                <a:gd name="T12" fmla="*/ 5 w 66"/>
                <a:gd name="T13" fmla="*/ 22 h 102"/>
                <a:gd name="T14" fmla="*/ 26 w 66"/>
                <a:gd name="T15" fmla="*/ 17 h 102"/>
                <a:gd name="T16" fmla="*/ 40 w 66"/>
                <a:gd name="T17" fmla="*/ 27 h 102"/>
                <a:gd name="T18" fmla="*/ 19 w 66"/>
                <a:gd name="T19" fmla="*/ 39 h 102"/>
                <a:gd name="T20" fmla="*/ 19 w 66"/>
                <a:gd name="T21" fmla="*/ 57 h 102"/>
                <a:gd name="T22" fmla="*/ 44 w 66"/>
                <a:gd name="T23" fmla="*/ 72 h 102"/>
                <a:gd name="T24" fmla="*/ 27 w 66"/>
                <a:gd name="T25" fmla="*/ 85 h 102"/>
                <a:gd name="T26" fmla="*/ 3 w 66"/>
                <a:gd name="T27" fmla="*/ 80 h 102"/>
                <a:gd name="T28" fmla="*/ 0 w 66"/>
                <a:gd name="T29" fmla="*/ 98 h 102"/>
                <a:gd name="T30" fmla="*/ 25 w 66"/>
                <a:gd name="T31" fmla="*/ 102 h 102"/>
                <a:gd name="T32" fmla="*/ 66 w 66"/>
                <a:gd name="T33" fmla="*/ 7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102">
                  <a:moveTo>
                    <a:pt x="66" y="70"/>
                  </a:moveTo>
                  <a:cubicBezTo>
                    <a:pt x="66" y="57"/>
                    <a:pt x="58" y="50"/>
                    <a:pt x="42" y="46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56" y="41"/>
                    <a:pt x="64" y="33"/>
                    <a:pt x="64" y="21"/>
                  </a:cubicBezTo>
                  <a:cubicBezTo>
                    <a:pt x="64" y="9"/>
                    <a:pt x="52" y="0"/>
                    <a:pt x="31" y="0"/>
                  </a:cubicBezTo>
                  <a:cubicBezTo>
                    <a:pt x="22" y="0"/>
                    <a:pt x="12" y="1"/>
                    <a:pt x="3" y="5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12" y="19"/>
                    <a:pt x="19" y="17"/>
                    <a:pt x="26" y="17"/>
                  </a:cubicBezTo>
                  <a:cubicBezTo>
                    <a:pt x="37" y="17"/>
                    <a:pt x="40" y="21"/>
                    <a:pt x="40" y="27"/>
                  </a:cubicBezTo>
                  <a:cubicBezTo>
                    <a:pt x="40" y="35"/>
                    <a:pt x="32" y="38"/>
                    <a:pt x="19" y="3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38" y="58"/>
                    <a:pt x="44" y="62"/>
                    <a:pt x="44" y="72"/>
                  </a:cubicBezTo>
                  <a:cubicBezTo>
                    <a:pt x="44" y="79"/>
                    <a:pt x="37" y="85"/>
                    <a:pt x="27" y="85"/>
                  </a:cubicBezTo>
                  <a:cubicBezTo>
                    <a:pt x="18" y="85"/>
                    <a:pt x="11" y="83"/>
                    <a:pt x="3" y="8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7" y="100"/>
                    <a:pt x="16" y="102"/>
                    <a:pt x="25" y="102"/>
                  </a:cubicBezTo>
                  <a:cubicBezTo>
                    <a:pt x="48" y="102"/>
                    <a:pt x="66" y="91"/>
                    <a:pt x="66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433">
              <a:extLst>
                <a:ext uri="{FF2B5EF4-FFF2-40B4-BE49-F238E27FC236}">
                  <a16:creationId xmlns:a16="http://schemas.microsoft.com/office/drawing/2014/main" id="{4010D5FD-8538-920D-963E-2AD22CC37A61}"/>
                </a:ext>
              </a:extLst>
            </p:cNvPr>
            <p:cNvSpPr/>
            <p:nvPr/>
          </p:nvSpPr>
          <p:spPr bwMode="auto">
            <a:xfrm>
              <a:off x="3103563" y="2184401"/>
              <a:ext cx="25400" cy="60325"/>
            </a:xfrm>
            <a:custGeom>
              <a:avLst/>
              <a:gdLst>
                <a:gd name="T0" fmla="*/ 8 w 16"/>
                <a:gd name="T1" fmla="*/ 10 h 38"/>
                <a:gd name="T2" fmla="*/ 8 w 16"/>
                <a:gd name="T3" fmla="*/ 38 h 38"/>
                <a:gd name="T4" fmla="*/ 16 w 16"/>
                <a:gd name="T5" fmla="*/ 38 h 38"/>
                <a:gd name="T6" fmla="*/ 16 w 16"/>
                <a:gd name="T7" fmla="*/ 0 h 38"/>
                <a:gd name="T8" fmla="*/ 12 w 16"/>
                <a:gd name="T9" fmla="*/ 0 h 38"/>
                <a:gd name="T10" fmla="*/ 0 w 16"/>
                <a:gd name="T11" fmla="*/ 6 h 38"/>
                <a:gd name="T12" fmla="*/ 1 w 16"/>
                <a:gd name="T13" fmla="*/ 13 h 38"/>
                <a:gd name="T14" fmla="*/ 8 w 16"/>
                <a:gd name="T15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8">
                  <a:moveTo>
                    <a:pt x="8" y="10"/>
                  </a:moveTo>
                  <a:lnTo>
                    <a:pt x="8" y="38"/>
                  </a:lnTo>
                  <a:lnTo>
                    <a:pt x="16" y="38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A5DD8EE0-530F-6B28-2B60-4E6E0CC730A5}"/>
              </a:ext>
            </a:extLst>
          </p:cNvPr>
          <p:cNvSpPr/>
          <p:nvPr/>
        </p:nvSpPr>
        <p:spPr>
          <a:xfrm flipH="1">
            <a:off x="6236686" y="1379225"/>
            <a:ext cx="2350548" cy="3124508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19" name="组合 18" descr="D:\51PPT模板网\51pptmoban.com\图片.jpg">
            <a:extLst>
              <a:ext uri="{FF2B5EF4-FFF2-40B4-BE49-F238E27FC236}">
                <a16:creationId xmlns:a16="http://schemas.microsoft.com/office/drawing/2014/main" id="{2A0F3E91-5864-2B5F-C9A7-1EFB68DC9D15}"/>
              </a:ext>
            </a:extLst>
          </p:cNvPr>
          <p:cNvGrpSpPr/>
          <p:nvPr/>
        </p:nvGrpSpPr>
        <p:grpSpPr>
          <a:xfrm>
            <a:off x="7064252" y="1873800"/>
            <a:ext cx="695448" cy="551344"/>
            <a:chOff x="6184901" y="6007101"/>
            <a:chExt cx="176213" cy="139700"/>
          </a:xfrm>
          <a:solidFill>
            <a:schemeClr val="bg1"/>
          </a:solidFill>
        </p:grpSpPr>
        <p:sp>
          <p:nvSpPr>
            <p:cNvPr id="20" name="Freeform 378">
              <a:extLst>
                <a:ext uri="{FF2B5EF4-FFF2-40B4-BE49-F238E27FC236}">
                  <a16:creationId xmlns:a16="http://schemas.microsoft.com/office/drawing/2014/main" id="{A35FCC42-D4BB-C270-EBE5-C3BAB293B51A}"/>
                </a:ext>
              </a:extLst>
            </p:cNvPr>
            <p:cNvSpPr/>
            <p:nvPr/>
          </p:nvSpPr>
          <p:spPr bwMode="auto">
            <a:xfrm>
              <a:off x="6184901" y="6084888"/>
              <a:ext cx="176213" cy="61913"/>
            </a:xfrm>
            <a:custGeom>
              <a:avLst/>
              <a:gdLst>
                <a:gd name="T0" fmla="*/ 174 w 288"/>
                <a:gd name="T1" fmla="*/ 18 h 101"/>
                <a:gd name="T2" fmla="*/ 174 w 288"/>
                <a:gd name="T3" fmla="*/ 30 h 101"/>
                <a:gd name="T4" fmla="*/ 162 w 288"/>
                <a:gd name="T5" fmla="*/ 30 h 101"/>
                <a:gd name="T6" fmla="*/ 126 w 288"/>
                <a:gd name="T7" fmla="*/ 30 h 101"/>
                <a:gd name="T8" fmla="*/ 114 w 288"/>
                <a:gd name="T9" fmla="*/ 30 h 101"/>
                <a:gd name="T10" fmla="*/ 114 w 288"/>
                <a:gd name="T11" fmla="*/ 18 h 101"/>
                <a:gd name="T12" fmla="*/ 114 w 288"/>
                <a:gd name="T13" fmla="*/ 0 h 101"/>
                <a:gd name="T14" fmla="*/ 0 w 288"/>
                <a:gd name="T15" fmla="*/ 0 h 101"/>
                <a:gd name="T16" fmla="*/ 0 w 288"/>
                <a:gd name="T17" fmla="*/ 86 h 101"/>
                <a:gd name="T18" fmla="*/ 14 w 288"/>
                <a:gd name="T19" fmla="*/ 101 h 101"/>
                <a:gd name="T20" fmla="*/ 274 w 288"/>
                <a:gd name="T21" fmla="*/ 101 h 101"/>
                <a:gd name="T22" fmla="*/ 288 w 288"/>
                <a:gd name="T23" fmla="*/ 86 h 101"/>
                <a:gd name="T24" fmla="*/ 288 w 288"/>
                <a:gd name="T25" fmla="*/ 0 h 101"/>
                <a:gd name="T26" fmla="*/ 174 w 288"/>
                <a:gd name="T27" fmla="*/ 0 h 101"/>
                <a:gd name="T28" fmla="*/ 174 w 288"/>
                <a:gd name="T29" fmla="*/ 1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101">
                  <a:moveTo>
                    <a:pt x="174" y="18"/>
                  </a:moveTo>
                  <a:cubicBezTo>
                    <a:pt x="174" y="30"/>
                    <a:pt x="174" y="30"/>
                    <a:pt x="174" y="30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94"/>
                    <a:pt x="6" y="101"/>
                    <a:pt x="14" y="101"/>
                  </a:cubicBezTo>
                  <a:cubicBezTo>
                    <a:pt x="274" y="101"/>
                    <a:pt x="274" y="101"/>
                    <a:pt x="274" y="101"/>
                  </a:cubicBezTo>
                  <a:cubicBezTo>
                    <a:pt x="282" y="101"/>
                    <a:pt x="288" y="94"/>
                    <a:pt x="288" y="86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174" y="0"/>
                    <a:pt x="174" y="0"/>
                    <a:pt x="174" y="0"/>
                  </a:cubicBezTo>
                  <a:lnTo>
                    <a:pt x="174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1" name="Freeform 379">
              <a:extLst>
                <a:ext uri="{FF2B5EF4-FFF2-40B4-BE49-F238E27FC236}">
                  <a16:creationId xmlns:a16="http://schemas.microsoft.com/office/drawing/2014/main" id="{6944280D-064C-3772-4A53-6F84B18B9C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84901" y="6007101"/>
              <a:ext cx="176213" cy="68263"/>
            </a:xfrm>
            <a:custGeom>
              <a:avLst/>
              <a:gdLst>
                <a:gd name="T0" fmla="*/ 114 w 288"/>
                <a:gd name="T1" fmla="*/ 100 h 110"/>
                <a:gd name="T2" fmla="*/ 114 w 288"/>
                <a:gd name="T3" fmla="*/ 88 h 110"/>
                <a:gd name="T4" fmla="*/ 126 w 288"/>
                <a:gd name="T5" fmla="*/ 88 h 110"/>
                <a:gd name="T6" fmla="*/ 162 w 288"/>
                <a:gd name="T7" fmla="*/ 88 h 110"/>
                <a:gd name="T8" fmla="*/ 174 w 288"/>
                <a:gd name="T9" fmla="*/ 88 h 110"/>
                <a:gd name="T10" fmla="*/ 174 w 288"/>
                <a:gd name="T11" fmla="*/ 100 h 110"/>
                <a:gd name="T12" fmla="*/ 174 w 288"/>
                <a:gd name="T13" fmla="*/ 110 h 110"/>
                <a:gd name="T14" fmla="*/ 288 w 288"/>
                <a:gd name="T15" fmla="*/ 110 h 110"/>
                <a:gd name="T16" fmla="*/ 288 w 288"/>
                <a:gd name="T17" fmla="*/ 62 h 110"/>
                <a:gd name="T18" fmla="*/ 274 w 288"/>
                <a:gd name="T19" fmla="*/ 48 h 110"/>
                <a:gd name="T20" fmla="*/ 198 w 288"/>
                <a:gd name="T21" fmla="*/ 48 h 110"/>
                <a:gd name="T22" fmla="*/ 198 w 288"/>
                <a:gd name="T23" fmla="*/ 14 h 110"/>
                <a:gd name="T24" fmla="*/ 184 w 288"/>
                <a:gd name="T25" fmla="*/ 0 h 110"/>
                <a:gd name="T26" fmla="*/ 104 w 288"/>
                <a:gd name="T27" fmla="*/ 0 h 110"/>
                <a:gd name="T28" fmla="*/ 90 w 288"/>
                <a:gd name="T29" fmla="*/ 14 h 110"/>
                <a:gd name="T30" fmla="*/ 90 w 288"/>
                <a:gd name="T31" fmla="*/ 48 h 110"/>
                <a:gd name="T32" fmla="*/ 14 w 288"/>
                <a:gd name="T33" fmla="*/ 48 h 110"/>
                <a:gd name="T34" fmla="*/ 0 w 288"/>
                <a:gd name="T35" fmla="*/ 62 h 110"/>
                <a:gd name="T36" fmla="*/ 0 w 288"/>
                <a:gd name="T37" fmla="*/ 110 h 110"/>
                <a:gd name="T38" fmla="*/ 114 w 288"/>
                <a:gd name="T39" fmla="*/ 110 h 110"/>
                <a:gd name="T40" fmla="*/ 114 w 288"/>
                <a:gd name="T41" fmla="*/ 100 h 110"/>
                <a:gd name="T42" fmla="*/ 114 w 288"/>
                <a:gd name="T43" fmla="*/ 34 h 110"/>
                <a:gd name="T44" fmla="*/ 128 w 288"/>
                <a:gd name="T45" fmla="*/ 20 h 110"/>
                <a:gd name="T46" fmla="*/ 160 w 288"/>
                <a:gd name="T47" fmla="*/ 20 h 110"/>
                <a:gd name="T48" fmla="*/ 174 w 288"/>
                <a:gd name="T49" fmla="*/ 34 h 110"/>
                <a:gd name="T50" fmla="*/ 174 w 288"/>
                <a:gd name="T51" fmla="*/ 48 h 110"/>
                <a:gd name="T52" fmla="*/ 114 w 288"/>
                <a:gd name="T53" fmla="*/ 48 h 110"/>
                <a:gd name="T54" fmla="*/ 114 w 288"/>
                <a:gd name="T55" fmla="*/ 3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88" h="110">
                  <a:moveTo>
                    <a:pt x="114" y="100"/>
                  </a:moveTo>
                  <a:cubicBezTo>
                    <a:pt x="114" y="88"/>
                    <a:pt x="114" y="88"/>
                    <a:pt x="114" y="88"/>
                  </a:cubicBezTo>
                  <a:cubicBezTo>
                    <a:pt x="126" y="88"/>
                    <a:pt x="126" y="88"/>
                    <a:pt x="126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74" y="88"/>
                    <a:pt x="174" y="88"/>
                    <a:pt x="174" y="88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10"/>
                    <a:pt x="174" y="110"/>
                    <a:pt x="174" y="110"/>
                  </a:cubicBezTo>
                  <a:cubicBezTo>
                    <a:pt x="288" y="110"/>
                    <a:pt x="288" y="110"/>
                    <a:pt x="288" y="110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8" y="54"/>
                    <a:pt x="282" y="48"/>
                    <a:pt x="274" y="48"/>
                  </a:cubicBezTo>
                  <a:cubicBezTo>
                    <a:pt x="198" y="48"/>
                    <a:pt x="198" y="48"/>
                    <a:pt x="198" y="48"/>
                  </a:cubicBezTo>
                  <a:cubicBezTo>
                    <a:pt x="198" y="14"/>
                    <a:pt x="198" y="14"/>
                    <a:pt x="198" y="14"/>
                  </a:cubicBezTo>
                  <a:cubicBezTo>
                    <a:pt x="198" y="6"/>
                    <a:pt x="192" y="0"/>
                    <a:pt x="18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6" y="0"/>
                    <a:pt x="90" y="6"/>
                    <a:pt x="90" y="14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6" y="48"/>
                    <a:pt x="0" y="54"/>
                    <a:pt x="0" y="62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114" y="110"/>
                    <a:pt x="114" y="110"/>
                    <a:pt x="114" y="110"/>
                  </a:cubicBezTo>
                  <a:lnTo>
                    <a:pt x="114" y="100"/>
                  </a:lnTo>
                  <a:close/>
                  <a:moveTo>
                    <a:pt x="114" y="34"/>
                  </a:moveTo>
                  <a:cubicBezTo>
                    <a:pt x="114" y="26"/>
                    <a:pt x="120" y="20"/>
                    <a:pt x="128" y="20"/>
                  </a:cubicBezTo>
                  <a:cubicBezTo>
                    <a:pt x="160" y="20"/>
                    <a:pt x="160" y="20"/>
                    <a:pt x="160" y="20"/>
                  </a:cubicBezTo>
                  <a:cubicBezTo>
                    <a:pt x="168" y="20"/>
                    <a:pt x="174" y="26"/>
                    <a:pt x="174" y="34"/>
                  </a:cubicBezTo>
                  <a:cubicBezTo>
                    <a:pt x="174" y="48"/>
                    <a:pt x="174" y="48"/>
                    <a:pt x="174" y="48"/>
                  </a:cubicBezTo>
                  <a:cubicBezTo>
                    <a:pt x="114" y="48"/>
                    <a:pt x="114" y="48"/>
                    <a:pt x="114" y="48"/>
                  </a:cubicBezTo>
                  <a:lnTo>
                    <a:pt x="11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4" name="Rectangle 380">
              <a:extLst>
                <a:ext uri="{FF2B5EF4-FFF2-40B4-BE49-F238E27FC236}">
                  <a16:creationId xmlns:a16="http://schemas.microsoft.com/office/drawing/2014/main" id="{46131F33-F949-E02B-7D49-8ED09C807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101" y="6069013"/>
              <a:ext cx="22225" cy="269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A2D89877-0703-56AB-C704-D696532C9724}"/>
              </a:ext>
            </a:extLst>
          </p:cNvPr>
          <p:cNvSpPr/>
          <p:nvPr/>
        </p:nvSpPr>
        <p:spPr>
          <a:xfrm flipH="1">
            <a:off x="3604767" y="1379225"/>
            <a:ext cx="2350548" cy="3124508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2A7BA97F-071F-4BBE-CC5E-CE3AA514D78B}"/>
              </a:ext>
            </a:extLst>
          </p:cNvPr>
          <p:cNvSpPr>
            <a:spLocks noEditPoints="1"/>
          </p:cNvSpPr>
          <p:nvPr/>
        </p:nvSpPr>
        <p:spPr bwMode="auto">
          <a:xfrm>
            <a:off x="4419761" y="1902921"/>
            <a:ext cx="698340" cy="493102"/>
          </a:xfrm>
          <a:custGeom>
            <a:avLst/>
            <a:gdLst>
              <a:gd name="T0" fmla="*/ 218 w 219"/>
              <a:gd name="T1" fmla="*/ 117 h 154"/>
              <a:gd name="T2" fmla="*/ 219 w 219"/>
              <a:gd name="T3" fmla="*/ 118 h 154"/>
              <a:gd name="T4" fmla="*/ 218 w 219"/>
              <a:gd name="T5" fmla="*/ 119 h 154"/>
              <a:gd name="T6" fmla="*/ 174 w 219"/>
              <a:gd name="T7" fmla="*/ 153 h 154"/>
              <a:gd name="T8" fmla="*/ 172 w 219"/>
              <a:gd name="T9" fmla="*/ 153 h 154"/>
              <a:gd name="T10" fmla="*/ 171 w 219"/>
              <a:gd name="T11" fmla="*/ 151 h 154"/>
              <a:gd name="T12" fmla="*/ 179 w 219"/>
              <a:gd name="T13" fmla="*/ 133 h 154"/>
              <a:gd name="T14" fmla="*/ 113 w 219"/>
              <a:gd name="T15" fmla="*/ 106 h 154"/>
              <a:gd name="T16" fmla="*/ 126 w 219"/>
              <a:gd name="T17" fmla="*/ 89 h 154"/>
              <a:gd name="T18" fmla="*/ 131 w 219"/>
              <a:gd name="T19" fmla="*/ 82 h 154"/>
              <a:gd name="T20" fmla="*/ 179 w 219"/>
              <a:gd name="T21" fmla="*/ 103 h 154"/>
              <a:gd name="T22" fmla="*/ 171 w 219"/>
              <a:gd name="T23" fmla="*/ 85 h 154"/>
              <a:gd name="T24" fmla="*/ 172 w 219"/>
              <a:gd name="T25" fmla="*/ 83 h 154"/>
              <a:gd name="T26" fmla="*/ 173 w 219"/>
              <a:gd name="T27" fmla="*/ 82 h 154"/>
              <a:gd name="T28" fmla="*/ 174 w 219"/>
              <a:gd name="T29" fmla="*/ 83 h 154"/>
              <a:gd name="T30" fmla="*/ 218 w 219"/>
              <a:gd name="T31" fmla="*/ 117 h 154"/>
              <a:gd name="T32" fmla="*/ 45 w 219"/>
              <a:gd name="T33" fmla="*/ 71 h 154"/>
              <a:gd name="T34" fmla="*/ 46 w 219"/>
              <a:gd name="T35" fmla="*/ 71 h 154"/>
              <a:gd name="T36" fmla="*/ 47 w 219"/>
              <a:gd name="T37" fmla="*/ 71 h 154"/>
              <a:gd name="T38" fmla="*/ 47 w 219"/>
              <a:gd name="T39" fmla="*/ 69 h 154"/>
              <a:gd name="T40" fmla="*/ 40 w 219"/>
              <a:gd name="T41" fmla="*/ 50 h 154"/>
              <a:gd name="T42" fmla="*/ 87 w 219"/>
              <a:gd name="T43" fmla="*/ 72 h 154"/>
              <a:gd name="T44" fmla="*/ 93 w 219"/>
              <a:gd name="T45" fmla="*/ 65 h 154"/>
              <a:gd name="T46" fmla="*/ 106 w 219"/>
              <a:gd name="T47" fmla="*/ 49 h 154"/>
              <a:gd name="T48" fmla="*/ 40 w 219"/>
              <a:gd name="T49" fmla="*/ 21 h 154"/>
              <a:gd name="T50" fmla="*/ 47 w 219"/>
              <a:gd name="T51" fmla="*/ 2 h 154"/>
              <a:gd name="T52" fmla="*/ 47 w 219"/>
              <a:gd name="T53" fmla="*/ 0 h 154"/>
              <a:gd name="T54" fmla="*/ 45 w 219"/>
              <a:gd name="T55" fmla="*/ 0 h 154"/>
              <a:gd name="T56" fmla="*/ 0 w 219"/>
              <a:gd name="T57" fmla="*/ 34 h 154"/>
              <a:gd name="T58" fmla="*/ 0 w 219"/>
              <a:gd name="T59" fmla="*/ 35 h 154"/>
              <a:gd name="T60" fmla="*/ 0 w 219"/>
              <a:gd name="T61" fmla="*/ 37 h 154"/>
              <a:gd name="T62" fmla="*/ 45 w 219"/>
              <a:gd name="T63" fmla="*/ 71 h 154"/>
              <a:gd name="T64" fmla="*/ 121 w 219"/>
              <a:gd name="T65" fmla="*/ 86 h 154"/>
              <a:gd name="T66" fmla="*/ 179 w 219"/>
              <a:gd name="T67" fmla="*/ 50 h 154"/>
              <a:gd name="T68" fmla="*/ 171 w 219"/>
              <a:gd name="T69" fmla="*/ 69 h 154"/>
              <a:gd name="T70" fmla="*/ 172 w 219"/>
              <a:gd name="T71" fmla="*/ 71 h 154"/>
              <a:gd name="T72" fmla="*/ 173 w 219"/>
              <a:gd name="T73" fmla="*/ 71 h 154"/>
              <a:gd name="T74" fmla="*/ 174 w 219"/>
              <a:gd name="T75" fmla="*/ 71 h 154"/>
              <a:gd name="T76" fmla="*/ 218 w 219"/>
              <a:gd name="T77" fmla="*/ 37 h 154"/>
              <a:gd name="T78" fmla="*/ 219 w 219"/>
              <a:gd name="T79" fmla="*/ 35 h 154"/>
              <a:gd name="T80" fmla="*/ 218 w 219"/>
              <a:gd name="T81" fmla="*/ 34 h 154"/>
              <a:gd name="T82" fmla="*/ 174 w 219"/>
              <a:gd name="T83" fmla="*/ 0 h 154"/>
              <a:gd name="T84" fmla="*/ 172 w 219"/>
              <a:gd name="T85" fmla="*/ 0 h 154"/>
              <a:gd name="T86" fmla="*/ 171 w 219"/>
              <a:gd name="T87" fmla="*/ 2 h 154"/>
              <a:gd name="T88" fmla="*/ 179 w 219"/>
              <a:gd name="T89" fmla="*/ 21 h 154"/>
              <a:gd name="T90" fmla="*/ 97 w 219"/>
              <a:gd name="T91" fmla="*/ 69 h 154"/>
              <a:gd name="T92" fmla="*/ 40 w 219"/>
              <a:gd name="T93" fmla="*/ 103 h 154"/>
              <a:gd name="T94" fmla="*/ 47 w 219"/>
              <a:gd name="T95" fmla="*/ 85 h 154"/>
              <a:gd name="T96" fmla="*/ 47 w 219"/>
              <a:gd name="T97" fmla="*/ 83 h 154"/>
              <a:gd name="T98" fmla="*/ 46 w 219"/>
              <a:gd name="T99" fmla="*/ 82 h 154"/>
              <a:gd name="T100" fmla="*/ 45 w 219"/>
              <a:gd name="T101" fmla="*/ 83 h 154"/>
              <a:gd name="T102" fmla="*/ 0 w 219"/>
              <a:gd name="T103" fmla="*/ 117 h 154"/>
              <a:gd name="T104" fmla="*/ 0 w 219"/>
              <a:gd name="T105" fmla="*/ 118 h 154"/>
              <a:gd name="T106" fmla="*/ 0 w 219"/>
              <a:gd name="T107" fmla="*/ 119 h 154"/>
              <a:gd name="T108" fmla="*/ 45 w 219"/>
              <a:gd name="T109" fmla="*/ 153 h 154"/>
              <a:gd name="T110" fmla="*/ 47 w 219"/>
              <a:gd name="T111" fmla="*/ 153 h 154"/>
              <a:gd name="T112" fmla="*/ 47 w 219"/>
              <a:gd name="T113" fmla="*/ 151 h 154"/>
              <a:gd name="T114" fmla="*/ 40 w 219"/>
              <a:gd name="T115" fmla="*/ 133 h 154"/>
              <a:gd name="T116" fmla="*/ 121 w 219"/>
              <a:gd name="T117" fmla="*/ 8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9" h="154">
                <a:moveTo>
                  <a:pt x="218" y="117"/>
                </a:moveTo>
                <a:cubicBezTo>
                  <a:pt x="219" y="117"/>
                  <a:pt x="219" y="117"/>
                  <a:pt x="219" y="118"/>
                </a:cubicBezTo>
                <a:cubicBezTo>
                  <a:pt x="219" y="119"/>
                  <a:pt x="219" y="119"/>
                  <a:pt x="218" y="119"/>
                </a:cubicBezTo>
                <a:cubicBezTo>
                  <a:pt x="174" y="153"/>
                  <a:pt x="174" y="153"/>
                  <a:pt x="174" y="153"/>
                </a:cubicBezTo>
                <a:cubicBezTo>
                  <a:pt x="174" y="154"/>
                  <a:pt x="173" y="154"/>
                  <a:pt x="172" y="153"/>
                </a:cubicBezTo>
                <a:cubicBezTo>
                  <a:pt x="171" y="153"/>
                  <a:pt x="171" y="152"/>
                  <a:pt x="171" y="151"/>
                </a:cubicBezTo>
                <a:cubicBezTo>
                  <a:pt x="179" y="133"/>
                  <a:pt x="179" y="133"/>
                  <a:pt x="179" y="133"/>
                </a:cubicBezTo>
                <a:cubicBezTo>
                  <a:pt x="145" y="131"/>
                  <a:pt x="126" y="119"/>
                  <a:pt x="113" y="106"/>
                </a:cubicBezTo>
                <a:cubicBezTo>
                  <a:pt x="118" y="100"/>
                  <a:pt x="122" y="94"/>
                  <a:pt x="126" y="89"/>
                </a:cubicBezTo>
                <a:cubicBezTo>
                  <a:pt x="128" y="86"/>
                  <a:pt x="130" y="84"/>
                  <a:pt x="131" y="82"/>
                </a:cubicBezTo>
                <a:cubicBezTo>
                  <a:pt x="141" y="93"/>
                  <a:pt x="154" y="102"/>
                  <a:pt x="179" y="103"/>
                </a:cubicBezTo>
                <a:cubicBezTo>
                  <a:pt x="171" y="85"/>
                  <a:pt x="171" y="85"/>
                  <a:pt x="171" y="85"/>
                </a:cubicBezTo>
                <a:cubicBezTo>
                  <a:pt x="171" y="84"/>
                  <a:pt x="171" y="83"/>
                  <a:pt x="172" y="83"/>
                </a:cubicBezTo>
                <a:cubicBezTo>
                  <a:pt x="172" y="82"/>
                  <a:pt x="173" y="82"/>
                  <a:pt x="173" y="82"/>
                </a:cubicBezTo>
                <a:cubicBezTo>
                  <a:pt x="173" y="82"/>
                  <a:pt x="174" y="82"/>
                  <a:pt x="174" y="83"/>
                </a:cubicBezTo>
                <a:lnTo>
                  <a:pt x="218" y="117"/>
                </a:lnTo>
                <a:close/>
                <a:moveTo>
                  <a:pt x="45" y="71"/>
                </a:moveTo>
                <a:cubicBezTo>
                  <a:pt x="45" y="71"/>
                  <a:pt x="45" y="71"/>
                  <a:pt x="46" y="71"/>
                </a:cubicBezTo>
                <a:cubicBezTo>
                  <a:pt x="46" y="71"/>
                  <a:pt x="46" y="71"/>
                  <a:pt x="47" y="71"/>
                </a:cubicBezTo>
                <a:cubicBezTo>
                  <a:pt x="47" y="70"/>
                  <a:pt x="48" y="69"/>
                  <a:pt x="47" y="69"/>
                </a:cubicBezTo>
                <a:cubicBezTo>
                  <a:pt x="40" y="50"/>
                  <a:pt x="40" y="50"/>
                  <a:pt x="40" y="50"/>
                </a:cubicBezTo>
                <a:cubicBezTo>
                  <a:pt x="65" y="52"/>
                  <a:pt x="77" y="61"/>
                  <a:pt x="87" y="72"/>
                </a:cubicBezTo>
                <a:cubicBezTo>
                  <a:pt x="89" y="70"/>
                  <a:pt x="91" y="68"/>
                  <a:pt x="93" y="65"/>
                </a:cubicBezTo>
                <a:cubicBezTo>
                  <a:pt x="96" y="60"/>
                  <a:pt x="101" y="54"/>
                  <a:pt x="106" y="49"/>
                </a:cubicBezTo>
                <a:cubicBezTo>
                  <a:pt x="92" y="35"/>
                  <a:pt x="73" y="23"/>
                  <a:pt x="40" y="21"/>
                </a:cubicBezTo>
                <a:cubicBezTo>
                  <a:pt x="47" y="2"/>
                  <a:pt x="47" y="2"/>
                  <a:pt x="47" y="2"/>
                </a:cubicBezTo>
                <a:cubicBezTo>
                  <a:pt x="48" y="1"/>
                  <a:pt x="47" y="1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4"/>
                  <a:pt x="0" y="35"/>
                  <a:pt x="0" y="35"/>
                </a:cubicBezTo>
                <a:cubicBezTo>
                  <a:pt x="0" y="36"/>
                  <a:pt x="0" y="36"/>
                  <a:pt x="0" y="37"/>
                </a:cubicBezTo>
                <a:lnTo>
                  <a:pt x="45" y="71"/>
                </a:lnTo>
                <a:close/>
                <a:moveTo>
                  <a:pt x="121" y="86"/>
                </a:moveTo>
                <a:cubicBezTo>
                  <a:pt x="134" y="67"/>
                  <a:pt x="145" y="53"/>
                  <a:pt x="179" y="50"/>
                </a:cubicBezTo>
                <a:cubicBezTo>
                  <a:pt x="171" y="69"/>
                  <a:pt x="171" y="69"/>
                  <a:pt x="171" y="69"/>
                </a:cubicBezTo>
                <a:cubicBezTo>
                  <a:pt x="171" y="69"/>
                  <a:pt x="171" y="70"/>
                  <a:pt x="172" y="71"/>
                </a:cubicBezTo>
                <a:cubicBezTo>
                  <a:pt x="172" y="71"/>
                  <a:pt x="173" y="71"/>
                  <a:pt x="173" y="71"/>
                </a:cubicBezTo>
                <a:cubicBezTo>
                  <a:pt x="173" y="71"/>
                  <a:pt x="174" y="71"/>
                  <a:pt x="174" y="71"/>
                </a:cubicBezTo>
                <a:cubicBezTo>
                  <a:pt x="218" y="37"/>
                  <a:pt x="218" y="37"/>
                  <a:pt x="218" y="37"/>
                </a:cubicBezTo>
                <a:cubicBezTo>
                  <a:pt x="219" y="36"/>
                  <a:pt x="219" y="36"/>
                  <a:pt x="219" y="35"/>
                </a:cubicBezTo>
                <a:cubicBezTo>
                  <a:pt x="219" y="35"/>
                  <a:pt x="219" y="34"/>
                  <a:pt x="218" y="34"/>
                </a:cubicBezTo>
                <a:cubicBezTo>
                  <a:pt x="174" y="0"/>
                  <a:pt x="174" y="0"/>
                  <a:pt x="174" y="0"/>
                </a:cubicBezTo>
                <a:cubicBezTo>
                  <a:pt x="174" y="0"/>
                  <a:pt x="173" y="0"/>
                  <a:pt x="172" y="0"/>
                </a:cubicBezTo>
                <a:cubicBezTo>
                  <a:pt x="171" y="1"/>
                  <a:pt x="171" y="1"/>
                  <a:pt x="171" y="2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30" y="23"/>
                  <a:pt x="112" y="48"/>
                  <a:pt x="97" y="69"/>
                </a:cubicBezTo>
                <a:cubicBezTo>
                  <a:pt x="84" y="87"/>
                  <a:pt x="74" y="101"/>
                  <a:pt x="40" y="103"/>
                </a:cubicBezTo>
                <a:cubicBezTo>
                  <a:pt x="47" y="85"/>
                  <a:pt x="47" y="85"/>
                  <a:pt x="47" y="85"/>
                </a:cubicBezTo>
                <a:cubicBezTo>
                  <a:pt x="48" y="84"/>
                  <a:pt x="47" y="83"/>
                  <a:pt x="47" y="83"/>
                </a:cubicBezTo>
                <a:cubicBezTo>
                  <a:pt x="46" y="82"/>
                  <a:pt x="46" y="82"/>
                  <a:pt x="46" y="82"/>
                </a:cubicBezTo>
                <a:cubicBezTo>
                  <a:pt x="45" y="82"/>
                  <a:pt x="45" y="82"/>
                  <a:pt x="45" y="8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8"/>
                </a:cubicBezTo>
                <a:cubicBezTo>
                  <a:pt x="0" y="119"/>
                  <a:pt x="0" y="119"/>
                  <a:pt x="0" y="119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5" y="154"/>
                  <a:pt x="46" y="154"/>
                  <a:pt x="47" y="153"/>
                </a:cubicBezTo>
                <a:cubicBezTo>
                  <a:pt x="47" y="153"/>
                  <a:pt x="48" y="152"/>
                  <a:pt x="47" y="151"/>
                </a:cubicBezTo>
                <a:cubicBezTo>
                  <a:pt x="40" y="133"/>
                  <a:pt x="40" y="133"/>
                  <a:pt x="40" y="133"/>
                </a:cubicBezTo>
                <a:cubicBezTo>
                  <a:pt x="89" y="131"/>
                  <a:pt x="107" y="106"/>
                  <a:pt x="121" y="86"/>
                </a:cubicBezTo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id-ID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6EA77D-667A-EB80-73FA-D850D4E910FB}"/>
              </a:ext>
            </a:extLst>
          </p:cNvPr>
          <p:cNvSpPr/>
          <p:nvPr/>
        </p:nvSpPr>
        <p:spPr>
          <a:xfrm flipH="1">
            <a:off x="8893715" y="1379225"/>
            <a:ext cx="2350548" cy="3124508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32" name="Freeform 381" descr="D:\51PPT模板网\51pptmoban.com\图片.jpg">
            <a:extLst>
              <a:ext uri="{FF2B5EF4-FFF2-40B4-BE49-F238E27FC236}">
                <a16:creationId xmlns:a16="http://schemas.microsoft.com/office/drawing/2014/main" id="{20F20192-B5C8-A800-0A2B-A92221185183}"/>
              </a:ext>
            </a:extLst>
          </p:cNvPr>
          <p:cNvSpPr>
            <a:spLocks noEditPoints="1"/>
          </p:cNvSpPr>
          <p:nvPr/>
        </p:nvSpPr>
        <p:spPr bwMode="auto">
          <a:xfrm>
            <a:off x="9789380" y="1847084"/>
            <a:ext cx="604776" cy="604776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7 w 288"/>
              <a:gd name="T11" fmla="*/ 136 h 288"/>
              <a:gd name="T12" fmla="*/ 194 w 288"/>
              <a:gd name="T13" fmla="*/ 99 h 288"/>
              <a:gd name="T14" fmla="*/ 242 w 288"/>
              <a:gd name="T15" fmla="*/ 99 h 288"/>
              <a:gd name="T16" fmla="*/ 252 w 288"/>
              <a:gd name="T17" fmla="*/ 136 h 288"/>
              <a:gd name="T18" fmla="*/ 197 w 288"/>
              <a:gd name="T19" fmla="*/ 136 h 288"/>
              <a:gd name="T20" fmla="*/ 37 w 288"/>
              <a:gd name="T21" fmla="*/ 136 h 288"/>
              <a:gd name="T22" fmla="*/ 46 w 288"/>
              <a:gd name="T23" fmla="*/ 99 h 288"/>
              <a:gd name="T24" fmla="*/ 95 w 288"/>
              <a:gd name="T25" fmla="*/ 99 h 288"/>
              <a:gd name="T26" fmla="*/ 92 w 288"/>
              <a:gd name="T27" fmla="*/ 136 h 288"/>
              <a:gd name="T28" fmla="*/ 37 w 288"/>
              <a:gd name="T29" fmla="*/ 136 h 288"/>
              <a:gd name="T30" fmla="*/ 111 w 288"/>
              <a:gd name="T31" fmla="*/ 99 h 288"/>
              <a:gd name="T32" fmla="*/ 178 w 288"/>
              <a:gd name="T33" fmla="*/ 99 h 288"/>
              <a:gd name="T34" fmla="*/ 181 w 288"/>
              <a:gd name="T35" fmla="*/ 136 h 288"/>
              <a:gd name="T36" fmla="*/ 108 w 288"/>
              <a:gd name="T37" fmla="*/ 136 h 288"/>
              <a:gd name="T38" fmla="*/ 111 w 288"/>
              <a:gd name="T39" fmla="*/ 99 h 288"/>
              <a:gd name="T40" fmla="*/ 37 w 288"/>
              <a:gd name="T41" fmla="*/ 152 h 288"/>
              <a:gd name="T42" fmla="*/ 92 w 288"/>
              <a:gd name="T43" fmla="*/ 152 h 288"/>
              <a:gd name="T44" fmla="*/ 95 w 288"/>
              <a:gd name="T45" fmla="*/ 190 h 288"/>
              <a:gd name="T46" fmla="*/ 47 w 288"/>
              <a:gd name="T47" fmla="*/ 190 h 288"/>
              <a:gd name="T48" fmla="*/ 37 w 288"/>
              <a:gd name="T49" fmla="*/ 152 h 288"/>
              <a:gd name="T50" fmla="*/ 108 w 288"/>
              <a:gd name="T51" fmla="*/ 152 h 288"/>
              <a:gd name="T52" fmla="*/ 181 w 288"/>
              <a:gd name="T53" fmla="*/ 152 h 288"/>
              <a:gd name="T54" fmla="*/ 178 w 288"/>
              <a:gd name="T55" fmla="*/ 190 h 288"/>
              <a:gd name="T56" fmla="*/ 111 w 288"/>
              <a:gd name="T57" fmla="*/ 190 h 288"/>
              <a:gd name="T58" fmla="*/ 108 w 288"/>
              <a:gd name="T59" fmla="*/ 152 h 288"/>
              <a:gd name="T60" fmla="*/ 197 w 288"/>
              <a:gd name="T61" fmla="*/ 152 h 288"/>
              <a:gd name="T62" fmla="*/ 252 w 288"/>
              <a:gd name="T63" fmla="*/ 152 h 288"/>
              <a:gd name="T64" fmla="*/ 242 w 288"/>
              <a:gd name="T65" fmla="*/ 190 h 288"/>
              <a:gd name="T66" fmla="*/ 194 w 288"/>
              <a:gd name="T67" fmla="*/ 190 h 288"/>
              <a:gd name="T68" fmla="*/ 197 w 288"/>
              <a:gd name="T69" fmla="*/ 152 h 288"/>
              <a:gd name="T70" fmla="*/ 233 w 288"/>
              <a:gd name="T71" fmla="*/ 82 h 288"/>
              <a:gd name="T72" fmla="*/ 191 w 288"/>
              <a:gd name="T73" fmla="*/ 82 h 288"/>
              <a:gd name="T74" fmla="*/ 180 w 288"/>
              <a:gd name="T75" fmla="*/ 42 h 288"/>
              <a:gd name="T76" fmla="*/ 233 w 288"/>
              <a:gd name="T77" fmla="*/ 82 h 288"/>
              <a:gd name="T78" fmla="*/ 160 w 288"/>
              <a:gd name="T79" fmla="*/ 37 h 288"/>
              <a:gd name="T80" fmla="*/ 175 w 288"/>
              <a:gd name="T81" fmla="*/ 82 h 288"/>
              <a:gd name="T82" fmla="*/ 114 w 288"/>
              <a:gd name="T83" fmla="*/ 82 h 288"/>
              <a:gd name="T84" fmla="*/ 128 w 288"/>
              <a:gd name="T85" fmla="*/ 37 h 288"/>
              <a:gd name="T86" fmla="*/ 144 w 288"/>
              <a:gd name="T87" fmla="*/ 36 h 288"/>
              <a:gd name="T88" fmla="*/ 160 w 288"/>
              <a:gd name="T89" fmla="*/ 37 h 288"/>
              <a:gd name="T90" fmla="*/ 109 w 288"/>
              <a:gd name="T91" fmla="*/ 42 h 288"/>
              <a:gd name="T92" fmla="*/ 97 w 288"/>
              <a:gd name="T93" fmla="*/ 82 h 288"/>
              <a:gd name="T94" fmla="*/ 56 w 288"/>
              <a:gd name="T95" fmla="*/ 82 h 288"/>
              <a:gd name="T96" fmla="*/ 109 w 288"/>
              <a:gd name="T97" fmla="*/ 42 h 288"/>
              <a:gd name="T98" fmla="*/ 56 w 288"/>
              <a:gd name="T99" fmla="*/ 206 h 288"/>
              <a:gd name="T100" fmla="*/ 97 w 288"/>
              <a:gd name="T101" fmla="*/ 206 h 288"/>
              <a:gd name="T102" fmla="*/ 109 w 288"/>
              <a:gd name="T103" fmla="*/ 246 h 288"/>
              <a:gd name="T104" fmla="*/ 56 w 288"/>
              <a:gd name="T105" fmla="*/ 206 h 288"/>
              <a:gd name="T106" fmla="*/ 128 w 288"/>
              <a:gd name="T107" fmla="*/ 251 h 288"/>
              <a:gd name="T108" fmla="*/ 114 w 288"/>
              <a:gd name="T109" fmla="*/ 206 h 288"/>
              <a:gd name="T110" fmla="*/ 175 w 288"/>
              <a:gd name="T111" fmla="*/ 206 h 288"/>
              <a:gd name="T112" fmla="*/ 160 w 288"/>
              <a:gd name="T113" fmla="*/ 251 h 288"/>
              <a:gd name="T114" fmla="*/ 144 w 288"/>
              <a:gd name="T115" fmla="*/ 252 h 288"/>
              <a:gd name="T116" fmla="*/ 128 w 288"/>
              <a:gd name="T117" fmla="*/ 251 h 288"/>
              <a:gd name="T118" fmla="*/ 180 w 288"/>
              <a:gd name="T119" fmla="*/ 246 h 288"/>
              <a:gd name="T120" fmla="*/ 191 w 288"/>
              <a:gd name="T121" fmla="*/ 206 h 288"/>
              <a:gd name="T122" fmla="*/ 232 w 288"/>
              <a:gd name="T123" fmla="*/ 206 h 288"/>
              <a:gd name="T124" fmla="*/ 180 w 288"/>
              <a:gd name="T125" fmla="*/ 24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5" y="0"/>
                  <a:pt x="0" y="65"/>
                  <a:pt x="0" y="144"/>
                </a:cubicBezTo>
                <a:cubicBezTo>
                  <a:pt x="0" y="224"/>
                  <a:pt x="65" y="288"/>
                  <a:pt x="144" y="288"/>
                </a:cubicBezTo>
                <a:cubicBezTo>
                  <a:pt x="224" y="288"/>
                  <a:pt x="288" y="224"/>
                  <a:pt x="288" y="144"/>
                </a:cubicBezTo>
                <a:cubicBezTo>
                  <a:pt x="288" y="65"/>
                  <a:pt x="224" y="0"/>
                  <a:pt x="144" y="0"/>
                </a:cubicBezTo>
                <a:close/>
                <a:moveTo>
                  <a:pt x="197" y="136"/>
                </a:moveTo>
                <a:cubicBezTo>
                  <a:pt x="197" y="123"/>
                  <a:pt x="196" y="110"/>
                  <a:pt x="194" y="99"/>
                </a:cubicBezTo>
                <a:cubicBezTo>
                  <a:pt x="242" y="99"/>
                  <a:pt x="242" y="99"/>
                  <a:pt x="242" y="99"/>
                </a:cubicBezTo>
                <a:cubicBezTo>
                  <a:pt x="247" y="110"/>
                  <a:pt x="251" y="123"/>
                  <a:pt x="252" y="136"/>
                </a:cubicBezTo>
                <a:lnTo>
                  <a:pt x="197" y="136"/>
                </a:lnTo>
                <a:close/>
                <a:moveTo>
                  <a:pt x="37" y="136"/>
                </a:moveTo>
                <a:cubicBezTo>
                  <a:pt x="38" y="123"/>
                  <a:pt x="41" y="110"/>
                  <a:pt x="46" y="99"/>
                </a:cubicBezTo>
                <a:cubicBezTo>
                  <a:pt x="95" y="99"/>
                  <a:pt x="95" y="99"/>
                  <a:pt x="95" y="99"/>
                </a:cubicBezTo>
                <a:cubicBezTo>
                  <a:pt x="93" y="110"/>
                  <a:pt x="92" y="123"/>
                  <a:pt x="92" y="136"/>
                </a:cubicBezTo>
                <a:lnTo>
                  <a:pt x="37" y="136"/>
                </a:lnTo>
                <a:close/>
                <a:moveTo>
                  <a:pt x="111" y="99"/>
                </a:moveTo>
                <a:cubicBezTo>
                  <a:pt x="178" y="99"/>
                  <a:pt x="178" y="99"/>
                  <a:pt x="178" y="99"/>
                </a:cubicBezTo>
                <a:cubicBezTo>
                  <a:pt x="179" y="110"/>
                  <a:pt x="181" y="123"/>
                  <a:pt x="181" y="136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8" y="123"/>
                  <a:pt x="109" y="110"/>
                  <a:pt x="111" y="99"/>
                </a:cubicBezTo>
                <a:close/>
                <a:moveTo>
                  <a:pt x="37" y="152"/>
                </a:moveTo>
                <a:cubicBezTo>
                  <a:pt x="92" y="152"/>
                  <a:pt x="92" y="152"/>
                  <a:pt x="92" y="152"/>
                </a:cubicBezTo>
                <a:cubicBezTo>
                  <a:pt x="92" y="166"/>
                  <a:pt x="93" y="179"/>
                  <a:pt x="95" y="190"/>
                </a:cubicBezTo>
                <a:cubicBezTo>
                  <a:pt x="47" y="190"/>
                  <a:pt x="47" y="190"/>
                  <a:pt x="47" y="190"/>
                </a:cubicBezTo>
                <a:cubicBezTo>
                  <a:pt x="41" y="179"/>
                  <a:pt x="38" y="166"/>
                  <a:pt x="37" y="152"/>
                </a:cubicBezTo>
                <a:close/>
                <a:moveTo>
                  <a:pt x="108" y="152"/>
                </a:moveTo>
                <a:cubicBezTo>
                  <a:pt x="181" y="152"/>
                  <a:pt x="181" y="152"/>
                  <a:pt x="181" y="152"/>
                </a:cubicBezTo>
                <a:cubicBezTo>
                  <a:pt x="180" y="166"/>
                  <a:pt x="179" y="179"/>
                  <a:pt x="178" y="190"/>
                </a:cubicBezTo>
                <a:cubicBezTo>
                  <a:pt x="111" y="190"/>
                  <a:pt x="111" y="190"/>
                  <a:pt x="111" y="190"/>
                </a:cubicBezTo>
                <a:cubicBezTo>
                  <a:pt x="109" y="179"/>
                  <a:pt x="108" y="166"/>
                  <a:pt x="108" y="152"/>
                </a:cubicBezTo>
                <a:close/>
                <a:moveTo>
                  <a:pt x="197" y="152"/>
                </a:moveTo>
                <a:cubicBezTo>
                  <a:pt x="252" y="152"/>
                  <a:pt x="252" y="152"/>
                  <a:pt x="252" y="152"/>
                </a:cubicBezTo>
                <a:cubicBezTo>
                  <a:pt x="251" y="166"/>
                  <a:pt x="247" y="179"/>
                  <a:pt x="242" y="190"/>
                </a:cubicBezTo>
                <a:cubicBezTo>
                  <a:pt x="194" y="190"/>
                  <a:pt x="194" y="190"/>
                  <a:pt x="194" y="190"/>
                </a:cubicBezTo>
                <a:cubicBezTo>
                  <a:pt x="196" y="179"/>
                  <a:pt x="197" y="166"/>
                  <a:pt x="197" y="152"/>
                </a:cubicBezTo>
                <a:close/>
                <a:moveTo>
                  <a:pt x="233" y="82"/>
                </a:moveTo>
                <a:cubicBezTo>
                  <a:pt x="191" y="82"/>
                  <a:pt x="191" y="82"/>
                  <a:pt x="191" y="82"/>
                </a:cubicBezTo>
                <a:cubicBezTo>
                  <a:pt x="188" y="67"/>
                  <a:pt x="184" y="53"/>
                  <a:pt x="180" y="42"/>
                </a:cubicBezTo>
                <a:cubicBezTo>
                  <a:pt x="201" y="50"/>
                  <a:pt x="220" y="64"/>
                  <a:pt x="233" y="82"/>
                </a:cubicBezTo>
                <a:close/>
                <a:moveTo>
                  <a:pt x="160" y="37"/>
                </a:moveTo>
                <a:cubicBezTo>
                  <a:pt x="166" y="49"/>
                  <a:pt x="171" y="64"/>
                  <a:pt x="175" y="82"/>
                </a:cubicBezTo>
                <a:cubicBezTo>
                  <a:pt x="114" y="82"/>
                  <a:pt x="114" y="82"/>
                  <a:pt x="114" y="82"/>
                </a:cubicBezTo>
                <a:cubicBezTo>
                  <a:pt x="118" y="64"/>
                  <a:pt x="123" y="49"/>
                  <a:pt x="128" y="37"/>
                </a:cubicBezTo>
                <a:cubicBezTo>
                  <a:pt x="134" y="37"/>
                  <a:pt x="139" y="36"/>
                  <a:pt x="144" y="36"/>
                </a:cubicBezTo>
                <a:cubicBezTo>
                  <a:pt x="150" y="36"/>
                  <a:pt x="155" y="37"/>
                  <a:pt x="160" y="37"/>
                </a:cubicBezTo>
                <a:close/>
                <a:moveTo>
                  <a:pt x="109" y="42"/>
                </a:moveTo>
                <a:cubicBezTo>
                  <a:pt x="104" y="53"/>
                  <a:pt x="100" y="67"/>
                  <a:pt x="97" y="82"/>
                </a:cubicBezTo>
                <a:cubicBezTo>
                  <a:pt x="56" y="82"/>
                  <a:pt x="56" y="82"/>
                  <a:pt x="56" y="82"/>
                </a:cubicBezTo>
                <a:cubicBezTo>
                  <a:pt x="69" y="64"/>
                  <a:pt x="87" y="50"/>
                  <a:pt x="109" y="42"/>
                </a:cubicBezTo>
                <a:close/>
                <a:moveTo>
                  <a:pt x="56" y="206"/>
                </a:moveTo>
                <a:cubicBezTo>
                  <a:pt x="97" y="206"/>
                  <a:pt x="97" y="206"/>
                  <a:pt x="97" y="206"/>
                </a:cubicBezTo>
                <a:cubicBezTo>
                  <a:pt x="100" y="222"/>
                  <a:pt x="104" y="235"/>
                  <a:pt x="109" y="246"/>
                </a:cubicBezTo>
                <a:cubicBezTo>
                  <a:pt x="87" y="239"/>
                  <a:pt x="69" y="225"/>
                  <a:pt x="56" y="206"/>
                </a:cubicBezTo>
                <a:close/>
                <a:moveTo>
                  <a:pt x="128" y="251"/>
                </a:moveTo>
                <a:cubicBezTo>
                  <a:pt x="123" y="240"/>
                  <a:pt x="118" y="225"/>
                  <a:pt x="114" y="206"/>
                </a:cubicBezTo>
                <a:cubicBezTo>
                  <a:pt x="175" y="206"/>
                  <a:pt x="175" y="206"/>
                  <a:pt x="175" y="206"/>
                </a:cubicBezTo>
                <a:cubicBezTo>
                  <a:pt x="171" y="225"/>
                  <a:pt x="166" y="240"/>
                  <a:pt x="160" y="251"/>
                </a:cubicBezTo>
                <a:cubicBezTo>
                  <a:pt x="155" y="252"/>
                  <a:pt x="150" y="252"/>
                  <a:pt x="144" y="252"/>
                </a:cubicBezTo>
                <a:cubicBezTo>
                  <a:pt x="139" y="252"/>
                  <a:pt x="133" y="252"/>
                  <a:pt x="128" y="251"/>
                </a:cubicBezTo>
                <a:close/>
                <a:moveTo>
                  <a:pt x="180" y="246"/>
                </a:moveTo>
                <a:cubicBezTo>
                  <a:pt x="184" y="235"/>
                  <a:pt x="188" y="222"/>
                  <a:pt x="191" y="206"/>
                </a:cubicBezTo>
                <a:cubicBezTo>
                  <a:pt x="232" y="206"/>
                  <a:pt x="232" y="206"/>
                  <a:pt x="232" y="206"/>
                </a:cubicBezTo>
                <a:cubicBezTo>
                  <a:pt x="219" y="225"/>
                  <a:pt x="201" y="238"/>
                  <a:pt x="180" y="246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9D1E2BB-E4F8-B521-4D5D-BA145260A719}"/>
              </a:ext>
            </a:extLst>
          </p:cNvPr>
          <p:cNvGrpSpPr/>
          <p:nvPr/>
        </p:nvGrpSpPr>
        <p:grpSpPr>
          <a:xfrm>
            <a:off x="1081732" y="2919719"/>
            <a:ext cx="2082560" cy="1042308"/>
            <a:chOff x="725531" y="1906534"/>
            <a:chExt cx="2082560" cy="1042308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A6A91E4-967A-F2D6-BD34-1CEA2999D9A0}"/>
                </a:ext>
              </a:extLst>
            </p:cNvPr>
            <p:cNvSpPr txBox="1"/>
            <p:nvPr/>
          </p:nvSpPr>
          <p:spPr>
            <a:xfrm>
              <a:off x="725531" y="2185556"/>
              <a:ext cx="2082560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497F45B-E22E-8E0C-4DC4-274AE01B8773}"/>
                </a:ext>
              </a:extLst>
            </p:cNvPr>
            <p:cNvSpPr txBox="1"/>
            <p:nvPr/>
          </p:nvSpPr>
          <p:spPr>
            <a:xfrm>
              <a:off x="922261" y="1906534"/>
              <a:ext cx="16890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D3BBB52-C551-E55F-94C8-875603ABABB8}"/>
              </a:ext>
            </a:extLst>
          </p:cNvPr>
          <p:cNvGrpSpPr/>
          <p:nvPr/>
        </p:nvGrpSpPr>
        <p:grpSpPr>
          <a:xfrm>
            <a:off x="3740351" y="2919719"/>
            <a:ext cx="2082560" cy="1042308"/>
            <a:chOff x="725531" y="1906534"/>
            <a:chExt cx="2082560" cy="1042308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A18C1DE-DD83-F219-0B2E-B0F8820F4DF2}"/>
                </a:ext>
              </a:extLst>
            </p:cNvPr>
            <p:cNvSpPr txBox="1"/>
            <p:nvPr/>
          </p:nvSpPr>
          <p:spPr>
            <a:xfrm>
              <a:off x="725531" y="2185556"/>
              <a:ext cx="2082560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B493F64-4112-A10A-79BA-2010BF611500}"/>
                </a:ext>
              </a:extLst>
            </p:cNvPr>
            <p:cNvSpPr txBox="1"/>
            <p:nvPr/>
          </p:nvSpPr>
          <p:spPr>
            <a:xfrm>
              <a:off x="922261" y="1906534"/>
              <a:ext cx="16890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1D64F22-950D-195D-97E2-795C423E058E}"/>
              </a:ext>
            </a:extLst>
          </p:cNvPr>
          <p:cNvGrpSpPr/>
          <p:nvPr/>
        </p:nvGrpSpPr>
        <p:grpSpPr>
          <a:xfrm>
            <a:off x="6373570" y="2919719"/>
            <a:ext cx="2082560" cy="1042308"/>
            <a:chOff x="725531" y="1906534"/>
            <a:chExt cx="2082560" cy="1042308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E84668D-AA2F-CC7A-AFF2-BAA79442CF2E}"/>
                </a:ext>
              </a:extLst>
            </p:cNvPr>
            <p:cNvSpPr txBox="1"/>
            <p:nvPr/>
          </p:nvSpPr>
          <p:spPr>
            <a:xfrm>
              <a:off x="725531" y="2185556"/>
              <a:ext cx="2082560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F3535A5-FB63-F3A2-9765-9BE701575343}"/>
                </a:ext>
              </a:extLst>
            </p:cNvPr>
            <p:cNvSpPr txBox="1"/>
            <p:nvPr/>
          </p:nvSpPr>
          <p:spPr>
            <a:xfrm>
              <a:off x="922261" y="1906534"/>
              <a:ext cx="16890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60B2777-FBE3-9F88-C588-FAE93BAEB32E}"/>
              </a:ext>
            </a:extLst>
          </p:cNvPr>
          <p:cNvGrpSpPr/>
          <p:nvPr/>
        </p:nvGrpSpPr>
        <p:grpSpPr>
          <a:xfrm>
            <a:off x="9044889" y="2919719"/>
            <a:ext cx="2082560" cy="1042308"/>
            <a:chOff x="725531" y="1906534"/>
            <a:chExt cx="2082560" cy="104230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7BB8B4C-BB2B-8A39-40DC-6BB7DF5FEEF2}"/>
                </a:ext>
              </a:extLst>
            </p:cNvPr>
            <p:cNvSpPr txBox="1"/>
            <p:nvPr/>
          </p:nvSpPr>
          <p:spPr>
            <a:xfrm>
              <a:off x="725531" y="2185556"/>
              <a:ext cx="2082560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19D6626-3C3B-8F63-0D9B-9DD09A2E927B}"/>
                </a:ext>
              </a:extLst>
            </p:cNvPr>
            <p:cNvSpPr txBox="1"/>
            <p:nvPr/>
          </p:nvSpPr>
          <p:spPr>
            <a:xfrm>
              <a:off x="922261" y="1906534"/>
              <a:ext cx="16890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9AA3B647-6100-BE90-C844-131958973070}"/>
              </a:ext>
            </a:extLst>
          </p:cNvPr>
          <p:cNvSpPr txBox="1"/>
          <p:nvPr/>
        </p:nvSpPr>
        <p:spPr>
          <a:xfrm>
            <a:off x="2402620" y="4971592"/>
            <a:ext cx="7386760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rgbClr val="404040"/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48CDCA1-F847-1C6E-8E87-6BF168352682}"/>
              </a:ext>
            </a:extLst>
          </p:cNvPr>
          <p:cNvSpPr txBox="1"/>
          <p:nvPr/>
        </p:nvSpPr>
        <p:spPr>
          <a:xfrm>
            <a:off x="2000072" y="4868035"/>
            <a:ext cx="328015" cy="318788"/>
          </a:xfrm>
          <a:custGeom>
            <a:avLst/>
            <a:gdLst/>
            <a:ahLst/>
            <a:cxnLst/>
            <a:rect l="l" t="t" r="r" b="b"/>
            <a:pathLst>
              <a:path w="398497" h="387287">
                <a:moveTo>
                  <a:pt x="359769" y="0"/>
                </a:moveTo>
                <a:lnTo>
                  <a:pt x="398497" y="66247"/>
                </a:lnTo>
                <a:cubicBezTo>
                  <a:pt x="357051" y="85951"/>
                  <a:pt x="328514" y="106164"/>
                  <a:pt x="312887" y="126888"/>
                </a:cubicBezTo>
                <a:cubicBezTo>
                  <a:pt x="297259" y="147611"/>
                  <a:pt x="289446" y="177676"/>
                  <a:pt x="289446" y="217085"/>
                </a:cubicBezTo>
                <a:lnTo>
                  <a:pt x="384229" y="217085"/>
                </a:lnTo>
                <a:lnTo>
                  <a:pt x="384229" y="387287"/>
                </a:lnTo>
                <a:lnTo>
                  <a:pt x="214027" y="387287"/>
                </a:lnTo>
                <a:lnTo>
                  <a:pt x="214027" y="217085"/>
                </a:lnTo>
                <a:cubicBezTo>
                  <a:pt x="214027" y="167485"/>
                  <a:pt x="224898" y="125019"/>
                  <a:pt x="246640" y="89688"/>
                </a:cubicBezTo>
                <a:cubicBezTo>
                  <a:pt x="268383" y="54356"/>
                  <a:pt x="306092" y="24461"/>
                  <a:pt x="359769" y="0"/>
                </a:cubicBezTo>
                <a:close/>
                <a:moveTo>
                  <a:pt x="145742" y="0"/>
                </a:moveTo>
                <a:lnTo>
                  <a:pt x="184471" y="66247"/>
                </a:lnTo>
                <a:cubicBezTo>
                  <a:pt x="143024" y="85951"/>
                  <a:pt x="114487" y="106164"/>
                  <a:pt x="98860" y="126888"/>
                </a:cubicBezTo>
                <a:cubicBezTo>
                  <a:pt x="83233" y="147611"/>
                  <a:pt x="75419" y="177676"/>
                  <a:pt x="75419" y="217085"/>
                </a:cubicBezTo>
                <a:lnTo>
                  <a:pt x="170202" y="217085"/>
                </a:lnTo>
                <a:lnTo>
                  <a:pt x="170202" y="387287"/>
                </a:lnTo>
                <a:lnTo>
                  <a:pt x="0" y="387287"/>
                </a:lnTo>
                <a:lnTo>
                  <a:pt x="0" y="217085"/>
                </a:lnTo>
                <a:cubicBezTo>
                  <a:pt x="0" y="167485"/>
                  <a:pt x="10871" y="125019"/>
                  <a:pt x="32613" y="89688"/>
                </a:cubicBezTo>
                <a:cubicBezTo>
                  <a:pt x="54356" y="54356"/>
                  <a:pt x="92065" y="24461"/>
                  <a:pt x="145742" y="0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algn="ctr">
              <a:defRPr kern="0">
                <a:solidFill>
                  <a:srgbClr val="404040"/>
                </a:solidFill>
                <a:cs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2" name="文本框 51" descr="D:\51PPT模板网\51pptmoban.com\图片.jpg">
            <a:extLst>
              <a:ext uri="{FF2B5EF4-FFF2-40B4-BE49-F238E27FC236}">
                <a16:creationId xmlns:a16="http://schemas.microsoft.com/office/drawing/2014/main" id="{B6D65A63-2E30-BBD4-B063-B0A7F3C28BC3}"/>
              </a:ext>
            </a:extLst>
          </p:cNvPr>
          <p:cNvSpPr txBox="1"/>
          <p:nvPr/>
        </p:nvSpPr>
        <p:spPr>
          <a:xfrm>
            <a:off x="9874502" y="5622149"/>
            <a:ext cx="328015" cy="318787"/>
          </a:xfrm>
          <a:custGeom>
            <a:avLst/>
            <a:gdLst/>
            <a:ahLst/>
            <a:cxnLst/>
            <a:rect l="l" t="t" r="r" b="b"/>
            <a:pathLst>
              <a:path w="398497" h="387286">
                <a:moveTo>
                  <a:pt x="228295" y="0"/>
                </a:moveTo>
                <a:lnTo>
                  <a:pt x="398497" y="0"/>
                </a:lnTo>
                <a:lnTo>
                  <a:pt x="398497" y="170202"/>
                </a:lnTo>
                <a:cubicBezTo>
                  <a:pt x="398497" y="219802"/>
                  <a:pt x="387626" y="262268"/>
                  <a:pt x="365884" y="297599"/>
                </a:cubicBezTo>
                <a:cubicBezTo>
                  <a:pt x="344141" y="332930"/>
                  <a:pt x="306432" y="362826"/>
                  <a:pt x="252755" y="387286"/>
                </a:cubicBezTo>
                <a:lnTo>
                  <a:pt x="214027" y="321040"/>
                </a:lnTo>
                <a:cubicBezTo>
                  <a:pt x="255473" y="301336"/>
                  <a:pt x="284010" y="281122"/>
                  <a:pt x="299637" y="260399"/>
                </a:cubicBezTo>
                <a:cubicBezTo>
                  <a:pt x="315265" y="239676"/>
                  <a:pt x="323078" y="209610"/>
                  <a:pt x="323078" y="170202"/>
                </a:cubicBezTo>
                <a:lnTo>
                  <a:pt x="228295" y="170202"/>
                </a:lnTo>
                <a:close/>
                <a:moveTo>
                  <a:pt x="14268" y="0"/>
                </a:moveTo>
                <a:lnTo>
                  <a:pt x="184471" y="0"/>
                </a:lnTo>
                <a:lnTo>
                  <a:pt x="184471" y="170202"/>
                </a:lnTo>
                <a:cubicBezTo>
                  <a:pt x="184471" y="219802"/>
                  <a:pt x="173599" y="262268"/>
                  <a:pt x="151857" y="297599"/>
                </a:cubicBezTo>
                <a:cubicBezTo>
                  <a:pt x="130115" y="332930"/>
                  <a:pt x="92405" y="362826"/>
                  <a:pt x="38729" y="387286"/>
                </a:cubicBezTo>
                <a:lnTo>
                  <a:pt x="0" y="321040"/>
                </a:lnTo>
                <a:cubicBezTo>
                  <a:pt x="41446" y="301336"/>
                  <a:pt x="69983" y="281122"/>
                  <a:pt x="85611" y="260399"/>
                </a:cubicBezTo>
                <a:cubicBezTo>
                  <a:pt x="101238" y="239676"/>
                  <a:pt x="109052" y="209610"/>
                  <a:pt x="109052" y="170202"/>
                </a:cubicBezTo>
                <a:lnTo>
                  <a:pt x="14268" y="170202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algn="ctr">
              <a:defRPr kern="0">
                <a:solidFill>
                  <a:srgbClr val="404040"/>
                </a:solidFill>
                <a:cs typeface="+mn-ea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303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9E06F-F649-E7A4-2711-CB69D115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C1B082F-616C-7E7E-CE4A-1EDEF67BE3C7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CCAA9429-9463-41A0-2AFA-28E281AFEE20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B2143C6-1635-8D6A-44F3-73149137E97A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F472C48-C263-5932-B56F-3F0E0AA54218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FE310410-F13E-E0CE-68F5-6DAD5DCD6395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68272CE7-AFE1-C06A-0E2D-2BAC260AC231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13A4F90-53AF-514C-906A-8AEB3EC2B9C1}"/>
              </a:ext>
            </a:extLst>
          </p:cNvPr>
          <p:cNvGrpSpPr/>
          <p:nvPr/>
        </p:nvGrpSpPr>
        <p:grpSpPr>
          <a:xfrm>
            <a:off x="6554818" y="2022725"/>
            <a:ext cx="4528455" cy="3579073"/>
            <a:chOff x="5820228" y="1155991"/>
            <a:chExt cx="5204985" cy="4113770"/>
          </a:xfrm>
        </p:grpSpPr>
        <p:graphicFrame>
          <p:nvGraphicFramePr>
            <p:cNvPr id="7" name="图表 6">
              <a:extLst>
                <a:ext uri="{FF2B5EF4-FFF2-40B4-BE49-F238E27FC236}">
                  <a16:creationId xmlns:a16="http://schemas.microsoft.com/office/drawing/2014/main" id="{1C0819F0-585D-DA4A-61F8-653E38592F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68906191"/>
                </p:ext>
              </p:extLst>
            </p:nvPr>
          </p:nvGraphicFramePr>
          <p:xfrm>
            <a:off x="5820228" y="1799771"/>
            <a:ext cx="5204985" cy="34699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任意多边形 32" descr="D:\51PPT模板网\51pptmoban.com\图片.jpg">
              <a:extLst>
                <a:ext uri="{FF2B5EF4-FFF2-40B4-BE49-F238E27FC236}">
                  <a16:creationId xmlns:a16="http://schemas.microsoft.com/office/drawing/2014/main" id="{FE373887-F74E-7960-C4DA-511B0566C368}"/>
                </a:ext>
              </a:extLst>
            </p:cNvPr>
            <p:cNvSpPr/>
            <p:nvPr/>
          </p:nvSpPr>
          <p:spPr>
            <a:xfrm rot="2920123">
              <a:off x="7353109" y="-215335"/>
              <a:ext cx="2059642" cy="4802293"/>
            </a:xfrm>
            <a:custGeom>
              <a:avLst/>
              <a:gdLst>
                <a:gd name="connsiteX0" fmla="*/ 1554072 w 2059642"/>
                <a:gd name="connsiteY0" fmla="*/ 0 h 4802293"/>
                <a:gd name="connsiteX1" fmla="*/ 2059642 w 2059642"/>
                <a:gd name="connsiteY1" fmla="*/ 470165 h 4802293"/>
                <a:gd name="connsiteX2" fmla="*/ 1779097 w 2059642"/>
                <a:gd name="connsiteY2" fmla="*/ 470165 h 4802293"/>
                <a:gd name="connsiteX3" fmla="*/ 1770526 w 2059642"/>
                <a:gd name="connsiteY3" fmla="*/ 566418 h 4802293"/>
                <a:gd name="connsiteX4" fmla="*/ 1340935 w 2059642"/>
                <a:gd name="connsiteY4" fmla="*/ 2384783 h 4802293"/>
                <a:gd name="connsiteX5" fmla="*/ 118514 w 2059642"/>
                <a:gd name="connsiteY5" fmla="*/ 4676114 h 4802293"/>
                <a:gd name="connsiteX6" fmla="*/ 0 w 2059642"/>
                <a:gd name="connsiteY6" fmla="*/ 4802293 h 4802293"/>
                <a:gd name="connsiteX7" fmla="*/ 100847 w 2059642"/>
                <a:gd name="connsiteY7" fmla="*/ 4649585 h 4802293"/>
                <a:gd name="connsiteX8" fmla="*/ 946208 w 2059642"/>
                <a:gd name="connsiteY8" fmla="*/ 2694678 h 4802293"/>
                <a:gd name="connsiteX9" fmla="*/ 1305085 w 2059642"/>
                <a:gd name="connsiteY9" fmla="*/ 595271 h 4802293"/>
                <a:gd name="connsiteX10" fmla="*/ 1304310 w 2059642"/>
                <a:gd name="connsiteY10" fmla="*/ 470165 h 4802293"/>
                <a:gd name="connsiteX11" fmla="*/ 1048502 w 2059642"/>
                <a:gd name="connsiteY11" fmla="*/ 470165 h 480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9640" h="4802293">
                  <a:moveTo>
                    <a:pt x="1554072" y="0"/>
                  </a:moveTo>
                  <a:lnTo>
                    <a:pt x="2059642" y="470165"/>
                  </a:lnTo>
                  <a:lnTo>
                    <a:pt x="1779097" y="470165"/>
                  </a:lnTo>
                  <a:lnTo>
                    <a:pt x="1770526" y="566418"/>
                  </a:lnTo>
                  <a:cubicBezTo>
                    <a:pt x="1709917" y="1106984"/>
                    <a:pt x="1566484" y="1734248"/>
                    <a:pt x="1340935" y="2384783"/>
                  </a:cubicBezTo>
                  <a:cubicBezTo>
                    <a:pt x="1002613" y="3360586"/>
                    <a:pt x="551595" y="4180897"/>
                    <a:pt x="118514" y="4676114"/>
                  </a:cubicBezTo>
                  <a:lnTo>
                    <a:pt x="0" y="4802293"/>
                  </a:lnTo>
                  <a:lnTo>
                    <a:pt x="100847" y="4649585"/>
                  </a:lnTo>
                  <a:cubicBezTo>
                    <a:pt x="416432" y="4143838"/>
                    <a:pt x="717488" y="3464708"/>
                    <a:pt x="946208" y="2694678"/>
                  </a:cubicBezTo>
                  <a:cubicBezTo>
                    <a:pt x="1174927" y="1924647"/>
                    <a:pt x="1293417" y="1191289"/>
                    <a:pt x="1305085" y="595271"/>
                  </a:cubicBezTo>
                  <a:lnTo>
                    <a:pt x="1304310" y="470165"/>
                  </a:lnTo>
                  <a:lnTo>
                    <a:pt x="1048502" y="470165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DB2C61CA-4903-6386-9456-C1BEB888B288}"/>
              </a:ext>
            </a:extLst>
          </p:cNvPr>
          <p:cNvSpPr txBox="1"/>
          <p:nvPr/>
        </p:nvSpPr>
        <p:spPr>
          <a:xfrm>
            <a:off x="9848629" y="1216719"/>
            <a:ext cx="1096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404040"/>
                </a:solidFill>
                <a:latin typeface="+mn-ea"/>
                <a:cs typeface="+mn-ea"/>
                <a:sym typeface="+mn-lt"/>
              </a:rPr>
              <a:t>100</a:t>
            </a:r>
            <a:r>
              <a:rPr lang="zh-CN" altLang="en-US" sz="1600" b="1" dirty="0">
                <a:solidFill>
                  <a:srgbClr val="404040"/>
                </a:solidFill>
                <a:latin typeface="+mn-ea"/>
                <a:cs typeface="+mn-ea"/>
                <a:sym typeface="+mn-lt"/>
              </a:rPr>
              <a:t>亿元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D66AF2F-3F6A-347C-BCC2-FD5B774B61D6}"/>
              </a:ext>
            </a:extLst>
          </p:cNvPr>
          <p:cNvGrpSpPr/>
          <p:nvPr/>
        </p:nvGrpSpPr>
        <p:grpSpPr>
          <a:xfrm>
            <a:off x="841267" y="2114204"/>
            <a:ext cx="6456362" cy="1383952"/>
            <a:chOff x="283597" y="1906534"/>
            <a:chExt cx="6456362" cy="138395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E8A6668-4D99-ECE3-233D-EEC61914AABB}"/>
                </a:ext>
              </a:extLst>
            </p:cNvPr>
            <p:cNvSpPr txBox="1"/>
            <p:nvPr/>
          </p:nvSpPr>
          <p:spPr>
            <a:xfrm>
              <a:off x="283597" y="2393061"/>
              <a:ext cx="6456362" cy="897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2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2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2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2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2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分钟之内。此处添加详细文本描述，建议与标题相关并符合整体语言风格，语言描述尽量简洁生动。</a:t>
              </a:r>
              <a:endParaRPr lang="en-US" altLang="zh-CN" sz="1200" dirty="0">
                <a:solidFill>
                  <a:srgbClr val="404040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81C7170-A549-21D9-E60A-9BC371660984}"/>
                </a:ext>
              </a:extLst>
            </p:cNvPr>
            <p:cNvSpPr txBox="1"/>
            <p:nvPr/>
          </p:nvSpPr>
          <p:spPr>
            <a:xfrm>
              <a:off x="283599" y="1906534"/>
              <a:ext cx="38529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4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单击此处添加标题文本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BBAE64A-B1A2-8106-C52B-35AE231D84B5}"/>
              </a:ext>
            </a:extLst>
          </p:cNvPr>
          <p:cNvGrpSpPr/>
          <p:nvPr/>
        </p:nvGrpSpPr>
        <p:grpSpPr>
          <a:xfrm>
            <a:off x="947738" y="4020584"/>
            <a:ext cx="5755210" cy="301621"/>
            <a:chOff x="947738" y="3520139"/>
            <a:chExt cx="5755210" cy="301621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22D1FFA-0203-3D07-71EE-864381E6ACD6}"/>
                </a:ext>
              </a:extLst>
            </p:cNvPr>
            <p:cNvSpPr txBox="1"/>
            <p:nvPr/>
          </p:nvSpPr>
          <p:spPr>
            <a:xfrm>
              <a:off x="1108727" y="3520139"/>
              <a:ext cx="5594221" cy="301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" name="十字形 3">
              <a:extLst>
                <a:ext uri="{FF2B5EF4-FFF2-40B4-BE49-F238E27FC236}">
                  <a16:creationId xmlns:a16="http://schemas.microsoft.com/office/drawing/2014/main" id="{22548875-AC94-DEA1-1F15-99E76E2236FF}"/>
                </a:ext>
              </a:extLst>
            </p:cNvPr>
            <p:cNvSpPr/>
            <p:nvPr/>
          </p:nvSpPr>
          <p:spPr>
            <a:xfrm>
              <a:off x="947738" y="3606854"/>
              <a:ext cx="160989" cy="160989"/>
            </a:xfrm>
            <a:prstGeom prst="plus">
              <a:avLst>
                <a:gd name="adj" fmla="val 32395"/>
              </a:avLst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561DA3A-DFB7-9CA9-B410-FCBFB48072C3}"/>
              </a:ext>
            </a:extLst>
          </p:cNvPr>
          <p:cNvGrpSpPr/>
          <p:nvPr/>
        </p:nvGrpSpPr>
        <p:grpSpPr>
          <a:xfrm>
            <a:off x="947738" y="4496917"/>
            <a:ext cx="5755210" cy="301621"/>
            <a:chOff x="947738" y="3520139"/>
            <a:chExt cx="5755210" cy="30162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DF4E886-78B2-70A6-61C7-6083FAD4E972}"/>
                </a:ext>
              </a:extLst>
            </p:cNvPr>
            <p:cNvSpPr txBox="1"/>
            <p:nvPr/>
          </p:nvSpPr>
          <p:spPr>
            <a:xfrm>
              <a:off x="1108727" y="3520139"/>
              <a:ext cx="5594221" cy="301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5" name="十字形 14">
              <a:extLst>
                <a:ext uri="{FF2B5EF4-FFF2-40B4-BE49-F238E27FC236}">
                  <a16:creationId xmlns:a16="http://schemas.microsoft.com/office/drawing/2014/main" id="{98B56AAE-1882-BC53-51AB-D71C4C6EDD25}"/>
                </a:ext>
              </a:extLst>
            </p:cNvPr>
            <p:cNvSpPr/>
            <p:nvPr/>
          </p:nvSpPr>
          <p:spPr>
            <a:xfrm>
              <a:off x="947738" y="3606854"/>
              <a:ext cx="160989" cy="160989"/>
            </a:xfrm>
            <a:prstGeom prst="plus">
              <a:avLst>
                <a:gd name="adj" fmla="val 32395"/>
              </a:avLst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D36A977-701E-32F1-6EB9-E946A80CA1B5}"/>
              </a:ext>
            </a:extLst>
          </p:cNvPr>
          <p:cNvGrpSpPr/>
          <p:nvPr/>
        </p:nvGrpSpPr>
        <p:grpSpPr>
          <a:xfrm>
            <a:off x="947738" y="4973250"/>
            <a:ext cx="5755210" cy="301621"/>
            <a:chOff x="947738" y="3520139"/>
            <a:chExt cx="5755210" cy="30162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27888D2-FD2A-BD5B-026C-822425A66580}"/>
                </a:ext>
              </a:extLst>
            </p:cNvPr>
            <p:cNvSpPr txBox="1"/>
            <p:nvPr/>
          </p:nvSpPr>
          <p:spPr>
            <a:xfrm>
              <a:off x="1108727" y="3520139"/>
              <a:ext cx="5594221" cy="301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9" name="十字形 28">
              <a:extLst>
                <a:ext uri="{FF2B5EF4-FFF2-40B4-BE49-F238E27FC236}">
                  <a16:creationId xmlns:a16="http://schemas.microsoft.com/office/drawing/2014/main" id="{4AA5A4D1-A763-63E0-668B-8249E364531F}"/>
                </a:ext>
              </a:extLst>
            </p:cNvPr>
            <p:cNvSpPr/>
            <p:nvPr/>
          </p:nvSpPr>
          <p:spPr>
            <a:xfrm>
              <a:off x="947738" y="3606854"/>
              <a:ext cx="160989" cy="160989"/>
            </a:xfrm>
            <a:prstGeom prst="plus">
              <a:avLst>
                <a:gd name="adj" fmla="val 32395"/>
              </a:avLst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467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9E9B-4EF4-9F5D-7D09-F910AF71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C9827D-E735-EFC9-D4D8-42CFD9484394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507FDE9B-4990-60CD-9B2B-097D68277284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C9C4F146-B610-752F-8645-FD7B63235C0F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80595CD9-5356-9EB0-EF6E-98CEF791ED8C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1625146A-4308-8316-E407-57CF448C3F08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9BE52821-AD86-931C-3081-F350A7BEE7D4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13D71638-6192-4862-7B20-B0235182DC92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7A3C3866-A143-4371-CC44-5BCD527210E3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0FFA7C72-C38C-8085-A380-633DD1A05332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8C6C8F5A-865E-8AC4-7DC4-277D1361B360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EAB8D5F2-404A-5AC1-4848-CB39DAC9852F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BC766028-F95C-78E6-8836-365BF6F6E350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A812CF98-99D3-73F1-6918-FDA4AF7648C8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32CFCE7B-E866-AE23-AA17-617CA18C3D1C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BC66F80D-8CBD-F9F8-2EFD-E535DC6C3974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BDFE7817-01FE-39F6-AC97-B0AFCF5A82A2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10988424-544C-BE40-C81B-305F4C0EACF9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DF5CFF36-0399-02DD-4266-7D5AC2E1862E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9F1224BA-31E6-40E9-0C38-176781E81049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40669500-332C-E642-4267-A5C9BF37D6F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55474210-7B76-CD33-C2C6-EE52EE7BE152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AF1A72E2-EAF8-13F4-0026-6970D40FAE23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BDEA06C9-9E42-36F4-BFB5-9469E81384D6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BBEADE7C-107C-1446-E146-13C0A41CE6DF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C9BBAB0D-4912-A408-5EE5-D574046DD7BA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2A9F59EC-6042-B346-BC8C-164DAAC2C517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9E42B264-2CA8-1DDA-C210-E9642016A74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5BC4FEA9-5349-8D7E-B946-2D56C4249D1C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B090C9E0-D36F-EB9A-E9A8-9DBE3D9AD4D2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A4A34E78-344F-DD6A-3219-A7619E7AEED4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960ED8B6-1E91-5D33-1574-8056BEDD601A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322F48D3-7465-E31D-ED45-9C8A8E4853E4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3825657E-A870-F09C-EA64-28FAAE079450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EA7861B1-A6C2-F2CE-14F6-4C76473D04DF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99B427BB-FF45-D3DD-5F56-460E136355BC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75380289-B75F-BD39-A74C-551954CA3B42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D54E67B6-CB2A-8CE1-865A-23951F13EDFE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FE05FC8C-7CF5-8C6A-3402-654D5FC8B517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9194DBAE-36D7-4EC2-BD32-2F3ED54C3433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4DD75A37-2D0B-FD4C-E8A3-977FB871E041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1CEBB070-5227-3EF4-57B1-8B8F37CBD742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A5E54A0D-DF8A-6942-765B-925296997574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704A1730-E48E-7F99-2FEA-3D8CB105F87D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BE6FAEAD-7A16-08C2-3AB0-BA9EB7920127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3C6578BF-CBA3-95A1-6F9E-0FB119396A9B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AA4E05DC-E776-CE7E-F1B5-982CCE3018F7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BF994464-2A65-6F02-0E8C-00E91B7A0F01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963E2B6E-8E08-4D1B-1F17-3BE7752B8F23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D646BE4B-F386-D168-9FEF-D35A97E6A544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08035AEE-04C5-4311-D8C2-76A49275CB56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5393D389-3CA5-B9A5-E333-4B72607933CF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7CA84041-2B22-7FDC-FAF3-9063CB9FDC97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F1CAF89F-3D53-0073-39AC-0FC4634D0D2A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A5777ACF-6744-2D98-5993-8815A50F9AE3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064BB52F-C71C-CD8E-4424-3849AB52BB4C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9FFC9CD-C497-39E6-5236-16968F5383AB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CB650119-48E3-A3BE-1E8C-28FC6120B904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CEE2C67A-5035-154A-33CE-C9926745284A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48B7DA85-4E25-C8F6-A02B-CD1FF06A29E3}"/>
              </a:ext>
            </a:extLst>
          </p:cNvPr>
          <p:cNvGrpSpPr/>
          <p:nvPr/>
        </p:nvGrpSpPr>
        <p:grpSpPr>
          <a:xfrm>
            <a:off x="1837702" y="2175896"/>
            <a:ext cx="4135685" cy="584775"/>
            <a:chOff x="1825002" y="2322008"/>
            <a:chExt cx="4135685" cy="58477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D84DB05C-2442-9769-C165-41BD6019F33F}"/>
                </a:ext>
              </a:extLst>
            </p:cNvPr>
            <p:cNvSpPr/>
            <p:nvPr/>
          </p:nvSpPr>
          <p:spPr>
            <a:xfrm>
              <a:off x="1825002" y="2350272"/>
              <a:ext cx="4135685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75129CE-813D-4C65-F446-6C2FF1BCCB4F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366F3D1-BDAE-8872-1AFF-DD65F571035A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42" name="箭头: V 形 41">
              <a:extLst>
                <a:ext uri="{FF2B5EF4-FFF2-40B4-BE49-F238E27FC236}">
                  <a16:creationId xmlns:a16="http://schemas.microsoft.com/office/drawing/2014/main" id="{930AA22B-BCE2-9C1C-7BA1-1E209CA873D7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6129F80C-751C-2248-EB30-52D5921E7678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3FAD8D1-4864-9346-039E-134CDAF81391}"/>
              </a:ext>
            </a:extLst>
          </p:cNvPr>
          <p:cNvSpPr txBox="1"/>
          <p:nvPr/>
        </p:nvSpPr>
        <p:spPr>
          <a:xfrm>
            <a:off x="1833616" y="3098689"/>
            <a:ext cx="4342218" cy="145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D6916EC-D330-2390-8D8E-81C3E02E10D6}"/>
              </a:ext>
            </a:extLst>
          </p:cNvPr>
          <p:cNvGrpSpPr/>
          <p:nvPr/>
        </p:nvGrpSpPr>
        <p:grpSpPr>
          <a:xfrm>
            <a:off x="6438070" y="2139496"/>
            <a:ext cx="4601254" cy="2385774"/>
            <a:chOff x="6314521" y="2164338"/>
            <a:chExt cx="4601254" cy="238577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B892E5C-390D-9D7D-D047-6A59FEB593CB}"/>
                </a:ext>
              </a:extLst>
            </p:cNvPr>
            <p:cNvGrpSpPr/>
            <p:nvPr/>
          </p:nvGrpSpPr>
          <p:grpSpPr>
            <a:xfrm>
              <a:off x="7431372" y="2167792"/>
              <a:ext cx="1531795" cy="1667251"/>
              <a:chOff x="3401304" y="797153"/>
              <a:chExt cx="3171988" cy="345248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3042352A-1A7D-7FD8-9F5A-BBA5DA5AB8A7}"/>
                  </a:ext>
                </a:extLst>
              </p:cNvPr>
              <p:cNvSpPr/>
              <p:nvPr/>
            </p:nvSpPr>
            <p:spPr>
              <a:xfrm>
                <a:off x="3401304" y="797153"/>
                <a:ext cx="3171988" cy="3452485"/>
              </a:xfrm>
              <a:custGeom>
                <a:avLst/>
                <a:gdLst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258670 w 3171988"/>
                  <a:gd name="connsiteY46" fmla="*/ 3435726 h 3474203"/>
                  <a:gd name="connsiteX47" fmla="*/ 0 w 3171988"/>
                  <a:gd name="connsiteY47" fmla="*/ 3216514 h 3474203"/>
                  <a:gd name="connsiteX48" fmla="*/ 230638 w 3171988"/>
                  <a:gd name="connsiteY48" fmla="*/ 3170754 h 3474203"/>
                  <a:gd name="connsiteX49" fmla="*/ 741059 w 3171988"/>
                  <a:gd name="connsiteY49" fmla="*/ 3031897 h 3474203"/>
                  <a:gd name="connsiteX50" fmla="*/ 1307558 w 3171988"/>
                  <a:gd name="connsiteY50" fmla="*/ 2785973 h 3474203"/>
                  <a:gd name="connsiteX51" fmla="*/ 1587861 w 3171988"/>
                  <a:gd name="connsiteY51" fmla="*/ 2605504 h 3474203"/>
                  <a:gd name="connsiteX52" fmla="*/ 1445165 w 3171988"/>
                  <a:gd name="connsiteY52" fmla="*/ 2519154 h 3474203"/>
                  <a:gd name="connsiteX53" fmla="*/ 1410607 w 3171988"/>
                  <a:gd name="connsiteY53" fmla="*/ 2512814 h 3474203"/>
                  <a:gd name="connsiteX54" fmla="*/ 1243979 w 3171988"/>
                  <a:gd name="connsiteY54" fmla="*/ 2648635 h 3474203"/>
                  <a:gd name="connsiteX55" fmla="*/ 1149502 w 3171988"/>
                  <a:gd name="connsiteY55" fmla="*/ 2565410 h 3474203"/>
                  <a:gd name="connsiteX56" fmla="*/ 971266 w 3171988"/>
                  <a:gd name="connsiteY56" fmla="*/ 2403961 h 3474203"/>
                  <a:gd name="connsiteX57" fmla="*/ 984125 w 3171988"/>
                  <a:gd name="connsiteY57" fmla="*/ 2371993 h 3474203"/>
                  <a:gd name="connsiteX58" fmla="*/ 1362565 w 3171988"/>
                  <a:gd name="connsiteY58" fmla="*/ 2054275 h 3474203"/>
                  <a:gd name="connsiteX59" fmla="*/ 1617507 w 3171988"/>
                  <a:gd name="connsiteY59" fmla="*/ 1789242 h 3474203"/>
                  <a:gd name="connsiteX60" fmla="*/ 1799138 w 3171988"/>
                  <a:gd name="connsiteY60" fmla="*/ 1816477 h 3474203"/>
                  <a:gd name="connsiteX61" fmla="*/ 1625009 w 3171988"/>
                  <a:gd name="connsiteY61" fmla="*/ 1598414 h 3474203"/>
                  <a:gd name="connsiteX62" fmla="*/ 1606524 w 3171988"/>
                  <a:gd name="connsiteY62" fmla="*/ 1538764 h 3474203"/>
                  <a:gd name="connsiteX63" fmla="*/ 1672425 w 3171988"/>
                  <a:gd name="connsiteY63" fmla="*/ 1462326 h 3474203"/>
                  <a:gd name="connsiteX64" fmla="*/ 1912366 w 3171988"/>
                  <a:gd name="connsiteY64" fmla="*/ 1246674 h 3474203"/>
                  <a:gd name="connsiteX65" fmla="*/ 2037471 w 3171988"/>
                  <a:gd name="connsiteY65" fmla="*/ 1130677 h 3474203"/>
                  <a:gd name="connsiteX66" fmla="*/ 2084262 w 3171988"/>
                  <a:gd name="connsiteY66" fmla="*/ 1069241 h 3474203"/>
                  <a:gd name="connsiteX67" fmla="*/ 2099621 w 3171988"/>
                  <a:gd name="connsiteY67" fmla="*/ 938153 h 3474203"/>
                  <a:gd name="connsiteX68" fmla="*/ 1892274 w 3171988"/>
                  <a:gd name="connsiteY68" fmla="*/ 988784 h 3474203"/>
                  <a:gd name="connsiteX69" fmla="*/ 1800120 w 3171988"/>
                  <a:gd name="connsiteY69" fmla="*/ 959406 h 3474203"/>
                  <a:gd name="connsiteX70" fmla="*/ 1744130 w 3171988"/>
                  <a:gd name="connsiteY70" fmla="*/ 765631 h 3474203"/>
                  <a:gd name="connsiteX71" fmla="*/ 1717877 w 3171988"/>
                  <a:gd name="connsiteY71" fmla="*/ 625078 h 3474203"/>
                  <a:gd name="connsiteX72" fmla="*/ 2151056 w 3171988"/>
                  <a:gd name="connsiteY72" fmla="*/ 482025 h 3474203"/>
                  <a:gd name="connsiteX73" fmla="*/ 2179542 w 3171988"/>
                  <a:gd name="connsiteY73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0 w 3171988"/>
                  <a:gd name="connsiteY46" fmla="*/ 3216514 h 3474203"/>
                  <a:gd name="connsiteX47" fmla="*/ 230638 w 3171988"/>
                  <a:gd name="connsiteY47" fmla="*/ 3170754 h 3474203"/>
                  <a:gd name="connsiteX48" fmla="*/ 741059 w 3171988"/>
                  <a:gd name="connsiteY48" fmla="*/ 3031897 h 3474203"/>
                  <a:gd name="connsiteX49" fmla="*/ 1307558 w 3171988"/>
                  <a:gd name="connsiteY49" fmla="*/ 2785973 h 3474203"/>
                  <a:gd name="connsiteX50" fmla="*/ 1587861 w 3171988"/>
                  <a:gd name="connsiteY50" fmla="*/ 2605504 h 3474203"/>
                  <a:gd name="connsiteX51" fmla="*/ 1445165 w 3171988"/>
                  <a:gd name="connsiteY51" fmla="*/ 2519154 h 3474203"/>
                  <a:gd name="connsiteX52" fmla="*/ 1410607 w 3171988"/>
                  <a:gd name="connsiteY52" fmla="*/ 2512814 h 3474203"/>
                  <a:gd name="connsiteX53" fmla="*/ 1243979 w 3171988"/>
                  <a:gd name="connsiteY53" fmla="*/ 2648635 h 3474203"/>
                  <a:gd name="connsiteX54" fmla="*/ 1149502 w 3171988"/>
                  <a:gd name="connsiteY54" fmla="*/ 2565410 h 3474203"/>
                  <a:gd name="connsiteX55" fmla="*/ 971266 w 3171988"/>
                  <a:gd name="connsiteY55" fmla="*/ 2403961 h 3474203"/>
                  <a:gd name="connsiteX56" fmla="*/ 984125 w 3171988"/>
                  <a:gd name="connsiteY56" fmla="*/ 2371993 h 3474203"/>
                  <a:gd name="connsiteX57" fmla="*/ 1362565 w 3171988"/>
                  <a:gd name="connsiteY57" fmla="*/ 2054275 h 3474203"/>
                  <a:gd name="connsiteX58" fmla="*/ 1617507 w 3171988"/>
                  <a:gd name="connsiteY58" fmla="*/ 1789242 h 3474203"/>
                  <a:gd name="connsiteX59" fmla="*/ 1799138 w 3171988"/>
                  <a:gd name="connsiteY59" fmla="*/ 1816477 h 3474203"/>
                  <a:gd name="connsiteX60" fmla="*/ 1625009 w 3171988"/>
                  <a:gd name="connsiteY60" fmla="*/ 1598414 h 3474203"/>
                  <a:gd name="connsiteX61" fmla="*/ 1606524 w 3171988"/>
                  <a:gd name="connsiteY61" fmla="*/ 1538764 h 3474203"/>
                  <a:gd name="connsiteX62" fmla="*/ 1672425 w 3171988"/>
                  <a:gd name="connsiteY62" fmla="*/ 1462326 h 3474203"/>
                  <a:gd name="connsiteX63" fmla="*/ 1912366 w 3171988"/>
                  <a:gd name="connsiteY63" fmla="*/ 1246674 h 3474203"/>
                  <a:gd name="connsiteX64" fmla="*/ 2037471 w 3171988"/>
                  <a:gd name="connsiteY64" fmla="*/ 1130677 h 3474203"/>
                  <a:gd name="connsiteX65" fmla="*/ 2084262 w 3171988"/>
                  <a:gd name="connsiteY65" fmla="*/ 1069241 h 3474203"/>
                  <a:gd name="connsiteX66" fmla="*/ 2099621 w 3171988"/>
                  <a:gd name="connsiteY66" fmla="*/ 938153 h 3474203"/>
                  <a:gd name="connsiteX67" fmla="*/ 1892274 w 3171988"/>
                  <a:gd name="connsiteY67" fmla="*/ 988784 h 3474203"/>
                  <a:gd name="connsiteX68" fmla="*/ 1800120 w 3171988"/>
                  <a:gd name="connsiteY68" fmla="*/ 959406 h 3474203"/>
                  <a:gd name="connsiteX69" fmla="*/ 1744130 w 3171988"/>
                  <a:gd name="connsiteY69" fmla="*/ 765631 h 3474203"/>
                  <a:gd name="connsiteX70" fmla="*/ 1717877 w 3171988"/>
                  <a:gd name="connsiteY70" fmla="*/ 625078 h 3474203"/>
                  <a:gd name="connsiteX71" fmla="*/ 2151056 w 3171988"/>
                  <a:gd name="connsiteY71" fmla="*/ 482025 h 3474203"/>
                  <a:gd name="connsiteX72" fmla="*/ 2179542 w 3171988"/>
                  <a:gd name="connsiteY72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0 w 3171988"/>
                  <a:gd name="connsiteY45" fmla="*/ 3216514 h 3474203"/>
                  <a:gd name="connsiteX46" fmla="*/ 230638 w 3171988"/>
                  <a:gd name="connsiteY46" fmla="*/ 3170754 h 3474203"/>
                  <a:gd name="connsiteX47" fmla="*/ 741059 w 3171988"/>
                  <a:gd name="connsiteY47" fmla="*/ 3031897 h 3474203"/>
                  <a:gd name="connsiteX48" fmla="*/ 1307558 w 3171988"/>
                  <a:gd name="connsiteY48" fmla="*/ 2785973 h 3474203"/>
                  <a:gd name="connsiteX49" fmla="*/ 1587861 w 3171988"/>
                  <a:gd name="connsiteY49" fmla="*/ 2605504 h 3474203"/>
                  <a:gd name="connsiteX50" fmla="*/ 1445165 w 3171988"/>
                  <a:gd name="connsiteY50" fmla="*/ 2519154 h 3474203"/>
                  <a:gd name="connsiteX51" fmla="*/ 1410607 w 3171988"/>
                  <a:gd name="connsiteY51" fmla="*/ 2512814 h 3474203"/>
                  <a:gd name="connsiteX52" fmla="*/ 1243979 w 3171988"/>
                  <a:gd name="connsiteY52" fmla="*/ 2648635 h 3474203"/>
                  <a:gd name="connsiteX53" fmla="*/ 1149502 w 3171988"/>
                  <a:gd name="connsiteY53" fmla="*/ 2565410 h 3474203"/>
                  <a:gd name="connsiteX54" fmla="*/ 971266 w 3171988"/>
                  <a:gd name="connsiteY54" fmla="*/ 2403961 h 3474203"/>
                  <a:gd name="connsiteX55" fmla="*/ 984125 w 3171988"/>
                  <a:gd name="connsiteY55" fmla="*/ 2371993 h 3474203"/>
                  <a:gd name="connsiteX56" fmla="*/ 1362565 w 3171988"/>
                  <a:gd name="connsiteY56" fmla="*/ 2054275 h 3474203"/>
                  <a:gd name="connsiteX57" fmla="*/ 1617507 w 3171988"/>
                  <a:gd name="connsiteY57" fmla="*/ 1789242 h 3474203"/>
                  <a:gd name="connsiteX58" fmla="*/ 1799138 w 3171988"/>
                  <a:gd name="connsiteY58" fmla="*/ 1816477 h 3474203"/>
                  <a:gd name="connsiteX59" fmla="*/ 1625009 w 3171988"/>
                  <a:gd name="connsiteY59" fmla="*/ 1598414 h 3474203"/>
                  <a:gd name="connsiteX60" fmla="*/ 1606524 w 3171988"/>
                  <a:gd name="connsiteY60" fmla="*/ 1538764 h 3474203"/>
                  <a:gd name="connsiteX61" fmla="*/ 1672425 w 3171988"/>
                  <a:gd name="connsiteY61" fmla="*/ 1462326 h 3474203"/>
                  <a:gd name="connsiteX62" fmla="*/ 1912366 w 3171988"/>
                  <a:gd name="connsiteY62" fmla="*/ 1246674 h 3474203"/>
                  <a:gd name="connsiteX63" fmla="*/ 2037471 w 3171988"/>
                  <a:gd name="connsiteY63" fmla="*/ 1130677 h 3474203"/>
                  <a:gd name="connsiteX64" fmla="*/ 2084262 w 3171988"/>
                  <a:gd name="connsiteY64" fmla="*/ 1069241 h 3474203"/>
                  <a:gd name="connsiteX65" fmla="*/ 2099621 w 3171988"/>
                  <a:gd name="connsiteY65" fmla="*/ 938153 h 3474203"/>
                  <a:gd name="connsiteX66" fmla="*/ 1892274 w 3171988"/>
                  <a:gd name="connsiteY66" fmla="*/ 988784 h 3474203"/>
                  <a:gd name="connsiteX67" fmla="*/ 1800120 w 3171988"/>
                  <a:gd name="connsiteY67" fmla="*/ 959406 h 3474203"/>
                  <a:gd name="connsiteX68" fmla="*/ 1744130 w 3171988"/>
                  <a:gd name="connsiteY68" fmla="*/ 765631 h 3474203"/>
                  <a:gd name="connsiteX69" fmla="*/ 1717877 w 3171988"/>
                  <a:gd name="connsiteY69" fmla="*/ 625078 h 3474203"/>
                  <a:gd name="connsiteX70" fmla="*/ 2151056 w 3171988"/>
                  <a:gd name="connsiteY70" fmla="*/ 482025 h 3474203"/>
                  <a:gd name="connsiteX71" fmla="*/ 2179542 w 3171988"/>
                  <a:gd name="connsiteY71" fmla="*/ 0 h 3474203"/>
                  <a:gd name="connsiteX0" fmla="*/ 2119535 w 3171988"/>
                  <a:gd name="connsiteY0" fmla="*/ 2154198 h 3452485"/>
                  <a:gd name="connsiteX1" fmla="*/ 1867807 w 3171988"/>
                  <a:gd name="connsiteY1" fmla="*/ 2185184 h 3452485"/>
                  <a:gd name="connsiteX2" fmla="*/ 1770473 w 3171988"/>
                  <a:gd name="connsiteY2" fmla="*/ 2212598 h 3452485"/>
                  <a:gd name="connsiteX3" fmla="*/ 1669300 w 3171988"/>
                  <a:gd name="connsiteY3" fmla="*/ 2303949 h 3452485"/>
                  <a:gd name="connsiteX4" fmla="*/ 1851555 w 3171988"/>
                  <a:gd name="connsiteY4" fmla="*/ 2398336 h 3452485"/>
                  <a:gd name="connsiteX5" fmla="*/ 2053098 w 3171988"/>
                  <a:gd name="connsiteY5" fmla="*/ 2218135 h 3452485"/>
                  <a:gd name="connsiteX6" fmla="*/ 2119535 w 3171988"/>
                  <a:gd name="connsiteY6" fmla="*/ 2154198 h 3452485"/>
                  <a:gd name="connsiteX7" fmla="*/ 2069886 w 3171988"/>
                  <a:gd name="connsiteY7" fmla="*/ 1507242 h 3452485"/>
                  <a:gd name="connsiteX8" fmla="*/ 1990768 w 3171988"/>
                  <a:gd name="connsiteY8" fmla="*/ 1601807 h 3452485"/>
                  <a:gd name="connsiteX9" fmla="*/ 1837714 w 3171988"/>
                  <a:gd name="connsiteY9" fmla="*/ 1806119 h 3452485"/>
                  <a:gd name="connsiteX10" fmla="*/ 1947103 w 3171988"/>
                  <a:gd name="connsiteY10" fmla="*/ 1795403 h 3452485"/>
                  <a:gd name="connsiteX11" fmla="*/ 1853965 w 3171988"/>
                  <a:gd name="connsiteY11" fmla="*/ 1897380 h 3452485"/>
                  <a:gd name="connsiteX12" fmla="*/ 2153199 w 3171988"/>
                  <a:gd name="connsiteY12" fmla="*/ 1893719 h 3452485"/>
                  <a:gd name="connsiteX13" fmla="*/ 2035239 w 3171988"/>
                  <a:gd name="connsiteY13" fmla="*/ 1792367 h 3452485"/>
                  <a:gd name="connsiteX14" fmla="*/ 2069886 w 3171988"/>
                  <a:gd name="connsiteY14" fmla="*/ 1507242 h 3452485"/>
                  <a:gd name="connsiteX15" fmla="*/ 2445021 w 3171988"/>
                  <a:gd name="connsiteY15" fmla="*/ 1293465 h 3452485"/>
                  <a:gd name="connsiteX16" fmla="*/ 2391771 w 3171988"/>
                  <a:gd name="connsiteY16" fmla="*/ 1715394 h 3452485"/>
                  <a:gd name="connsiteX17" fmla="*/ 2636207 w 3171988"/>
                  <a:gd name="connsiteY17" fmla="*/ 1409045 h 3452485"/>
                  <a:gd name="connsiteX18" fmla="*/ 2445021 w 3171988"/>
                  <a:gd name="connsiteY18" fmla="*/ 1293465 h 3452485"/>
                  <a:gd name="connsiteX19" fmla="*/ 2179542 w 3171988"/>
                  <a:gd name="connsiteY19" fmla="*/ 0 h 3452485"/>
                  <a:gd name="connsiteX20" fmla="*/ 2223833 w 3171988"/>
                  <a:gd name="connsiteY20" fmla="*/ 8215 h 3452485"/>
                  <a:gd name="connsiteX21" fmla="*/ 2502797 w 3171988"/>
                  <a:gd name="connsiteY21" fmla="*/ 104835 h 3452485"/>
                  <a:gd name="connsiteX22" fmla="*/ 2561107 w 3171988"/>
                  <a:gd name="connsiteY22" fmla="*/ 135553 h 3452485"/>
                  <a:gd name="connsiteX23" fmla="*/ 2542266 w 3171988"/>
                  <a:gd name="connsiteY23" fmla="*/ 385852 h 3452485"/>
                  <a:gd name="connsiteX24" fmla="*/ 2810960 w 3171988"/>
                  <a:gd name="connsiteY24" fmla="*/ 351026 h 3452485"/>
                  <a:gd name="connsiteX25" fmla="*/ 2796226 w 3171988"/>
                  <a:gd name="connsiteY25" fmla="*/ 506938 h 3452485"/>
                  <a:gd name="connsiteX26" fmla="*/ 2768276 w 3171988"/>
                  <a:gd name="connsiteY26" fmla="*/ 702588 h 3452485"/>
                  <a:gd name="connsiteX27" fmla="*/ 2734522 w 3171988"/>
                  <a:gd name="connsiteY27" fmla="*/ 735985 h 3452485"/>
                  <a:gd name="connsiteX28" fmla="*/ 2504850 w 3171988"/>
                  <a:gd name="connsiteY28" fmla="*/ 812155 h 3452485"/>
                  <a:gd name="connsiteX29" fmla="*/ 2488509 w 3171988"/>
                  <a:gd name="connsiteY29" fmla="*/ 936456 h 3452485"/>
                  <a:gd name="connsiteX30" fmla="*/ 2638617 w 3171988"/>
                  <a:gd name="connsiteY30" fmla="*/ 995571 h 3452485"/>
                  <a:gd name="connsiteX31" fmla="*/ 3110462 w 3171988"/>
                  <a:gd name="connsiteY31" fmla="*/ 1220063 h 3452485"/>
                  <a:gd name="connsiteX32" fmla="*/ 3171988 w 3171988"/>
                  <a:gd name="connsiteY32" fmla="*/ 1255603 h 3452485"/>
                  <a:gd name="connsiteX33" fmla="*/ 3072868 w 3171988"/>
                  <a:gd name="connsiteY33" fmla="*/ 1398300 h 3452485"/>
                  <a:gd name="connsiteX34" fmla="*/ 2949281 w 3171988"/>
                  <a:gd name="connsiteY34" fmla="*/ 1551355 h 3452485"/>
                  <a:gd name="connsiteX35" fmla="*/ 2394837 w 3171988"/>
                  <a:gd name="connsiteY35" fmla="*/ 1749147 h 3452485"/>
                  <a:gd name="connsiteX36" fmla="*/ 2383139 w 3171988"/>
                  <a:gd name="connsiteY36" fmla="*/ 1863804 h 3452485"/>
                  <a:gd name="connsiteX37" fmla="*/ 2615221 w 3171988"/>
                  <a:gd name="connsiteY37" fmla="*/ 1974265 h 3452485"/>
                  <a:gd name="connsiteX38" fmla="*/ 2737022 w 3171988"/>
                  <a:gd name="connsiteY38" fmla="*/ 2079457 h 3452485"/>
                  <a:gd name="connsiteX39" fmla="*/ 2712912 w 3171988"/>
                  <a:gd name="connsiteY39" fmla="*/ 2154734 h 3452485"/>
                  <a:gd name="connsiteX40" fmla="*/ 2385907 w 3171988"/>
                  <a:gd name="connsiteY40" fmla="*/ 2577644 h 3452485"/>
                  <a:gd name="connsiteX41" fmla="*/ 1864592 w 3171988"/>
                  <a:gd name="connsiteY41" fmla="*/ 3092172 h 3452485"/>
                  <a:gd name="connsiteX42" fmla="*/ 1679658 w 3171988"/>
                  <a:gd name="connsiteY42" fmla="*/ 3246388 h 3452485"/>
                  <a:gd name="connsiteX43" fmla="*/ 1302915 w 3171988"/>
                  <a:gd name="connsiteY43" fmla="*/ 3452485 h 3452485"/>
                  <a:gd name="connsiteX44" fmla="*/ 0 w 3171988"/>
                  <a:gd name="connsiteY44" fmla="*/ 3216514 h 3452485"/>
                  <a:gd name="connsiteX45" fmla="*/ 230638 w 3171988"/>
                  <a:gd name="connsiteY45" fmla="*/ 3170754 h 3452485"/>
                  <a:gd name="connsiteX46" fmla="*/ 741059 w 3171988"/>
                  <a:gd name="connsiteY46" fmla="*/ 3031897 h 3452485"/>
                  <a:gd name="connsiteX47" fmla="*/ 1307558 w 3171988"/>
                  <a:gd name="connsiteY47" fmla="*/ 2785973 h 3452485"/>
                  <a:gd name="connsiteX48" fmla="*/ 1587861 w 3171988"/>
                  <a:gd name="connsiteY48" fmla="*/ 2605504 h 3452485"/>
                  <a:gd name="connsiteX49" fmla="*/ 1445165 w 3171988"/>
                  <a:gd name="connsiteY49" fmla="*/ 2519154 h 3452485"/>
                  <a:gd name="connsiteX50" fmla="*/ 1410607 w 3171988"/>
                  <a:gd name="connsiteY50" fmla="*/ 2512814 h 3452485"/>
                  <a:gd name="connsiteX51" fmla="*/ 1243979 w 3171988"/>
                  <a:gd name="connsiteY51" fmla="*/ 2648635 h 3452485"/>
                  <a:gd name="connsiteX52" fmla="*/ 1149502 w 3171988"/>
                  <a:gd name="connsiteY52" fmla="*/ 2565410 h 3452485"/>
                  <a:gd name="connsiteX53" fmla="*/ 971266 w 3171988"/>
                  <a:gd name="connsiteY53" fmla="*/ 2403961 h 3452485"/>
                  <a:gd name="connsiteX54" fmla="*/ 984125 w 3171988"/>
                  <a:gd name="connsiteY54" fmla="*/ 2371993 h 3452485"/>
                  <a:gd name="connsiteX55" fmla="*/ 1362565 w 3171988"/>
                  <a:gd name="connsiteY55" fmla="*/ 2054275 h 3452485"/>
                  <a:gd name="connsiteX56" fmla="*/ 1617507 w 3171988"/>
                  <a:gd name="connsiteY56" fmla="*/ 1789242 h 3452485"/>
                  <a:gd name="connsiteX57" fmla="*/ 1799138 w 3171988"/>
                  <a:gd name="connsiteY57" fmla="*/ 1816477 h 3452485"/>
                  <a:gd name="connsiteX58" fmla="*/ 1625009 w 3171988"/>
                  <a:gd name="connsiteY58" fmla="*/ 1598414 h 3452485"/>
                  <a:gd name="connsiteX59" fmla="*/ 1606524 w 3171988"/>
                  <a:gd name="connsiteY59" fmla="*/ 1538764 h 3452485"/>
                  <a:gd name="connsiteX60" fmla="*/ 1672425 w 3171988"/>
                  <a:gd name="connsiteY60" fmla="*/ 1462326 h 3452485"/>
                  <a:gd name="connsiteX61" fmla="*/ 1912366 w 3171988"/>
                  <a:gd name="connsiteY61" fmla="*/ 1246674 h 3452485"/>
                  <a:gd name="connsiteX62" fmla="*/ 2037471 w 3171988"/>
                  <a:gd name="connsiteY62" fmla="*/ 1130677 h 3452485"/>
                  <a:gd name="connsiteX63" fmla="*/ 2084262 w 3171988"/>
                  <a:gd name="connsiteY63" fmla="*/ 1069241 h 3452485"/>
                  <a:gd name="connsiteX64" fmla="*/ 2099621 w 3171988"/>
                  <a:gd name="connsiteY64" fmla="*/ 938153 h 3452485"/>
                  <a:gd name="connsiteX65" fmla="*/ 1892274 w 3171988"/>
                  <a:gd name="connsiteY65" fmla="*/ 988784 h 3452485"/>
                  <a:gd name="connsiteX66" fmla="*/ 1800120 w 3171988"/>
                  <a:gd name="connsiteY66" fmla="*/ 959406 h 3452485"/>
                  <a:gd name="connsiteX67" fmla="*/ 1744130 w 3171988"/>
                  <a:gd name="connsiteY67" fmla="*/ 765631 h 3452485"/>
                  <a:gd name="connsiteX68" fmla="*/ 1717877 w 3171988"/>
                  <a:gd name="connsiteY68" fmla="*/ 625078 h 3452485"/>
                  <a:gd name="connsiteX69" fmla="*/ 2151056 w 3171988"/>
                  <a:gd name="connsiteY69" fmla="*/ 482025 h 3452485"/>
                  <a:gd name="connsiteX70" fmla="*/ 2179542 w 3171988"/>
                  <a:gd name="connsiteY70" fmla="*/ 0 h 345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171988" h="3452485">
                    <a:moveTo>
                      <a:pt x="2119535" y="2154198"/>
                    </a:moveTo>
                    <a:cubicBezTo>
                      <a:pt x="2035506" y="2162503"/>
                      <a:pt x="1952103" y="2177772"/>
                      <a:pt x="1867807" y="2185184"/>
                    </a:cubicBezTo>
                    <a:cubicBezTo>
                      <a:pt x="1835213" y="2192596"/>
                      <a:pt x="1794851" y="2185184"/>
                      <a:pt x="1770473" y="2212598"/>
                    </a:cubicBezTo>
                    <a:cubicBezTo>
                      <a:pt x="1738415" y="2244924"/>
                      <a:pt x="1704215" y="2274838"/>
                      <a:pt x="1669300" y="2303949"/>
                    </a:cubicBezTo>
                    <a:cubicBezTo>
                      <a:pt x="1729575" y="2336274"/>
                      <a:pt x="1790297" y="2367975"/>
                      <a:pt x="1851555" y="2398336"/>
                    </a:cubicBezTo>
                    <a:lnTo>
                      <a:pt x="2053098" y="2218135"/>
                    </a:lnTo>
                    <a:cubicBezTo>
                      <a:pt x="2075958" y="2197507"/>
                      <a:pt x="2101407" y="2179380"/>
                      <a:pt x="2119535" y="2154198"/>
                    </a:cubicBezTo>
                    <a:close/>
                    <a:moveTo>
                      <a:pt x="2069886" y="1507242"/>
                    </a:moveTo>
                    <a:cubicBezTo>
                      <a:pt x="2041042" y="1536621"/>
                      <a:pt x="2018004" y="1571000"/>
                      <a:pt x="1990768" y="1601807"/>
                    </a:cubicBezTo>
                    <a:cubicBezTo>
                      <a:pt x="1938083" y="1668602"/>
                      <a:pt x="1881648" y="1733074"/>
                      <a:pt x="1837714" y="1806119"/>
                    </a:cubicBezTo>
                    <a:cubicBezTo>
                      <a:pt x="1874147" y="1802190"/>
                      <a:pt x="1910223" y="1795224"/>
                      <a:pt x="1947103" y="1795403"/>
                    </a:cubicBezTo>
                    <a:cubicBezTo>
                      <a:pt x="1915045" y="1828443"/>
                      <a:pt x="1878433" y="1858000"/>
                      <a:pt x="1853965" y="1897380"/>
                    </a:cubicBezTo>
                    <a:lnTo>
                      <a:pt x="2153199" y="1893719"/>
                    </a:lnTo>
                    <a:cubicBezTo>
                      <a:pt x="2139358" y="1835676"/>
                      <a:pt x="2056491" y="1843623"/>
                      <a:pt x="2035239" y="1792367"/>
                    </a:cubicBezTo>
                    <a:cubicBezTo>
                      <a:pt x="2051579" y="1698159"/>
                      <a:pt x="2067475" y="1602968"/>
                      <a:pt x="2069886" y="1507242"/>
                    </a:cubicBezTo>
                    <a:close/>
                    <a:moveTo>
                      <a:pt x="2445021" y="1293465"/>
                    </a:moveTo>
                    <a:cubicBezTo>
                      <a:pt x="2431359" y="1390888"/>
                      <a:pt x="2400879" y="1617346"/>
                      <a:pt x="2391771" y="1715394"/>
                    </a:cubicBezTo>
                    <a:lnTo>
                      <a:pt x="2636207" y="1409045"/>
                    </a:lnTo>
                    <a:cubicBezTo>
                      <a:pt x="2594148" y="1390382"/>
                      <a:pt x="2483777" y="1317933"/>
                      <a:pt x="2445021" y="1293465"/>
                    </a:cubicBezTo>
                    <a:close/>
                    <a:moveTo>
                      <a:pt x="2179542" y="0"/>
                    </a:moveTo>
                    <a:cubicBezTo>
                      <a:pt x="2194454" y="1161"/>
                      <a:pt x="2209635" y="2768"/>
                      <a:pt x="2223833" y="8215"/>
                    </a:cubicBezTo>
                    <a:lnTo>
                      <a:pt x="2502797" y="104835"/>
                    </a:lnTo>
                    <a:cubicBezTo>
                      <a:pt x="2523424" y="112425"/>
                      <a:pt x="2542891" y="123051"/>
                      <a:pt x="2561107" y="135553"/>
                    </a:cubicBezTo>
                    <a:cubicBezTo>
                      <a:pt x="2566912" y="219581"/>
                      <a:pt x="2552089" y="302806"/>
                      <a:pt x="2542266" y="385852"/>
                    </a:cubicBezTo>
                    <a:cubicBezTo>
                      <a:pt x="2631116" y="370761"/>
                      <a:pt x="2720324" y="348883"/>
                      <a:pt x="2810960" y="351026"/>
                    </a:cubicBezTo>
                    <a:cubicBezTo>
                      <a:pt x="2817033" y="403622"/>
                      <a:pt x="2802120" y="455146"/>
                      <a:pt x="2796226" y="506938"/>
                    </a:cubicBezTo>
                    <a:cubicBezTo>
                      <a:pt x="2789708" y="572572"/>
                      <a:pt x="2776760" y="637223"/>
                      <a:pt x="2768276" y="702588"/>
                    </a:cubicBezTo>
                    <a:cubicBezTo>
                      <a:pt x="2768991" y="721608"/>
                      <a:pt x="2750238" y="731520"/>
                      <a:pt x="2734522" y="735985"/>
                    </a:cubicBezTo>
                    <a:cubicBezTo>
                      <a:pt x="2657548" y="760274"/>
                      <a:pt x="2582449" y="790010"/>
                      <a:pt x="2504850" y="812155"/>
                    </a:cubicBezTo>
                    <a:cubicBezTo>
                      <a:pt x="2496635" y="853142"/>
                      <a:pt x="2492617" y="894844"/>
                      <a:pt x="2488509" y="936456"/>
                    </a:cubicBezTo>
                    <a:cubicBezTo>
                      <a:pt x="2541463" y="947886"/>
                      <a:pt x="2588075" y="977086"/>
                      <a:pt x="2638617" y="995571"/>
                    </a:cubicBezTo>
                    <a:cubicBezTo>
                      <a:pt x="2796405" y="1069330"/>
                      <a:pt x="2955443" y="1140678"/>
                      <a:pt x="3110462" y="1220063"/>
                    </a:cubicBezTo>
                    <a:cubicBezTo>
                      <a:pt x="3131625" y="1230779"/>
                      <a:pt x="3152253" y="1242477"/>
                      <a:pt x="3171988" y="1255603"/>
                    </a:cubicBezTo>
                    <a:cubicBezTo>
                      <a:pt x="3146091" y="1307753"/>
                      <a:pt x="3107337" y="1351776"/>
                      <a:pt x="3072868" y="1398300"/>
                    </a:cubicBezTo>
                    <a:cubicBezTo>
                      <a:pt x="3031166" y="1448931"/>
                      <a:pt x="2994019" y="1503402"/>
                      <a:pt x="2949281" y="1551355"/>
                    </a:cubicBezTo>
                    <a:cubicBezTo>
                      <a:pt x="2836276" y="1609829"/>
                      <a:pt x="2489194" y="1697072"/>
                      <a:pt x="2394837" y="1749147"/>
                    </a:cubicBezTo>
                    <a:cubicBezTo>
                      <a:pt x="2390997" y="1787366"/>
                      <a:pt x="2383853" y="1825317"/>
                      <a:pt x="2383139" y="1863804"/>
                    </a:cubicBezTo>
                    <a:cubicBezTo>
                      <a:pt x="2468685" y="1879342"/>
                      <a:pt x="2542712" y="1928991"/>
                      <a:pt x="2615221" y="1974265"/>
                    </a:cubicBezTo>
                    <a:cubicBezTo>
                      <a:pt x="2657637" y="2006679"/>
                      <a:pt x="2710054" y="2031325"/>
                      <a:pt x="2737022" y="2079457"/>
                    </a:cubicBezTo>
                    <a:cubicBezTo>
                      <a:pt x="2744077" y="2106156"/>
                      <a:pt x="2723360" y="2131159"/>
                      <a:pt x="2712912" y="2154734"/>
                    </a:cubicBezTo>
                    <a:cubicBezTo>
                      <a:pt x="2623079" y="2309485"/>
                      <a:pt x="2501547" y="2442180"/>
                      <a:pt x="2385907" y="2577644"/>
                    </a:cubicBezTo>
                    <a:cubicBezTo>
                      <a:pt x="2220708" y="2757577"/>
                      <a:pt x="2048186" y="2930991"/>
                      <a:pt x="1864592" y="3092172"/>
                    </a:cubicBezTo>
                    <a:cubicBezTo>
                      <a:pt x="1806728" y="3147894"/>
                      <a:pt x="1741541" y="3195310"/>
                      <a:pt x="1679658" y="3246388"/>
                    </a:cubicBezTo>
                    <a:cubicBezTo>
                      <a:pt x="1568394" y="3337114"/>
                      <a:pt x="1445343" y="3421678"/>
                      <a:pt x="1302915" y="3452485"/>
                    </a:cubicBezTo>
                    <a:cubicBezTo>
                      <a:pt x="1022972" y="3447506"/>
                      <a:pt x="178713" y="3263469"/>
                      <a:pt x="0" y="3216514"/>
                    </a:cubicBezTo>
                    <a:lnTo>
                      <a:pt x="230638" y="3170754"/>
                    </a:lnTo>
                    <a:cubicBezTo>
                      <a:pt x="401463" y="3127266"/>
                      <a:pt x="572823" y="3084850"/>
                      <a:pt x="741059" y="3031897"/>
                    </a:cubicBezTo>
                    <a:cubicBezTo>
                      <a:pt x="937155" y="2968318"/>
                      <a:pt x="1128875" y="2889201"/>
                      <a:pt x="1307558" y="2785973"/>
                    </a:cubicBezTo>
                    <a:cubicBezTo>
                      <a:pt x="1405070" y="2732752"/>
                      <a:pt x="1499636" y="2673281"/>
                      <a:pt x="1587861" y="2605504"/>
                    </a:cubicBezTo>
                    <a:lnTo>
                      <a:pt x="1445165" y="2519154"/>
                    </a:lnTo>
                    <a:cubicBezTo>
                      <a:pt x="1434985" y="2514154"/>
                      <a:pt x="1421233" y="2503081"/>
                      <a:pt x="1410607" y="2512814"/>
                    </a:cubicBezTo>
                    <a:cubicBezTo>
                      <a:pt x="1356671" y="2560052"/>
                      <a:pt x="1301754" y="2606308"/>
                      <a:pt x="1243979" y="2648635"/>
                    </a:cubicBezTo>
                    <a:cubicBezTo>
                      <a:pt x="1212011" y="2621399"/>
                      <a:pt x="1179863" y="2594432"/>
                      <a:pt x="1149502" y="2565410"/>
                    </a:cubicBezTo>
                    <a:cubicBezTo>
                      <a:pt x="1086727" y="2515493"/>
                      <a:pt x="1025380" y="2463254"/>
                      <a:pt x="971266" y="2403961"/>
                    </a:cubicBezTo>
                    <a:cubicBezTo>
                      <a:pt x="961354" y="2392264"/>
                      <a:pt x="974838" y="2378958"/>
                      <a:pt x="984125" y="2371993"/>
                    </a:cubicBezTo>
                    <a:cubicBezTo>
                      <a:pt x="1112802" y="2269212"/>
                      <a:pt x="1238710" y="2162860"/>
                      <a:pt x="1362565" y="2054275"/>
                    </a:cubicBezTo>
                    <a:cubicBezTo>
                      <a:pt x="1452219" y="1970693"/>
                      <a:pt x="1542409" y="1886486"/>
                      <a:pt x="1617507" y="1789242"/>
                    </a:cubicBezTo>
                    <a:cubicBezTo>
                      <a:pt x="1677962" y="1798975"/>
                      <a:pt x="1737166" y="1820317"/>
                      <a:pt x="1799138" y="1816477"/>
                    </a:cubicBezTo>
                    <a:cubicBezTo>
                      <a:pt x="1742344" y="1742807"/>
                      <a:pt x="1680372" y="1673156"/>
                      <a:pt x="1625009" y="1598414"/>
                    </a:cubicBezTo>
                    <a:cubicBezTo>
                      <a:pt x="1614025" y="1581090"/>
                      <a:pt x="1596255" y="1560284"/>
                      <a:pt x="1606524" y="1538764"/>
                    </a:cubicBezTo>
                    <a:cubicBezTo>
                      <a:pt x="1623312" y="1509296"/>
                      <a:pt x="1648315" y="1485721"/>
                      <a:pt x="1672425" y="1462326"/>
                    </a:cubicBezTo>
                    <a:cubicBezTo>
                      <a:pt x="1750471" y="1388209"/>
                      <a:pt x="1830659" y="1316593"/>
                      <a:pt x="1912366" y="1246674"/>
                    </a:cubicBezTo>
                    <a:cubicBezTo>
                      <a:pt x="1954157" y="1208097"/>
                      <a:pt x="1994340" y="1167825"/>
                      <a:pt x="2037471" y="1130677"/>
                    </a:cubicBezTo>
                    <a:cubicBezTo>
                      <a:pt x="2056134" y="1112907"/>
                      <a:pt x="2081405" y="1097280"/>
                      <a:pt x="2084262" y="1069241"/>
                    </a:cubicBezTo>
                    <a:cubicBezTo>
                      <a:pt x="2089084" y="1025485"/>
                      <a:pt x="2097568" y="982176"/>
                      <a:pt x="2099621" y="938153"/>
                    </a:cubicBezTo>
                    <a:cubicBezTo>
                      <a:pt x="2034078" y="966728"/>
                      <a:pt x="1962283" y="976819"/>
                      <a:pt x="1892274" y="988784"/>
                    </a:cubicBezTo>
                    <a:cubicBezTo>
                      <a:pt x="1860306" y="993517"/>
                      <a:pt x="1814318" y="995928"/>
                      <a:pt x="1800120" y="959406"/>
                    </a:cubicBezTo>
                    <a:cubicBezTo>
                      <a:pt x="1773241" y="897612"/>
                      <a:pt x="1760204" y="830818"/>
                      <a:pt x="1744130" y="765631"/>
                    </a:cubicBezTo>
                    <a:cubicBezTo>
                      <a:pt x="1735469" y="718751"/>
                      <a:pt x="1720556" y="672852"/>
                      <a:pt x="1717877" y="625078"/>
                    </a:cubicBezTo>
                    <a:cubicBezTo>
                      <a:pt x="1858788" y="567660"/>
                      <a:pt x="2004877" y="523548"/>
                      <a:pt x="2151056" y="482025"/>
                    </a:cubicBezTo>
                    <a:cubicBezTo>
                      <a:pt x="2170880" y="322362"/>
                      <a:pt x="2179006" y="161002"/>
                      <a:pt x="2179542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465DB3C4-5DE3-A498-007C-0CF8CE8D5EB7}"/>
                  </a:ext>
                </a:extLst>
              </p:cNvPr>
              <p:cNvSpPr/>
              <p:nvPr/>
            </p:nvSpPr>
            <p:spPr>
              <a:xfrm>
                <a:off x="3887955" y="965477"/>
                <a:ext cx="1344721" cy="1854395"/>
              </a:xfrm>
              <a:custGeom>
                <a:avLst/>
                <a:gdLst>
                  <a:gd name="connsiteX0" fmla="*/ 608379 w 1344721"/>
                  <a:gd name="connsiteY0" fmla="*/ 0 h 1854395"/>
                  <a:gd name="connsiteX1" fmla="*/ 913150 w 1344721"/>
                  <a:gd name="connsiteY1" fmla="*/ 92869 h 1854395"/>
                  <a:gd name="connsiteX2" fmla="*/ 983337 w 1344721"/>
                  <a:gd name="connsiteY2" fmla="*/ 129302 h 1854395"/>
                  <a:gd name="connsiteX3" fmla="*/ 983069 w 1344721"/>
                  <a:gd name="connsiteY3" fmla="*/ 335131 h 1854395"/>
                  <a:gd name="connsiteX4" fmla="*/ 1141571 w 1344721"/>
                  <a:gd name="connsiteY4" fmla="*/ 317808 h 1854395"/>
                  <a:gd name="connsiteX5" fmla="*/ 1199971 w 1344721"/>
                  <a:gd name="connsiteY5" fmla="*/ 341650 h 1854395"/>
                  <a:gd name="connsiteX6" fmla="*/ 1187202 w 1344721"/>
                  <a:gd name="connsiteY6" fmla="*/ 588645 h 1854395"/>
                  <a:gd name="connsiteX7" fmla="*/ 1163985 w 1344721"/>
                  <a:gd name="connsiteY7" fmla="*/ 646867 h 1854395"/>
                  <a:gd name="connsiteX8" fmla="*/ 972264 w 1344721"/>
                  <a:gd name="connsiteY8" fmla="*/ 703838 h 1854395"/>
                  <a:gd name="connsiteX9" fmla="*/ 963870 w 1344721"/>
                  <a:gd name="connsiteY9" fmla="*/ 838766 h 1854395"/>
                  <a:gd name="connsiteX10" fmla="*/ 1020306 w 1344721"/>
                  <a:gd name="connsiteY10" fmla="*/ 825907 h 1854395"/>
                  <a:gd name="connsiteX11" fmla="*/ 1289983 w 1344721"/>
                  <a:gd name="connsiteY11" fmla="*/ 957709 h 1854395"/>
                  <a:gd name="connsiteX12" fmla="*/ 1344722 w 1344721"/>
                  <a:gd name="connsiteY12" fmla="*/ 992624 h 1854395"/>
                  <a:gd name="connsiteX13" fmla="*/ 1330345 w 1344721"/>
                  <a:gd name="connsiteY13" fmla="*/ 1045488 h 1854395"/>
                  <a:gd name="connsiteX14" fmla="*/ 1168450 w 1344721"/>
                  <a:gd name="connsiteY14" fmla="*/ 1258907 h 1854395"/>
                  <a:gd name="connsiteX15" fmla="*/ 1143357 w 1344721"/>
                  <a:gd name="connsiteY15" fmla="*/ 1271677 h 1854395"/>
                  <a:gd name="connsiteX16" fmla="*/ 952530 w 1344721"/>
                  <a:gd name="connsiteY16" fmla="*/ 1139785 h 1854395"/>
                  <a:gd name="connsiteX17" fmla="*/ 939939 w 1344721"/>
                  <a:gd name="connsiteY17" fmla="*/ 1704499 h 1854395"/>
                  <a:gd name="connsiteX18" fmla="*/ 862965 w 1344721"/>
                  <a:gd name="connsiteY18" fmla="*/ 1828354 h 1854395"/>
                  <a:gd name="connsiteX19" fmla="*/ 782508 w 1344721"/>
                  <a:gd name="connsiteY19" fmla="*/ 1847463 h 1854395"/>
                  <a:gd name="connsiteX20" fmla="*/ 538906 w 1344721"/>
                  <a:gd name="connsiteY20" fmla="*/ 1734681 h 1854395"/>
                  <a:gd name="connsiteX21" fmla="*/ 572929 w 1344721"/>
                  <a:gd name="connsiteY21" fmla="*/ 1372850 h 1854395"/>
                  <a:gd name="connsiteX22" fmla="*/ 522744 w 1344721"/>
                  <a:gd name="connsiteY22" fmla="*/ 1434644 h 1854395"/>
                  <a:gd name="connsiteX23" fmla="*/ 398710 w 1344721"/>
                  <a:gd name="connsiteY23" fmla="*/ 1596271 h 1854395"/>
                  <a:gd name="connsiteX24" fmla="*/ 293162 w 1344721"/>
                  <a:gd name="connsiteY24" fmla="*/ 1721822 h 1854395"/>
                  <a:gd name="connsiteX25" fmla="*/ 233958 w 1344721"/>
                  <a:gd name="connsiteY25" fmla="*/ 1674049 h 1854395"/>
                  <a:gd name="connsiteX26" fmla="*/ 2679 w 1344721"/>
                  <a:gd name="connsiteY26" fmla="*/ 1436608 h 1854395"/>
                  <a:gd name="connsiteX27" fmla="*/ 43398 w 1344721"/>
                  <a:gd name="connsiteY27" fmla="*/ 1392853 h 1854395"/>
                  <a:gd name="connsiteX28" fmla="*/ 484257 w 1344721"/>
                  <a:gd name="connsiteY28" fmla="*/ 976283 h 1854395"/>
                  <a:gd name="connsiteX29" fmla="*/ 587305 w 1344721"/>
                  <a:gd name="connsiteY29" fmla="*/ 839212 h 1854395"/>
                  <a:gd name="connsiteX30" fmla="*/ 452378 w 1344721"/>
                  <a:gd name="connsiteY30" fmla="*/ 872609 h 1854395"/>
                  <a:gd name="connsiteX31" fmla="*/ 176629 w 1344721"/>
                  <a:gd name="connsiteY31" fmla="*/ 930384 h 1854395"/>
                  <a:gd name="connsiteX32" fmla="*/ 138053 w 1344721"/>
                  <a:gd name="connsiteY32" fmla="*/ 904131 h 1854395"/>
                  <a:gd name="connsiteX33" fmla="*/ 0 w 1344721"/>
                  <a:gd name="connsiteY33" fmla="*/ 602575 h 1854395"/>
                  <a:gd name="connsiteX34" fmla="*/ 103227 w 1344721"/>
                  <a:gd name="connsiteY34" fmla="*/ 567750 h 1854395"/>
                  <a:gd name="connsiteX35" fmla="*/ 611058 w 1344721"/>
                  <a:gd name="connsiteY35" fmla="*/ 425946 h 1854395"/>
                  <a:gd name="connsiteX36" fmla="*/ 615791 w 1344721"/>
                  <a:gd name="connsiteY36" fmla="*/ 275749 h 1854395"/>
                  <a:gd name="connsiteX37" fmla="*/ 608379 w 1344721"/>
                  <a:gd name="connsiteY37" fmla="*/ 0 h 185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44721" h="1854395">
                    <a:moveTo>
                      <a:pt x="608379" y="0"/>
                    </a:moveTo>
                    <a:cubicBezTo>
                      <a:pt x="710893" y="27861"/>
                      <a:pt x="812512" y="58936"/>
                      <a:pt x="913150" y="92869"/>
                    </a:cubicBezTo>
                    <a:cubicBezTo>
                      <a:pt x="937171" y="102870"/>
                      <a:pt x="965121" y="109389"/>
                      <a:pt x="983337" y="129302"/>
                    </a:cubicBezTo>
                    <a:cubicBezTo>
                      <a:pt x="1001911" y="196542"/>
                      <a:pt x="983069" y="266730"/>
                      <a:pt x="983069" y="335131"/>
                    </a:cubicBezTo>
                    <a:cubicBezTo>
                      <a:pt x="1035754" y="328434"/>
                      <a:pt x="1088708" y="323701"/>
                      <a:pt x="1141571" y="317808"/>
                    </a:cubicBezTo>
                    <a:cubicBezTo>
                      <a:pt x="1163717" y="314414"/>
                      <a:pt x="1185595" y="325219"/>
                      <a:pt x="1199971" y="341650"/>
                    </a:cubicBezTo>
                    <a:cubicBezTo>
                      <a:pt x="1205686" y="424071"/>
                      <a:pt x="1193274" y="506492"/>
                      <a:pt x="1187202" y="588645"/>
                    </a:cubicBezTo>
                    <a:cubicBezTo>
                      <a:pt x="1180951" y="607844"/>
                      <a:pt x="1187023" y="638294"/>
                      <a:pt x="1163985" y="646867"/>
                    </a:cubicBezTo>
                    <a:cubicBezTo>
                      <a:pt x="1101209" y="669369"/>
                      <a:pt x="1034594" y="680085"/>
                      <a:pt x="972264" y="703838"/>
                    </a:cubicBezTo>
                    <a:cubicBezTo>
                      <a:pt x="962442" y="747058"/>
                      <a:pt x="967799" y="794117"/>
                      <a:pt x="963870" y="838766"/>
                    </a:cubicBezTo>
                    <a:cubicBezTo>
                      <a:pt x="981462" y="831175"/>
                      <a:pt x="1000393" y="813673"/>
                      <a:pt x="1020306" y="825907"/>
                    </a:cubicBezTo>
                    <a:cubicBezTo>
                      <a:pt x="1110764" y="868591"/>
                      <a:pt x="1200507" y="912971"/>
                      <a:pt x="1289983" y="957709"/>
                    </a:cubicBezTo>
                    <a:cubicBezTo>
                      <a:pt x="1309360" y="967442"/>
                      <a:pt x="1327487" y="979497"/>
                      <a:pt x="1344722" y="992624"/>
                    </a:cubicBezTo>
                    <a:cubicBezTo>
                      <a:pt x="1342846" y="1010930"/>
                      <a:pt x="1340524" y="1029682"/>
                      <a:pt x="1330345" y="1045488"/>
                    </a:cubicBezTo>
                    <a:cubicBezTo>
                      <a:pt x="1285339" y="1122908"/>
                      <a:pt x="1230422" y="1194346"/>
                      <a:pt x="1168450" y="1258907"/>
                    </a:cubicBezTo>
                    <a:cubicBezTo>
                      <a:pt x="1161306" y="1264533"/>
                      <a:pt x="1153984" y="1276767"/>
                      <a:pt x="1143357" y="1271677"/>
                    </a:cubicBezTo>
                    <a:cubicBezTo>
                      <a:pt x="1077367" y="1231493"/>
                      <a:pt x="1017806" y="1181308"/>
                      <a:pt x="952530" y="1139785"/>
                    </a:cubicBezTo>
                    <a:cubicBezTo>
                      <a:pt x="948065" y="1327934"/>
                      <a:pt x="955298" y="1516618"/>
                      <a:pt x="939939" y="1704499"/>
                    </a:cubicBezTo>
                    <a:cubicBezTo>
                      <a:pt x="940296" y="1757720"/>
                      <a:pt x="893772" y="1791117"/>
                      <a:pt x="862965" y="1828354"/>
                    </a:cubicBezTo>
                    <a:cubicBezTo>
                      <a:pt x="844123" y="1853803"/>
                      <a:pt x="810816" y="1861483"/>
                      <a:pt x="782508" y="1847463"/>
                    </a:cubicBezTo>
                    <a:cubicBezTo>
                      <a:pt x="700713" y="1811209"/>
                      <a:pt x="618827" y="1774865"/>
                      <a:pt x="538906" y="1734681"/>
                    </a:cubicBezTo>
                    <a:cubicBezTo>
                      <a:pt x="556141" y="1614756"/>
                      <a:pt x="567124" y="1493758"/>
                      <a:pt x="572929" y="1372850"/>
                    </a:cubicBezTo>
                    <a:cubicBezTo>
                      <a:pt x="551408" y="1389192"/>
                      <a:pt x="539621" y="1414105"/>
                      <a:pt x="522744" y="1434644"/>
                    </a:cubicBezTo>
                    <a:cubicBezTo>
                      <a:pt x="481042" y="1488222"/>
                      <a:pt x="438805" y="1541443"/>
                      <a:pt x="398710" y="1596271"/>
                    </a:cubicBezTo>
                    <a:cubicBezTo>
                      <a:pt x="363885" y="1638419"/>
                      <a:pt x="333791" y="1684853"/>
                      <a:pt x="293162" y="1721822"/>
                    </a:cubicBezTo>
                    <a:cubicBezTo>
                      <a:pt x="271552" y="1708338"/>
                      <a:pt x="251996" y="1691997"/>
                      <a:pt x="233958" y="1674049"/>
                    </a:cubicBezTo>
                    <a:cubicBezTo>
                      <a:pt x="154216" y="1597878"/>
                      <a:pt x="66883" y="1527155"/>
                      <a:pt x="2679" y="1436608"/>
                    </a:cubicBezTo>
                    <a:cubicBezTo>
                      <a:pt x="15359" y="1421249"/>
                      <a:pt x="28486" y="1406158"/>
                      <a:pt x="43398" y="1392853"/>
                    </a:cubicBezTo>
                    <a:cubicBezTo>
                      <a:pt x="191720" y="1255514"/>
                      <a:pt x="339417" y="1117372"/>
                      <a:pt x="484257" y="976283"/>
                    </a:cubicBezTo>
                    <a:cubicBezTo>
                      <a:pt x="523815" y="935206"/>
                      <a:pt x="567482" y="894219"/>
                      <a:pt x="587305" y="839212"/>
                    </a:cubicBezTo>
                    <a:cubicBezTo>
                      <a:pt x="540871" y="843409"/>
                      <a:pt x="497651" y="862697"/>
                      <a:pt x="452378" y="872609"/>
                    </a:cubicBezTo>
                    <a:cubicBezTo>
                      <a:pt x="360581" y="892344"/>
                      <a:pt x="270123" y="919669"/>
                      <a:pt x="176629" y="930384"/>
                    </a:cubicBezTo>
                    <a:cubicBezTo>
                      <a:pt x="159931" y="929848"/>
                      <a:pt x="145197" y="918865"/>
                      <a:pt x="138053" y="904131"/>
                    </a:cubicBezTo>
                    <a:cubicBezTo>
                      <a:pt x="84296" y="807333"/>
                      <a:pt x="41523" y="704999"/>
                      <a:pt x="0" y="602575"/>
                    </a:cubicBezTo>
                    <a:cubicBezTo>
                      <a:pt x="32593" y="586145"/>
                      <a:pt x="68312" y="577929"/>
                      <a:pt x="103227" y="567750"/>
                    </a:cubicBezTo>
                    <a:cubicBezTo>
                      <a:pt x="271373" y="516850"/>
                      <a:pt x="440144" y="466576"/>
                      <a:pt x="611058" y="425946"/>
                    </a:cubicBezTo>
                    <a:cubicBezTo>
                      <a:pt x="612219" y="375851"/>
                      <a:pt x="618024" y="325844"/>
                      <a:pt x="615791" y="275749"/>
                    </a:cubicBezTo>
                    <a:cubicBezTo>
                      <a:pt x="609808" y="183952"/>
                      <a:pt x="610880" y="91886"/>
                      <a:pt x="608379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02192C1-3AB0-9210-475E-6CF0C7F76E2D}"/>
                </a:ext>
              </a:extLst>
            </p:cNvPr>
            <p:cNvGrpSpPr/>
            <p:nvPr/>
          </p:nvGrpSpPr>
          <p:grpSpPr>
            <a:xfrm>
              <a:off x="6314521" y="2164338"/>
              <a:ext cx="1457731" cy="1520614"/>
              <a:chOff x="1528821" y="1136412"/>
              <a:chExt cx="2632919" cy="2746496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A3FDDF13-A58E-8C1A-16AD-475904395CF6}"/>
                  </a:ext>
                </a:extLst>
              </p:cNvPr>
              <p:cNvSpPr/>
              <p:nvPr/>
            </p:nvSpPr>
            <p:spPr>
              <a:xfrm>
                <a:off x="1528821" y="1136412"/>
                <a:ext cx="2632919" cy="2746496"/>
              </a:xfrm>
              <a:custGeom>
                <a:avLst/>
                <a:gdLst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18337 w 2632919"/>
                  <a:gd name="connsiteY17" fmla="*/ 1067587 h 2746496"/>
                  <a:gd name="connsiteX18" fmla="*/ 1761177 w 2632919"/>
                  <a:gd name="connsiteY18" fmla="*/ 900985 h 2746496"/>
                  <a:gd name="connsiteX19" fmla="*/ 1761738 w 2632919"/>
                  <a:gd name="connsiteY19" fmla="*/ 900805 h 2746496"/>
                  <a:gd name="connsiteX20" fmla="*/ 1765837 w 2632919"/>
                  <a:gd name="connsiteY20" fmla="*/ 882863 h 2746496"/>
                  <a:gd name="connsiteX21" fmla="*/ 1773179 w 2632919"/>
                  <a:gd name="connsiteY21" fmla="*/ 854312 h 2746496"/>
                  <a:gd name="connsiteX22" fmla="*/ 1772327 w 2632919"/>
                  <a:gd name="connsiteY22" fmla="*/ 854460 h 2746496"/>
                  <a:gd name="connsiteX23" fmla="*/ 1774150 w 2632919"/>
                  <a:gd name="connsiteY23" fmla="*/ 846479 h 2746496"/>
                  <a:gd name="connsiteX24" fmla="*/ 1784419 w 2632919"/>
                  <a:gd name="connsiteY24" fmla="*/ 791684 h 2746496"/>
                  <a:gd name="connsiteX25" fmla="*/ 1519693 w 2632919"/>
                  <a:gd name="connsiteY25" fmla="*/ 404 h 2746496"/>
                  <a:gd name="connsiteX26" fmla="*/ 1588859 w 2632919"/>
                  <a:gd name="connsiteY26" fmla="*/ 24803 h 2746496"/>
                  <a:gd name="connsiteX27" fmla="*/ 1892737 w 2632919"/>
                  <a:gd name="connsiteY27" fmla="*/ 176161 h 2746496"/>
                  <a:gd name="connsiteX28" fmla="*/ 1926848 w 2632919"/>
                  <a:gd name="connsiteY28" fmla="*/ 235097 h 2746496"/>
                  <a:gd name="connsiteX29" fmla="*/ 1729859 w 2632919"/>
                  <a:gd name="connsiteY29" fmla="*/ 406279 h 2746496"/>
                  <a:gd name="connsiteX30" fmla="*/ 1321326 w 2632919"/>
                  <a:gd name="connsiteY30" fmla="*/ 666401 h 2746496"/>
                  <a:gd name="connsiteX31" fmla="*/ 1460272 w 2632919"/>
                  <a:gd name="connsiteY31" fmla="*/ 631039 h 2746496"/>
                  <a:gd name="connsiteX32" fmla="*/ 2062847 w 2632919"/>
                  <a:gd name="connsiteY32" fmla="*/ 411190 h 2746496"/>
                  <a:gd name="connsiteX33" fmla="*/ 2262337 w 2632919"/>
                  <a:gd name="connsiteY33" fmla="*/ 577997 h 2746496"/>
                  <a:gd name="connsiteX34" fmla="*/ 2237780 w 2632919"/>
                  <a:gd name="connsiteY34" fmla="*/ 691582 h 2746496"/>
                  <a:gd name="connsiteX35" fmla="*/ 2089190 w 2632919"/>
                  <a:gd name="connsiteY35" fmla="*/ 1214237 h 2746496"/>
                  <a:gd name="connsiteX36" fmla="*/ 2071509 w 2632919"/>
                  <a:gd name="connsiteY36" fmla="*/ 1256653 h 2746496"/>
                  <a:gd name="connsiteX37" fmla="*/ 2000339 w 2632919"/>
                  <a:gd name="connsiteY37" fmla="*/ 1272637 h 2746496"/>
                  <a:gd name="connsiteX38" fmla="*/ 1443573 w 2632919"/>
                  <a:gd name="connsiteY38" fmla="*/ 1396671 h 2746496"/>
                  <a:gd name="connsiteX39" fmla="*/ 1391335 w 2632919"/>
                  <a:gd name="connsiteY39" fmla="*/ 1418280 h 2746496"/>
                  <a:gd name="connsiteX40" fmla="*/ 1387406 w 2632919"/>
                  <a:gd name="connsiteY40" fmla="*/ 1505523 h 2746496"/>
                  <a:gd name="connsiteX41" fmla="*/ 1962835 w 2632919"/>
                  <a:gd name="connsiteY41" fmla="*/ 1338003 h 2746496"/>
                  <a:gd name="connsiteX42" fmla="*/ 2107228 w 2632919"/>
                  <a:gd name="connsiteY42" fmla="*/ 1312196 h 2746496"/>
                  <a:gd name="connsiteX43" fmla="*/ 2257961 w 2632919"/>
                  <a:gd name="connsiteY43" fmla="*/ 1357291 h 2746496"/>
                  <a:gd name="connsiteX44" fmla="*/ 2349758 w 2632919"/>
                  <a:gd name="connsiteY44" fmla="*/ 1418816 h 2746496"/>
                  <a:gd name="connsiteX45" fmla="*/ 2333506 w 2632919"/>
                  <a:gd name="connsiteY45" fmla="*/ 1518204 h 2746496"/>
                  <a:gd name="connsiteX46" fmla="*/ 2192328 w 2632919"/>
                  <a:gd name="connsiteY46" fmla="*/ 1856728 h 2746496"/>
                  <a:gd name="connsiteX47" fmla="*/ 2245817 w 2632919"/>
                  <a:gd name="connsiteY47" fmla="*/ 1899858 h 2746496"/>
                  <a:gd name="connsiteX48" fmla="*/ 2231886 w 2632919"/>
                  <a:gd name="connsiteY48" fmla="*/ 1971921 h 2746496"/>
                  <a:gd name="connsiteX49" fmla="*/ 2213491 w 2632919"/>
                  <a:gd name="connsiteY49" fmla="*/ 2036840 h 2746496"/>
                  <a:gd name="connsiteX50" fmla="*/ 2126516 w 2632919"/>
                  <a:gd name="connsiteY50" fmla="*/ 2050502 h 2746496"/>
                  <a:gd name="connsiteX51" fmla="*/ 1745307 w 2632919"/>
                  <a:gd name="connsiteY51" fmla="*/ 2105063 h 2746496"/>
                  <a:gd name="connsiteX52" fmla="*/ 1221849 w 2632919"/>
                  <a:gd name="connsiteY52" fmla="*/ 2206147 h 2746496"/>
                  <a:gd name="connsiteX53" fmla="*/ 1700570 w 2632919"/>
                  <a:gd name="connsiteY53" fmla="*/ 2212130 h 2746496"/>
                  <a:gd name="connsiteX54" fmla="*/ 2335024 w 2632919"/>
                  <a:gd name="connsiteY54" fmla="*/ 2124797 h 2746496"/>
                  <a:gd name="connsiteX55" fmla="*/ 2632919 w 2632919"/>
                  <a:gd name="connsiteY55" fmla="*/ 2090865 h 2746496"/>
                  <a:gd name="connsiteX56" fmla="*/ 2410212 w 2632919"/>
                  <a:gd name="connsiteY56" fmla="*/ 2408404 h 2746496"/>
                  <a:gd name="connsiteX57" fmla="*/ 1877199 w 2632919"/>
                  <a:gd name="connsiteY57" fmla="*/ 2734606 h 2746496"/>
                  <a:gd name="connsiteX58" fmla="*/ 1723966 w 2632919"/>
                  <a:gd name="connsiteY58" fmla="*/ 2741660 h 2746496"/>
                  <a:gd name="connsiteX59" fmla="*/ 1124248 w 2632919"/>
                  <a:gd name="connsiteY59" fmla="*/ 2605840 h 2746496"/>
                  <a:gd name="connsiteX60" fmla="*/ 747147 w 2632919"/>
                  <a:gd name="connsiteY60" fmla="*/ 2482610 h 2746496"/>
                  <a:gd name="connsiteX61" fmla="*/ 544800 w 2632919"/>
                  <a:gd name="connsiteY61" fmla="*/ 2719425 h 2746496"/>
                  <a:gd name="connsiteX62" fmla="*/ 246192 w 2632919"/>
                  <a:gd name="connsiteY62" fmla="*/ 2474305 h 2746496"/>
                  <a:gd name="connsiteX63" fmla="*/ 196453 w 2632919"/>
                  <a:gd name="connsiteY63" fmla="*/ 2426710 h 2746496"/>
                  <a:gd name="connsiteX64" fmla="*/ 194221 w 2632919"/>
                  <a:gd name="connsiteY64" fmla="*/ 2371346 h 2746496"/>
                  <a:gd name="connsiteX65" fmla="*/ 361563 w 2632919"/>
                  <a:gd name="connsiteY65" fmla="*/ 2234633 h 2746496"/>
                  <a:gd name="connsiteX66" fmla="*/ 597485 w 2632919"/>
                  <a:gd name="connsiteY66" fmla="*/ 2052020 h 2746496"/>
                  <a:gd name="connsiteX67" fmla="*/ 516493 w 2632919"/>
                  <a:gd name="connsiteY67" fmla="*/ 1927719 h 2746496"/>
                  <a:gd name="connsiteX68" fmla="*/ 458986 w 2632919"/>
                  <a:gd name="connsiteY68" fmla="*/ 1819223 h 2746496"/>
                  <a:gd name="connsiteX69" fmla="*/ 523458 w 2632919"/>
                  <a:gd name="connsiteY69" fmla="*/ 1647595 h 2746496"/>
                  <a:gd name="connsiteX70" fmla="*/ 287536 w 2632919"/>
                  <a:gd name="connsiteY70" fmla="*/ 1785112 h 2746496"/>
                  <a:gd name="connsiteX71" fmla="*/ 182076 w 2632919"/>
                  <a:gd name="connsiteY71" fmla="*/ 1825028 h 2746496"/>
                  <a:gd name="connsiteX72" fmla="*/ 136624 w 2632919"/>
                  <a:gd name="connsiteY72" fmla="*/ 1743500 h 2746496"/>
                  <a:gd name="connsiteX73" fmla="*/ 20628 w 2632919"/>
                  <a:gd name="connsiteY73" fmla="*/ 1521775 h 2746496"/>
                  <a:gd name="connsiteX74" fmla="*/ 0 w 2632919"/>
                  <a:gd name="connsiteY74" fmla="*/ 1447391 h 2746496"/>
                  <a:gd name="connsiteX75" fmla="*/ 222885 w 2632919"/>
                  <a:gd name="connsiteY75" fmla="*/ 1363273 h 2746496"/>
                  <a:gd name="connsiteX76" fmla="*/ 560070 w 2632919"/>
                  <a:gd name="connsiteY76" fmla="*/ 1227185 h 2746496"/>
                  <a:gd name="connsiteX77" fmla="*/ 714822 w 2632919"/>
                  <a:gd name="connsiteY77" fmla="*/ 1162356 h 2746496"/>
                  <a:gd name="connsiteX78" fmla="*/ 846892 w 2632919"/>
                  <a:gd name="connsiteY78" fmla="*/ 1230311 h 2746496"/>
                  <a:gd name="connsiteX79" fmla="*/ 943868 w 2632919"/>
                  <a:gd name="connsiteY79" fmla="*/ 1296122 h 2746496"/>
                  <a:gd name="connsiteX80" fmla="*/ 944939 w 2632919"/>
                  <a:gd name="connsiteY80" fmla="*/ 1354076 h 2746496"/>
                  <a:gd name="connsiteX81" fmla="*/ 739914 w 2632919"/>
                  <a:gd name="connsiteY81" fmla="*/ 1774664 h 2746496"/>
                  <a:gd name="connsiteX82" fmla="*/ 738753 w 2632919"/>
                  <a:gd name="connsiteY82" fmla="*/ 1812437 h 2746496"/>
                  <a:gd name="connsiteX83" fmla="*/ 962620 w 2632919"/>
                  <a:gd name="connsiteY83" fmla="*/ 1999603 h 2746496"/>
                  <a:gd name="connsiteX84" fmla="*/ 968246 w 2632919"/>
                  <a:gd name="connsiteY84" fmla="*/ 2029607 h 2746496"/>
                  <a:gd name="connsiteX85" fmla="*/ 902523 w 2632919"/>
                  <a:gd name="connsiteY85" fmla="*/ 2155248 h 2746496"/>
                  <a:gd name="connsiteX86" fmla="*/ 1084421 w 2632919"/>
                  <a:gd name="connsiteY86" fmla="*/ 2188913 h 2746496"/>
                  <a:gd name="connsiteX87" fmla="*/ 1180594 w 2632919"/>
                  <a:gd name="connsiteY87" fmla="*/ 2199807 h 2746496"/>
                  <a:gd name="connsiteX88" fmla="*/ 1126659 w 2632919"/>
                  <a:gd name="connsiteY88" fmla="*/ 2163552 h 2746496"/>
                  <a:gd name="connsiteX89" fmla="*/ 1121747 w 2632919"/>
                  <a:gd name="connsiteY89" fmla="*/ 2044966 h 2746496"/>
                  <a:gd name="connsiteX90" fmla="*/ 971014 w 2632919"/>
                  <a:gd name="connsiteY90" fmla="*/ 1862622 h 2746496"/>
                  <a:gd name="connsiteX91" fmla="*/ 983873 w 2632919"/>
                  <a:gd name="connsiteY91" fmla="*/ 1765645 h 2746496"/>
                  <a:gd name="connsiteX92" fmla="*/ 1042362 w 2632919"/>
                  <a:gd name="connsiteY92" fmla="*/ 1087078 h 2746496"/>
                  <a:gd name="connsiteX93" fmla="*/ 1047363 w 2632919"/>
                  <a:gd name="connsiteY93" fmla="*/ 811776 h 2746496"/>
                  <a:gd name="connsiteX94" fmla="*/ 987624 w 2632919"/>
                  <a:gd name="connsiteY94" fmla="*/ 834011 h 2746496"/>
                  <a:gd name="connsiteX95" fmla="*/ 918061 w 2632919"/>
                  <a:gd name="connsiteY95" fmla="*/ 713282 h 2746496"/>
                  <a:gd name="connsiteX96" fmla="*/ 1161127 w 2632919"/>
                  <a:gd name="connsiteY96" fmla="*/ 427174 h 2746496"/>
                  <a:gd name="connsiteX97" fmla="*/ 1427679 w 2632919"/>
                  <a:gd name="connsiteY97" fmla="*/ 86239 h 2746496"/>
                  <a:gd name="connsiteX98" fmla="*/ 1495276 w 2632919"/>
                  <a:gd name="connsiteY98" fmla="*/ 1853 h 2746496"/>
                  <a:gd name="connsiteX99" fmla="*/ 1519693 w 2632919"/>
                  <a:gd name="connsiteY99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61177 w 2632919"/>
                  <a:gd name="connsiteY17" fmla="*/ 900985 h 2746496"/>
                  <a:gd name="connsiteX18" fmla="*/ 1761738 w 2632919"/>
                  <a:gd name="connsiteY18" fmla="*/ 900805 h 2746496"/>
                  <a:gd name="connsiteX19" fmla="*/ 1765837 w 2632919"/>
                  <a:gd name="connsiteY19" fmla="*/ 882863 h 2746496"/>
                  <a:gd name="connsiteX20" fmla="*/ 1773179 w 2632919"/>
                  <a:gd name="connsiteY20" fmla="*/ 854312 h 2746496"/>
                  <a:gd name="connsiteX21" fmla="*/ 1772327 w 2632919"/>
                  <a:gd name="connsiteY21" fmla="*/ 854460 h 2746496"/>
                  <a:gd name="connsiteX22" fmla="*/ 1774150 w 2632919"/>
                  <a:gd name="connsiteY22" fmla="*/ 846479 h 2746496"/>
                  <a:gd name="connsiteX23" fmla="*/ 1784419 w 2632919"/>
                  <a:gd name="connsiteY23" fmla="*/ 791684 h 2746496"/>
                  <a:gd name="connsiteX24" fmla="*/ 1519693 w 2632919"/>
                  <a:gd name="connsiteY24" fmla="*/ 404 h 2746496"/>
                  <a:gd name="connsiteX25" fmla="*/ 1588859 w 2632919"/>
                  <a:gd name="connsiteY25" fmla="*/ 24803 h 2746496"/>
                  <a:gd name="connsiteX26" fmla="*/ 1892737 w 2632919"/>
                  <a:gd name="connsiteY26" fmla="*/ 176161 h 2746496"/>
                  <a:gd name="connsiteX27" fmla="*/ 1926848 w 2632919"/>
                  <a:gd name="connsiteY27" fmla="*/ 235097 h 2746496"/>
                  <a:gd name="connsiteX28" fmla="*/ 1729859 w 2632919"/>
                  <a:gd name="connsiteY28" fmla="*/ 406279 h 2746496"/>
                  <a:gd name="connsiteX29" fmla="*/ 1321326 w 2632919"/>
                  <a:gd name="connsiteY29" fmla="*/ 666401 h 2746496"/>
                  <a:gd name="connsiteX30" fmla="*/ 1460272 w 2632919"/>
                  <a:gd name="connsiteY30" fmla="*/ 631039 h 2746496"/>
                  <a:gd name="connsiteX31" fmla="*/ 2062847 w 2632919"/>
                  <a:gd name="connsiteY31" fmla="*/ 411190 h 2746496"/>
                  <a:gd name="connsiteX32" fmla="*/ 2262337 w 2632919"/>
                  <a:gd name="connsiteY32" fmla="*/ 577997 h 2746496"/>
                  <a:gd name="connsiteX33" fmla="*/ 2237780 w 2632919"/>
                  <a:gd name="connsiteY33" fmla="*/ 691582 h 2746496"/>
                  <a:gd name="connsiteX34" fmla="*/ 2089190 w 2632919"/>
                  <a:gd name="connsiteY34" fmla="*/ 1214237 h 2746496"/>
                  <a:gd name="connsiteX35" fmla="*/ 2071509 w 2632919"/>
                  <a:gd name="connsiteY35" fmla="*/ 1256653 h 2746496"/>
                  <a:gd name="connsiteX36" fmla="*/ 2000339 w 2632919"/>
                  <a:gd name="connsiteY36" fmla="*/ 1272637 h 2746496"/>
                  <a:gd name="connsiteX37" fmla="*/ 1443573 w 2632919"/>
                  <a:gd name="connsiteY37" fmla="*/ 1396671 h 2746496"/>
                  <a:gd name="connsiteX38" fmla="*/ 1391335 w 2632919"/>
                  <a:gd name="connsiteY38" fmla="*/ 1418280 h 2746496"/>
                  <a:gd name="connsiteX39" fmla="*/ 1387406 w 2632919"/>
                  <a:gd name="connsiteY39" fmla="*/ 1505523 h 2746496"/>
                  <a:gd name="connsiteX40" fmla="*/ 1962835 w 2632919"/>
                  <a:gd name="connsiteY40" fmla="*/ 1338003 h 2746496"/>
                  <a:gd name="connsiteX41" fmla="*/ 2107228 w 2632919"/>
                  <a:gd name="connsiteY41" fmla="*/ 1312196 h 2746496"/>
                  <a:gd name="connsiteX42" fmla="*/ 2257961 w 2632919"/>
                  <a:gd name="connsiteY42" fmla="*/ 1357291 h 2746496"/>
                  <a:gd name="connsiteX43" fmla="*/ 2349758 w 2632919"/>
                  <a:gd name="connsiteY43" fmla="*/ 1418816 h 2746496"/>
                  <a:gd name="connsiteX44" fmla="*/ 2333506 w 2632919"/>
                  <a:gd name="connsiteY44" fmla="*/ 1518204 h 2746496"/>
                  <a:gd name="connsiteX45" fmla="*/ 2192328 w 2632919"/>
                  <a:gd name="connsiteY45" fmla="*/ 1856728 h 2746496"/>
                  <a:gd name="connsiteX46" fmla="*/ 2245817 w 2632919"/>
                  <a:gd name="connsiteY46" fmla="*/ 1899858 h 2746496"/>
                  <a:gd name="connsiteX47" fmla="*/ 2231886 w 2632919"/>
                  <a:gd name="connsiteY47" fmla="*/ 1971921 h 2746496"/>
                  <a:gd name="connsiteX48" fmla="*/ 2213491 w 2632919"/>
                  <a:gd name="connsiteY48" fmla="*/ 2036840 h 2746496"/>
                  <a:gd name="connsiteX49" fmla="*/ 2126516 w 2632919"/>
                  <a:gd name="connsiteY49" fmla="*/ 2050502 h 2746496"/>
                  <a:gd name="connsiteX50" fmla="*/ 1745307 w 2632919"/>
                  <a:gd name="connsiteY50" fmla="*/ 2105063 h 2746496"/>
                  <a:gd name="connsiteX51" fmla="*/ 1221849 w 2632919"/>
                  <a:gd name="connsiteY51" fmla="*/ 2206147 h 2746496"/>
                  <a:gd name="connsiteX52" fmla="*/ 1700570 w 2632919"/>
                  <a:gd name="connsiteY52" fmla="*/ 2212130 h 2746496"/>
                  <a:gd name="connsiteX53" fmla="*/ 2335024 w 2632919"/>
                  <a:gd name="connsiteY53" fmla="*/ 2124797 h 2746496"/>
                  <a:gd name="connsiteX54" fmla="*/ 2632919 w 2632919"/>
                  <a:gd name="connsiteY54" fmla="*/ 2090865 h 2746496"/>
                  <a:gd name="connsiteX55" fmla="*/ 2410212 w 2632919"/>
                  <a:gd name="connsiteY55" fmla="*/ 2408404 h 2746496"/>
                  <a:gd name="connsiteX56" fmla="*/ 1877199 w 2632919"/>
                  <a:gd name="connsiteY56" fmla="*/ 2734606 h 2746496"/>
                  <a:gd name="connsiteX57" fmla="*/ 1723966 w 2632919"/>
                  <a:gd name="connsiteY57" fmla="*/ 2741660 h 2746496"/>
                  <a:gd name="connsiteX58" fmla="*/ 1124248 w 2632919"/>
                  <a:gd name="connsiteY58" fmla="*/ 2605840 h 2746496"/>
                  <a:gd name="connsiteX59" fmla="*/ 747147 w 2632919"/>
                  <a:gd name="connsiteY59" fmla="*/ 2482610 h 2746496"/>
                  <a:gd name="connsiteX60" fmla="*/ 544800 w 2632919"/>
                  <a:gd name="connsiteY60" fmla="*/ 2719425 h 2746496"/>
                  <a:gd name="connsiteX61" fmla="*/ 246192 w 2632919"/>
                  <a:gd name="connsiteY61" fmla="*/ 2474305 h 2746496"/>
                  <a:gd name="connsiteX62" fmla="*/ 196453 w 2632919"/>
                  <a:gd name="connsiteY62" fmla="*/ 2426710 h 2746496"/>
                  <a:gd name="connsiteX63" fmla="*/ 194221 w 2632919"/>
                  <a:gd name="connsiteY63" fmla="*/ 2371346 h 2746496"/>
                  <a:gd name="connsiteX64" fmla="*/ 361563 w 2632919"/>
                  <a:gd name="connsiteY64" fmla="*/ 2234633 h 2746496"/>
                  <a:gd name="connsiteX65" fmla="*/ 597485 w 2632919"/>
                  <a:gd name="connsiteY65" fmla="*/ 2052020 h 2746496"/>
                  <a:gd name="connsiteX66" fmla="*/ 516493 w 2632919"/>
                  <a:gd name="connsiteY66" fmla="*/ 1927719 h 2746496"/>
                  <a:gd name="connsiteX67" fmla="*/ 458986 w 2632919"/>
                  <a:gd name="connsiteY67" fmla="*/ 1819223 h 2746496"/>
                  <a:gd name="connsiteX68" fmla="*/ 523458 w 2632919"/>
                  <a:gd name="connsiteY68" fmla="*/ 1647595 h 2746496"/>
                  <a:gd name="connsiteX69" fmla="*/ 287536 w 2632919"/>
                  <a:gd name="connsiteY69" fmla="*/ 1785112 h 2746496"/>
                  <a:gd name="connsiteX70" fmla="*/ 182076 w 2632919"/>
                  <a:gd name="connsiteY70" fmla="*/ 1825028 h 2746496"/>
                  <a:gd name="connsiteX71" fmla="*/ 136624 w 2632919"/>
                  <a:gd name="connsiteY71" fmla="*/ 1743500 h 2746496"/>
                  <a:gd name="connsiteX72" fmla="*/ 20628 w 2632919"/>
                  <a:gd name="connsiteY72" fmla="*/ 1521775 h 2746496"/>
                  <a:gd name="connsiteX73" fmla="*/ 0 w 2632919"/>
                  <a:gd name="connsiteY73" fmla="*/ 1447391 h 2746496"/>
                  <a:gd name="connsiteX74" fmla="*/ 222885 w 2632919"/>
                  <a:gd name="connsiteY74" fmla="*/ 1363273 h 2746496"/>
                  <a:gd name="connsiteX75" fmla="*/ 560070 w 2632919"/>
                  <a:gd name="connsiteY75" fmla="*/ 1227185 h 2746496"/>
                  <a:gd name="connsiteX76" fmla="*/ 714822 w 2632919"/>
                  <a:gd name="connsiteY76" fmla="*/ 1162356 h 2746496"/>
                  <a:gd name="connsiteX77" fmla="*/ 846892 w 2632919"/>
                  <a:gd name="connsiteY77" fmla="*/ 1230311 h 2746496"/>
                  <a:gd name="connsiteX78" fmla="*/ 943868 w 2632919"/>
                  <a:gd name="connsiteY78" fmla="*/ 1296122 h 2746496"/>
                  <a:gd name="connsiteX79" fmla="*/ 944939 w 2632919"/>
                  <a:gd name="connsiteY79" fmla="*/ 1354076 h 2746496"/>
                  <a:gd name="connsiteX80" fmla="*/ 739914 w 2632919"/>
                  <a:gd name="connsiteY80" fmla="*/ 1774664 h 2746496"/>
                  <a:gd name="connsiteX81" fmla="*/ 738753 w 2632919"/>
                  <a:gd name="connsiteY81" fmla="*/ 1812437 h 2746496"/>
                  <a:gd name="connsiteX82" fmla="*/ 962620 w 2632919"/>
                  <a:gd name="connsiteY82" fmla="*/ 1999603 h 2746496"/>
                  <a:gd name="connsiteX83" fmla="*/ 968246 w 2632919"/>
                  <a:gd name="connsiteY83" fmla="*/ 2029607 h 2746496"/>
                  <a:gd name="connsiteX84" fmla="*/ 902523 w 2632919"/>
                  <a:gd name="connsiteY84" fmla="*/ 2155248 h 2746496"/>
                  <a:gd name="connsiteX85" fmla="*/ 1084421 w 2632919"/>
                  <a:gd name="connsiteY85" fmla="*/ 2188913 h 2746496"/>
                  <a:gd name="connsiteX86" fmla="*/ 1180594 w 2632919"/>
                  <a:gd name="connsiteY86" fmla="*/ 2199807 h 2746496"/>
                  <a:gd name="connsiteX87" fmla="*/ 1126659 w 2632919"/>
                  <a:gd name="connsiteY87" fmla="*/ 2163552 h 2746496"/>
                  <a:gd name="connsiteX88" fmla="*/ 1121747 w 2632919"/>
                  <a:gd name="connsiteY88" fmla="*/ 2044966 h 2746496"/>
                  <a:gd name="connsiteX89" fmla="*/ 971014 w 2632919"/>
                  <a:gd name="connsiteY89" fmla="*/ 1862622 h 2746496"/>
                  <a:gd name="connsiteX90" fmla="*/ 983873 w 2632919"/>
                  <a:gd name="connsiteY90" fmla="*/ 1765645 h 2746496"/>
                  <a:gd name="connsiteX91" fmla="*/ 1042362 w 2632919"/>
                  <a:gd name="connsiteY91" fmla="*/ 1087078 h 2746496"/>
                  <a:gd name="connsiteX92" fmla="*/ 1047363 w 2632919"/>
                  <a:gd name="connsiteY92" fmla="*/ 811776 h 2746496"/>
                  <a:gd name="connsiteX93" fmla="*/ 987624 w 2632919"/>
                  <a:gd name="connsiteY93" fmla="*/ 834011 h 2746496"/>
                  <a:gd name="connsiteX94" fmla="*/ 918061 w 2632919"/>
                  <a:gd name="connsiteY94" fmla="*/ 713282 h 2746496"/>
                  <a:gd name="connsiteX95" fmla="*/ 1161127 w 2632919"/>
                  <a:gd name="connsiteY95" fmla="*/ 427174 h 2746496"/>
                  <a:gd name="connsiteX96" fmla="*/ 1427679 w 2632919"/>
                  <a:gd name="connsiteY96" fmla="*/ 86239 h 2746496"/>
                  <a:gd name="connsiteX97" fmla="*/ 1495276 w 2632919"/>
                  <a:gd name="connsiteY97" fmla="*/ 1853 h 2746496"/>
                  <a:gd name="connsiteX98" fmla="*/ 1519693 w 2632919"/>
                  <a:gd name="connsiteY98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2410212 w 2632919"/>
                  <a:gd name="connsiteY54" fmla="*/ 2408404 h 2746496"/>
                  <a:gd name="connsiteX55" fmla="*/ 1877199 w 2632919"/>
                  <a:gd name="connsiteY55" fmla="*/ 2734606 h 2746496"/>
                  <a:gd name="connsiteX56" fmla="*/ 1723966 w 2632919"/>
                  <a:gd name="connsiteY56" fmla="*/ 2741660 h 2746496"/>
                  <a:gd name="connsiteX57" fmla="*/ 1124248 w 2632919"/>
                  <a:gd name="connsiteY57" fmla="*/ 2605840 h 2746496"/>
                  <a:gd name="connsiteX58" fmla="*/ 747147 w 2632919"/>
                  <a:gd name="connsiteY58" fmla="*/ 2482610 h 2746496"/>
                  <a:gd name="connsiteX59" fmla="*/ 544800 w 2632919"/>
                  <a:gd name="connsiteY59" fmla="*/ 2719425 h 2746496"/>
                  <a:gd name="connsiteX60" fmla="*/ 246192 w 2632919"/>
                  <a:gd name="connsiteY60" fmla="*/ 2474305 h 2746496"/>
                  <a:gd name="connsiteX61" fmla="*/ 196453 w 2632919"/>
                  <a:gd name="connsiteY61" fmla="*/ 2426710 h 2746496"/>
                  <a:gd name="connsiteX62" fmla="*/ 194221 w 2632919"/>
                  <a:gd name="connsiteY62" fmla="*/ 2371346 h 2746496"/>
                  <a:gd name="connsiteX63" fmla="*/ 361563 w 2632919"/>
                  <a:gd name="connsiteY63" fmla="*/ 2234633 h 2746496"/>
                  <a:gd name="connsiteX64" fmla="*/ 597485 w 2632919"/>
                  <a:gd name="connsiteY64" fmla="*/ 2052020 h 2746496"/>
                  <a:gd name="connsiteX65" fmla="*/ 516493 w 2632919"/>
                  <a:gd name="connsiteY65" fmla="*/ 1927719 h 2746496"/>
                  <a:gd name="connsiteX66" fmla="*/ 458986 w 2632919"/>
                  <a:gd name="connsiteY66" fmla="*/ 1819223 h 2746496"/>
                  <a:gd name="connsiteX67" fmla="*/ 523458 w 2632919"/>
                  <a:gd name="connsiteY67" fmla="*/ 1647595 h 2746496"/>
                  <a:gd name="connsiteX68" fmla="*/ 287536 w 2632919"/>
                  <a:gd name="connsiteY68" fmla="*/ 1785112 h 2746496"/>
                  <a:gd name="connsiteX69" fmla="*/ 182076 w 2632919"/>
                  <a:gd name="connsiteY69" fmla="*/ 1825028 h 2746496"/>
                  <a:gd name="connsiteX70" fmla="*/ 136624 w 2632919"/>
                  <a:gd name="connsiteY70" fmla="*/ 1743500 h 2746496"/>
                  <a:gd name="connsiteX71" fmla="*/ 20628 w 2632919"/>
                  <a:gd name="connsiteY71" fmla="*/ 1521775 h 2746496"/>
                  <a:gd name="connsiteX72" fmla="*/ 0 w 2632919"/>
                  <a:gd name="connsiteY72" fmla="*/ 1447391 h 2746496"/>
                  <a:gd name="connsiteX73" fmla="*/ 222885 w 2632919"/>
                  <a:gd name="connsiteY73" fmla="*/ 1363273 h 2746496"/>
                  <a:gd name="connsiteX74" fmla="*/ 560070 w 2632919"/>
                  <a:gd name="connsiteY74" fmla="*/ 1227185 h 2746496"/>
                  <a:gd name="connsiteX75" fmla="*/ 714822 w 2632919"/>
                  <a:gd name="connsiteY75" fmla="*/ 1162356 h 2746496"/>
                  <a:gd name="connsiteX76" fmla="*/ 846892 w 2632919"/>
                  <a:gd name="connsiteY76" fmla="*/ 1230311 h 2746496"/>
                  <a:gd name="connsiteX77" fmla="*/ 943868 w 2632919"/>
                  <a:gd name="connsiteY77" fmla="*/ 1296122 h 2746496"/>
                  <a:gd name="connsiteX78" fmla="*/ 944939 w 2632919"/>
                  <a:gd name="connsiteY78" fmla="*/ 1354076 h 2746496"/>
                  <a:gd name="connsiteX79" fmla="*/ 739914 w 2632919"/>
                  <a:gd name="connsiteY79" fmla="*/ 1774664 h 2746496"/>
                  <a:gd name="connsiteX80" fmla="*/ 738753 w 2632919"/>
                  <a:gd name="connsiteY80" fmla="*/ 1812437 h 2746496"/>
                  <a:gd name="connsiteX81" fmla="*/ 962620 w 2632919"/>
                  <a:gd name="connsiteY81" fmla="*/ 1999603 h 2746496"/>
                  <a:gd name="connsiteX82" fmla="*/ 968246 w 2632919"/>
                  <a:gd name="connsiteY82" fmla="*/ 2029607 h 2746496"/>
                  <a:gd name="connsiteX83" fmla="*/ 902523 w 2632919"/>
                  <a:gd name="connsiteY83" fmla="*/ 2155248 h 2746496"/>
                  <a:gd name="connsiteX84" fmla="*/ 1084421 w 2632919"/>
                  <a:gd name="connsiteY84" fmla="*/ 2188913 h 2746496"/>
                  <a:gd name="connsiteX85" fmla="*/ 1180594 w 2632919"/>
                  <a:gd name="connsiteY85" fmla="*/ 2199807 h 2746496"/>
                  <a:gd name="connsiteX86" fmla="*/ 1126659 w 2632919"/>
                  <a:gd name="connsiteY86" fmla="*/ 2163552 h 2746496"/>
                  <a:gd name="connsiteX87" fmla="*/ 1121747 w 2632919"/>
                  <a:gd name="connsiteY87" fmla="*/ 2044966 h 2746496"/>
                  <a:gd name="connsiteX88" fmla="*/ 971014 w 2632919"/>
                  <a:gd name="connsiteY88" fmla="*/ 1862622 h 2746496"/>
                  <a:gd name="connsiteX89" fmla="*/ 983873 w 2632919"/>
                  <a:gd name="connsiteY89" fmla="*/ 1765645 h 2746496"/>
                  <a:gd name="connsiteX90" fmla="*/ 1042362 w 2632919"/>
                  <a:gd name="connsiteY90" fmla="*/ 1087078 h 2746496"/>
                  <a:gd name="connsiteX91" fmla="*/ 1047363 w 2632919"/>
                  <a:gd name="connsiteY91" fmla="*/ 811776 h 2746496"/>
                  <a:gd name="connsiteX92" fmla="*/ 987624 w 2632919"/>
                  <a:gd name="connsiteY92" fmla="*/ 834011 h 2746496"/>
                  <a:gd name="connsiteX93" fmla="*/ 918061 w 2632919"/>
                  <a:gd name="connsiteY93" fmla="*/ 713282 h 2746496"/>
                  <a:gd name="connsiteX94" fmla="*/ 1161127 w 2632919"/>
                  <a:gd name="connsiteY94" fmla="*/ 427174 h 2746496"/>
                  <a:gd name="connsiteX95" fmla="*/ 1427679 w 2632919"/>
                  <a:gd name="connsiteY95" fmla="*/ 86239 h 2746496"/>
                  <a:gd name="connsiteX96" fmla="*/ 1495276 w 2632919"/>
                  <a:gd name="connsiteY96" fmla="*/ 1853 h 2746496"/>
                  <a:gd name="connsiteX97" fmla="*/ 1519693 w 2632919"/>
                  <a:gd name="connsiteY97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1877199 w 2632919"/>
                  <a:gd name="connsiteY54" fmla="*/ 2734606 h 2746496"/>
                  <a:gd name="connsiteX55" fmla="*/ 1723966 w 2632919"/>
                  <a:gd name="connsiteY55" fmla="*/ 2741660 h 2746496"/>
                  <a:gd name="connsiteX56" fmla="*/ 1124248 w 2632919"/>
                  <a:gd name="connsiteY56" fmla="*/ 2605840 h 2746496"/>
                  <a:gd name="connsiteX57" fmla="*/ 747147 w 2632919"/>
                  <a:gd name="connsiteY57" fmla="*/ 2482610 h 2746496"/>
                  <a:gd name="connsiteX58" fmla="*/ 544800 w 2632919"/>
                  <a:gd name="connsiteY58" fmla="*/ 2719425 h 2746496"/>
                  <a:gd name="connsiteX59" fmla="*/ 246192 w 2632919"/>
                  <a:gd name="connsiteY59" fmla="*/ 2474305 h 2746496"/>
                  <a:gd name="connsiteX60" fmla="*/ 196453 w 2632919"/>
                  <a:gd name="connsiteY60" fmla="*/ 2426710 h 2746496"/>
                  <a:gd name="connsiteX61" fmla="*/ 194221 w 2632919"/>
                  <a:gd name="connsiteY61" fmla="*/ 2371346 h 2746496"/>
                  <a:gd name="connsiteX62" fmla="*/ 361563 w 2632919"/>
                  <a:gd name="connsiteY62" fmla="*/ 2234633 h 2746496"/>
                  <a:gd name="connsiteX63" fmla="*/ 597485 w 2632919"/>
                  <a:gd name="connsiteY63" fmla="*/ 2052020 h 2746496"/>
                  <a:gd name="connsiteX64" fmla="*/ 516493 w 2632919"/>
                  <a:gd name="connsiteY64" fmla="*/ 1927719 h 2746496"/>
                  <a:gd name="connsiteX65" fmla="*/ 458986 w 2632919"/>
                  <a:gd name="connsiteY65" fmla="*/ 1819223 h 2746496"/>
                  <a:gd name="connsiteX66" fmla="*/ 523458 w 2632919"/>
                  <a:gd name="connsiteY66" fmla="*/ 1647595 h 2746496"/>
                  <a:gd name="connsiteX67" fmla="*/ 287536 w 2632919"/>
                  <a:gd name="connsiteY67" fmla="*/ 1785112 h 2746496"/>
                  <a:gd name="connsiteX68" fmla="*/ 182076 w 2632919"/>
                  <a:gd name="connsiteY68" fmla="*/ 1825028 h 2746496"/>
                  <a:gd name="connsiteX69" fmla="*/ 136624 w 2632919"/>
                  <a:gd name="connsiteY69" fmla="*/ 1743500 h 2746496"/>
                  <a:gd name="connsiteX70" fmla="*/ 20628 w 2632919"/>
                  <a:gd name="connsiteY70" fmla="*/ 1521775 h 2746496"/>
                  <a:gd name="connsiteX71" fmla="*/ 0 w 2632919"/>
                  <a:gd name="connsiteY71" fmla="*/ 1447391 h 2746496"/>
                  <a:gd name="connsiteX72" fmla="*/ 222885 w 2632919"/>
                  <a:gd name="connsiteY72" fmla="*/ 1363273 h 2746496"/>
                  <a:gd name="connsiteX73" fmla="*/ 560070 w 2632919"/>
                  <a:gd name="connsiteY73" fmla="*/ 1227185 h 2746496"/>
                  <a:gd name="connsiteX74" fmla="*/ 714822 w 2632919"/>
                  <a:gd name="connsiteY74" fmla="*/ 1162356 h 2746496"/>
                  <a:gd name="connsiteX75" fmla="*/ 846892 w 2632919"/>
                  <a:gd name="connsiteY75" fmla="*/ 1230311 h 2746496"/>
                  <a:gd name="connsiteX76" fmla="*/ 943868 w 2632919"/>
                  <a:gd name="connsiteY76" fmla="*/ 1296122 h 2746496"/>
                  <a:gd name="connsiteX77" fmla="*/ 944939 w 2632919"/>
                  <a:gd name="connsiteY77" fmla="*/ 1354076 h 2746496"/>
                  <a:gd name="connsiteX78" fmla="*/ 739914 w 2632919"/>
                  <a:gd name="connsiteY78" fmla="*/ 1774664 h 2746496"/>
                  <a:gd name="connsiteX79" fmla="*/ 738753 w 2632919"/>
                  <a:gd name="connsiteY79" fmla="*/ 1812437 h 2746496"/>
                  <a:gd name="connsiteX80" fmla="*/ 962620 w 2632919"/>
                  <a:gd name="connsiteY80" fmla="*/ 1999603 h 2746496"/>
                  <a:gd name="connsiteX81" fmla="*/ 968246 w 2632919"/>
                  <a:gd name="connsiteY81" fmla="*/ 2029607 h 2746496"/>
                  <a:gd name="connsiteX82" fmla="*/ 902523 w 2632919"/>
                  <a:gd name="connsiteY82" fmla="*/ 2155248 h 2746496"/>
                  <a:gd name="connsiteX83" fmla="*/ 1084421 w 2632919"/>
                  <a:gd name="connsiteY83" fmla="*/ 2188913 h 2746496"/>
                  <a:gd name="connsiteX84" fmla="*/ 1180594 w 2632919"/>
                  <a:gd name="connsiteY84" fmla="*/ 2199807 h 2746496"/>
                  <a:gd name="connsiteX85" fmla="*/ 1126659 w 2632919"/>
                  <a:gd name="connsiteY85" fmla="*/ 2163552 h 2746496"/>
                  <a:gd name="connsiteX86" fmla="*/ 1121747 w 2632919"/>
                  <a:gd name="connsiteY86" fmla="*/ 2044966 h 2746496"/>
                  <a:gd name="connsiteX87" fmla="*/ 971014 w 2632919"/>
                  <a:gd name="connsiteY87" fmla="*/ 1862622 h 2746496"/>
                  <a:gd name="connsiteX88" fmla="*/ 983873 w 2632919"/>
                  <a:gd name="connsiteY88" fmla="*/ 1765645 h 2746496"/>
                  <a:gd name="connsiteX89" fmla="*/ 1042362 w 2632919"/>
                  <a:gd name="connsiteY89" fmla="*/ 1087078 h 2746496"/>
                  <a:gd name="connsiteX90" fmla="*/ 1047363 w 2632919"/>
                  <a:gd name="connsiteY90" fmla="*/ 811776 h 2746496"/>
                  <a:gd name="connsiteX91" fmla="*/ 987624 w 2632919"/>
                  <a:gd name="connsiteY91" fmla="*/ 834011 h 2746496"/>
                  <a:gd name="connsiteX92" fmla="*/ 918061 w 2632919"/>
                  <a:gd name="connsiteY92" fmla="*/ 713282 h 2746496"/>
                  <a:gd name="connsiteX93" fmla="*/ 1161127 w 2632919"/>
                  <a:gd name="connsiteY93" fmla="*/ 427174 h 2746496"/>
                  <a:gd name="connsiteX94" fmla="*/ 1427679 w 2632919"/>
                  <a:gd name="connsiteY94" fmla="*/ 86239 h 2746496"/>
                  <a:gd name="connsiteX95" fmla="*/ 1495276 w 2632919"/>
                  <a:gd name="connsiteY95" fmla="*/ 1853 h 2746496"/>
                  <a:gd name="connsiteX96" fmla="*/ 1519693 w 2632919"/>
                  <a:gd name="connsiteY96" fmla="*/ 404 h 274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2632919" h="2746496">
                    <a:moveTo>
                      <a:pt x="1856304" y="1641433"/>
                    </a:moveTo>
                    <a:cubicBezTo>
                      <a:pt x="1814512" y="1644737"/>
                      <a:pt x="1773972" y="1656167"/>
                      <a:pt x="1733877" y="1667597"/>
                    </a:cubicBezTo>
                    <a:cubicBezTo>
                      <a:pt x="1654314" y="1692243"/>
                      <a:pt x="1573590" y="1713317"/>
                      <a:pt x="1495723" y="1743142"/>
                    </a:cubicBezTo>
                    <a:cubicBezTo>
                      <a:pt x="1457861" y="1758412"/>
                      <a:pt x="1415356" y="1765199"/>
                      <a:pt x="1381066" y="1787702"/>
                    </a:cubicBezTo>
                    <a:cubicBezTo>
                      <a:pt x="1374457" y="1827081"/>
                      <a:pt x="1371243" y="1867087"/>
                      <a:pt x="1371779" y="1907091"/>
                    </a:cubicBezTo>
                    <a:cubicBezTo>
                      <a:pt x="1507063" y="1865390"/>
                      <a:pt x="1645206" y="1834136"/>
                      <a:pt x="1782366" y="1799489"/>
                    </a:cubicBezTo>
                    <a:cubicBezTo>
                      <a:pt x="1792099" y="1795649"/>
                      <a:pt x="1808172" y="1796542"/>
                      <a:pt x="1811298" y="1783772"/>
                    </a:cubicBezTo>
                    <a:cubicBezTo>
                      <a:pt x="1826746" y="1736535"/>
                      <a:pt x="1841391" y="1688939"/>
                      <a:pt x="1856304" y="1641433"/>
                    </a:cubicBezTo>
                    <a:close/>
                    <a:moveTo>
                      <a:pt x="1784419" y="791684"/>
                    </a:moveTo>
                    <a:cubicBezTo>
                      <a:pt x="1655564" y="824546"/>
                      <a:pt x="1530459" y="871516"/>
                      <a:pt x="1405533" y="916968"/>
                    </a:cubicBezTo>
                    <a:cubicBezTo>
                      <a:pt x="1403033" y="951168"/>
                      <a:pt x="1403836" y="985458"/>
                      <a:pt x="1404550" y="1019748"/>
                    </a:cubicBezTo>
                    <a:lnTo>
                      <a:pt x="1408054" y="1177490"/>
                    </a:lnTo>
                    <a:lnTo>
                      <a:pt x="1406158" y="1178161"/>
                    </a:lnTo>
                    <a:cubicBezTo>
                      <a:pt x="1405711" y="1195038"/>
                      <a:pt x="1405176" y="1212005"/>
                      <a:pt x="1405087" y="1228882"/>
                    </a:cubicBezTo>
                    <a:cubicBezTo>
                      <a:pt x="1507331" y="1205486"/>
                      <a:pt x="1605826" y="1168428"/>
                      <a:pt x="1707892" y="1144139"/>
                    </a:cubicBezTo>
                    <a:cubicBezTo>
                      <a:pt x="1712982" y="1118064"/>
                      <a:pt x="1718965" y="1092258"/>
                      <a:pt x="1722805" y="1066004"/>
                    </a:cubicBezTo>
                    <a:lnTo>
                      <a:pt x="1761177" y="900985"/>
                    </a:lnTo>
                    <a:lnTo>
                      <a:pt x="1761738" y="900805"/>
                    </a:lnTo>
                    <a:lnTo>
                      <a:pt x="1765837" y="882863"/>
                    </a:lnTo>
                    <a:lnTo>
                      <a:pt x="1773179" y="854312"/>
                    </a:lnTo>
                    <a:lnTo>
                      <a:pt x="1772327" y="854460"/>
                    </a:lnTo>
                    <a:lnTo>
                      <a:pt x="1774150" y="846479"/>
                    </a:lnTo>
                    <a:cubicBezTo>
                      <a:pt x="1778325" y="828363"/>
                      <a:pt x="1782142" y="810169"/>
                      <a:pt x="1784419" y="791684"/>
                    </a:cubicBezTo>
                    <a:close/>
                    <a:moveTo>
                      <a:pt x="1519693" y="404"/>
                    </a:moveTo>
                    <a:cubicBezTo>
                      <a:pt x="1543804" y="2786"/>
                      <a:pt x="1566959" y="15226"/>
                      <a:pt x="1588859" y="24803"/>
                    </a:cubicBezTo>
                    <a:cubicBezTo>
                      <a:pt x="1690211" y="74988"/>
                      <a:pt x="1793260" y="122136"/>
                      <a:pt x="1892737" y="176161"/>
                    </a:cubicBezTo>
                    <a:cubicBezTo>
                      <a:pt x="1912025" y="187680"/>
                      <a:pt x="1945779" y="209558"/>
                      <a:pt x="1926848" y="235097"/>
                    </a:cubicBezTo>
                    <a:cubicBezTo>
                      <a:pt x="1873091" y="304391"/>
                      <a:pt x="1798975" y="353683"/>
                      <a:pt x="1729859" y="406279"/>
                    </a:cubicBezTo>
                    <a:cubicBezTo>
                      <a:pt x="1600736" y="503702"/>
                      <a:pt x="1460450" y="584337"/>
                      <a:pt x="1321326" y="666401"/>
                    </a:cubicBezTo>
                    <a:cubicBezTo>
                      <a:pt x="1370618" y="670955"/>
                      <a:pt x="1415177" y="646845"/>
                      <a:pt x="1460272" y="631039"/>
                    </a:cubicBezTo>
                    <a:cubicBezTo>
                      <a:pt x="1661011" y="557548"/>
                      <a:pt x="1859875" y="478699"/>
                      <a:pt x="2062847" y="411190"/>
                    </a:cubicBezTo>
                    <a:cubicBezTo>
                      <a:pt x="2133838" y="460661"/>
                      <a:pt x="2203401" y="514507"/>
                      <a:pt x="2262337" y="577997"/>
                    </a:cubicBezTo>
                    <a:cubicBezTo>
                      <a:pt x="2266712" y="616752"/>
                      <a:pt x="2246531" y="654167"/>
                      <a:pt x="2237780" y="691582"/>
                    </a:cubicBezTo>
                    <a:cubicBezTo>
                      <a:pt x="2187595" y="865622"/>
                      <a:pt x="2135624" y="1039126"/>
                      <a:pt x="2089190" y="1214237"/>
                    </a:cubicBezTo>
                    <a:cubicBezTo>
                      <a:pt x="2084636" y="1228882"/>
                      <a:pt x="2079278" y="1243348"/>
                      <a:pt x="2071509" y="1256653"/>
                    </a:cubicBezTo>
                    <a:cubicBezTo>
                      <a:pt x="2049185" y="1266833"/>
                      <a:pt x="2024271" y="1268530"/>
                      <a:pt x="2000339" y="1272637"/>
                    </a:cubicBezTo>
                    <a:cubicBezTo>
                      <a:pt x="1812816" y="1304695"/>
                      <a:pt x="1627168" y="1347021"/>
                      <a:pt x="1443573" y="1396671"/>
                    </a:cubicBezTo>
                    <a:cubicBezTo>
                      <a:pt x="1426607" y="1404261"/>
                      <a:pt x="1402765" y="1402743"/>
                      <a:pt x="1391335" y="1418280"/>
                    </a:cubicBezTo>
                    <a:cubicBezTo>
                      <a:pt x="1388031" y="1447212"/>
                      <a:pt x="1387584" y="1476413"/>
                      <a:pt x="1387406" y="1505523"/>
                    </a:cubicBezTo>
                    <a:cubicBezTo>
                      <a:pt x="1578055" y="1445873"/>
                      <a:pt x="1768257" y="1383901"/>
                      <a:pt x="1962835" y="1338003"/>
                    </a:cubicBezTo>
                    <a:cubicBezTo>
                      <a:pt x="2010430" y="1327198"/>
                      <a:pt x="2057936" y="1312285"/>
                      <a:pt x="2107228" y="1312196"/>
                    </a:cubicBezTo>
                    <a:cubicBezTo>
                      <a:pt x="2161074" y="1310142"/>
                      <a:pt x="2209919" y="1336752"/>
                      <a:pt x="2257961" y="1357291"/>
                    </a:cubicBezTo>
                    <a:cubicBezTo>
                      <a:pt x="2290197" y="1374614"/>
                      <a:pt x="2327613" y="1388098"/>
                      <a:pt x="2349758" y="1418816"/>
                    </a:cubicBezTo>
                    <a:cubicBezTo>
                      <a:pt x="2360384" y="1452302"/>
                      <a:pt x="2341721" y="1486057"/>
                      <a:pt x="2333506" y="1518204"/>
                    </a:cubicBezTo>
                    <a:cubicBezTo>
                      <a:pt x="2291983" y="1633129"/>
                      <a:pt x="2252871" y="1750197"/>
                      <a:pt x="2192328" y="1856728"/>
                    </a:cubicBezTo>
                    <a:cubicBezTo>
                      <a:pt x="2210187" y="1870748"/>
                      <a:pt x="2233940" y="1879499"/>
                      <a:pt x="2245817" y="1899858"/>
                    </a:cubicBezTo>
                    <a:cubicBezTo>
                      <a:pt x="2246441" y="1924594"/>
                      <a:pt x="2235190" y="1947632"/>
                      <a:pt x="2231886" y="1971921"/>
                    </a:cubicBezTo>
                    <a:cubicBezTo>
                      <a:pt x="2226886" y="1993620"/>
                      <a:pt x="2227154" y="2018266"/>
                      <a:pt x="2213491" y="2036840"/>
                    </a:cubicBezTo>
                    <a:cubicBezTo>
                      <a:pt x="2185273" y="2045859"/>
                      <a:pt x="2155537" y="2046216"/>
                      <a:pt x="2126516" y="2050502"/>
                    </a:cubicBezTo>
                    <a:cubicBezTo>
                      <a:pt x="1999446" y="2068808"/>
                      <a:pt x="1871663" y="2082292"/>
                      <a:pt x="1745307" y="2105063"/>
                    </a:cubicBezTo>
                    <a:cubicBezTo>
                      <a:pt x="1569839" y="2133370"/>
                      <a:pt x="1393388" y="2158909"/>
                      <a:pt x="1221849" y="2206147"/>
                    </a:cubicBezTo>
                    <a:cubicBezTo>
                      <a:pt x="1379547" y="2235436"/>
                      <a:pt x="1541889" y="2232400"/>
                      <a:pt x="1700570" y="2212130"/>
                    </a:cubicBezTo>
                    <a:cubicBezTo>
                      <a:pt x="1912382" y="2185787"/>
                      <a:pt x="2123569" y="2153908"/>
                      <a:pt x="2335024" y="2124797"/>
                    </a:cubicBezTo>
                    <a:cubicBezTo>
                      <a:pt x="2433965" y="2111314"/>
                      <a:pt x="2532995" y="2095151"/>
                      <a:pt x="2632919" y="2090865"/>
                    </a:cubicBezTo>
                    <a:cubicBezTo>
                      <a:pt x="2556615" y="2192500"/>
                      <a:pt x="2028691" y="2626140"/>
                      <a:pt x="1877199" y="2734606"/>
                    </a:cubicBezTo>
                    <a:cubicBezTo>
                      <a:pt x="1827639" y="2749965"/>
                      <a:pt x="1774865" y="2748268"/>
                      <a:pt x="1723966" y="2741660"/>
                    </a:cubicBezTo>
                    <a:cubicBezTo>
                      <a:pt x="1521619" y="2707995"/>
                      <a:pt x="1322308" y="2658882"/>
                      <a:pt x="1124248" y="2605840"/>
                    </a:cubicBezTo>
                    <a:cubicBezTo>
                      <a:pt x="997178" y="2569139"/>
                      <a:pt x="871806" y="2526723"/>
                      <a:pt x="747147" y="2482610"/>
                    </a:cubicBezTo>
                    <a:cubicBezTo>
                      <a:pt x="681157" y="2562531"/>
                      <a:pt x="625078" y="2652720"/>
                      <a:pt x="544800" y="2719425"/>
                    </a:cubicBezTo>
                    <a:cubicBezTo>
                      <a:pt x="439698" y="2644952"/>
                      <a:pt x="342900" y="2559227"/>
                      <a:pt x="246192" y="2474305"/>
                    </a:cubicBezTo>
                    <a:cubicBezTo>
                      <a:pt x="229047" y="2459036"/>
                      <a:pt x="211187" y="2444301"/>
                      <a:pt x="196453" y="2426710"/>
                    </a:cubicBezTo>
                    <a:cubicBezTo>
                      <a:pt x="184130" y="2411440"/>
                      <a:pt x="176272" y="2385723"/>
                      <a:pt x="194221" y="2371346"/>
                    </a:cubicBezTo>
                    <a:cubicBezTo>
                      <a:pt x="243513" y="2318304"/>
                      <a:pt x="305842" y="2280353"/>
                      <a:pt x="361563" y="2234633"/>
                    </a:cubicBezTo>
                    <a:cubicBezTo>
                      <a:pt x="441484" y="2175429"/>
                      <a:pt x="518815" y="2112832"/>
                      <a:pt x="597485" y="2052020"/>
                    </a:cubicBezTo>
                    <a:cubicBezTo>
                      <a:pt x="568821" y="2011658"/>
                      <a:pt x="538817" y="1972100"/>
                      <a:pt x="516493" y="1927719"/>
                    </a:cubicBezTo>
                    <a:cubicBezTo>
                      <a:pt x="498187" y="1891107"/>
                      <a:pt x="470863" y="1858693"/>
                      <a:pt x="458986" y="1819223"/>
                    </a:cubicBezTo>
                    <a:cubicBezTo>
                      <a:pt x="467380" y="1758323"/>
                      <a:pt x="499705" y="1703673"/>
                      <a:pt x="523458" y="1647595"/>
                    </a:cubicBezTo>
                    <a:cubicBezTo>
                      <a:pt x="445591" y="1694743"/>
                      <a:pt x="369153" y="1744571"/>
                      <a:pt x="287536" y="1785112"/>
                    </a:cubicBezTo>
                    <a:cubicBezTo>
                      <a:pt x="253871" y="1801096"/>
                      <a:pt x="221278" y="1827617"/>
                      <a:pt x="182076" y="1825028"/>
                    </a:cubicBezTo>
                    <a:cubicBezTo>
                      <a:pt x="159484" y="1803061"/>
                      <a:pt x="152341" y="1770199"/>
                      <a:pt x="136624" y="1743500"/>
                    </a:cubicBezTo>
                    <a:cubicBezTo>
                      <a:pt x="96709" y="1670187"/>
                      <a:pt x="57150" y="1596785"/>
                      <a:pt x="20628" y="1521775"/>
                    </a:cubicBezTo>
                    <a:cubicBezTo>
                      <a:pt x="9198" y="1498380"/>
                      <a:pt x="536" y="1473555"/>
                      <a:pt x="0" y="1447391"/>
                    </a:cubicBezTo>
                    <a:cubicBezTo>
                      <a:pt x="75813" y="1423460"/>
                      <a:pt x="147876" y="1389437"/>
                      <a:pt x="222885" y="1363273"/>
                    </a:cubicBezTo>
                    <a:cubicBezTo>
                      <a:pt x="336739" y="1321661"/>
                      <a:pt x="447467" y="1272101"/>
                      <a:pt x="560070" y="1227185"/>
                    </a:cubicBezTo>
                    <a:cubicBezTo>
                      <a:pt x="611862" y="1206111"/>
                      <a:pt x="664190" y="1186198"/>
                      <a:pt x="714822" y="1162356"/>
                    </a:cubicBezTo>
                    <a:cubicBezTo>
                      <a:pt x="760720" y="1181108"/>
                      <a:pt x="803404" y="1206647"/>
                      <a:pt x="846892" y="1230311"/>
                    </a:cubicBezTo>
                    <a:cubicBezTo>
                      <a:pt x="880646" y="1249867"/>
                      <a:pt x="917079" y="1267101"/>
                      <a:pt x="943868" y="1296122"/>
                    </a:cubicBezTo>
                    <a:cubicBezTo>
                      <a:pt x="958245" y="1312196"/>
                      <a:pt x="948422" y="1335681"/>
                      <a:pt x="944939" y="1354076"/>
                    </a:cubicBezTo>
                    <a:cubicBezTo>
                      <a:pt x="904488" y="1506506"/>
                      <a:pt x="807780" y="1634468"/>
                      <a:pt x="739914" y="1774664"/>
                    </a:cubicBezTo>
                    <a:cubicBezTo>
                      <a:pt x="735717" y="1786630"/>
                      <a:pt x="726073" y="1802168"/>
                      <a:pt x="738753" y="1812437"/>
                    </a:cubicBezTo>
                    <a:cubicBezTo>
                      <a:pt x="807154" y="1881910"/>
                      <a:pt x="896273" y="1927719"/>
                      <a:pt x="962620" y="1999603"/>
                    </a:cubicBezTo>
                    <a:cubicBezTo>
                      <a:pt x="971282" y="2007104"/>
                      <a:pt x="973068" y="2019427"/>
                      <a:pt x="968246" y="2029607"/>
                    </a:cubicBezTo>
                    <a:cubicBezTo>
                      <a:pt x="950565" y="2073541"/>
                      <a:pt x="925026" y="2113725"/>
                      <a:pt x="902523" y="2155248"/>
                    </a:cubicBezTo>
                    <a:cubicBezTo>
                      <a:pt x="962531" y="2169535"/>
                      <a:pt x="1023878" y="2177215"/>
                      <a:pt x="1084421" y="2188913"/>
                    </a:cubicBezTo>
                    <a:cubicBezTo>
                      <a:pt x="1116211" y="2194628"/>
                      <a:pt x="1148090" y="2200521"/>
                      <a:pt x="1180594" y="2199807"/>
                    </a:cubicBezTo>
                    <a:cubicBezTo>
                      <a:pt x="1171932" y="2177036"/>
                      <a:pt x="1146304" y="2172839"/>
                      <a:pt x="1126659" y="2163552"/>
                    </a:cubicBezTo>
                    <a:cubicBezTo>
                      <a:pt x="1119961" y="2124351"/>
                      <a:pt x="1122819" y="2084435"/>
                      <a:pt x="1121747" y="2044966"/>
                    </a:cubicBezTo>
                    <a:cubicBezTo>
                      <a:pt x="1059865" y="1994960"/>
                      <a:pt x="1009144" y="1932184"/>
                      <a:pt x="971014" y="1862622"/>
                    </a:cubicBezTo>
                    <a:cubicBezTo>
                      <a:pt x="970300" y="1830028"/>
                      <a:pt x="980748" y="1798060"/>
                      <a:pt x="983873" y="1765645"/>
                    </a:cubicBezTo>
                    <a:cubicBezTo>
                      <a:pt x="1002982" y="1539456"/>
                      <a:pt x="1042630" y="1314607"/>
                      <a:pt x="1042362" y="1087078"/>
                    </a:cubicBezTo>
                    <a:cubicBezTo>
                      <a:pt x="1047720" y="995460"/>
                      <a:pt x="1048792" y="903573"/>
                      <a:pt x="1047363" y="811776"/>
                    </a:cubicBezTo>
                    <a:cubicBezTo>
                      <a:pt x="1026468" y="816330"/>
                      <a:pt x="1006822" y="824903"/>
                      <a:pt x="987624" y="834011"/>
                    </a:cubicBezTo>
                    <a:cubicBezTo>
                      <a:pt x="981105" y="786237"/>
                      <a:pt x="935742" y="756858"/>
                      <a:pt x="918061" y="713282"/>
                    </a:cubicBezTo>
                    <a:cubicBezTo>
                      <a:pt x="997089" y="616305"/>
                      <a:pt x="1082635" y="524687"/>
                      <a:pt x="1161127" y="427174"/>
                    </a:cubicBezTo>
                    <a:cubicBezTo>
                      <a:pt x="1255246" y="317786"/>
                      <a:pt x="1339275" y="200271"/>
                      <a:pt x="1427679" y="86239"/>
                    </a:cubicBezTo>
                    <a:cubicBezTo>
                      <a:pt x="1450092" y="58110"/>
                      <a:pt x="1468130" y="25963"/>
                      <a:pt x="1495276" y="1853"/>
                    </a:cubicBezTo>
                    <a:cubicBezTo>
                      <a:pt x="1503514" y="-67"/>
                      <a:pt x="1511657" y="-390"/>
                      <a:pt x="1519693" y="404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F0B33C93-9A6B-D034-2066-D45CF2C63978}"/>
                  </a:ext>
                </a:extLst>
              </p:cNvPr>
              <p:cNvSpPr/>
              <p:nvPr/>
            </p:nvSpPr>
            <p:spPr>
              <a:xfrm>
                <a:off x="1834696" y="1645984"/>
                <a:ext cx="619576" cy="684485"/>
              </a:xfrm>
              <a:custGeom>
                <a:avLst/>
                <a:gdLst>
                  <a:gd name="connsiteX0" fmla="*/ 259910 w 619576"/>
                  <a:gd name="connsiteY0" fmla="*/ 10562 h 684485"/>
                  <a:gd name="connsiteX1" fmla="*/ 336794 w 619576"/>
                  <a:gd name="connsiteY1" fmla="*/ 14848 h 684485"/>
                  <a:gd name="connsiteX2" fmla="*/ 579950 w 619576"/>
                  <a:gd name="connsiteY2" fmla="*/ 289436 h 684485"/>
                  <a:gd name="connsiteX3" fmla="*/ 618169 w 619576"/>
                  <a:gd name="connsiteY3" fmla="*/ 384626 h 684485"/>
                  <a:gd name="connsiteX4" fmla="*/ 367870 w 619576"/>
                  <a:gd name="connsiteY4" fmla="*/ 519375 h 684485"/>
                  <a:gd name="connsiteX5" fmla="*/ 33989 w 619576"/>
                  <a:gd name="connsiteY5" fmla="*/ 684485 h 684485"/>
                  <a:gd name="connsiteX6" fmla="*/ 194991 w 619576"/>
                  <a:gd name="connsiteY6" fmla="*/ 453653 h 684485"/>
                  <a:gd name="connsiteX7" fmla="*/ 179007 w 619576"/>
                  <a:gd name="connsiteY7" fmla="*/ 405432 h 684485"/>
                  <a:gd name="connsiteX8" fmla="*/ 3628 w 619576"/>
                  <a:gd name="connsiteY8" fmla="*/ 161473 h 684485"/>
                  <a:gd name="connsiteX9" fmla="*/ 30506 w 619576"/>
                  <a:gd name="connsiteY9" fmla="*/ 119950 h 684485"/>
                  <a:gd name="connsiteX10" fmla="*/ 259910 w 619576"/>
                  <a:gd name="connsiteY10" fmla="*/ 10562 h 68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576" h="684485">
                    <a:moveTo>
                      <a:pt x="259910" y="10562"/>
                    </a:moveTo>
                    <a:cubicBezTo>
                      <a:pt x="284288" y="739"/>
                      <a:pt x="317060" y="-8994"/>
                      <a:pt x="336794" y="14848"/>
                    </a:cubicBezTo>
                    <a:cubicBezTo>
                      <a:pt x="426091" y="98519"/>
                      <a:pt x="505208" y="192727"/>
                      <a:pt x="579950" y="289436"/>
                    </a:cubicBezTo>
                    <a:cubicBezTo>
                      <a:pt x="597988" y="317743"/>
                      <a:pt x="626206" y="348461"/>
                      <a:pt x="618169" y="384626"/>
                    </a:cubicBezTo>
                    <a:cubicBezTo>
                      <a:pt x="538427" y="435793"/>
                      <a:pt x="450469" y="472941"/>
                      <a:pt x="367870" y="519375"/>
                    </a:cubicBezTo>
                    <a:cubicBezTo>
                      <a:pt x="257677" y="576615"/>
                      <a:pt x="147932" y="634836"/>
                      <a:pt x="33989" y="684485"/>
                    </a:cubicBezTo>
                    <a:cubicBezTo>
                      <a:pt x="91942" y="610726"/>
                      <a:pt x="148200" y="535092"/>
                      <a:pt x="194991" y="453653"/>
                    </a:cubicBezTo>
                    <a:cubicBezTo>
                      <a:pt x="208118" y="435704"/>
                      <a:pt x="187669" y="419720"/>
                      <a:pt x="179007" y="405432"/>
                    </a:cubicBezTo>
                    <a:cubicBezTo>
                      <a:pt x="120875" y="323905"/>
                      <a:pt x="60421" y="243894"/>
                      <a:pt x="3628" y="161473"/>
                    </a:cubicBezTo>
                    <a:cubicBezTo>
                      <a:pt x="-9409" y="140935"/>
                      <a:pt x="15772" y="128434"/>
                      <a:pt x="30506" y="119950"/>
                    </a:cubicBezTo>
                    <a:cubicBezTo>
                      <a:pt x="105962" y="81374"/>
                      <a:pt x="181507" y="42798"/>
                      <a:pt x="259910" y="10562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F6B4DEA-1AFD-75BD-9EB5-2E411986A4C3}"/>
                </a:ext>
              </a:extLst>
            </p:cNvPr>
            <p:cNvGrpSpPr/>
            <p:nvPr/>
          </p:nvGrpSpPr>
          <p:grpSpPr>
            <a:xfrm>
              <a:off x="8376722" y="3148224"/>
              <a:ext cx="2539053" cy="1401888"/>
              <a:chOff x="5227855" y="3001000"/>
              <a:chExt cx="5017881" cy="2770524"/>
            </a:xfrm>
            <a:solidFill>
              <a:schemeClr val="tx1">
                <a:lumMod val="95000"/>
                <a:lumOff val="5000"/>
              </a:schemeClr>
            </a:solidFill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1D605D10-2942-925E-FC5C-AF20C2E7526A}"/>
                  </a:ext>
                </a:extLst>
              </p:cNvPr>
              <p:cNvGrpSpPr/>
              <p:nvPr/>
            </p:nvGrpSpPr>
            <p:grpSpPr>
              <a:xfrm>
                <a:off x="7594543" y="3001000"/>
                <a:ext cx="2651193" cy="2770524"/>
                <a:chOff x="7594543" y="3001000"/>
                <a:chExt cx="2651193" cy="2770524"/>
              </a:xfrm>
              <a:grpFill/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BBD723CF-9B08-FB3E-BFAA-652BB250CD5E}"/>
                    </a:ext>
                  </a:extLst>
                </p:cNvPr>
                <p:cNvSpPr/>
                <p:nvPr/>
              </p:nvSpPr>
              <p:spPr>
                <a:xfrm>
                  <a:off x="7594543" y="3001000"/>
                  <a:ext cx="2651193" cy="2770524"/>
                </a:xfrm>
                <a:custGeom>
                  <a:avLst/>
                  <a:gdLst>
                    <a:gd name="connsiteX0" fmla="*/ 804334 w 2651193"/>
                    <a:gd name="connsiteY0" fmla="*/ 0 h 2770524"/>
                    <a:gd name="connsiteX1" fmla="*/ 1025433 w 2651193"/>
                    <a:gd name="connsiteY1" fmla="*/ 114657 h 2770524"/>
                    <a:gd name="connsiteX2" fmla="*/ 1228494 w 2651193"/>
                    <a:gd name="connsiteY2" fmla="*/ 235208 h 2770524"/>
                    <a:gd name="connsiteX3" fmla="*/ 1163753 w 2651193"/>
                    <a:gd name="connsiteY3" fmla="*/ 344239 h 2770524"/>
                    <a:gd name="connsiteX4" fmla="*/ 976676 w 2651193"/>
                    <a:gd name="connsiteY4" fmla="*/ 585966 h 2770524"/>
                    <a:gd name="connsiteX5" fmla="*/ 735039 w 2651193"/>
                    <a:gd name="connsiteY5" fmla="*/ 853232 h 2770524"/>
                    <a:gd name="connsiteX6" fmla="*/ 699945 w 2651193"/>
                    <a:gd name="connsiteY6" fmla="*/ 901273 h 2770524"/>
                    <a:gd name="connsiteX7" fmla="*/ 916937 w 2651193"/>
                    <a:gd name="connsiteY7" fmla="*/ 751076 h 2770524"/>
                    <a:gd name="connsiteX8" fmla="*/ 1215277 w 2651193"/>
                    <a:gd name="connsiteY8" fmla="*/ 933778 h 2770524"/>
                    <a:gd name="connsiteX9" fmla="*/ 1223314 w 2651193"/>
                    <a:gd name="connsiteY9" fmla="*/ 967085 h 2770524"/>
                    <a:gd name="connsiteX10" fmla="*/ 1094905 w 2651193"/>
                    <a:gd name="connsiteY10" fmla="*/ 1168896 h 2770524"/>
                    <a:gd name="connsiteX11" fmla="*/ 1254301 w 2651193"/>
                    <a:gd name="connsiteY11" fmla="*/ 1113175 h 2770524"/>
                    <a:gd name="connsiteX12" fmla="*/ 2427572 w 2651193"/>
                    <a:gd name="connsiteY12" fmla="*/ 760631 h 2770524"/>
                    <a:gd name="connsiteX13" fmla="*/ 2539729 w 2651193"/>
                    <a:gd name="connsiteY13" fmla="*/ 733574 h 2770524"/>
                    <a:gd name="connsiteX14" fmla="*/ 2649386 w 2651193"/>
                    <a:gd name="connsiteY14" fmla="*/ 1162109 h 2770524"/>
                    <a:gd name="connsiteX15" fmla="*/ 2624382 w 2651193"/>
                    <a:gd name="connsiteY15" fmla="*/ 1206490 h 2770524"/>
                    <a:gd name="connsiteX16" fmla="*/ 2446503 w 2651193"/>
                    <a:gd name="connsiteY16" fmla="*/ 1262122 h 2770524"/>
                    <a:gd name="connsiteX17" fmla="*/ 2230762 w 2651193"/>
                    <a:gd name="connsiteY17" fmla="*/ 1326594 h 2770524"/>
                    <a:gd name="connsiteX18" fmla="*/ 2242103 w 2651193"/>
                    <a:gd name="connsiteY18" fmla="*/ 1544300 h 2770524"/>
                    <a:gd name="connsiteX19" fmla="*/ 2250943 w 2651193"/>
                    <a:gd name="connsiteY19" fmla="*/ 1838891 h 2770524"/>
                    <a:gd name="connsiteX20" fmla="*/ 2226744 w 2651193"/>
                    <a:gd name="connsiteY20" fmla="*/ 2330827 h 2770524"/>
                    <a:gd name="connsiteX21" fmla="*/ 2131464 w 2651193"/>
                    <a:gd name="connsiteY21" fmla="*/ 2624882 h 2770524"/>
                    <a:gd name="connsiteX22" fmla="*/ 1899381 w 2651193"/>
                    <a:gd name="connsiteY22" fmla="*/ 2766953 h 2770524"/>
                    <a:gd name="connsiteX23" fmla="*/ 1698553 w 2651193"/>
                    <a:gd name="connsiteY23" fmla="*/ 2709714 h 2770524"/>
                    <a:gd name="connsiteX24" fmla="*/ 1553088 w 2651193"/>
                    <a:gd name="connsiteY24" fmla="*/ 2586931 h 2770524"/>
                    <a:gd name="connsiteX25" fmla="*/ 1248407 w 2651193"/>
                    <a:gd name="connsiteY25" fmla="*/ 2181701 h 2770524"/>
                    <a:gd name="connsiteX26" fmla="*/ 1646581 w 2651193"/>
                    <a:gd name="connsiteY26" fmla="*/ 2236708 h 2770524"/>
                    <a:gd name="connsiteX27" fmla="*/ 1752577 w 2651193"/>
                    <a:gd name="connsiteY27" fmla="*/ 1475095 h 2770524"/>
                    <a:gd name="connsiteX28" fmla="*/ 1092941 w 2651193"/>
                    <a:gd name="connsiteY28" fmla="*/ 1700837 h 2770524"/>
                    <a:gd name="connsiteX29" fmla="*/ 1031058 w 2651193"/>
                    <a:gd name="connsiteY29" fmla="*/ 1689229 h 2770524"/>
                    <a:gd name="connsiteX30" fmla="*/ 961049 w 2651193"/>
                    <a:gd name="connsiteY30" fmla="*/ 1383119 h 2770524"/>
                    <a:gd name="connsiteX31" fmla="*/ 873896 w 2651193"/>
                    <a:gd name="connsiteY31" fmla="*/ 1492865 h 2770524"/>
                    <a:gd name="connsiteX32" fmla="*/ 873628 w 2651193"/>
                    <a:gd name="connsiteY32" fmla="*/ 1847820 h 2770524"/>
                    <a:gd name="connsiteX33" fmla="*/ 868895 w 2651193"/>
                    <a:gd name="connsiteY33" fmla="*/ 2452092 h 2770524"/>
                    <a:gd name="connsiteX34" fmla="*/ 822818 w 2651193"/>
                    <a:gd name="connsiteY34" fmla="*/ 2486650 h 2770524"/>
                    <a:gd name="connsiteX35" fmla="*/ 448039 w 2651193"/>
                    <a:gd name="connsiteY35" fmla="*/ 2486025 h 2770524"/>
                    <a:gd name="connsiteX36" fmla="*/ 446967 w 2651193"/>
                    <a:gd name="connsiteY36" fmla="*/ 2357348 h 2770524"/>
                    <a:gd name="connsiteX37" fmla="*/ 457862 w 2651193"/>
                    <a:gd name="connsiteY37" fmla="*/ 2053292 h 2770524"/>
                    <a:gd name="connsiteX38" fmla="*/ 466166 w 2651193"/>
                    <a:gd name="connsiteY38" fmla="*/ 1931491 h 2770524"/>
                    <a:gd name="connsiteX39" fmla="*/ 309629 w 2651193"/>
                    <a:gd name="connsiteY39" fmla="*/ 2106781 h 2770524"/>
                    <a:gd name="connsiteX40" fmla="*/ 267748 w 2651193"/>
                    <a:gd name="connsiteY40" fmla="*/ 2095351 h 2770524"/>
                    <a:gd name="connsiteX41" fmla="*/ 58347 w 2651193"/>
                    <a:gd name="connsiteY41" fmla="*/ 1911846 h 2770524"/>
                    <a:gd name="connsiteX42" fmla="*/ 3072 w 2651193"/>
                    <a:gd name="connsiteY42" fmla="*/ 1856035 h 2770524"/>
                    <a:gd name="connsiteX43" fmla="*/ 24236 w 2651193"/>
                    <a:gd name="connsiteY43" fmla="*/ 1821121 h 2770524"/>
                    <a:gd name="connsiteX44" fmla="*/ 705035 w 2651193"/>
                    <a:gd name="connsiteY44" fmla="*/ 1019324 h 2770524"/>
                    <a:gd name="connsiteX45" fmla="*/ 825318 w 2651193"/>
                    <a:gd name="connsiteY45" fmla="*/ 855375 h 2770524"/>
                    <a:gd name="connsiteX46" fmla="*/ 582342 w 2651193"/>
                    <a:gd name="connsiteY46" fmla="*/ 1075492 h 2770524"/>
                    <a:gd name="connsiteX47" fmla="*/ 361778 w 2651193"/>
                    <a:gd name="connsiteY47" fmla="*/ 1275427 h 2770524"/>
                    <a:gd name="connsiteX48" fmla="*/ 323470 w 2651193"/>
                    <a:gd name="connsiteY48" fmla="*/ 1272034 h 2770524"/>
                    <a:gd name="connsiteX49" fmla="*/ 23164 w 2651193"/>
                    <a:gd name="connsiteY49" fmla="*/ 1027539 h 2770524"/>
                    <a:gd name="connsiteX50" fmla="*/ 8073 w 2651193"/>
                    <a:gd name="connsiteY50" fmla="*/ 967710 h 2770524"/>
                    <a:gd name="connsiteX51" fmla="*/ 279893 w 2651193"/>
                    <a:gd name="connsiteY51" fmla="*/ 648920 h 2770524"/>
                    <a:gd name="connsiteX52" fmla="*/ 740397 w 2651193"/>
                    <a:gd name="connsiteY52" fmla="*/ 81796 h 2770524"/>
                    <a:gd name="connsiteX53" fmla="*/ 804334 w 2651193"/>
                    <a:gd name="connsiteY53" fmla="*/ 0 h 277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651193" h="2770524">
                      <a:moveTo>
                        <a:pt x="804334" y="0"/>
                      </a:moveTo>
                      <a:cubicBezTo>
                        <a:pt x="881575" y="30718"/>
                        <a:pt x="952299" y="75456"/>
                        <a:pt x="1025433" y="114657"/>
                      </a:cubicBezTo>
                      <a:cubicBezTo>
                        <a:pt x="1093209" y="154483"/>
                        <a:pt x="1165540" y="187702"/>
                        <a:pt x="1228494" y="235208"/>
                      </a:cubicBezTo>
                      <a:cubicBezTo>
                        <a:pt x="1222957" y="278874"/>
                        <a:pt x="1187506" y="309592"/>
                        <a:pt x="1163753" y="344239"/>
                      </a:cubicBezTo>
                      <a:cubicBezTo>
                        <a:pt x="1105889" y="428178"/>
                        <a:pt x="1039899" y="506045"/>
                        <a:pt x="976676" y="585966"/>
                      </a:cubicBezTo>
                      <a:cubicBezTo>
                        <a:pt x="896756" y="675531"/>
                        <a:pt x="816478" y="765006"/>
                        <a:pt x="735039" y="853232"/>
                      </a:cubicBezTo>
                      <a:cubicBezTo>
                        <a:pt x="722002" y="868233"/>
                        <a:pt x="710304" y="884396"/>
                        <a:pt x="699945" y="901273"/>
                      </a:cubicBezTo>
                      <a:cubicBezTo>
                        <a:pt x="779419" y="862072"/>
                        <a:pt x="840588" y="795278"/>
                        <a:pt x="916937" y="751076"/>
                      </a:cubicBezTo>
                      <a:cubicBezTo>
                        <a:pt x="1017039" y="810994"/>
                        <a:pt x="1115533" y="873413"/>
                        <a:pt x="1215277" y="933778"/>
                      </a:cubicBezTo>
                      <a:cubicBezTo>
                        <a:pt x="1230012" y="938957"/>
                        <a:pt x="1231262" y="955477"/>
                        <a:pt x="1223314" y="967085"/>
                      </a:cubicBezTo>
                      <a:cubicBezTo>
                        <a:pt x="1186345" y="1037897"/>
                        <a:pt x="1134464" y="1099602"/>
                        <a:pt x="1094905" y="1168896"/>
                      </a:cubicBezTo>
                      <a:cubicBezTo>
                        <a:pt x="1150359" y="1157466"/>
                        <a:pt x="1200722" y="1130499"/>
                        <a:pt x="1254301" y="1113175"/>
                      </a:cubicBezTo>
                      <a:cubicBezTo>
                        <a:pt x="1639705" y="977622"/>
                        <a:pt x="2033237" y="866894"/>
                        <a:pt x="2427572" y="760631"/>
                      </a:cubicBezTo>
                      <a:cubicBezTo>
                        <a:pt x="2464630" y="750808"/>
                        <a:pt x="2501064" y="736520"/>
                        <a:pt x="2539729" y="733574"/>
                      </a:cubicBezTo>
                      <a:cubicBezTo>
                        <a:pt x="2579912" y="875377"/>
                        <a:pt x="2612685" y="1019324"/>
                        <a:pt x="2649386" y="1162109"/>
                      </a:cubicBezTo>
                      <a:cubicBezTo>
                        <a:pt x="2656618" y="1181130"/>
                        <a:pt x="2640903" y="1199168"/>
                        <a:pt x="2624382" y="1206490"/>
                      </a:cubicBezTo>
                      <a:cubicBezTo>
                        <a:pt x="2568393" y="1234351"/>
                        <a:pt x="2505797" y="1243905"/>
                        <a:pt x="2446503" y="1262122"/>
                      </a:cubicBezTo>
                      <a:cubicBezTo>
                        <a:pt x="2374440" y="1283017"/>
                        <a:pt x="2303271" y="1307396"/>
                        <a:pt x="2230762" y="1326594"/>
                      </a:cubicBezTo>
                      <a:cubicBezTo>
                        <a:pt x="2228708" y="1399103"/>
                        <a:pt x="2240405" y="1471612"/>
                        <a:pt x="2242103" y="1544300"/>
                      </a:cubicBezTo>
                      <a:cubicBezTo>
                        <a:pt x="2243709" y="1642616"/>
                        <a:pt x="2252104" y="1740575"/>
                        <a:pt x="2250943" y="1838891"/>
                      </a:cubicBezTo>
                      <a:cubicBezTo>
                        <a:pt x="2252372" y="2003108"/>
                        <a:pt x="2253086" y="2168218"/>
                        <a:pt x="2226744" y="2330827"/>
                      </a:cubicBezTo>
                      <a:cubicBezTo>
                        <a:pt x="2210402" y="2432625"/>
                        <a:pt x="2191560" y="2538531"/>
                        <a:pt x="2131464" y="2624882"/>
                      </a:cubicBezTo>
                      <a:cubicBezTo>
                        <a:pt x="2080207" y="2704088"/>
                        <a:pt x="1989124" y="2747754"/>
                        <a:pt x="1899381" y="2766953"/>
                      </a:cubicBezTo>
                      <a:cubicBezTo>
                        <a:pt x="1827051" y="2782223"/>
                        <a:pt x="1758470" y="2745790"/>
                        <a:pt x="1698553" y="2709714"/>
                      </a:cubicBezTo>
                      <a:cubicBezTo>
                        <a:pt x="1642563" y="2678549"/>
                        <a:pt x="1598272" y="2631400"/>
                        <a:pt x="1553088" y="2586931"/>
                      </a:cubicBezTo>
                      <a:cubicBezTo>
                        <a:pt x="1436912" y="2463701"/>
                        <a:pt x="1337436" y="2325290"/>
                        <a:pt x="1248407" y="2181701"/>
                      </a:cubicBezTo>
                      <a:cubicBezTo>
                        <a:pt x="1380655" y="2202865"/>
                        <a:pt x="1511743" y="2236172"/>
                        <a:pt x="1646581" y="2236708"/>
                      </a:cubicBezTo>
                      <a:cubicBezTo>
                        <a:pt x="1707572" y="1987123"/>
                        <a:pt x="1731234" y="1730484"/>
                        <a:pt x="1752577" y="1475095"/>
                      </a:cubicBezTo>
                      <a:cubicBezTo>
                        <a:pt x="1531121" y="1545729"/>
                        <a:pt x="1314487" y="1630561"/>
                        <a:pt x="1092941" y="1700837"/>
                      </a:cubicBezTo>
                      <a:cubicBezTo>
                        <a:pt x="1072581" y="1707535"/>
                        <a:pt x="1039452" y="1717268"/>
                        <a:pt x="1031058" y="1689229"/>
                      </a:cubicBezTo>
                      <a:cubicBezTo>
                        <a:pt x="1002840" y="1588413"/>
                        <a:pt x="985160" y="1484918"/>
                        <a:pt x="961049" y="1383119"/>
                      </a:cubicBezTo>
                      <a:cubicBezTo>
                        <a:pt x="930688" y="1418481"/>
                        <a:pt x="898542" y="1453217"/>
                        <a:pt x="873896" y="1492865"/>
                      </a:cubicBezTo>
                      <a:cubicBezTo>
                        <a:pt x="879164" y="1611094"/>
                        <a:pt x="872645" y="1729502"/>
                        <a:pt x="873628" y="1847820"/>
                      </a:cubicBezTo>
                      <a:cubicBezTo>
                        <a:pt x="867198" y="2049185"/>
                        <a:pt x="873181" y="2250728"/>
                        <a:pt x="868895" y="2452092"/>
                      </a:cubicBezTo>
                      <a:cubicBezTo>
                        <a:pt x="871038" y="2477363"/>
                        <a:pt x="844160" y="2488794"/>
                        <a:pt x="822818" y="2486650"/>
                      </a:cubicBezTo>
                      <a:cubicBezTo>
                        <a:pt x="697981" y="2489508"/>
                        <a:pt x="572876" y="2488704"/>
                        <a:pt x="448039" y="2486025"/>
                      </a:cubicBezTo>
                      <a:cubicBezTo>
                        <a:pt x="431073" y="2444681"/>
                        <a:pt x="446788" y="2400032"/>
                        <a:pt x="446967" y="2357348"/>
                      </a:cubicBezTo>
                      <a:cubicBezTo>
                        <a:pt x="448753" y="2255818"/>
                        <a:pt x="459111" y="2154823"/>
                        <a:pt x="457862" y="2053292"/>
                      </a:cubicBezTo>
                      <a:cubicBezTo>
                        <a:pt x="459201" y="2012662"/>
                        <a:pt x="455361" y="1971229"/>
                        <a:pt x="466166" y="1931491"/>
                      </a:cubicBezTo>
                      <a:cubicBezTo>
                        <a:pt x="412766" y="1988820"/>
                        <a:pt x="365439" y="2051775"/>
                        <a:pt x="309629" y="2106781"/>
                      </a:cubicBezTo>
                      <a:cubicBezTo>
                        <a:pt x="295609" y="2121872"/>
                        <a:pt x="279446" y="2103834"/>
                        <a:pt x="267748" y="2095351"/>
                      </a:cubicBezTo>
                      <a:cubicBezTo>
                        <a:pt x="196757" y="2035522"/>
                        <a:pt x="127731" y="1973461"/>
                        <a:pt x="58347" y="1911846"/>
                      </a:cubicBezTo>
                      <a:cubicBezTo>
                        <a:pt x="38613" y="1894612"/>
                        <a:pt x="17360" y="1878360"/>
                        <a:pt x="3072" y="1856035"/>
                      </a:cubicBezTo>
                      <a:cubicBezTo>
                        <a:pt x="5037" y="1842105"/>
                        <a:pt x="15485" y="1831389"/>
                        <a:pt x="24236" y="1821121"/>
                      </a:cubicBezTo>
                      <a:cubicBezTo>
                        <a:pt x="264534" y="1565642"/>
                        <a:pt x="485275" y="1292572"/>
                        <a:pt x="705035" y="1019324"/>
                      </a:cubicBezTo>
                      <a:cubicBezTo>
                        <a:pt x="744058" y="963871"/>
                        <a:pt x="792011" y="914757"/>
                        <a:pt x="825318" y="855375"/>
                      </a:cubicBezTo>
                      <a:cubicBezTo>
                        <a:pt x="743522" y="927884"/>
                        <a:pt x="663245" y="1002000"/>
                        <a:pt x="582342" y="1075492"/>
                      </a:cubicBezTo>
                      <a:cubicBezTo>
                        <a:pt x="509832" y="1143268"/>
                        <a:pt x="440270" y="1214527"/>
                        <a:pt x="361778" y="1275427"/>
                      </a:cubicBezTo>
                      <a:cubicBezTo>
                        <a:pt x="350080" y="1286143"/>
                        <a:pt x="333471" y="1282928"/>
                        <a:pt x="323470" y="1272034"/>
                      </a:cubicBezTo>
                      <a:cubicBezTo>
                        <a:pt x="223725" y="1190149"/>
                        <a:pt x="119694" y="1113264"/>
                        <a:pt x="23164" y="1027539"/>
                      </a:cubicBezTo>
                      <a:cubicBezTo>
                        <a:pt x="5394" y="1013698"/>
                        <a:pt x="-9965" y="987802"/>
                        <a:pt x="8073" y="967710"/>
                      </a:cubicBezTo>
                      <a:cubicBezTo>
                        <a:pt x="95227" y="858589"/>
                        <a:pt x="189882" y="755720"/>
                        <a:pt x="279893" y="648920"/>
                      </a:cubicBezTo>
                      <a:cubicBezTo>
                        <a:pt x="437859" y="463540"/>
                        <a:pt x="593146" y="275838"/>
                        <a:pt x="740397" y="81796"/>
                      </a:cubicBezTo>
                      <a:cubicBezTo>
                        <a:pt x="761203" y="54114"/>
                        <a:pt x="780580" y="25360"/>
                        <a:pt x="804334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A723227E-DD5E-A480-6EB5-FDB48C5B25EA}"/>
                    </a:ext>
                  </a:extLst>
                </p:cNvPr>
                <p:cNvSpPr/>
                <p:nvPr/>
              </p:nvSpPr>
              <p:spPr>
                <a:xfrm>
                  <a:off x="8899447" y="3109943"/>
                  <a:ext cx="1072203" cy="703122"/>
                </a:xfrm>
                <a:custGeom>
                  <a:avLst/>
                  <a:gdLst>
                    <a:gd name="connsiteX0" fmla="*/ 36371 w 1072203"/>
                    <a:gd name="connsiteY0" fmla="*/ 218687 h 703122"/>
                    <a:gd name="connsiteX1" fmla="*/ 989615 w 1072203"/>
                    <a:gd name="connsiteY1" fmla="*/ 2231 h 703122"/>
                    <a:gd name="connsiteX2" fmla="*/ 1036406 w 1072203"/>
                    <a:gd name="connsiteY2" fmla="*/ 534 h 703122"/>
                    <a:gd name="connsiteX3" fmla="*/ 1061498 w 1072203"/>
                    <a:gd name="connsiteY3" fmla="*/ 265657 h 703122"/>
                    <a:gd name="connsiteX4" fmla="*/ 1071322 w 1072203"/>
                    <a:gd name="connsiteY4" fmla="*/ 443268 h 703122"/>
                    <a:gd name="connsiteX5" fmla="*/ 826380 w 1072203"/>
                    <a:gd name="connsiteY5" fmla="*/ 524439 h 703122"/>
                    <a:gd name="connsiteX6" fmla="*/ 465175 w 1072203"/>
                    <a:gd name="connsiteY6" fmla="*/ 636864 h 703122"/>
                    <a:gd name="connsiteX7" fmla="*/ 254969 w 1072203"/>
                    <a:gd name="connsiteY7" fmla="*/ 703122 h 703122"/>
                    <a:gd name="connsiteX8" fmla="*/ 443475 w 1072203"/>
                    <a:gd name="connsiteY8" fmla="*/ 589894 h 703122"/>
                    <a:gd name="connsiteX9" fmla="*/ 121560 w 1072203"/>
                    <a:gd name="connsiteY9" fmla="*/ 679905 h 703122"/>
                    <a:gd name="connsiteX10" fmla="*/ 65839 w 1072203"/>
                    <a:gd name="connsiteY10" fmla="*/ 671690 h 703122"/>
                    <a:gd name="connsiteX11" fmla="*/ 473 w 1072203"/>
                    <a:gd name="connsiteY11" fmla="*/ 246547 h 703122"/>
                    <a:gd name="connsiteX12" fmla="*/ 36371 w 1072203"/>
                    <a:gd name="connsiteY12" fmla="*/ 218687 h 70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72203" h="703122">
                      <a:moveTo>
                        <a:pt x="36371" y="218687"/>
                      </a:moveTo>
                      <a:cubicBezTo>
                        <a:pt x="351232" y="134301"/>
                        <a:pt x="671985" y="74651"/>
                        <a:pt x="989615" y="2231"/>
                      </a:cubicBezTo>
                      <a:cubicBezTo>
                        <a:pt x="1004974" y="-626"/>
                        <a:pt x="1020690" y="-180"/>
                        <a:pt x="1036406" y="534"/>
                      </a:cubicBezTo>
                      <a:cubicBezTo>
                        <a:pt x="1048908" y="88403"/>
                        <a:pt x="1052123" y="177342"/>
                        <a:pt x="1061498" y="265657"/>
                      </a:cubicBezTo>
                      <a:cubicBezTo>
                        <a:pt x="1064981" y="324861"/>
                        <a:pt x="1075250" y="383797"/>
                        <a:pt x="1071322" y="443268"/>
                      </a:cubicBezTo>
                      <a:cubicBezTo>
                        <a:pt x="993454" y="480684"/>
                        <a:pt x="907998" y="497293"/>
                        <a:pt x="826380" y="524439"/>
                      </a:cubicBezTo>
                      <a:cubicBezTo>
                        <a:pt x="704847" y="558283"/>
                        <a:pt x="584475" y="596055"/>
                        <a:pt x="465175" y="636864"/>
                      </a:cubicBezTo>
                      <a:cubicBezTo>
                        <a:pt x="395433" y="659992"/>
                        <a:pt x="326496" y="686335"/>
                        <a:pt x="254969" y="703122"/>
                      </a:cubicBezTo>
                      <a:cubicBezTo>
                        <a:pt x="317924" y="665618"/>
                        <a:pt x="380343" y="627220"/>
                        <a:pt x="443475" y="589894"/>
                      </a:cubicBezTo>
                      <a:cubicBezTo>
                        <a:pt x="335961" y="619272"/>
                        <a:pt x="228806" y="649723"/>
                        <a:pt x="121560" y="679905"/>
                      </a:cubicBezTo>
                      <a:cubicBezTo>
                        <a:pt x="103344" y="682852"/>
                        <a:pt x="71821" y="699372"/>
                        <a:pt x="65839" y="671690"/>
                      </a:cubicBezTo>
                      <a:cubicBezTo>
                        <a:pt x="45926" y="529708"/>
                        <a:pt x="16368" y="389065"/>
                        <a:pt x="473" y="246547"/>
                      </a:cubicBezTo>
                      <a:cubicBezTo>
                        <a:pt x="-3902" y="225741"/>
                        <a:pt x="23155" y="224848"/>
                        <a:pt x="36371" y="218687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02CAC460-BE00-9CB1-EA03-2F2C9DFB068E}"/>
                  </a:ext>
                </a:extLst>
              </p:cNvPr>
              <p:cNvSpPr/>
              <p:nvPr/>
            </p:nvSpPr>
            <p:spPr>
              <a:xfrm>
                <a:off x="5892938" y="3188681"/>
                <a:ext cx="578197" cy="586879"/>
              </a:xfrm>
              <a:custGeom>
                <a:avLst/>
                <a:gdLst>
                  <a:gd name="connsiteX0" fmla="*/ 401390 w 578197"/>
                  <a:gd name="connsiteY0" fmla="*/ 4753 h 586879"/>
                  <a:gd name="connsiteX1" fmla="*/ 431572 w 578197"/>
                  <a:gd name="connsiteY1" fmla="*/ 8771 h 586879"/>
                  <a:gd name="connsiteX2" fmla="*/ 539353 w 578197"/>
                  <a:gd name="connsiteY2" fmla="*/ 308898 h 586879"/>
                  <a:gd name="connsiteX3" fmla="*/ 578197 w 578197"/>
                  <a:gd name="connsiteY3" fmla="*/ 445344 h 586879"/>
                  <a:gd name="connsiteX4" fmla="*/ 351829 w 578197"/>
                  <a:gd name="connsiteY4" fmla="*/ 529997 h 586879"/>
                  <a:gd name="connsiteX5" fmla="*/ 173950 w 578197"/>
                  <a:gd name="connsiteY5" fmla="*/ 586879 h 586879"/>
                  <a:gd name="connsiteX6" fmla="*/ 150554 w 578197"/>
                  <a:gd name="connsiteY6" fmla="*/ 548392 h 586879"/>
                  <a:gd name="connsiteX7" fmla="*/ 31611 w 578197"/>
                  <a:gd name="connsiteY7" fmla="*/ 256481 h 586879"/>
                  <a:gd name="connsiteX8" fmla="*/ 0 w 578197"/>
                  <a:gd name="connsiteY8" fmla="*/ 169238 h 586879"/>
                  <a:gd name="connsiteX9" fmla="*/ 94744 w 578197"/>
                  <a:gd name="connsiteY9" fmla="*/ 125929 h 586879"/>
                  <a:gd name="connsiteX10" fmla="*/ 401390 w 578197"/>
                  <a:gd name="connsiteY10" fmla="*/ 4753 h 586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8197" h="586879">
                    <a:moveTo>
                      <a:pt x="401390" y="4753"/>
                    </a:moveTo>
                    <a:cubicBezTo>
                      <a:pt x="410855" y="2520"/>
                      <a:pt x="428000" y="-6677"/>
                      <a:pt x="431572" y="8771"/>
                    </a:cubicBezTo>
                    <a:cubicBezTo>
                      <a:pt x="468183" y="108516"/>
                      <a:pt x="502295" y="209243"/>
                      <a:pt x="539353" y="308898"/>
                    </a:cubicBezTo>
                    <a:cubicBezTo>
                      <a:pt x="554176" y="353725"/>
                      <a:pt x="574268" y="397659"/>
                      <a:pt x="578197" y="445344"/>
                    </a:cubicBezTo>
                    <a:cubicBezTo>
                      <a:pt x="504527" y="478205"/>
                      <a:pt x="427018" y="501065"/>
                      <a:pt x="351829" y="529997"/>
                    </a:cubicBezTo>
                    <a:cubicBezTo>
                      <a:pt x="292537" y="548928"/>
                      <a:pt x="234226" y="571252"/>
                      <a:pt x="173950" y="586879"/>
                    </a:cubicBezTo>
                    <a:cubicBezTo>
                      <a:pt x="165289" y="574556"/>
                      <a:pt x="156716" y="562055"/>
                      <a:pt x="150554" y="548392"/>
                    </a:cubicBezTo>
                    <a:cubicBezTo>
                      <a:pt x="113496" y="450076"/>
                      <a:pt x="72330" y="353368"/>
                      <a:pt x="31611" y="256481"/>
                    </a:cubicBezTo>
                    <a:cubicBezTo>
                      <a:pt x="18931" y="228174"/>
                      <a:pt x="6965" y="199509"/>
                      <a:pt x="0" y="169238"/>
                    </a:cubicBezTo>
                    <a:cubicBezTo>
                      <a:pt x="30004" y="151468"/>
                      <a:pt x="62329" y="138609"/>
                      <a:pt x="94744" y="125929"/>
                    </a:cubicBezTo>
                    <a:cubicBezTo>
                      <a:pt x="195828" y="82888"/>
                      <a:pt x="297984" y="42079"/>
                      <a:pt x="401390" y="4753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89E776FE-803E-26BF-4AB0-48144BF2B783}"/>
                  </a:ext>
                </a:extLst>
              </p:cNvPr>
              <p:cNvGrpSpPr/>
              <p:nvPr/>
            </p:nvGrpSpPr>
            <p:grpSpPr>
              <a:xfrm>
                <a:off x="5227855" y="3010286"/>
                <a:ext cx="2405883" cy="2666348"/>
                <a:chOff x="5227855" y="3010286"/>
                <a:chExt cx="2405883" cy="2666348"/>
              </a:xfrm>
              <a:grpFill/>
            </p:grpSpPr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C1FE678D-A7AC-3B90-6843-3B5FEC5CF227}"/>
                    </a:ext>
                  </a:extLst>
                </p:cNvPr>
                <p:cNvSpPr/>
                <p:nvPr/>
              </p:nvSpPr>
              <p:spPr>
                <a:xfrm>
                  <a:off x="5227855" y="3010286"/>
                  <a:ext cx="2405883" cy="1379370"/>
                </a:xfrm>
                <a:custGeom>
                  <a:avLst/>
                  <a:gdLst>
                    <a:gd name="connsiteX0" fmla="*/ 1583680 w 2405883"/>
                    <a:gd name="connsiteY0" fmla="*/ 0 h 1379370"/>
                    <a:gd name="connsiteX1" fmla="*/ 1667262 w 2405883"/>
                    <a:gd name="connsiteY1" fmla="*/ 25985 h 1379370"/>
                    <a:gd name="connsiteX2" fmla="*/ 1911489 w 2405883"/>
                    <a:gd name="connsiteY2" fmla="*/ 129391 h 1379370"/>
                    <a:gd name="connsiteX3" fmla="*/ 2039540 w 2405883"/>
                    <a:gd name="connsiteY3" fmla="*/ 193417 h 1379370"/>
                    <a:gd name="connsiteX4" fmla="*/ 1824692 w 2405883"/>
                    <a:gd name="connsiteY4" fmla="*/ 521494 h 1379370"/>
                    <a:gd name="connsiteX5" fmla="*/ 2112585 w 2405883"/>
                    <a:gd name="connsiteY5" fmla="*/ 449610 h 1379370"/>
                    <a:gd name="connsiteX6" fmla="*/ 2343685 w 2405883"/>
                    <a:gd name="connsiteY6" fmla="*/ 392817 h 1379370"/>
                    <a:gd name="connsiteX7" fmla="*/ 2405479 w 2405883"/>
                    <a:gd name="connsiteY7" fmla="*/ 383977 h 1379370"/>
                    <a:gd name="connsiteX8" fmla="*/ 2384227 w 2405883"/>
                    <a:gd name="connsiteY8" fmla="*/ 659458 h 1379370"/>
                    <a:gd name="connsiteX9" fmla="*/ 2366010 w 2405883"/>
                    <a:gd name="connsiteY9" fmla="*/ 785277 h 1379370"/>
                    <a:gd name="connsiteX10" fmla="*/ 2332434 w 2405883"/>
                    <a:gd name="connsiteY10" fmla="*/ 808316 h 1379370"/>
                    <a:gd name="connsiteX11" fmla="*/ 1306413 w 2405883"/>
                    <a:gd name="connsiteY11" fmla="*/ 1037808 h 1379370"/>
                    <a:gd name="connsiteX12" fmla="*/ 812690 w 2405883"/>
                    <a:gd name="connsiteY12" fmla="*/ 1189524 h 1379370"/>
                    <a:gd name="connsiteX13" fmla="*/ 328791 w 2405883"/>
                    <a:gd name="connsiteY13" fmla="*/ 1349097 h 1379370"/>
                    <a:gd name="connsiteX14" fmla="*/ 220563 w 2405883"/>
                    <a:gd name="connsiteY14" fmla="*/ 1378923 h 1379370"/>
                    <a:gd name="connsiteX15" fmla="*/ 173950 w 2405883"/>
                    <a:gd name="connsiteY15" fmla="*/ 1340168 h 1379370"/>
                    <a:gd name="connsiteX16" fmla="*/ 0 w 2405883"/>
                    <a:gd name="connsiteY16" fmla="*/ 1033076 h 1379370"/>
                    <a:gd name="connsiteX17" fmla="*/ 446216 w 2405883"/>
                    <a:gd name="connsiteY17" fmla="*/ 902524 h 1379370"/>
                    <a:gd name="connsiteX18" fmla="*/ 1260782 w 2405883"/>
                    <a:gd name="connsiteY18" fmla="*/ 674817 h 1379370"/>
                    <a:gd name="connsiteX19" fmla="*/ 1295340 w 2405883"/>
                    <a:gd name="connsiteY19" fmla="*/ 654636 h 1379370"/>
                    <a:gd name="connsiteX20" fmla="*/ 1583680 w 2405883"/>
                    <a:gd name="connsiteY20" fmla="*/ 0 h 1379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405883" h="1379370">
                      <a:moveTo>
                        <a:pt x="1583680" y="0"/>
                      </a:moveTo>
                      <a:cubicBezTo>
                        <a:pt x="1613148" y="2322"/>
                        <a:pt x="1640116" y="15091"/>
                        <a:pt x="1667262" y="25985"/>
                      </a:cubicBezTo>
                      <a:cubicBezTo>
                        <a:pt x="1749594" y="58132"/>
                        <a:pt x="1830854" y="93137"/>
                        <a:pt x="1911489" y="129391"/>
                      </a:cubicBezTo>
                      <a:cubicBezTo>
                        <a:pt x="1953905" y="151180"/>
                        <a:pt x="2000518" y="165199"/>
                        <a:pt x="2039540" y="193417"/>
                      </a:cubicBezTo>
                      <a:cubicBezTo>
                        <a:pt x="1979533" y="309860"/>
                        <a:pt x="1897469" y="413087"/>
                        <a:pt x="1824692" y="521494"/>
                      </a:cubicBezTo>
                      <a:cubicBezTo>
                        <a:pt x="1921579" y="501313"/>
                        <a:pt x="2015788" y="470416"/>
                        <a:pt x="2112585" y="449610"/>
                      </a:cubicBezTo>
                      <a:cubicBezTo>
                        <a:pt x="2189470" y="430143"/>
                        <a:pt x="2267069" y="413534"/>
                        <a:pt x="2343685" y="392817"/>
                      </a:cubicBezTo>
                      <a:cubicBezTo>
                        <a:pt x="2363688" y="387102"/>
                        <a:pt x="2384584" y="384513"/>
                        <a:pt x="2405479" y="383977"/>
                      </a:cubicBezTo>
                      <a:cubicBezTo>
                        <a:pt x="2408515" y="476310"/>
                        <a:pt x="2393781" y="567928"/>
                        <a:pt x="2384227" y="659458"/>
                      </a:cubicBezTo>
                      <a:cubicBezTo>
                        <a:pt x="2376993" y="701249"/>
                        <a:pt x="2377976" y="744379"/>
                        <a:pt x="2366010" y="785277"/>
                      </a:cubicBezTo>
                      <a:cubicBezTo>
                        <a:pt x="2362795" y="801172"/>
                        <a:pt x="2345203" y="803851"/>
                        <a:pt x="2332434" y="808316"/>
                      </a:cubicBezTo>
                      <a:cubicBezTo>
                        <a:pt x="1986498" y="864483"/>
                        <a:pt x="1642705" y="938242"/>
                        <a:pt x="1306413" y="1037808"/>
                      </a:cubicBezTo>
                      <a:cubicBezTo>
                        <a:pt x="1142196" y="1089690"/>
                        <a:pt x="976104" y="1135053"/>
                        <a:pt x="812690" y="1189524"/>
                      </a:cubicBezTo>
                      <a:cubicBezTo>
                        <a:pt x="650617" y="1240512"/>
                        <a:pt x="490597" y="1297484"/>
                        <a:pt x="328791" y="1349097"/>
                      </a:cubicBezTo>
                      <a:cubicBezTo>
                        <a:pt x="293161" y="1360438"/>
                        <a:pt x="258425" y="1377851"/>
                        <a:pt x="220563" y="1378923"/>
                      </a:cubicBezTo>
                      <a:cubicBezTo>
                        <a:pt x="196006" y="1383119"/>
                        <a:pt x="185112" y="1356866"/>
                        <a:pt x="173950" y="1340168"/>
                      </a:cubicBezTo>
                      <a:cubicBezTo>
                        <a:pt x="116443" y="1237566"/>
                        <a:pt x="47595" y="1140857"/>
                        <a:pt x="0" y="1033076"/>
                      </a:cubicBezTo>
                      <a:cubicBezTo>
                        <a:pt x="146982" y="984052"/>
                        <a:pt x="297001" y="944493"/>
                        <a:pt x="446216" y="902524"/>
                      </a:cubicBezTo>
                      <a:cubicBezTo>
                        <a:pt x="717321" y="825014"/>
                        <a:pt x="989320" y="750808"/>
                        <a:pt x="1260782" y="674817"/>
                      </a:cubicBezTo>
                      <a:cubicBezTo>
                        <a:pt x="1273284" y="670263"/>
                        <a:pt x="1290429" y="669637"/>
                        <a:pt x="1295340" y="654636"/>
                      </a:cubicBezTo>
                      <a:cubicBezTo>
                        <a:pt x="1392317" y="436840"/>
                        <a:pt x="1498937" y="223064"/>
                        <a:pt x="158368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D1460BEA-6487-3013-2562-FB0802FD31A2}"/>
                    </a:ext>
                  </a:extLst>
                </p:cNvPr>
                <p:cNvSpPr/>
                <p:nvPr/>
              </p:nvSpPr>
              <p:spPr>
                <a:xfrm>
                  <a:off x="6725542" y="3968840"/>
                  <a:ext cx="844337" cy="1707762"/>
                </a:xfrm>
                <a:custGeom>
                  <a:avLst/>
                  <a:gdLst>
                    <a:gd name="connsiteX0" fmla="*/ 321558 w 844337"/>
                    <a:gd name="connsiteY0" fmla="*/ 7996 h 1707762"/>
                    <a:gd name="connsiteX1" fmla="*/ 560338 w 844337"/>
                    <a:gd name="connsiteY1" fmla="*/ 2727 h 1707762"/>
                    <a:gd name="connsiteX2" fmla="*/ 737771 w 844337"/>
                    <a:gd name="connsiteY2" fmla="*/ 17729 h 1707762"/>
                    <a:gd name="connsiteX3" fmla="*/ 779383 w 844337"/>
                    <a:gd name="connsiteY3" fmla="*/ 96400 h 1707762"/>
                    <a:gd name="connsiteX4" fmla="*/ 792599 w 844337"/>
                    <a:gd name="connsiteY4" fmla="*/ 442604 h 1707762"/>
                    <a:gd name="connsiteX5" fmla="*/ 806172 w 844337"/>
                    <a:gd name="connsiteY5" fmla="*/ 718977 h 1707762"/>
                    <a:gd name="connsiteX6" fmla="*/ 837426 w 844337"/>
                    <a:gd name="connsiteY6" fmla="*/ 1344324 h 1707762"/>
                    <a:gd name="connsiteX7" fmla="*/ 841534 w 844337"/>
                    <a:gd name="connsiteY7" fmla="*/ 1513631 h 1707762"/>
                    <a:gd name="connsiteX8" fmla="*/ 749379 w 844337"/>
                    <a:gd name="connsiteY8" fmla="*/ 1573817 h 1707762"/>
                    <a:gd name="connsiteX9" fmla="*/ 150644 w 844337"/>
                    <a:gd name="connsiteY9" fmla="*/ 1679723 h 1707762"/>
                    <a:gd name="connsiteX10" fmla="*/ 0 w 844337"/>
                    <a:gd name="connsiteY10" fmla="*/ 1707762 h 1707762"/>
                    <a:gd name="connsiteX11" fmla="*/ 118408 w 844337"/>
                    <a:gd name="connsiteY11" fmla="*/ 1569888 h 1707762"/>
                    <a:gd name="connsiteX12" fmla="*/ 295841 w 844337"/>
                    <a:gd name="connsiteY12" fmla="*/ 1336734 h 1707762"/>
                    <a:gd name="connsiteX13" fmla="*/ 338078 w 844337"/>
                    <a:gd name="connsiteY13" fmla="*/ 1246901 h 1707762"/>
                    <a:gd name="connsiteX14" fmla="*/ 346651 w 844337"/>
                    <a:gd name="connsiteY14" fmla="*/ 951328 h 1707762"/>
                    <a:gd name="connsiteX15" fmla="*/ 351294 w 844337"/>
                    <a:gd name="connsiteY15" fmla="*/ 594230 h 1707762"/>
                    <a:gd name="connsiteX16" fmla="*/ 351472 w 844337"/>
                    <a:gd name="connsiteY16" fmla="*/ 245972 h 1707762"/>
                    <a:gd name="connsiteX17" fmla="*/ 341204 w 844337"/>
                    <a:gd name="connsiteY17" fmla="*/ 72468 h 1707762"/>
                    <a:gd name="connsiteX18" fmla="*/ 321558 w 844337"/>
                    <a:gd name="connsiteY18" fmla="*/ 7996 h 170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44337" h="1707762">
                      <a:moveTo>
                        <a:pt x="321558" y="7996"/>
                      </a:moveTo>
                      <a:cubicBezTo>
                        <a:pt x="400139" y="-6024"/>
                        <a:pt x="480863" y="2638"/>
                        <a:pt x="560338" y="2727"/>
                      </a:cubicBezTo>
                      <a:cubicBezTo>
                        <a:pt x="619185" y="11300"/>
                        <a:pt x="679907" y="2817"/>
                        <a:pt x="737771" y="17729"/>
                      </a:cubicBezTo>
                      <a:cubicBezTo>
                        <a:pt x="771257" y="27820"/>
                        <a:pt x="777508" y="66307"/>
                        <a:pt x="779383" y="96400"/>
                      </a:cubicBezTo>
                      <a:cubicBezTo>
                        <a:pt x="784205" y="211861"/>
                        <a:pt x="792063" y="327054"/>
                        <a:pt x="792599" y="442604"/>
                      </a:cubicBezTo>
                      <a:cubicBezTo>
                        <a:pt x="800904" y="534490"/>
                        <a:pt x="797421" y="627091"/>
                        <a:pt x="806172" y="718977"/>
                      </a:cubicBezTo>
                      <a:cubicBezTo>
                        <a:pt x="812602" y="927665"/>
                        <a:pt x="829479" y="1135726"/>
                        <a:pt x="837426" y="1344324"/>
                      </a:cubicBezTo>
                      <a:cubicBezTo>
                        <a:pt x="841534" y="1400491"/>
                        <a:pt x="848142" y="1457373"/>
                        <a:pt x="841534" y="1513631"/>
                      </a:cubicBezTo>
                      <a:cubicBezTo>
                        <a:pt x="831443" y="1553725"/>
                        <a:pt x="785098" y="1566851"/>
                        <a:pt x="749379" y="1573817"/>
                      </a:cubicBezTo>
                      <a:cubicBezTo>
                        <a:pt x="548997" y="1604267"/>
                        <a:pt x="348526" y="1635610"/>
                        <a:pt x="150644" y="1679723"/>
                      </a:cubicBezTo>
                      <a:cubicBezTo>
                        <a:pt x="100816" y="1690795"/>
                        <a:pt x="51524" y="1707494"/>
                        <a:pt x="0" y="1707762"/>
                      </a:cubicBezTo>
                      <a:cubicBezTo>
                        <a:pt x="34915" y="1658113"/>
                        <a:pt x="80814" y="1617483"/>
                        <a:pt x="118408" y="1569888"/>
                      </a:cubicBezTo>
                      <a:cubicBezTo>
                        <a:pt x="179130" y="1493450"/>
                        <a:pt x="239762" y="1416743"/>
                        <a:pt x="295841" y="1336734"/>
                      </a:cubicBezTo>
                      <a:cubicBezTo>
                        <a:pt x="313075" y="1308516"/>
                        <a:pt x="337721" y="1281816"/>
                        <a:pt x="338078" y="1246901"/>
                      </a:cubicBezTo>
                      <a:cubicBezTo>
                        <a:pt x="346918" y="1148674"/>
                        <a:pt x="344597" y="1049823"/>
                        <a:pt x="346651" y="951328"/>
                      </a:cubicBezTo>
                      <a:cubicBezTo>
                        <a:pt x="354687" y="832474"/>
                        <a:pt x="349062" y="713263"/>
                        <a:pt x="351294" y="594230"/>
                      </a:cubicBezTo>
                      <a:cubicBezTo>
                        <a:pt x="351205" y="478144"/>
                        <a:pt x="352187" y="362058"/>
                        <a:pt x="351472" y="245972"/>
                      </a:cubicBezTo>
                      <a:cubicBezTo>
                        <a:pt x="351026" y="188018"/>
                        <a:pt x="351830" y="129618"/>
                        <a:pt x="341204" y="72468"/>
                      </a:cubicBezTo>
                      <a:cubicBezTo>
                        <a:pt x="333435" y="51305"/>
                        <a:pt x="320397" y="31481"/>
                        <a:pt x="321558" y="7996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C57F32C9-4324-68F1-ABEC-0B8872D2046D}"/>
                    </a:ext>
                  </a:extLst>
                </p:cNvPr>
                <p:cNvSpPr/>
                <p:nvPr/>
              </p:nvSpPr>
              <p:spPr>
                <a:xfrm>
                  <a:off x="5581151" y="4120034"/>
                  <a:ext cx="1080249" cy="1556600"/>
                </a:xfrm>
                <a:custGeom>
                  <a:avLst/>
                  <a:gdLst>
                    <a:gd name="connsiteX0" fmla="*/ 819350 w 1080249"/>
                    <a:gd name="connsiteY0" fmla="*/ 4588 h 1556600"/>
                    <a:gd name="connsiteX1" fmla="*/ 858641 w 1080249"/>
                    <a:gd name="connsiteY1" fmla="*/ 5927 h 1556600"/>
                    <a:gd name="connsiteX2" fmla="*/ 1080097 w 1080249"/>
                    <a:gd name="connsiteY2" fmla="*/ 151214 h 1556600"/>
                    <a:gd name="connsiteX3" fmla="*/ 1070275 w 1080249"/>
                    <a:gd name="connsiteY3" fmla="*/ 397941 h 1556600"/>
                    <a:gd name="connsiteX4" fmla="*/ 1057058 w 1080249"/>
                    <a:gd name="connsiteY4" fmla="*/ 763522 h 1556600"/>
                    <a:gd name="connsiteX5" fmla="*/ 1044468 w 1080249"/>
                    <a:gd name="connsiteY5" fmla="*/ 1076508 h 1556600"/>
                    <a:gd name="connsiteX6" fmla="*/ 1034645 w 1080249"/>
                    <a:gd name="connsiteY6" fmla="*/ 1344934 h 1556600"/>
                    <a:gd name="connsiteX7" fmla="*/ 987496 w 1080249"/>
                    <a:gd name="connsiteY7" fmla="*/ 1509419 h 1556600"/>
                    <a:gd name="connsiteX8" fmla="*/ 851765 w 1080249"/>
                    <a:gd name="connsiteY8" fmla="*/ 1555675 h 1556600"/>
                    <a:gd name="connsiteX9" fmla="*/ 755860 w 1080249"/>
                    <a:gd name="connsiteY9" fmla="*/ 1492274 h 1556600"/>
                    <a:gd name="connsiteX10" fmla="*/ 538423 w 1080249"/>
                    <a:gd name="connsiteY10" fmla="*/ 1229830 h 1556600"/>
                    <a:gd name="connsiteX11" fmla="*/ 675493 w 1080249"/>
                    <a:gd name="connsiteY11" fmla="*/ 1274122 h 1556600"/>
                    <a:gd name="connsiteX12" fmla="*/ 678083 w 1080249"/>
                    <a:gd name="connsiteY12" fmla="*/ 1015429 h 1556600"/>
                    <a:gd name="connsiteX13" fmla="*/ 472521 w 1080249"/>
                    <a:gd name="connsiteY13" fmla="*/ 1111066 h 1556600"/>
                    <a:gd name="connsiteX14" fmla="*/ 454573 w 1080249"/>
                    <a:gd name="connsiteY14" fmla="*/ 1156875 h 1556600"/>
                    <a:gd name="connsiteX15" fmla="*/ 444393 w 1080249"/>
                    <a:gd name="connsiteY15" fmla="*/ 1461377 h 1556600"/>
                    <a:gd name="connsiteX16" fmla="*/ 407781 w 1080249"/>
                    <a:gd name="connsiteY16" fmla="*/ 1511205 h 1556600"/>
                    <a:gd name="connsiteX17" fmla="*/ 126407 w 1080249"/>
                    <a:gd name="connsiteY17" fmla="*/ 1516652 h 1556600"/>
                    <a:gd name="connsiteX18" fmla="*/ 3355 w 1080249"/>
                    <a:gd name="connsiteY18" fmla="*/ 1511562 h 1556600"/>
                    <a:gd name="connsiteX19" fmla="*/ 7284 w 1080249"/>
                    <a:gd name="connsiteY19" fmla="*/ 1417086 h 1556600"/>
                    <a:gd name="connsiteX20" fmla="*/ 46843 w 1080249"/>
                    <a:gd name="connsiteY20" fmla="*/ 1035610 h 1556600"/>
                    <a:gd name="connsiteX21" fmla="*/ 86759 w 1080249"/>
                    <a:gd name="connsiteY21" fmla="*/ 567783 h 1556600"/>
                    <a:gd name="connsiteX22" fmla="*/ 95867 w 1080249"/>
                    <a:gd name="connsiteY22" fmla="*/ 361776 h 1556600"/>
                    <a:gd name="connsiteX23" fmla="*/ 74079 w 1080249"/>
                    <a:gd name="connsiteY23" fmla="*/ 262388 h 1556600"/>
                    <a:gd name="connsiteX24" fmla="*/ 182038 w 1080249"/>
                    <a:gd name="connsiteY24" fmla="*/ 211132 h 1556600"/>
                    <a:gd name="connsiteX25" fmla="*/ 334290 w 1080249"/>
                    <a:gd name="connsiteY25" fmla="*/ 196130 h 1556600"/>
                    <a:gd name="connsiteX26" fmla="*/ 819350 w 1080249"/>
                    <a:gd name="connsiteY26" fmla="*/ 4588 h 1556600"/>
                    <a:gd name="connsiteX27" fmla="*/ 505114 w 1080249"/>
                    <a:gd name="connsiteY27" fmla="*/ 401602 h 1556600"/>
                    <a:gd name="connsiteX28" fmla="*/ 496542 w 1080249"/>
                    <a:gd name="connsiteY28" fmla="*/ 522063 h 1556600"/>
                    <a:gd name="connsiteX29" fmla="*/ 699514 w 1080249"/>
                    <a:gd name="connsiteY29" fmla="*/ 435267 h 1556600"/>
                    <a:gd name="connsiteX30" fmla="*/ 703800 w 1080249"/>
                    <a:gd name="connsiteY30" fmla="*/ 318110 h 1556600"/>
                    <a:gd name="connsiteX31" fmla="*/ 505114 w 1080249"/>
                    <a:gd name="connsiteY31" fmla="*/ 401602 h 1556600"/>
                    <a:gd name="connsiteX32" fmla="*/ 481005 w 1080249"/>
                    <a:gd name="connsiteY32" fmla="*/ 742180 h 1556600"/>
                    <a:gd name="connsiteX33" fmla="*/ 472075 w 1080249"/>
                    <a:gd name="connsiteY33" fmla="*/ 881126 h 1556600"/>
                    <a:gd name="connsiteX34" fmla="*/ 683976 w 1080249"/>
                    <a:gd name="connsiteY34" fmla="*/ 785221 h 1556600"/>
                    <a:gd name="connsiteX35" fmla="*/ 693799 w 1080249"/>
                    <a:gd name="connsiteY35" fmla="*/ 641989 h 1556600"/>
                    <a:gd name="connsiteX36" fmla="*/ 481005 w 1080249"/>
                    <a:gd name="connsiteY36" fmla="*/ 742180 h 1556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80249" h="1556600">
                      <a:moveTo>
                        <a:pt x="819350" y="4588"/>
                      </a:moveTo>
                      <a:cubicBezTo>
                        <a:pt x="831852" y="-948"/>
                        <a:pt x="846854" y="-2556"/>
                        <a:pt x="858641" y="5927"/>
                      </a:cubicBezTo>
                      <a:cubicBezTo>
                        <a:pt x="935526" y="49504"/>
                        <a:pt x="1009195" y="98529"/>
                        <a:pt x="1080097" y="151214"/>
                      </a:cubicBezTo>
                      <a:cubicBezTo>
                        <a:pt x="1081079" y="233545"/>
                        <a:pt x="1077240" y="315966"/>
                        <a:pt x="1070275" y="397941"/>
                      </a:cubicBezTo>
                      <a:cubicBezTo>
                        <a:pt x="1066524" y="519831"/>
                        <a:pt x="1058131" y="641543"/>
                        <a:pt x="1057058" y="763522"/>
                      </a:cubicBezTo>
                      <a:cubicBezTo>
                        <a:pt x="1048129" y="867642"/>
                        <a:pt x="1052862" y="972388"/>
                        <a:pt x="1044468" y="1076508"/>
                      </a:cubicBezTo>
                      <a:cubicBezTo>
                        <a:pt x="1041789" y="1165984"/>
                        <a:pt x="1040092" y="1255548"/>
                        <a:pt x="1034645" y="1344934"/>
                      </a:cubicBezTo>
                      <a:cubicBezTo>
                        <a:pt x="1033038" y="1401549"/>
                        <a:pt x="1034467" y="1469057"/>
                        <a:pt x="987496" y="1509419"/>
                      </a:cubicBezTo>
                      <a:cubicBezTo>
                        <a:pt x="949188" y="1538530"/>
                        <a:pt x="900968" y="1561569"/>
                        <a:pt x="851765" y="1555675"/>
                      </a:cubicBezTo>
                      <a:cubicBezTo>
                        <a:pt x="815154" y="1543084"/>
                        <a:pt x="783721" y="1518527"/>
                        <a:pt x="755860" y="1492274"/>
                      </a:cubicBezTo>
                      <a:cubicBezTo>
                        <a:pt x="674243" y="1412889"/>
                        <a:pt x="602270" y="1323950"/>
                        <a:pt x="538423" y="1229830"/>
                      </a:cubicBezTo>
                      <a:cubicBezTo>
                        <a:pt x="583874" y="1245011"/>
                        <a:pt x="627184" y="1268853"/>
                        <a:pt x="675493" y="1274122"/>
                      </a:cubicBezTo>
                      <a:cubicBezTo>
                        <a:pt x="675047" y="1187861"/>
                        <a:pt x="678172" y="1101600"/>
                        <a:pt x="678083" y="1015429"/>
                      </a:cubicBezTo>
                      <a:cubicBezTo>
                        <a:pt x="608878" y="1045790"/>
                        <a:pt x="542262" y="1081865"/>
                        <a:pt x="472521" y="1111066"/>
                      </a:cubicBezTo>
                      <a:cubicBezTo>
                        <a:pt x="451626" y="1116156"/>
                        <a:pt x="455198" y="1140534"/>
                        <a:pt x="454573" y="1156875"/>
                      </a:cubicBezTo>
                      <a:cubicBezTo>
                        <a:pt x="455019" y="1258495"/>
                        <a:pt x="446447" y="1359847"/>
                        <a:pt x="444393" y="1461377"/>
                      </a:cubicBezTo>
                      <a:cubicBezTo>
                        <a:pt x="446268" y="1483613"/>
                        <a:pt x="430284" y="1507722"/>
                        <a:pt x="407781" y="1511205"/>
                      </a:cubicBezTo>
                      <a:cubicBezTo>
                        <a:pt x="314109" y="1516563"/>
                        <a:pt x="220258" y="1517010"/>
                        <a:pt x="126407" y="1516652"/>
                      </a:cubicBezTo>
                      <a:cubicBezTo>
                        <a:pt x="85330" y="1515759"/>
                        <a:pt x="43718" y="1520939"/>
                        <a:pt x="3355" y="1511562"/>
                      </a:cubicBezTo>
                      <a:cubicBezTo>
                        <a:pt x="-5485" y="1480219"/>
                        <a:pt x="5767" y="1448518"/>
                        <a:pt x="7284" y="1417086"/>
                      </a:cubicBezTo>
                      <a:cubicBezTo>
                        <a:pt x="26037" y="1290463"/>
                        <a:pt x="31127" y="1162501"/>
                        <a:pt x="46843" y="1035610"/>
                      </a:cubicBezTo>
                      <a:cubicBezTo>
                        <a:pt x="60595" y="879698"/>
                        <a:pt x="74079" y="723785"/>
                        <a:pt x="86759" y="567783"/>
                      </a:cubicBezTo>
                      <a:cubicBezTo>
                        <a:pt x="89616" y="499114"/>
                        <a:pt x="101136" y="430623"/>
                        <a:pt x="95867" y="361776"/>
                      </a:cubicBezTo>
                      <a:cubicBezTo>
                        <a:pt x="92295" y="327932"/>
                        <a:pt x="81758" y="295428"/>
                        <a:pt x="74079" y="262388"/>
                      </a:cubicBezTo>
                      <a:cubicBezTo>
                        <a:pt x="112298" y="250512"/>
                        <a:pt x="154267" y="242654"/>
                        <a:pt x="182038" y="211132"/>
                      </a:cubicBezTo>
                      <a:cubicBezTo>
                        <a:pt x="230259" y="195326"/>
                        <a:pt x="286516" y="219347"/>
                        <a:pt x="334290" y="196130"/>
                      </a:cubicBezTo>
                      <a:cubicBezTo>
                        <a:pt x="496096" y="132640"/>
                        <a:pt x="658169" y="69686"/>
                        <a:pt x="819350" y="4588"/>
                      </a:cubicBezTo>
                      <a:moveTo>
                        <a:pt x="505114" y="401602"/>
                      </a:moveTo>
                      <a:cubicBezTo>
                        <a:pt x="497703" y="441250"/>
                        <a:pt x="496810" y="481701"/>
                        <a:pt x="496542" y="522063"/>
                      </a:cubicBezTo>
                      <a:cubicBezTo>
                        <a:pt x="564051" y="492774"/>
                        <a:pt x="632452" y="465539"/>
                        <a:pt x="699514" y="435267"/>
                      </a:cubicBezTo>
                      <a:cubicBezTo>
                        <a:pt x="701836" y="396244"/>
                        <a:pt x="702729" y="357132"/>
                        <a:pt x="703800" y="318110"/>
                      </a:cubicBezTo>
                      <a:cubicBezTo>
                        <a:pt x="636739" y="344006"/>
                        <a:pt x="572534" y="376599"/>
                        <a:pt x="505114" y="401602"/>
                      </a:cubicBezTo>
                      <a:moveTo>
                        <a:pt x="481005" y="742180"/>
                      </a:moveTo>
                      <a:cubicBezTo>
                        <a:pt x="480737" y="788615"/>
                        <a:pt x="476540" y="834871"/>
                        <a:pt x="472075" y="881126"/>
                      </a:cubicBezTo>
                      <a:cubicBezTo>
                        <a:pt x="543959" y="852105"/>
                        <a:pt x="612985" y="816297"/>
                        <a:pt x="683976" y="785221"/>
                      </a:cubicBezTo>
                      <a:cubicBezTo>
                        <a:pt x="700139" y="740484"/>
                        <a:pt x="690941" y="689227"/>
                        <a:pt x="693799" y="641989"/>
                      </a:cubicBezTo>
                      <a:cubicBezTo>
                        <a:pt x="621558" y="672707"/>
                        <a:pt x="551995" y="708962"/>
                        <a:pt x="481005" y="74218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5356CA17-BC25-6E04-345C-6F45D5173118}"/>
                    </a:ext>
                  </a:extLst>
                </p:cNvPr>
                <p:cNvSpPr/>
                <p:nvPr/>
              </p:nvSpPr>
              <p:spPr>
                <a:xfrm>
                  <a:off x="6675447" y="4241958"/>
                  <a:ext cx="324095" cy="924396"/>
                </a:xfrm>
                <a:custGeom>
                  <a:avLst/>
                  <a:gdLst>
                    <a:gd name="connsiteX0" fmla="*/ 72420 w 324095"/>
                    <a:gd name="connsiteY0" fmla="*/ 0 h 924396"/>
                    <a:gd name="connsiteX1" fmla="*/ 277713 w 324095"/>
                    <a:gd name="connsiteY1" fmla="*/ 57686 h 924396"/>
                    <a:gd name="connsiteX2" fmla="*/ 319326 w 324095"/>
                    <a:gd name="connsiteY2" fmla="*/ 91440 h 924396"/>
                    <a:gd name="connsiteX3" fmla="*/ 321379 w 324095"/>
                    <a:gd name="connsiteY3" fmla="*/ 866269 h 924396"/>
                    <a:gd name="connsiteX4" fmla="*/ 273427 w 324095"/>
                    <a:gd name="connsiteY4" fmla="*/ 924222 h 924396"/>
                    <a:gd name="connsiteX5" fmla="*/ 137160 w 324095"/>
                    <a:gd name="connsiteY5" fmla="*/ 888057 h 924396"/>
                    <a:gd name="connsiteX6" fmla="*/ 0 w 324095"/>
                    <a:gd name="connsiteY6" fmla="*/ 844659 h 924396"/>
                    <a:gd name="connsiteX7" fmla="*/ 39648 w 324095"/>
                    <a:gd name="connsiteY7" fmla="*/ 355938 h 924396"/>
                    <a:gd name="connsiteX8" fmla="*/ 72420 w 324095"/>
                    <a:gd name="connsiteY8" fmla="*/ 0 h 92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095" h="924396">
                      <a:moveTo>
                        <a:pt x="72420" y="0"/>
                      </a:moveTo>
                      <a:cubicBezTo>
                        <a:pt x="142250" y="13484"/>
                        <a:pt x="209937" y="36433"/>
                        <a:pt x="277713" y="57686"/>
                      </a:cubicBezTo>
                      <a:cubicBezTo>
                        <a:pt x="293876" y="64026"/>
                        <a:pt x="320308" y="68937"/>
                        <a:pt x="319326" y="91440"/>
                      </a:cubicBezTo>
                      <a:cubicBezTo>
                        <a:pt x="325040" y="349687"/>
                        <a:pt x="325487" y="608022"/>
                        <a:pt x="321379" y="866269"/>
                      </a:cubicBezTo>
                      <a:cubicBezTo>
                        <a:pt x="324148" y="894308"/>
                        <a:pt x="304413" y="927080"/>
                        <a:pt x="273427" y="924222"/>
                      </a:cubicBezTo>
                      <a:cubicBezTo>
                        <a:pt x="226546" y="919132"/>
                        <a:pt x="182969" y="898416"/>
                        <a:pt x="137160" y="888057"/>
                      </a:cubicBezTo>
                      <a:cubicBezTo>
                        <a:pt x="91708" y="872698"/>
                        <a:pt x="42148" y="868591"/>
                        <a:pt x="0" y="844659"/>
                      </a:cubicBezTo>
                      <a:cubicBezTo>
                        <a:pt x="22324" y="682585"/>
                        <a:pt x="30896" y="519172"/>
                        <a:pt x="39648" y="355938"/>
                      </a:cubicBezTo>
                      <a:cubicBezTo>
                        <a:pt x="51346" y="237530"/>
                        <a:pt x="50452" y="117247"/>
                        <a:pt x="7242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2085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C9795-22EF-CFE5-1716-64C567ED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455F2A-565B-5478-F6C9-AF197E85C782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F8511371-5A4E-70B5-44B1-57732133F038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967B593-1DE2-CBA1-1BA5-23F1A382C294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AB22263-0676-D704-EDBC-16F8FF498E03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7DB654E4-BFDD-B89D-B29B-7B13137F325E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461EABD7-2FA4-38D6-0A76-A392E3AF24D3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299D67C-D351-5812-E64A-0536CC55C731}"/>
              </a:ext>
            </a:extLst>
          </p:cNvPr>
          <p:cNvGrpSpPr/>
          <p:nvPr/>
        </p:nvGrpSpPr>
        <p:grpSpPr>
          <a:xfrm>
            <a:off x="947738" y="1471613"/>
            <a:ext cx="2836862" cy="4483100"/>
            <a:chOff x="947738" y="1233488"/>
            <a:chExt cx="2836862" cy="44831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7B66AF3-54D6-AAEB-E14D-1AE9BD317594}"/>
                </a:ext>
              </a:extLst>
            </p:cNvPr>
            <p:cNvSpPr/>
            <p:nvPr/>
          </p:nvSpPr>
          <p:spPr>
            <a:xfrm>
              <a:off x="947738" y="1233488"/>
              <a:ext cx="2836862" cy="44831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5" name="箭头: 五边形 4">
              <a:extLst>
                <a:ext uri="{FF2B5EF4-FFF2-40B4-BE49-F238E27FC236}">
                  <a16:creationId xmlns:a16="http://schemas.microsoft.com/office/drawing/2014/main" id="{CDFBC979-188B-76F1-D473-5996500E08C4}"/>
                </a:ext>
              </a:extLst>
            </p:cNvPr>
            <p:cNvSpPr/>
            <p:nvPr/>
          </p:nvSpPr>
          <p:spPr>
            <a:xfrm>
              <a:off x="947738" y="1409700"/>
              <a:ext cx="830262" cy="431800"/>
            </a:xfrm>
            <a:prstGeom prst="homePlate">
              <a:avLst/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B6A2418-46EE-2C03-5B78-0E3F590143D3}"/>
                </a:ext>
              </a:extLst>
            </p:cNvPr>
            <p:cNvSpPr txBox="1"/>
            <p:nvPr/>
          </p:nvSpPr>
          <p:spPr>
            <a:xfrm>
              <a:off x="1070859" y="1440934"/>
              <a:ext cx="450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Sans Semibold" panose="00000700000000000000" pitchFamily="2" charset="-122"/>
                  <a:ea typeface="MiSans Semibold" panose="00000700000000000000" pitchFamily="2" charset="-122"/>
                </a:rPr>
                <a:t>01</a:t>
              </a:r>
              <a:endParaRPr lang="zh-CN" altLang="en-US" dirty="0">
                <a:solidFill>
                  <a:schemeClr val="bg1"/>
                </a:solidFill>
                <a:latin typeface="MiSans Semibold" panose="00000700000000000000" pitchFamily="2" charset="-122"/>
                <a:ea typeface="MiSans Semibold" panose="00000700000000000000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086AA0A-D41B-8136-AAF9-1B71820F081E}"/>
                </a:ext>
              </a:extLst>
            </p:cNvPr>
            <p:cNvSpPr txBox="1"/>
            <p:nvPr/>
          </p:nvSpPr>
          <p:spPr>
            <a:xfrm>
              <a:off x="1901121" y="1442781"/>
              <a:ext cx="16302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404040"/>
                  </a:solidFill>
                </a:rPr>
                <a:t>添加标题文本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EC14E00-CD92-B1C1-6A1E-15C041B21336}"/>
                </a:ext>
              </a:extLst>
            </p:cNvPr>
            <p:cNvSpPr txBox="1"/>
            <p:nvPr/>
          </p:nvSpPr>
          <p:spPr>
            <a:xfrm>
              <a:off x="1320960" y="2047856"/>
              <a:ext cx="2090418" cy="145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/>
                  </a:solidFill>
                </a:rPr>
                <a:t>此处添加详细文本描述，建议与标题相关并符合整体语言风格，语言描述尽量简洁生动。尽量将每页幻灯片的字数控制在200字以内，据统计每页幻灯片的最好控制在5分钟之内。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686359-41FE-990C-C6CB-2DF82A27DB45}"/>
                </a:ext>
              </a:extLst>
            </p:cNvPr>
            <p:cNvSpPr/>
            <p:nvPr/>
          </p:nvSpPr>
          <p:spPr>
            <a:xfrm>
              <a:off x="1248592" y="3794761"/>
              <a:ext cx="2235153" cy="1310640"/>
            </a:xfrm>
            <a:prstGeom prst="roundRect">
              <a:avLst>
                <a:gd name="adj" fmla="val 0"/>
              </a:avLst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C46C96-38EE-26E9-F49A-A28ADBDC3FCB}"/>
                </a:ext>
              </a:extLst>
            </p:cNvPr>
            <p:cNvSpPr txBox="1"/>
            <p:nvPr/>
          </p:nvSpPr>
          <p:spPr>
            <a:xfrm>
              <a:off x="1410518" y="3979453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</a:rPr>
                <a:t>输入关键词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97FBFCA-E7B2-EAD8-8344-200806A2DCB7}"/>
                </a:ext>
              </a:extLst>
            </p:cNvPr>
            <p:cNvSpPr txBox="1"/>
            <p:nvPr/>
          </p:nvSpPr>
          <p:spPr>
            <a:xfrm>
              <a:off x="1410518" y="4343379"/>
              <a:ext cx="1850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rgbClr val="404040"/>
                  </a:solidFill>
                </a:rPr>
                <a:t>01</a:t>
              </a:r>
              <a:r>
                <a:rPr lang="zh-CN" altLang="en-US" sz="1100" dirty="0">
                  <a:solidFill>
                    <a:srgbClr val="404040"/>
                  </a:solidFill>
                </a:rPr>
                <a:t>、单击此处添加描述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BBF8086-F11A-3D9A-DB05-C975D3163A6A}"/>
                </a:ext>
              </a:extLst>
            </p:cNvPr>
            <p:cNvSpPr txBox="1"/>
            <p:nvPr/>
          </p:nvSpPr>
          <p:spPr>
            <a:xfrm>
              <a:off x="1410518" y="4634500"/>
              <a:ext cx="1850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rgbClr val="404040"/>
                  </a:solidFill>
                </a:rPr>
                <a:t>02</a:t>
              </a:r>
              <a:r>
                <a:rPr lang="zh-CN" altLang="en-US" sz="1100" dirty="0">
                  <a:solidFill>
                    <a:srgbClr val="404040"/>
                  </a:solidFill>
                </a:rPr>
                <a:t>、单击此处添加描述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BC22D10-4E5C-4D1E-C747-5F395A31309A}"/>
              </a:ext>
            </a:extLst>
          </p:cNvPr>
          <p:cNvGrpSpPr/>
          <p:nvPr/>
        </p:nvGrpSpPr>
        <p:grpSpPr>
          <a:xfrm>
            <a:off x="4008438" y="1471613"/>
            <a:ext cx="2836862" cy="4483100"/>
            <a:chOff x="947738" y="1233488"/>
            <a:chExt cx="2836862" cy="44831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0E09142-02B4-780C-5D96-0EE7C41A7E23}"/>
                </a:ext>
              </a:extLst>
            </p:cNvPr>
            <p:cNvSpPr/>
            <p:nvPr/>
          </p:nvSpPr>
          <p:spPr>
            <a:xfrm>
              <a:off x="947738" y="1233488"/>
              <a:ext cx="2836862" cy="44831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8" name="箭头: 五边形 17">
              <a:extLst>
                <a:ext uri="{FF2B5EF4-FFF2-40B4-BE49-F238E27FC236}">
                  <a16:creationId xmlns:a16="http://schemas.microsoft.com/office/drawing/2014/main" id="{72A00266-F25F-7ED4-0979-0B4DC26CE8B3}"/>
                </a:ext>
              </a:extLst>
            </p:cNvPr>
            <p:cNvSpPr/>
            <p:nvPr/>
          </p:nvSpPr>
          <p:spPr>
            <a:xfrm>
              <a:off x="947738" y="1409700"/>
              <a:ext cx="830262" cy="431800"/>
            </a:xfrm>
            <a:prstGeom prst="homePlate">
              <a:avLst/>
            </a:pr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C3F908B-0C19-C747-1358-F063606CA368}"/>
                </a:ext>
              </a:extLst>
            </p:cNvPr>
            <p:cNvSpPr txBox="1"/>
            <p:nvPr/>
          </p:nvSpPr>
          <p:spPr>
            <a:xfrm>
              <a:off x="1070859" y="1440934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Sans Semibold" panose="00000700000000000000" pitchFamily="2" charset="-122"/>
                  <a:ea typeface="MiSans Semibold" panose="00000700000000000000" pitchFamily="2" charset="-122"/>
                </a:rPr>
                <a:t>02</a:t>
              </a:r>
              <a:endParaRPr lang="zh-CN" altLang="en-US" dirty="0">
                <a:solidFill>
                  <a:schemeClr val="bg1"/>
                </a:solidFill>
                <a:latin typeface="MiSans Semibold" panose="00000700000000000000" pitchFamily="2" charset="-122"/>
                <a:ea typeface="MiSans Semibold" panose="00000700000000000000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775186C-5A81-0AFD-A31B-865F16220A3D}"/>
                </a:ext>
              </a:extLst>
            </p:cNvPr>
            <p:cNvSpPr txBox="1"/>
            <p:nvPr/>
          </p:nvSpPr>
          <p:spPr>
            <a:xfrm>
              <a:off x="1901121" y="1442781"/>
              <a:ext cx="16302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404040"/>
                  </a:solidFill>
                </a:rPr>
                <a:t>添加标题文本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4A73389-D071-7426-86BB-F7C8C4E03277}"/>
                </a:ext>
              </a:extLst>
            </p:cNvPr>
            <p:cNvSpPr txBox="1"/>
            <p:nvPr/>
          </p:nvSpPr>
          <p:spPr>
            <a:xfrm>
              <a:off x="1320960" y="2047856"/>
              <a:ext cx="2090418" cy="145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/>
                  </a:solidFill>
                </a:rPr>
                <a:t>此处添加详细文本描述，建议与标题相关并符合整体语言风格，语言描述尽量简洁生动。尽量将每页幻灯片的字数控制在200字以内，据统计每页幻灯片的最好控制在5分钟之内。</a:t>
              </a: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AE34CDB-2870-4F22-94A9-82CF657A0196}"/>
                </a:ext>
              </a:extLst>
            </p:cNvPr>
            <p:cNvSpPr/>
            <p:nvPr/>
          </p:nvSpPr>
          <p:spPr>
            <a:xfrm>
              <a:off x="1248592" y="3794761"/>
              <a:ext cx="2235153" cy="1310640"/>
            </a:xfrm>
            <a:prstGeom prst="roundRect">
              <a:avLst>
                <a:gd name="adj" fmla="val 0"/>
              </a:avLst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076550-B8D3-2DCE-2FBF-A7C3516DFA84}"/>
                </a:ext>
              </a:extLst>
            </p:cNvPr>
            <p:cNvSpPr txBox="1"/>
            <p:nvPr/>
          </p:nvSpPr>
          <p:spPr>
            <a:xfrm>
              <a:off x="1410518" y="3979453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</a:rPr>
                <a:t>输入关键词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E31E0A3-B608-B2DF-6548-4BAC4787DC4A}"/>
                </a:ext>
              </a:extLst>
            </p:cNvPr>
            <p:cNvSpPr txBox="1"/>
            <p:nvPr/>
          </p:nvSpPr>
          <p:spPr>
            <a:xfrm>
              <a:off x="1410518" y="4343379"/>
              <a:ext cx="1850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rgbClr val="404040"/>
                  </a:solidFill>
                </a:rPr>
                <a:t>01</a:t>
              </a:r>
              <a:r>
                <a:rPr lang="zh-CN" altLang="en-US" sz="1100" dirty="0">
                  <a:solidFill>
                    <a:srgbClr val="404040"/>
                  </a:solidFill>
                </a:rPr>
                <a:t>、单击此处添加描述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18D28BC-779D-299F-DCE2-92922CA131E7}"/>
                </a:ext>
              </a:extLst>
            </p:cNvPr>
            <p:cNvSpPr txBox="1"/>
            <p:nvPr/>
          </p:nvSpPr>
          <p:spPr>
            <a:xfrm>
              <a:off x="1410518" y="4634500"/>
              <a:ext cx="1850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rgbClr val="404040"/>
                  </a:solidFill>
                </a:rPr>
                <a:t>02</a:t>
              </a:r>
              <a:r>
                <a:rPr lang="zh-CN" altLang="en-US" sz="1100" dirty="0">
                  <a:solidFill>
                    <a:srgbClr val="404040"/>
                  </a:solidFill>
                </a:rPr>
                <a:t>、单击此处添加描述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DFD21A0-E50A-DCC6-5385-CDF94E04D33A}"/>
              </a:ext>
            </a:extLst>
          </p:cNvPr>
          <p:cNvGrpSpPr/>
          <p:nvPr/>
        </p:nvGrpSpPr>
        <p:grpSpPr>
          <a:xfrm>
            <a:off x="7069137" y="1471613"/>
            <a:ext cx="4175125" cy="4483100"/>
            <a:chOff x="7069137" y="1471613"/>
            <a:chExt cx="4175125" cy="4483100"/>
          </a:xfrm>
          <a:blipFill>
            <a:blip r:embed="rId3">
              <a:grayscl/>
            </a:blip>
            <a:stretch>
              <a:fillRect/>
            </a:stretch>
          </a:blip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230E162-838A-8539-FBAD-7AC5A494F3D0}"/>
                </a:ext>
              </a:extLst>
            </p:cNvPr>
            <p:cNvSpPr/>
            <p:nvPr/>
          </p:nvSpPr>
          <p:spPr>
            <a:xfrm>
              <a:off x="7069137" y="1471613"/>
              <a:ext cx="4175125" cy="2138362"/>
            </a:xfrm>
            <a:prstGeom prst="roundRect">
              <a:avLst>
                <a:gd name="adj" fmla="val 0"/>
              </a:avLst>
            </a:prstGeom>
            <a:grp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FF3C4C1-5C64-FBBA-991A-37EA5BE7522F}"/>
                </a:ext>
              </a:extLst>
            </p:cNvPr>
            <p:cNvSpPr/>
            <p:nvPr/>
          </p:nvSpPr>
          <p:spPr>
            <a:xfrm>
              <a:off x="7069137" y="3816351"/>
              <a:ext cx="4175125" cy="2138362"/>
            </a:xfrm>
            <a:prstGeom prst="roundRect">
              <a:avLst>
                <a:gd name="adj" fmla="val 0"/>
              </a:avLst>
            </a:prstGeom>
            <a:grp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967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8FA37-9ADA-5B5A-3273-5A94F2D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62B223A-1FFD-F8E1-8035-6781A3409474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E73338F9-6CDA-5E7B-8B10-F57C11705FD8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EAB1FA3-EB41-E36A-6F4A-6082E945138C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28216C7-C389-2984-0130-3168B27A8BC9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2C6DE6F2-8786-F21A-38BE-FEBBA3A38C9D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EBC500C4-5977-BBD6-E7DB-FD4CC7E23EA4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Flowchart: Data 4">
            <a:extLst>
              <a:ext uri="{FF2B5EF4-FFF2-40B4-BE49-F238E27FC236}">
                <a16:creationId xmlns:a16="http://schemas.microsoft.com/office/drawing/2014/main" id="{B79DE6F8-C06D-F302-F225-4606D5782654}"/>
              </a:ext>
            </a:extLst>
          </p:cNvPr>
          <p:cNvSpPr/>
          <p:nvPr/>
        </p:nvSpPr>
        <p:spPr>
          <a:xfrm rot="16200000" flipH="1" flipV="1">
            <a:off x="3015160" y="4425136"/>
            <a:ext cx="862449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2F87EF-2FF4-F020-46E9-83EAFCB24507}"/>
              </a:ext>
            </a:extLst>
          </p:cNvPr>
          <p:cNvSpPr/>
          <p:nvPr/>
        </p:nvSpPr>
        <p:spPr>
          <a:xfrm>
            <a:off x="1019175" y="4295197"/>
            <a:ext cx="2570094" cy="691522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 dirty="0">
              <a:solidFill>
                <a:srgbClr val="404040"/>
              </a:solidFill>
              <a:cs typeface="+mn-ea"/>
            </a:endParaRPr>
          </a:p>
        </p:txBody>
      </p:sp>
      <p:sp>
        <p:nvSpPr>
          <p:cNvPr id="6" name="Flowchart: Data 7" descr="D:\51PPT模板网\51pptmoban.com\图片.jpg">
            <a:extLst>
              <a:ext uri="{FF2B5EF4-FFF2-40B4-BE49-F238E27FC236}">
                <a16:creationId xmlns:a16="http://schemas.microsoft.com/office/drawing/2014/main" id="{203D670A-86CF-4721-4D04-9552556487DD}"/>
              </a:ext>
            </a:extLst>
          </p:cNvPr>
          <p:cNvSpPr/>
          <p:nvPr/>
        </p:nvSpPr>
        <p:spPr>
          <a:xfrm rot="16200000" flipH="1" flipV="1">
            <a:off x="5583984" y="3733614"/>
            <a:ext cx="862449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8" name="Flowchart: Data 9" descr="D:\51PPT模板网\51pptmoban.com\图片.jpg">
            <a:extLst>
              <a:ext uri="{FF2B5EF4-FFF2-40B4-BE49-F238E27FC236}">
                <a16:creationId xmlns:a16="http://schemas.microsoft.com/office/drawing/2014/main" id="{1F80AA99-321D-736B-A75A-2E559D887343}"/>
              </a:ext>
            </a:extLst>
          </p:cNvPr>
          <p:cNvSpPr/>
          <p:nvPr/>
        </p:nvSpPr>
        <p:spPr>
          <a:xfrm rot="16200000" flipH="1" flipV="1">
            <a:off x="3015160" y="3714563"/>
            <a:ext cx="862449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D0B0137B-48E4-C2AB-5AC1-8959F2805D26}"/>
              </a:ext>
            </a:extLst>
          </p:cNvPr>
          <p:cNvSpPr/>
          <p:nvPr/>
        </p:nvSpPr>
        <p:spPr>
          <a:xfrm>
            <a:off x="3589271" y="3603674"/>
            <a:ext cx="2570094" cy="691522"/>
          </a:xfrm>
          <a:prstGeom prst="rect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lowchart: Data 12" descr="D:\51PPT模板网\51pptmoban.com\图片.jpg">
            <a:extLst>
              <a:ext uri="{FF2B5EF4-FFF2-40B4-BE49-F238E27FC236}">
                <a16:creationId xmlns:a16="http://schemas.microsoft.com/office/drawing/2014/main" id="{AD0E249A-6A1A-6CF9-66CD-B4A4BD14949B}"/>
              </a:ext>
            </a:extLst>
          </p:cNvPr>
          <p:cNvSpPr/>
          <p:nvPr/>
        </p:nvSpPr>
        <p:spPr>
          <a:xfrm rot="16200000" flipH="1" flipV="1">
            <a:off x="8147505" y="2340077"/>
            <a:ext cx="862448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12" name="Pentagon 13">
            <a:extLst>
              <a:ext uri="{FF2B5EF4-FFF2-40B4-BE49-F238E27FC236}">
                <a16:creationId xmlns:a16="http://schemas.microsoft.com/office/drawing/2014/main" id="{F91DDF81-8400-F8DD-9D9B-29FEE8D95EDE}"/>
              </a:ext>
            </a:extLst>
          </p:cNvPr>
          <p:cNvSpPr/>
          <p:nvPr/>
        </p:nvSpPr>
        <p:spPr>
          <a:xfrm>
            <a:off x="8722886" y="2229186"/>
            <a:ext cx="2570094" cy="691522"/>
          </a:xfrm>
          <a:prstGeom prst="homePlate">
            <a:avLst/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lowchart: Data 15">
            <a:extLst>
              <a:ext uri="{FF2B5EF4-FFF2-40B4-BE49-F238E27FC236}">
                <a16:creationId xmlns:a16="http://schemas.microsoft.com/office/drawing/2014/main" id="{04CB1CA1-6EAC-A547-1F5C-EB7CF4ECA5A2}"/>
              </a:ext>
            </a:extLst>
          </p:cNvPr>
          <p:cNvSpPr/>
          <p:nvPr/>
        </p:nvSpPr>
        <p:spPr>
          <a:xfrm rot="16200000" flipH="1" flipV="1">
            <a:off x="8154078" y="3046258"/>
            <a:ext cx="862448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7B06801A-98E5-904E-C66E-D545E9F3C57F}"/>
              </a:ext>
            </a:extLst>
          </p:cNvPr>
          <p:cNvSpPr/>
          <p:nvPr/>
        </p:nvSpPr>
        <p:spPr>
          <a:xfrm>
            <a:off x="6159365" y="2912152"/>
            <a:ext cx="2570094" cy="691522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 dirty="0">
              <a:solidFill>
                <a:srgbClr val="404040"/>
              </a:solidFill>
              <a:cs typeface="+mn-ea"/>
            </a:endParaRPr>
          </a:p>
        </p:txBody>
      </p:sp>
      <p:sp>
        <p:nvSpPr>
          <p:cNvPr id="17" name="Flowchart: Data 18">
            <a:extLst>
              <a:ext uri="{FF2B5EF4-FFF2-40B4-BE49-F238E27FC236}">
                <a16:creationId xmlns:a16="http://schemas.microsoft.com/office/drawing/2014/main" id="{06860FC8-13DE-69A2-0800-C63B6AE7D108}"/>
              </a:ext>
            </a:extLst>
          </p:cNvPr>
          <p:cNvSpPr/>
          <p:nvPr/>
        </p:nvSpPr>
        <p:spPr>
          <a:xfrm rot="16200000" flipH="1" flipV="1">
            <a:off x="5583984" y="3028179"/>
            <a:ext cx="862448" cy="288312"/>
          </a:xfrm>
          <a:prstGeom prst="flowChartInputOutput">
            <a:avLst/>
          </a:prstGeom>
          <a:solidFill>
            <a:srgbClr val="40404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</a:endParaRPr>
          </a:p>
        </p:txBody>
      </p:sp>
      <p:sp>
        <p:nvSpPr>
          <p:cNvPr id="5" name="Freeform 21" descr="D:\51PPT模板网\51pptmoban.com\图片.jpg">
            <a:extLst>
              <a:ext uri="{FF2B5EF4-FFF2-40B4-BE49-F238E27FC236}">
                <a16:creationId xmlns:a16="http://schemas.microsoft.com/office/drawing/2014/main" id="{26AFF86E-FB80-E22F-C2F0-FD9C456BB827}"/>
              </a:ext>
            </a:extLst>
          </p:cNvPr>
          <p:cNvSpPr>
            <a:spLocks noEditPoints="1"/>
          </p:cNvSpPr>
          <p:nvPr/>
        </p:nvSpPr>
        <p:spPr bwMode="auto">
          <a:xfrm>
            <a:off x="7042400" y="1933684"/>
            <a:ext cx="685466" cy="782944"/>
          </a:xfrm>
          <a:custGeom>
            <a:avLst/>
            <a:gdLst>
              <a:gd name="T0" fmla="*/ 432 w 504"/>
              <a:gd name="T1" fmla="*/ 541 h 577"/>
              <a:gd name="T2" fmla="*/ 407 w 504"/>
              <a:gd name="T3" fmla="*/ 541 h 577"/>
              <a:gd name="T4" fmla="*/ 504 w 504"/>
              <a:gd name="T5" fmla="*/ 361 h 577"/>
              <a:gd name="T6" fmla="*/ 341 w 504"/>
              <a:gd name="T7" fmla="*/ 152 h 577"/>
              <a:gd name="T8" fmla="*/ 382 w 504"/>
              <a:gd name="T9" fmla="*/ 75 h 577"/>
              <a:gd name="T10" fmla="*/ 374 w 504"/>
              <a:gd name="T11" fmla="*/ 50 h 577"/>
              <a:gd name="T12" fmla="*/ 277 w 504"/>
              <a:gd name="T13" fmla="*/ 3 h 577"/>
              <a:gd name="T14" fmla="*/ 263 w 504"/>
              <a:gd name="T15" fmla="*/ 2 h 577"/>
              <a:gd name="T16" fmla="*/ 252 w 504"/>
              <a:gd name="T17" fmla="*/ 12 h 577"/>
              <a:gd name="T18" fmla="*/ 137 w 504"/>
              <a:gd name="T19" fmla="*/ 230 h 577"/>
              <a:gd name="T20" fmla="*/ 153 w 504"/>
              <a:gd name="T21" fmla="*/ 280 h 577"/>
              <a:gd name="T22" fmla="*/ 137 w 504"/>
              <a:gd name="T23" fmla="*/ 313 h 577"/>
              <a:gd name="T24" fmla="*/ 202 w 504"/>
              <a:gd name="T25" fmla="*/ 344 h 577"/>
              <a:gd name="T26" fmla="*/ 217 w 504"/>
              <a:gd name="T27" fmla="*/ 312 h 577"/>
              <a:gd name="T28" fmla="*/ 217 w 504"/>
              <a:gd name="T29" fmla="*/ 312 h 577"/>
              <a:gd name="T30" fmla="*/ 267 w 504"/>
              <a:gd name="T31" fmla="*/ 293 h 577"/>
              <a:gd name="T32" fmla="*/ 306 w 504"/>
              <a:gd name="T33" fmla="*/ 219 h 577"/>
              <a:gd name="T34" fmla="*/ 432 w 504"/>
              <a:gd name="T35" fmla="*/ 361 h 577"/>
              <a:gd name="T36" fmla="*/ 288 w 504"/>
              <a:gd name="T37" fmla="*/ 505 h 577"/>
              <a:gd name="T38" fmla="*/ 180 w 504"/>
              <a:gd name="T39" fmla="*/ 469 h 577"/>
              <a:gd name="T40" fmla="*/ 180 w 504"/>
              <a:gd name="T41" fmla="*/ 451 h 577"/>
              <a:gd name="T42" fmla="*/ 198 w 504"/>
              <a:gd name="T43" fmla="*/ 433 h 577"/>
              <a:gd name="T44" fmla="*/ 288 w 504"/>
              <a:gd name="T45" fmla="*/ 433 h 577"/>
              <a:gd name="T46" fmla="*/ 288 w 504"/>
              <a:gd name="T47" fmla="*/ 397 h 577"/>
              <a:gd name="T48" fmla="*/ 149 w 504"/>
              <a:gd name="T49" fmla="*/ 397 h 577"/>
              <a:gd name="T50" fmla="*/ 75 w 504"/>
              <a:gd name="T51" fmla="*/ 397 h 577"/>
              <a:gd name="T52" fmla="*/ 0 w 504"/>
              <a:gd name="T53" fmla="*/ 397 h 577"/>
              <a:gd name="T54" fmla="*/ 0 w 504"/>
              <a:gd name="T55" fmla="*/ 433 h 577"/>
              <a:gd name="T56" fmla="*/ 85 w 504"/>
              <a:gd name="T57" fmla="*/ 433 h 577"/>
              <a:gd name="T58" fmla="*/ 90 w 504"/>
              <a:gd name="T59" fmla="*/ 433 h 577"/>
              <a:gd name="T60" fmla="*/ 108 w 504"/>
              <a:gd name="T61" fmla="*/ 451 h 577"/>
              <a:gd name="T62" fmla="*/ 108 w 504"/>
              <a:gd name="T63" fmla="*/ 469 h 577"/>
              <a:gd name="T64" fmla="*/ 108 w 504"/>
              <a:gd name="T65" fmla="*/ 541 h 577"/>
              <a:gd name="T66" fmla="*/ 36 w 504"/>
              <a:gd name="T67" fmla="*/ 577 h 577"/>
              <a:gd name="T68" fmla="*/ 504 w 504"/>
              <a:gd name="T69" fmla="*/ 577 h 577"/>
              <a:gd name="T70" fmla="*/ 432 w 504"/>
              <a:gd name="T71" fmla="*/ 541 h 577"/>
              <a:gd name="T72" fmla="*/ 306 w 504"/>
              <a:gd name="T73" fmla="*/ 49 h 577"/>
              <a:gd name="T74" fmla="*/ 294 w 504"/>
              <a:gd name="T75" fmla="*/ 61 h 577"/>
              <a:gd name="T76" fmla="*/ 212 w 504"/>
              <a:gd name="T77" fmla="*/ 217 h 577"/>
              <a:gd name="T78" fmla="*/ 180 w 504"/>
              <a:gd name="T79" fmla="*/ 202 h 577"/>
              <a:gd name="T80" fmla="*/ 182 w 504"/>
              <a:gd name="T81" fmla="*/ 195 h 577"/>
              <a:gd name="T82" fmla="*/ 261 w 504"/>
              <a:gd name="T83" fmla="*/ 48 h 577"/>
              <a:gd name="T84" fmla="*/ 272 w 504"/>
              <a:gd name="T85" fmla="*/ 38 h 577"/>
              <a:gd name="T86" fmla="*/ 286 w 504"/>
              <a:gd name="T87" fmla="*/ 39 h 577"/>
              <a:gd name="T88" fmla="*/ 306 w 504"/>
              <a:gd name="T89" fmla="*/ 49 h 577"/>
              <a:gd name="T90" fmla="*/ 306 w 504"/>
              <a:gd name="T91" fmla="*/ 49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03" h="577">
                <a:moveTo>
                  <a:pt x="432" y="541"/>
                </a:moveTo>
                <a:cubicBezTo>
                  <a:pt x="407" y="541"/>
                  <a:pt x="407" y="541"/>
                  <a:pt x="407" y="541"/>
                </a:cubicBezTo>
                <a:cubicBezTo>
                  <a:pt x="466" y="502"/>
                  <a:pt x="504" y="436"/>
                  <a:pt x="504" y="361"/>
                </a:cubicBezTo>
                <a:cubicBezTo>
                  <a:pt x="504" y="260"/>
                  <a:pt x="435" y="175"/>
                  <a:pt x="341" y="152"/>
                </a:cubicBezTo>
                <a:cubicBezTo>
                  <a:pt x="382" y="75"/>
                  <a:pt x="382" y="75"/>
                  <a:pt x="382" y="75"/>
                </a:cubicBezTo>
                <a:cubicBezTo>
                  <a:pt x="386" y="65"/>
                  <a:pt x="383" y="54"/>
                  <a:pt x="374" y="50"/>
                </a:cubicBezTo>
                <a:cubicBezTo>
                  <a:pt x="277" y="3"/>
                  <a:pt x="277" y="3"/>
                  <a:pt x="277" y="3"/>
                </a:cubicBezTo>
                <a:cubicBezTo>
                  <a:pt x="272" y="1"/>
                  <a:pt x="267" y="0"/>
                  <a:pt x="263" y="2"/>
                </a:cubicBezTo>
                <a:cubicBezTo>
                  <a:pt x="258" y="4"/>
                  <a:pt x="254" y="7"/>
                  <a:pt x="252" y="12"/>
                </a:cubicBezTo>
                <a:cubicBezTo>
                  <a:pt x="137" y="230"/>
                  <a:pt x="137" y="230"/>
                  <a:pt x="137" y="230"/>
                </a:cubicBezTo>
                <a:cubicBezTo>
                  <a:pt x="128" y="249"/>
                  <a:pt x="135" y="272"/>
                  <a:pt x="153" y="280"/>
                </a:cubicBezTo>
                <a:cubicBezTo>
                  <a:pt x="137" y="313"/>
                  <a:pt x="137" y="313"/>
                  <a:pt x="137" y="313"/>
                </a:cubicBezTo>
                <a:cubicBezTo>
                  <a:pt x="202" y="344"/>
                  <a:pt x="202" y="344"/>
                  <a:pt x="202" y="344"/>
                </a:cubicBezTo>
                <a:cubicBezTo>
                  <a:pt x="217" y="312"/>
                  <a:pt x="217" y="312"/>
                  <a:pt x="217" y="312"/>
                </a:cubicBezTo>
                <a:cubicBezTo>
                  <a:pt x="217" y="312"/>
                  <a:pt x="217" y="312"/>
                  <a:pt x="217" y="312"/>
                </a:cubicBezTo>
                <a:cubicBezTo>
                  <a:pt x="235" y="320"/>
                  <a:pt x="257" y="312"/>
                  <a:pt x="267" y="293"/>
                </a:cubicBezTo>
                <a:cubicBezTo>
                  <a:pt x="306" y="219"/>
                  <a:pt x="306" y="219"/>
                  <a:pt x="306" y="219"/>
                </a:cubicBezTo>
                <a:cubicBezTo>
                  <a:pt x="377" y="228"/>
                  <a:pt x="432" y="288"/>
                  <a:pt x="432" y="361"/>
                </a:cubicBezTo>
                <a:cubicBezTo>
                  <a:pt x="432" y="440"/>
                  <a:pt x="367" y="505"/>
                  <a:pt x="288" y="505"/>
                </a:cubicBezTo>
                <a:cubicBezTo>
                  <a:pt x="252" y="505"/>
                  <a:pt x="205" y="491"/>
                  <a:pt x="180" y="469"/>
                </a:cubicBezTo>
                <a:cubicBezTo>
                  <a:pt x="180" y="451"/>
                  <a:pt x="180" y="451"/>
                  <a:pt x="180" y="451"/>
                </a:cubicBezTo>
                <a:cubicBezTo>
                  <a:pt x="180" y="441"/>
                  <a:pt x="188" y="433"/>
                  <a:pt x="198" y="433"/>
                </a:cubicBezTo>
                <a:cubicBezTo>
                  <a:pt x="288" y="433"/>
                  <a:pt x="288" y="433"/>
                  <a:pt x="288" y="433"/>
                </a:cubicBezTo>
                <a:cubicBezTo>
                  <a:pt x="288" y="397"/>
                  <a:pt x="288" y="397"/>
                  <a:pt x="288" y="397"/>
                </a:cubicBezTo>
                <a:cubicBezTo>
                  <a:pt x="149" y="397"/>
                  <a:pt x="149" y="397"/>
                  <a:pt x="149" y="397"/>
                </a:cubicBezTo>
                <a:cubicBezTo>
                  <a:pt x="75" y="397"/>
                  <a:pt x="75" y="397"/>
                  <a:pt x="75" y="397"/>
                </a:cubicBezTo>
                <a:cubicBezTo>
                  <a:pt x="0" y="397"/>
                  <a:pt x="0" y="397"/>
                  <a:pt x="0" y="397"/>
                </a:cubicBezTo>
                <a:cubicBezTo>
                  <a:pt x="0" y="433"/>
                  <a:pt x="0" y="433"/>
                  <a:pt x="0" y="433"/>
                </a:cubicBezTo>
                <a:cubicBezTo>
                  <a:pt x="85" y="433"/>
                  <a:pt x="85" y="433"/>
                  <a:pt x="85" y="433"/>
                </a:cubicBezTo>
                <a:cubicBezTo>
                  <a:pt x="90" y="433"/>
                  <a:pt x="90" y="433"/>
                  <a:pt x="90" y="433"/>
                </a:cubicBezTo>
                <a:cubicBezTo>
                  <a:pt x="100" y="433"/>
                  <a:pt x="108" y="441"/>
                  <a:pt x="108" y="451"/>
                </a:cubicBezTo>
                <a:cubicBezTo>
                  <a:pt x="108" y="469"/>
                  <a:pt x="108" y="469"/>
                  <a:pt x="108" y="469"/>
                </a:cubicBezTo>
                <a:cubicBezTo>
                  <a:pt x="108" y="541"/>
                  <a:pt x="108" y="541"/>
                  <a:pt x="108" y="541"/>
                </a:cubicBezTo>
                <a:cubicBezTo>
                  <a:pt x="68" y="541"/>
                  <a:pt x="36" y="537"/>
                  <a:pt x="36" y="577"/>
                </a:cubicBezTo>
                <a:cubicBezTo>
                  <a:pt x="504" y="577"/>
                  <a:pt x="504" y="577"/>
                  <a:pt x="504" y="577"/>
                </a:cubicBezTo>
                <a:cubicBezTo>
                  <a:pt x="504" y="537"/>
                  <a:pt x="472" y="541"/>
                  <a:pt x="432" y="541"/>
                </a:cubicBezTo>
                <a:close/>
                <a:moveTo>
                  <a:pt x="306" y="49"/>
                </a:moveTo>
                <a:cubicBezTo>
                  <a:pt x="301" y="51"/>
                  <a:pt x="297" y="55"/>
                  <a:pt x="294" y="61"/>
                </a:cubicBezTo>
                <a:cubicBezTo>
                  <a:pt x="212" y="217"/>
                  <a:pt x="212" y="217"/>
                  <a:pt x="212" y="217"/>
                </a:cubicBezTo>
                <a:cubicBezTo>
                  <a:pt x="180" y="202"/>
                  <a:pt x="180" y="202"/>
                  <a:pt x="180" y="202"/>
                </a:cubicBezTo>
                <a:cubicBezTo>
                  <a:pt x="181" y="199"/>
                  <a:pt x="181" y="197"/>
                  <a:pt x="182" y="195"/>
                </a:cubicBezTo>
                <a:cubicBezTo>
                  <a:pt x="261" y="48"/>
                  <a:pt x="261" y="48"/>
                  <a:pt x="261" y="48"/>
                </a:cubicBezTo>
                <a:cubicBezTo>
                  <a:pt x="263" y="43"/>
                  <a:pt x="267" y="40"/>
                  <a:pt x="272" y="38"/>
                </a:cubicBezTo>
                <a:cubicBezTo>
                  <a:pt x="276" y="36"/>
                  <a:pt x="281" y="37"/>
                  <a:pt x="286" y="39"/>
                </a:cubicBezTo>
                <a:cubicBezTo>
                  <a:pt x="306" y="49"/>
                  <a:pt x="306" y="49"/>
                  <a:pt x="306" y="49"/>
                </a:cubicBezTo>
                <a:cubicBezTo>
                  <a:pt x="306" y="49"/>
                  <a:pt x="306" y="49"/>
                  <a:pt x="306" y="49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id-ID" kern="0">
              <a:solidFill>
                <a:srgbClr val="404040"/>
              </a:solidFill>
              <a:cs typeface="+mn-ea"/>
            </a:endParaRPr>
          </a:p>
        </p:txBody>
      </p:sp>
      <p:grpSp>
        <p:nvGrpSpPr>
          <p:cNvPr id="7" name="Group 28" descr="D:\51PPT模板网\51pptmoban.com\图片.jpg">
            <a:extLst>
              <a:ext uri="{FF2B5EF4-FFF2-40B4-BE49-F238E27FC236}">
                <a16:creationId xmlns:a16="http://schemas.microsoft.com/office/drawing/2014/main" id="{AE556762-980B-71A3-388A-1839F35514B8}"/>
              </a:ext>
            </a:extLst>
          </p:cNvPr>
          <p:cNvGrpSpPr/>
          <p:nvPr/>
        </p:nvGrpSpPr>
        <p:grpSpPr>
          <a:xfrm>
            <a:off x="4443108" y="2620940"/>
            <a:ext cx="710187" cy="710187"/>
            <a:chOff x="2522538" y="2108200"/>
            <a:chExt cx="376238" cy="376238"/>
          </a:xfrm>
          <a:solidFill>
            <a:srgbClr val="FAAA1F"/>
          </a:solidFill>
        </p:grpSpPr>
        <p:sp>
          <p:nvSpPr>
            <p:cNvPr id="10" name="Freeform 54">
              <a:extLst>
                <a:ext uri="{FF2B5EF4-FFF2-40B4-BE49-F238E27FC236}">
                  <a16:creationId xmlns:a16="http://schemas.microsoft.com/office/drawing/2014/main" id="{3F1C83B5-6B7C-C57A-486D-8C9C059A9BB6}"/>
                </a:ext>
              </a:extLst>
            </p:cNvPr>
            <p:cNvSpPr/>
            <p:nvPr/>
          </p:nvSpPr>
          <p:spPr bwMode="auto">
            <a:xfrm>
              <a:off x="2522538" y="2319338"/>
              <a:ext cx="163513" cy="71438"/>
            </a:xfrm>
            <a:custGeom>
              <a:avLst/>
              <a:gdLst>
                <a:gd name="T0" fmla="*/ 3 w 28"/>
                <a:gd name="T1" fmla="*/ 10 h 12"/>
                <a:gd name="T2" fmla="*/ 10 w 28"/>
                <a:gd name="T3" fmla="*/ 12 h 12"/>
                <a:gd name="T4" fmla="*/ 28 w 28"/>
                <a:gd name="T5" fmla="*/ 8 h 12"/>
                <a:gd name="T6" fmla="*/ 5 w 28"/>
                <a:gd name="T7" fmla="*/ 1 h 12"/>
                <a:gd name="T8" fmla="*/ 2 w 28"/>
                <a:gd name="T9" fmla="*/ 1 h 12"/>
                <a:gd name="T10" fmla="*/ 0 w 28"/>
                <a:gd name="T11" fmla="*/ 5 h 12"/>
                <a:gd name="T12" fmla="*/ 0 w 28"/>
                <a:gd name="T13" fmla="*/ 6 h 12"/>
                <a:gd name="T14" fmla="*/ 3 w 28"/>
                <a:gd name="T15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2">
                  <a:moveTo>
                    <a:pt x="3" y="1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10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785EB7A5-92ED-D2AD-F63C-B524475C173F}"/>
                </a:ext>
              </a:extLst>
            </p:cNvPr>
            <p:cNvSpPr/>
            <p:nvPr/>
          </p:nvSpPr>
          <p:spPr bwMode="auto">
            <a:xfrm>
              <a:off x="2774950" y="2425700"/>
              <a:ext cx="123825" cy="58738"/>
            </a:xfrm>
            <a:custGeom>
              <a:avLst/>
              <a:gdLst>
                <a:gd name="T0" fmla="*/ 18 w 21"/>
                <a:gd name="T1" fmla="*/ 0 h 10"/>
                <a:gd name="T2" fmla="*/ 18 w 21"/>
                <a:gd name="T3" fmla="*/ 0 h 10"/>
                <a:gd name="T4" fmla="*/ 0 w 21"/>
                <a:gd name="T5" fmla="*/ 5 h 10"/>
                <a:gd name="T6" fmla="*/ 16 w 21"/>
                <a:gd name="T7" fmla="*/ 10 h 10"/>
                <a:gd name="T8" fmla="*/ 19 w 21"/>
                <a:gd name="T9" fmla="*/ 9 h 10"/>
                <a:gd name="T10" fmla="*/ 21 w 21"/>
                <a:gd name="T11" fmla="*/ 6 h 10"/>
                <a:gd name="T12" fmla="*/ 21 w 21"/>
                <a:gd name="T13" fmla="*/ 4 h 10"/>
                <a:gd name="T14" fmla="*/ 18 w 21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9"/>
                  </a:cubicBezTo>
                  <a:cubicBezTo>
                    <a:pt x="20" y="8"/>
                    <a:pt x="21" y="7"/>
                    <a:pt x="21" y="6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2"/>
                    <a:pt x="20" y="1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id="{476683C3-275C-59E8-2ADF-FAE6318BF164}"/>
                </a:ext>
              </a:extLst>
            </p:cNvPr>
            <p:cNvSpPr/>
            <p:nvPr/>
          </p:nvSpPr>
          <p:spPr bwMode="auto">
            <a:xfrm>
              <a:off x="2522538" y="2343150"/>
              <a:ext cx="376238" cy="141288"/>
            </a:xfrm>
            <a:custGeom>
              <a:avLst/>
              <a:gdLst>
                <a:gd name="T0" fmla="*/ 62 w 64"/>
                <a:gd name="T1" fmla="*/ 1 h 24"/>
                <a:gd name="T2" fmla="*/ 60 w 64"/>
                <a:gd name="T3" fmla="*/ 0 h 24"/>
                <a:gd name="T4" fmla="*/ 59 w 64"/>
                <a:gd name="T5" fmla="*/ 0 h 24"/>
                <a:gd name="T6" fmla="*/ 3 w 64"/>
                <a:gd name="T7" fmla="*/ 14 h 24"/>
                <a:gd name="T8" fmla="*/ 0 w 64"/>
                <a:gd name="T9" fmla="*/ 18 h 24"/>
                <a:gd name="T10" fmla="*/ 0 w 64"/>
                <a:gd name="T11" fmla="*/ 20 h 24"/>
                <a:gd name="T12" fmla="*/ 2 w 64"/>
                <a:gd name="T13" fmla="*/ 23 h 24"/>
                <a:gd name="T14" fmla="*/ 4 w 64"/>
                <a:gd name="T15" fmla="*/ 24 h 24"/>
                <a:gd name="T16" fmla="*/ 5 w 64"/>
                <a:gd name="T17" fmla="*/ 24 h 24"/>
                <a:gd name="T18" fmla="*/ 61 w 64"/>
                <a:gd name="T19" fmla="*/ 10 h 24"/>
                <a:gd name="T20" fmla="*/ 64 w 64"/>
                <a:gd name="T21" fmla="*/ 6 h 24"/>
                <a:gd name="T22" fmla="*/ 64 w 64"/>
                <a:gd name="T23" fmla="*/ 4 h 24"/>
                <a:gd name="T24" fmla="*/ 62 w 64"/>
                <a:gd name="T2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24">
                  <a:moveTo>
                    <a:pt x="62" y="1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1" y="22"/>
                    <a:pt x="2" y="23"/>
                  </a:cubicBezTo>
                  <a:cubicBezTo>
                    <a:pt x="2" y="24"/>
                    <a:pt x="3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3" y="9"/>
                    <a:pt x="64" y="8"/>
                    <a:pt x="64" y="6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"/>
                    <a:pt x="63" y="2"/>
                    <a:pt x="62" y="1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777E5AFA-4C71-D178-62B4-67AE2C843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5088" y="2108200"/>
              <a:ext cx="217488" cy="258763"/>
            </a:xfrm>
            <a:custGeom>
              <a:avLst/>
              <a:gdLst>
                <a:gd name="T0" fmla="*/ 8 w 37"/>
                <a:gd name="T1" fmla="*/ 32 h 44"/>
                <a:gd name="T2" fmla="*/ 31 w 37"/>
                <a:gd name="T3" fmla="*/ 35 h 44"/>
                <a:gd name="T4" fmla="*/ 20 w 37"/>
                <a:gd name="T5" fmla="*/ 0 h 44"/>
                <a:gd name="T6" fmla="*/ 8 w 37"/>
                <a:gd name="T7" fmla="*/ 32 h 44"/>
                <a:gd name="T8" fmla="*/ 15 w 37"/>
                <a:gd name="T9" fmla="*/ 28 h 44"/>
                <a:gd name="T10" fmla="*/ 21 w 37"/>
                <a:gd name="T11" fmla="*/ 16 h 44"/>
                <a:gd name="T12" fmla="*/ 20 w 37"/>
                <a:gd name="T13" fmla="*/ 36 h 44"/>
                <a:gd name="T14" fmla="*/ 15 w 37"/>
                <a:gd name="T15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4">
                  <a:moveTo>
                    <a:pt x="8" y="32"/>
                  </a:moveTo>
                  <a:cubicBezTo>
                    <a:pt x="11" y="40"/>
                    <a:pt x="24" y="44"/>
                    <a:pt x="31" y="35"/>
                  </a:cubicBezTo>
                  <a:cubicBezTo>
                    <a:pt x="37" y="25"/>
                    <a:pt x="31" y="10"/>
                    <a:pt x="20" y="0"/>
                  </a:cubicBezTo>
                  <a:cubicBezTo>
                    <a:pt x="22" y="11"/>
                    <a:pt x="0" y="15"/>
                    <a:pt x="8" y="32"/>
                  </a:cubicBezTo>
                  <a:close/>
                  <a:moveTo>
                    <a:pt x="15" y="28"/>
                  </a:moveTo>
                  <a:cubicBezTo>
                    <a:pt x="17" y="26"/>
                    <a:pt x="21" y="24"/>
                    <a:pt x="21" y="16"/>
                  </a:cubicBezTo>
                  <a:cubicBezTo>
                    <a:pt x="31" y="22"/>
                    <a:pt x="27" y="38"/>
                    <a:pt x="20" y="36"/>
                  </a:cubicBezTo>
                  <a:cubicBezTo>
                    <a:pt x="13" y="35"/>
                    <a:pt x="13" y="30"/>
                    <a:pt x="15" y="28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 lang="id-ID" kern="0">
                <a:solidFill>
                  <a:srgbClr val="404040"/>
                </a:solidFill>
                <a:cs typeface="+mn-ea"/>
              </a:endParaRPr>
            </a:p>
          </p:txBody>
        </p:sp>
      </p:grpSp>
      <p:sp>
        <p:nvSpPr>
          <p:cNvPr id="29" name="Freeform 328">
            <a:extLst>
              <a:ext uri="{FF2B5EF4-FFF2-40B4-BE49-F238E27FC236}">
                <a16:creationId xmlns:a16="http://schemas.microsoft.com/office/drawing/2014/main" id="{3DDC2887-7E59-957F-CDD7-E880DCA33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07995" y="1524000"/>
            <a:ext cx="948231" cy="529009"/>
          </a:xfrm>
          <a:custGeom>
            <a:avLst/>
            <a:gdLst>
              <a:gd name="T0" fmla="*/ 585 w 1564"/>
              <a:gd name="T1" fmla="*/ 610 h 871"/>
              <a:gd name="T2" fmla="*/ 451 w 1564"/>
              <a:gd name="T3" fmla="*/ 744 h 871"/>
              <a:gd name="T4" fmla="*/ 585 w 1564"/>
              <a:gd name="T5" fmla="*/ 870 h 871"/>
              <a:gd name="T6" fmla="*/ 710 w 1564"/>
              <a:gd name="T7" fmla="*/ 744 h 871"/>
              <a:gd name="T8" fmla="*/ 585 w 1564"/>
              <a:gd name="T9" fmla="*/ 610 h 871"/>
              <a:gd name="T10" fmla="*/ 585 w 1564"/>
              <a:gd name="T11" fmla="*/ 811 h 871"/>
              <a:gd name="T12" fmla="*/ 518 w 1564"/>
              <a:gd name="T13" fmla="*/ 744 h 871"/>
              <a:gd name="T14" fmla="*/ 585 w 1564"/>
              <a:gd name="T15" fmla="*/ 677 h 871"/>
              <a:gd name="T16" fmla="*/ 643 w 1564"/>
              <a:gd name="T17" fmla="*/ 744 h 871"/>
              <a:gd name="T18" fmla="*/ 585 w 1564"/>
              <a:gd name="T19" fmla="*/ 811 h 871"/>
              <a:gd name="T20" fmla="*/ 1563 w 1564"/>
              <a:gd name="T21" fmla="*/ 519 h 871"/>
              <a:gd name="T22" fmla="*/ 1563 w 1564"/>
              <a:gd name="T23" fmla="*/ 652 h 871"/>
              <a:gd name="T24" fmla="*/ 1505 w 1564"/>
              <a:gd name="T25" fmla="*/ 719 h 871"/>
              <a:gd name="T26" fmla="*/ 1429 w 1564"/>
              <a:gd name="T27" fmla="*/ 719 h 871"/>
              <a:gd name="T28" fmla="*/ 1262 w 1564"/>
              <a:gd name="T29" fmla="*/ 569 h 871"/>
              <a:gd name="T30" fmla="*/ 1095 w 1564"/>
              <a:gd name="T31" fmla="*/ 719 h 871"/>
              <a:gd name="T32" fmla="*/ 752 w 1564"/>
              <a:gd name="T33" fmla="*/ 719 h 871"/>
              <a:gd name="T34" fmla="*/ 585 w 1564"/>
              <a:gd name="T35" fmla="*/ 569 h 871"/>
              <a:gd name="T36" fmla="*/ 409 w 1564"/>
              <a:gd name="T37" fmla="*/ 719 h 871"/>
              <a:gd name="T38" fmla="*/ 326 w 1564"/>
              <a:gd name="T39" fmla="*/ 719 h 871"/>
              <a:gd name="T40" fmla="*/ 267 w 1564"/>
              <a:gd name="T41" fmla="*/ 652 h 871"/>
              <a:gd name="T42" fmla="*/ 267 w 1564"/>
              <a:gd name="T43" fmla="*/ 519 h 871"/>
              <a:gd name="T44" fmla="*/ 1563 w 1564"/>
              <a:gd name="T45" fmla="*/ 519 h 871"/>
              <a:gd name="T46" fmla="*/ 1262 w 1564"/>
              <a:gd name="T47" fmla="*/ 610 h 871"/>
              <a:gd name="T48" fmla="*/ 1128 w 1564"/>
              <a:gd name="T49" fmla="*/ 744 h 871"/>
              <a:gd name="T50" fmla="*/ 1262 w 1564"/>
              <a:gd name="T51" fmla="*/ 870 h 871"/>
              <a:gd name="T52" fmla="*/ 1396 w 1564"/>
              <a:gd name="T53" fmla="*/ 744 h 871"/>
              <a:gd name="T54" fmla="*/ 1262 w 1564"/>
              <a:gd name="T55" fmla="*/ 610 h 871"/>
              <a:gd name="T56" fmla="*/ 1262 w 1564"/>
              <a:gd name="T57" fmla="*/ 811 h 871"/>
              <a:gd name="T58" fmla="*/ 1195 w 1564"/>
              <a:gd name="T59" fmla="*/ 744 h 871"/>
              <a:gd name="T60" fmla="*/ 1262 w 1564"/>
              <a:gd name="T61" fmla="*/ 677 h 871"/>
              <a:gd name="T62" fmla="*/ 1329 w 1564"/>
              <a:gd name="T63" fmla="*/ 744 h 871"/>
              <a:gd name="T64" fmla="*/ 1262 w 1564"/>
              <a:gd name="T65" fmla="*/ 811 h 871"/>
              <a:gd name="T66" fmla="*/ 1538 w 1564"/>
              <a:gd name="T67" fmla="*/ 376 h 871"/>
              <a:gd name="T68" fmla="*/ 1295 w 1564"/>
              <a:gd name="T69" fmla="*/ 134 h 871"/>
              <a:gd name="T70" fmla="*/ 1229 w 1564"/>
              <a:gd name="T71" fmla="*/ 109 h 871"/>
              <a:gd name="T72" fmla="*/ 1112 w 1564"/>
              <a:gd name="T73" fmla="*/ 109 h 871"/>
              <a:gd name="T74" fmla="*/ 1112 w 1564"/>
              <a:gd name="T75" fmla="*/ 59 h 871"/>
              <a:gd name="T76" fmla="*/ 1045 w 1564"/>
              <a:gd name="T77" fmla="*/ 0 h 871"/>
              <a:gd name="T78" fmla="*/ 326 w 1564"/>
              <a:gd name="T79" fmla="*/ 0 h 871"/>
              <a:gd name="T80" fmla="*/ 267 w 1564"/>
              <a:gd name="T81" fmla="*/ 59 h 871"/>
              <a:gd name="T82" fmla="*/ 267 w 1564"/>
              <a:gd name="T83" fmla="*/ 75 h 871"/>
              <a:gd name="T84" fmla="*/ 8 w 1564"/>
              <a:gd name="T85" fmla="*/ 101 h 871"/>
              <a:gd name="T86" fmla="*/ 459 w 1564"/>
              <a:gd name="T87" fmla="*/ 159 h 871"/>
              <a:gd name="T88" fmla="*/ 0 w 1564"/>
              <a:gd name="T89" fmla="*/ 209 h 871"/>
              <a:gd name="T90" fmla="*/ 459 w 1564"/>
              <a:gd name="T91" fmla="*/ 268 h 871"/>
              <a:gd name="T92" fmla="*/ 0 w 1564"/>
              <a:gd name="T93" fmla="*/ 309 h 871"/>
              <a:gd name="T94" fmla="*/ 267 w 1564"/>
              <a:gd name="T95" fmla="*/ 360 h 871"/>
              <a:gd name="T96" fmla="*/ 267 w 1564"/>
              <a:gd name="T97" fmla="*/ 485 h 871"/>
              <a:gd name="T98" fmla="*/ 1563 w 1564"/>
              <a:gd name="T99" fmla="*/ 485 h 871"/>
              <a:gd name="T100" fmla="*/ 1563 w 1564"/>
              <a:gd name="T101" fmla="*/ 435 h 871"/>
              <a:gd name="T102" fmla="*/ 1538 w 1564"/>
              <a:gd name="T103" fmla="*/ 376 h 871"/>
              <a:gd name="T104" fmla="*/ 1429 w 1564"/>
              <a:gd name="T105" fmla="*/ 385 h 871"/>
              <a:gd name="T106" fmla="*/ 1195 w 1564"/>
              <a:gd name="T107" fmla="*/ 385 h 871"/>
              <a:gd name="T108" fmla="*/ 1178 w 1564"/>
              <a:gd name="T109" fmla="*/ 376 h 871"/>
              <a:gd name="T110" fmla="*/ 1178 w 1564"/>
              <a:gd name="T111" fmla="*/ 193 h 871"/>
              <a:gd name="T112" fmla="*/ 1195 w 1564"/>
              <a:gd name="T113" fmla="*/ 184 h 871"/>
              <a:gd name="T114" fmla="*/ 1237 w 1564"/>
              <a:gd name="T115" fmla="*/ 184 h 871"/>
              <a:gd name="T116" fmla="*/ 1245 w 1564"/>
              <a:gd name="T117" fmla="*/ 184 h 871"/>
              <a:gd name="T118" fmla="*/ 1438 w 1564"/>
              <a:gd name="T119" fmla="*/ 368 h 871"/>
              <a:gd name="T120" fmla="*/ 1429 w 1564"/>
              <a:gd name="T121" fmla="*/ 385 h 871"/>
              <a:gd name="T122" fmla="*/ 1429 w 1564"/>
              <a:gd name="T123" fmla="*/ 385 h 871"/>
              <a:gd name="T124" fmla="*/ 1429 w 1564"/>
              <a:gd name="T125" fmla="*/ 385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64" h="871">
                <a:moveTo>
                  <a:pt x="585" y="610"/>
                </a:moveTo>
                <a:cubicBezTo>
                  <a:pt x="510" y="610"/>
                  <a:pt x="451" y="669"/>
                  <a:pt x="451" y="744"/>
                </a:cubicBezTo>
                <a:cubicBezTo>
                  <a:pt x="451" y="820"/>
                  <a:pt x="510" y="870"/>
                  <a:pt x="585" y="870"/>
                </a:cubicBezTo>
                <a:cubicBezTo>
                  <a:pt x="652" y="870"/>
                  <a:pt x="710" y="820"/>
                  <a:pt x="710" y="744"/>
                </a:cubicBezTo>
                <a:cubicBezTo>
                  <a:pt x="710" y="669"/>
                  <a:pt x="652" y="610"/>
                  <a:pt x="585" y="610"/>
                </a:cubicBezTo>
                <a:close/>
                <a:moveTo>
                  <a:pt x="585" y="811"/>
                </a:moveTo>
                <a:cubicBezTo>
                  <a:pt x="543" y="811"/>
                  <a:pt x="518" y="778"/>
                  <a:pt x="518" y="744"/>
                </a:cubicBezTo>
                <a:cubicBezTo>
                  <a:pt x="518" y="711"/>
                  <a:pt x="543" y="677"/>
                  <a:pt x="585" y="677"/>
                </a:cubicBezTo>
                <a:cubicBezTo>
                  <a:pt x="618" y="677"/>
                  <a:pt x="643" y="711"/>
                  <a:pt x="643" y="744"/>
                </a:cubicBezTo>
                <a:cubicBezTo>
                  <a:pt x="643" y="778"/>
                  <a:pt x="618" y="811"/>
                  <a:pt x="585" y="811"/>
                </a:cubicBezTo>
                <a:close/>
                <a:moveTo>
                  <a:pt x="1563" y="519"/>
                </a:moveTo>
                <a:cubicBezTo>
                  <a:pt x="1563" y="652"/>
                  <a:pt x="1563" y="652"/>
                  <a:pt x="1563" y="652"/>
                </a:cubicBezTo>
                <a:cubicBezTo>
                  <a:pt x="1563" y="694"/>
                  <a:pt x="1538" y="719"/>
                  <a:pt x="1505" y="719"/>
                </a:cubicBezTo>
                <a:cubicBezTo>
                  <a:pt x="1429" y="719"/>
                  <a:pt x="1429" y="719"/>
                  <a:pt x="1429" y="719"/>
                </a:cubicBezTo>
                <a:cubicBezTo>
                  <a:pt x="1421" y="636"/>
                  <a:pt x="1346" y="569"/>
                  <a:pt x="1262" y="569"/>
                </a:cubicBezTo>
                <a:cubicBezTo>
                  <a:pt x="1178" y="569"/>
                  <a:pt x="1103" y="636"/>
                  <a:pt x="1095" y="719"/>
                </a:cubicBezTo>
                <a:cubicBezTo>
                  <a:pt x="752" y="719"/>
                  <a:pt x="752" y="719"/>
                  <a:pt x="752" y="719"/>
                </a:cubicBezTo>
                <a:cubicBezTo>
                  <a:pt x="735" y="636"/>
                  <a:pt x="669" y="569"/>
                  <a:pt x="585" y="569"/>
                </a:cubicBezTo>
                <a:cubicBezTo>
                  <a:pt x="493" y="569"/>
                  <a:pt x="426" y="636"/>
                  <a:pt x="409" y="719"/>
                </a:cubicBezTo>
                <a:cubicBezTo>
                  <a:pt x="326" y="719"/>
                  <a:pt x="326" y="719"/>
                  <a:pt x="326" y="719"/>
                </a:cubicBezTo>
                <a:cubicBezTo>
                  <a:pt x="292" y="719"/>
                  <a:pt x="267" y="694"/>
                  <a:pt x="267" y="652"/>
                </a:cubicBezTo>
                <a:cubicBezTo>
                  <a:pt x="267" y="519"/>
                  <a:pt x="267" y="519"/>
                  <a:pt x="267" y="519"/>
                </a:cubicBezTo>
                <a:lnTo>
                  <a:pt x="1563" y="519"/>
                </a:lnTo>
                <a:close/>
                <a:moveTo>
                  <a:pt x="1262" y="610"/>
                </a:moveTo>
                <a:cubicBezTo>
                  <a:pt x="1187" y="610"/>
                  <a:pt x="1128" y="669"/>
                  <a:pt x="1128" y="744"/>
                </a:cubicBezTo>
                <a:cubicBezTo>
                  <a:pt x="1128" y="820"/>
                  <a:pt x="1187" y="870"/>
                  <a:pt x="1262" y="870"/>
                </a:cubicBezTo>
                <a:cubicBezTo>
                  <a:pt x="1337" y="870"/>
                  <a:pt x="1396" y="820"/>
                  <a:pt x="1396" y="744"/>
                </a:cubicBezTo>
                <a:cubicBezTo>
                  <a:pt x="1396" y="669"/>
                  <a:pt x="1337" y="610"/>
                  <a:pt x="1262" y="610"/>
                </a:cubicBezTo>
                <a:close/>
                <a:moveTo>
                  <a:pt x="1262" y="811"/>
                </a:moveTo>
                <a:cubicBezTo>
                  <a:pt x="1229" y="811"/>
                  <a:pt x="1195" y="778"/>
                  <a:pt x="1195" y="744"/>
                </a:cubicBezTo>
                <a:cubicBezTo>
                  <a:pt x="1195" y="711"/>
                  <a:pt x="1229" y="677"/>
                  <a:pt x="1262" y="677"/>
                </a:cubicBezTo>
                <a:cubicBezTo>
                  <a:pt x="1295" y="677"/>
                  <a:pt x="1329" y="711"/>
                  <a:pt x="1329" y="744"/>
                </a:cubicBezTo>
                <a:cubicBezTo>
                  <a:pt x="1329" y="778"/>
                  <a:pt x="1295" y="811"/>
                  <a:pt x="1262" y="811"/>
                </a:cubicBezTo>
                <a:close/>
                <a:moveTo>
                  <a:pt x="1538" y="376"/>
                </a:moveTo>
                <a:cubicBezTo>
                  <a:pt x="1295" y="134"/>
                  <a:pt x="1295" y="134"/>
                  <a:pt x="1295" y="134"/>
                </a:cubicBezTo>
                <a:cubicBezTo>
                  <a:pt x="1279" y="117"/>
                  <a:pt x="1254" y="109"/>
                  <a:pt x="1229" y="109"/>
                </a:cubicBezTo>
                <a:cubicBezTo>
                  <a:pt x="1112" y="109"/>
                  <a:pt x="1112" y="109"/>
                  <a:pt x="1112" y="109"/>
                </a:cubicBezTo>
                <a:cubicBezTo>
                  <a:pt x="1112" y="59"/>
                  <a:pt x="1112" y="59"/>
                  <a:pt x="1112" y="59"/>
                </a:cubicBezTo>
                <a:cubicBezTo>
                  <a:pt x="1112" y="25"/>
                  <a:pt x="1078" y="0"/>
                  <a:pt x="1045" y="0"/>
                </a:cubicBezTo>
                <a:cubicBezTo>
                  <a:pt x="326" y="0"/>
                  <a:pt x="326" y="0"/>
                  <a:pt x="326" y="0"/>
                </a:cubicBezTo>
                <a:cubicBezTo>
                  <a:pt x="292" y="0"/>
                  <a:pt x="267" y="25"/>
                  <a:pt x="267" y="59"/>
                </a:cubicBezTo>
                <a:cubicBezTo>
                  <a:pt x="267" y="75"/>
                  <a:pt x="267" y="75"/>
                  <a:pt x="267" y="75"/>
                </a:cubicBezTo>
                <a:cubicBezTo>
                  <a:pt x="8" y="101"/>
                  <a:pt x="8" y="101"/>
                  <a:pt x="8" y="101"/>
                </a:cubicBezTo>
                <a:cubicBezTo>
                  <a:pt x="459" y="159"/>
                  <a:pt x="459" y="159"/>
                  <a:pt x="459" y="159"/>
                </a:cubicBezTo>
                <a:cubicBezTo>
                  <a:pt x="0" y="209"/>
                  <a:pt x="0" y="209"/>
                  <a:pt x="0" y="209"/>
                </a:cubicBezTo>
                <a:cubicBezTo>
                  <a:pt x="459" y="268"/>
                  <a:pt x="459" y="268"/>
                  <a:pt x="459" y="268"/>
                </a:cubicBezTo>
                <a:cubicBezTo>
                  <a:pt x="0" y="309"/>
                  <a:pt x="0" y="309"/>
                  <a:pt x="0" y="309"/>
                </a:cubicBezTo>
                <a:cubicBezTo>
                  <a:pt x="267" y="360"/>
                  <a:pt x="267" y="360"/>
                  <a:pt x="267" y="360"/>
                </a:cubicBezTo>
                <a:cubicBezTo>
                  <a:pt x="267" y="485"/>
                  <a:pt x="267" y="485"/>
                  <a:pt x="267" y="485"/>
                </a:cubicBezTo>
                <a:cubicBezTo>
                  <a:pt x="1563" y="485"/>
                  <a:pt x="1563" y="485"/>
                  <a:pt x="1563" y="485"/>
                </a:cubicBezTo>
                <a:cubicBezTo>
                  <a:pt x="1563" y="435"/>
                  <a:pt x="1563" y="435"/>
                  <a:pt x="1563" y="435"/>
                </a:cubicBezTo>
                <a:cubicBezTo>
                  <a:pt x="1563" y="410"/>
                  <a:pt x="1555" y="393"/>
                  <a:pt x="1538" y="376"/>
                </a:cubicBezTo>
                <a:close/>
                <a:moveTo>
                  <a:pt x="1429" y="385"/>
                </a:moveTo>
                <a:cubicBezTo>
                  <a:pt x="1195" y="385"/>
                  <a:pt x="1195" y="385"/>
                  <a:pt x="1195" y="385"/>
                </a:cubicBezTo>
                <a:cubicBezTo>
                  <a:pt x="1187" y="385"/>
                  <a:pt x="1178" y="376"/>
                  <a:pt x="1178" y="376"/>
                </a:cubicBezTo>
                <a:cubicBezTo>
                  <a:pt x="1178" y="193"/>
                  <a:pt x="1178" y="193"/>
                  <a:pt x="1178" y="193"/>
                </a:cubicBezTo>
                <a:cubicBezTo>
                  <a:pt x="1178" y="184"/>
                  <a:pt x="1187" y="184"/>
                  <a:pt x="1195" y="184"/>
                </a:cubicBezTo>
                <a:cubicBezTo>
                  <a:pt x="1237" y="184"/>
                  <a:pt x="1237" y="184"/>
                  <a:pt x="1237" y="184"/>
                </a:cubicBezTo>
                <a:lnTo>
                  <a:pt x="1245" y="184"/>
                </a:lnTo>
                <a:cubicBezTo>
                  <a:pt x="1438" y="368"/>
                  <a:pt x="1438" y="368"/>
                  <a:pt x="1438" y="368"/>
                </a:cubicBezTo>
                <a:cubicBezTo>
                  <a:pt x="1446" y="376"/>
                  <a:pt x="1438" y="385"/>
                  <a:pt x="1429" y="385"/>
                </a:cubicBezTo>
                <a:close/>
                <a:moveTo>
                  <a:pt x="1429" y="385"/>
                </a:moveTo>
                <a:lnTo>
                  <a:pt x="1429" y="385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</a:endParaRPr>
          </a:p>
        </p:txBody>
      </p:sp>
      <p:sp>
        <p:nvSpPr>
          <p:cNvPr id="30" name="Freeform 325">
            <a:extLst>
              <a:ext uri="{FF2B5EF4-FFF2-40B4-BE49-F238E27FC236}">
                <a16:creationId xmlns:a16="http://schemas.microsoft.com/office/drawing/2014/main" id="{2257F781-76E1-E7C4-074C-9812A4DB4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71124" y="3209866"/>
            <a:ext cx="666656" cy="897546"/>
          </a:xfrm>
          <a:custGeom>
            <a:avLst/>
            <a:gdLst>
              <a:gd name="T0" fmla="*/ 694 w 1046"/>
              <a:gd name="T1" fmla="*/ 1053 h 1405"/>
              <a:gd name="T2" fmla="*/ 176 w 1046"/>
              <a:gd name="T3" fmla="*/ 526 h 1405"/>
              <a:gd name="T4" fmla="*/ 870 w 1046"/>
              <a:gd name="T5" fmla="*/ 526 h 1405"/>
              <a:gd name="T6" fmla="*/ 393 w 1046"/>
              <a:gd name="T7" fmla="*/ 1229 h 1405"/>
              <a:gd name="T8" fmla="*/ 393 w 1046"/>
              <a:gd name="T9" fmla="*/ 1321 h 1405"/>
              <a:gd name="T10" fmla="*/ 519 w 1046"/>
              <a:gd name="T11" fmla="*/ 1404 h 1405"/>
              <a:gd name="T12" fmla="*/ 652 w 1046"/>
              <a:gd name="T13" fmla="*/ 1321 h 1405"/>
              <a:gd name="T14" fmla="*/ 652 w 1046"/>
              <a:gd name="T15" fmla="*/ 1229 h 1405"/>
              <a:gd name="T16" fmla="*/ 393 w 1046"/>
              <a:gd name="T17" fmla="*/ 1095 h 1405"/>
              <a:gd name="T18" fmla="*/ 393 w 1046"/>
              <a:gd name="T19" fmla="*/ 1187 h 1405"/>
              <a:gd name="T20" fmla="*/ 694 w 1046"/>
              <a:gd name="T21" fmla="*/ 1145 h 1405"/>
              <a:gd name="T22" fmla="*/ 42 w 1046"/>
              <a:gd name="T23" fmla="*/ 301 h 1405"/>
              <a:gd name="T24" fmla="*/ 168 w 1046"/>
              <a:gd name="T25" fmla="*/ 275 h 1405"/>
              <a:gd name="T26" fmla="*/ 42 w 1046"/>
              <a:gd name="T27" fmla="*/ 301 h 1405"/>
              <a:gd name="T28" fmla="*/ 569 w 1046"/>
              <a:gd name="T29" fmla="*/ 0 h 1405"/>
              <a:gd name="T30" fmla="*/ 477 w 1046"/>
              <a:gd name="T31" fmla="*/ 92 h 1405"/>
              <a:gd name="T32" fmla="*/ 569 w 1046"/>
              <a:gd name="T33" fmla="*/ 92 h 1405"/>
              <a:gd name="T34" fmla="*/ 301 w 1046"/>
              <a:gd name="T35" fmla="*/ 50 h 1405"/>
              <a:gd name="T36" fmla="*/ 268 w 1046"/>
              <a:gd name="T37" fmla="*/ 175 h 1405"/>
              <a:gd name="T38" fmla="*/ 1004 w 1046"/>
              <a:gd name="T39" fmla="*/ 301 h 1405"/>
              <a:gd name="T40" fmla="*/ 878 w 1046"/>
              <a:gd name="T41" fmla="*/ 275 h 1405"/>
              <a:gd name="T42" fmla="*/ 1004 w 1046"/>
              <a:gd name="T43" fmla="*/ 301 h 1405"/>
              <a:gd name="T44" fmla="*/ 744 w 1046"/>
              <a:gd name="T45" fmla="*/ 50 h 1405"/>
              <a:gd name="T46" fmla="*/ 778 w 1046"/>
              <a:gd name="T47" fmla="*/ 175 h 1405"/>
              <a:gd name="T48" fmla="*/ 84 w 1046"/>
              <a:gd name="T49" fmla="*/ 526 h 1405"/>
              <a:gd name="T50" fmla="*/ 0 w 1046"/>
              <a:gd name="T51" fmla="*/ 485 h 1405"/>
              <a:gd name="T52" fmla="*/ 92 w 1046"/>
              <a:gd name="T53" fmla="*/ 568 h 1405"/>
              <a:gd name="T54" fmla="*/ 953 w 1046"/>
              <a:gd name="T55" fmla="*/ 485 h 1405"/>
              <a:gd name="T56" fmla="*/ 953 w 1046"/>
              <a:gd name="T57" fmla="*/ 568 h 1405"/>
              <a:gd name="T58" fmla="*/ 1045 w 1046"/>
              <a:gd name="T59" fmla="*/ 485 h 1405"/>
              <a:gd name="T60" fmla="*/ 886 w 1046"/>
              <a:gd name="T61" fmla="*/ 786 h 1405"/>
              <a:gd name="T62" fmla="*/ 1004 w 1046"/>
              <a:gd name="T63" fmla="*/ 752 h 1405"/>
              <a:gd name="T64" fmla="*/ 886 w 1046"/>
              <a:gd name="T65" fmla="*/ 786 h 1405"/>
              <a:gd name="T66" fmla="*/ 92 w 1046"/>
              <a:gd name="T67" fmla="*/ 827 h 1405"/>
              <a:gd name="T68" fmla="*/ 126 w 1046"/>
              <a:gd name="T69" fmla="*/ 710 h 1405"/>
              <a:gd name="T70" fmla="*/ 42 w 1046"/>
              <a:gd name="T71" fmla="*/ 752 h 1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46" h="1405">
                <a:moveTo>
                  <a:pt x="870" y="526"/>
                </a:moveTo>
                <a:cubicBezTo>
                  <a:pt x="870" y="702"/>
                  <a:pt x="694" y="877"/>
                  <a:pt x="694" y="1053"/>
                </a:cubicBezTo>
                <a:cubicBezTo>
                  <a:pt x="343" y="1053"/>
                  <a:pt x="343" y="1053"/>
                  <a:pt x="343" y="1053"/>
                </a:cubicBezTo>
                <a:cubicBezTo>
                  <a:pt x="343" y="877"/>
                  <a:pt x="176" y="702"/>
                  <a:pt x="176" y="526"/>
                </a:cubicBezTo>
                <a:cubicBezTo>
                  <a:pt x="176" y="334"/>
                  <a:pt x="326" y="175"/>
                  <a:pt x="519" y="175"/>
                </a:cubicBezTo>
                <a:cubicBezTo>
                  <a:pt x="719" y="175"/>
                  <a:pt x="870" y="334"/>
                  <a:pt x="870" y="526"/>
                </a:cubicBezTo>
                <a:close/>
                <a:moveTo>
                  <a:pt x="652" y="1229"/>
                </a:moveTo>
                <a:cubicBezTo>
                  <a:pt x="393" y="1229"/>
                  <a:pt x="393" y="1229"/>
                  <a:pt x="393" y="1229"/>
                </a:cubicBezTo>
                <a:cubicBezTo>
                  <a:pt x="368" y="1229"/>
                  <a:pt x="343" y="1245"/>
                  <a:pt x="343" y="1270"/>
                </a:cubicBezTo>
                <a:cubicBezTo>
                  <a:pt x="343" y="1296"/>
                  <a:pt x="368" y="1321"/>
                  <a:pt x="393" y="1321"/>
                </a:cubicBezTo>
                <a:cubicBezTo>
                  <a:pt x="402" y="1321"/>
                  <a:pt x="402" y="1321"/>
                  <a:pt x="402" y="1321"/>
                </a:cubicBezTo>
                <a:cubicBezTo>
                  <a:pt x="418" y="1371"/>
                  <a:pt x="469" y="1404"/>
                  <a:pt x="519" y="1404"/>
                </a:cubicBezTo>
                <a:cubicBezTo>
                  <a:pt x="577" y="1404"/>
                  <a:pt x="627" y="1371"/>
                  <a:pt x="644" y="1321"/>
                </a:cubicBezTo>
                <a:cubicBezTo>
                  <a:pt x="652" y="1321"/>
                  <a:pt x="652" y="1321"/>
                  <a:pt x="652" y="1321"/>
                </a:cubicBezTo>
                <a:cubicBezTo>
                  <a:pt x="677" y="1321"/>
                  <a:pt x="694" y="1296"/>
                  <a:pt x="694" y="1270"/>
                </a:cubicBezTo>
                <a:cubicBezTo>
                  <a:pt x="694" y="1245"/>
                  <a:pt x="677" y="1229"/>
                  <a:pt x="652" y="1229"/>
                </a:cubicBezTo>
                <a:close/>
                <a:moveTo>
                  <a:pt x="652" y="1095"/>
                </a:moveTo>
                <a:cubicBezTo>
                  <a:pt x="393" y="1095"/>
                  <a:pt x="393" y="1095"/>
                  <a:pt x="393" y="1095"/>
                </a:cubicBezTo>
                <a:cubicBezTo>
                  <a:pt x="368" y="1095"/>
                  <a:pt x="343" y="1120"/>
                  <a:pt x="343" y="1145"/>
                </a:cubicBezTo>
                <a:cubicBezTo>
                  <a:pt x="343" y="1162"/>
                  <a:pt x="368" y="1187"/>
                  <a:pt x="393" y="1187"/>
                </a:cubicBezTo>
                <a:cubicBezTo>
                  <a:pt x="652" y="1187"/>
                  <a:pt x="652" y="1187"/>
                  <a:pt x="652" y="1187"/>
                </a:cubicBezTo>
                <a:cubicBezTo>
                  <a:pt x="677" y="1187"/>
                  <a:pt x="694" y="1162"/>
                  <a:pt x="694" y="1145"/>
                </a:cubicBezTo>
                <a:cubicBezTo>
                  <a:pt x="694" y="1120"/>
                  <a:pt x="677" y="1095"/>
                  <a:pt x="652" y="1095"/>
                </a:cubicBezTo>
                <a:close/>
                <a:moveTo>
                  <a:pt x="42" y="301"/>
                </a:moveTo>
                <a:cubicBezTo>
                  <a:pt x="126" y="351"/>
                  <a:pt x="126" y="351"/>
                  <a:pt x="126" y="351"/>
                </a:cubicBezTo>
                <a:cubicBezTo>
                  <a:pt x="134" y="326"/>
                  <a:pt x="151" y="301"/>
                  <a:pt x="168" y="275"/>
                </a:cubicBezTo>
                <a:cubicBezTo>
                  <a:pt x="92" y="225"/>
                  <a:pt x="92" y="225"/>
                  <a:pt x="92" y="225"/>
                </a:cubicBezTo>
                <a:lnTo>
                  <a:pt x="42" y="301"/>
                </a:lnTo>
                <a:close/>
                <a:moveTo>
                  <a:pt x="569" y="92"/>
                </a:moveTo>
                <a:cubicBezTo>
                  <a:pt x="569" y="0"/>
                  <a:pt x="569" y="0"/>
                  <a:pt x="569" y="0"/>
                </a:cubicBezTo>
                <a:cubicBezTo>
                  <a:pt x="477" y="0"/>
                  <a:pt x="477" y="0"/>
                  <a:pt x="477" y="0"/>
                </a:cubicBezTo>
                <a:cubicBezTo>
                  <a:pt x="477" y="92"/>
                  <a:pt x="477" y="92"/>
                  <a:pt x="477" y="92"/>
                </a:cubicBezTo>
                <a:cubicBezTo>
                  <a:pt x="493" y="92"/>
                  <a:pt x="510" y="92"/>
                  <a:pt x="519" y="92"/>
                </a:cubicBezTo>
                <a:cubicBezTo>
                  <a:pt x="535" y="92"/>
                  <a:pt x="552" y="92"/>
                  <a:pt x="569" y="92"/>
                </a:cubicBezTo>
                <a:close/>
                <a:moveTo>
                  <a:pt x="343" y="133"/>
                </a:moveTo>
                <a:cubicBezTo>
                  <a:pt x="301" y="50"/>
                  <a:pt x="301" y="50"/>
                  <a:pt x="301" y="50"/>
                </a:cubicBezTo>
                <a:cubicBezTo>
                  <a:pt x="218" y="92"/>
                  <a:pt x="218" y="92"/>
                  <a:pt x="218" y="92"/>
                </a:cubicBezTo>
                <a:cubicBezTo>
                  <a:pt x="268" y="175"/>
                  <a:pt x="268" y="175"/>
                  <a:pt x="268" y="175"/>
                </a:cubicBezTo>
                <a:cubicBezTo>
                  <a:pt x="293" y="159"/>
                  <a:pt x="318" y="142"/>
                  <a:pt x="343" y="133"/>
                </a:cubicBezTo>
                <a:close/>
                <a:moveTo>
                  <a:pt x="1004" y="301"/>
                </a:moveTo>
                <a:cubicBezTo>
                  <a:pt x="953" y="225"/>
                  <a:pt x="953" y="225"/>
                  <a:pt x="953" y="225"/>
                </a:cubicBezTo>
                <a:cubicBezTo>
                  <a:pt x="878" y="275"/>
                  <a:pt x="878" y="275"/>
                  <a:pt x="878" y="275"/>
                </a:cubicBezTo>
                <a:cubicBezTo>
                  <a:pt x="895" y="301"/>
                  <a:pt x="912" y="326"/>
                  <a:pt x="920" y="351"/>
                </a:cubicBezTo>
                <a:lnTo>
                  <a:pt x="1004" y="301"/>
                </a:lnTo>
                <a:close/>
                <a:moveTo>
                  <a:pt x="820" y="92"/>
                </a:moveTo>
                <a:cubicBezTo>
                  <a:pt x="744" y="50"/>
                  <a:pt x="744" y="50"/>
                  <a:pt x="744" y="50"/>
                </a:cubicBezTo>
                <a:cubicBezTo>
                  <a:pt x="702" y="133"/>
                  <a:pt x="702" y="133"/>
                  <a:pt x="702" y="133"/>
                </a:cubicBezTo>
                <a:cubicBezTo>
                  <a:pt x="727" y="142"/>
                  <a:pt x="753" y="159"/>
                  <a:pt x="778" y="175"/>
                </a:cubicBezTo>
                <a:lnTo>
                  <a:pt x="820" y="92"/>
                </a:lnTo>
                <a:close/>
                <a:moveTo>
                  <a:pt x="84" y="526"/>
                </a:moveTo>
                <a:cubicBezTo>
                  <a:pt x="84" y="510"/>
                  <a:pt x="84" y="501"/>
                  <a:pt x="92" y="485"/>
                </a:cubicBezTo>
                <a:cubicBezTo>
                  <a:pt x="0" y="485"/>
                  <a:pt x="0" y="485"/>
                  <a:pt x="0" y="485"/>
                </a:cubicBezTo>
                <a:cubicBezTo>
                  <a:pt x="0" y="568"/>
                  <a:pt x="0" y="568"/>
                  <a:pt x="0" y="568"/>
                </a:cubicBezTo>
                <a:cubicBezTo>
                  <a:pt x="92" y="568"/>
                  <a:pt x="92" y="568"/>
                  <a:pt x="92" y="568"/>
                </a:cubicBezTo>
                <a:cubicBezTo>
                  <a:pt x="84" y="560"/>
                  <a:pt x="84" y="543"/>
                  <a:pt x="84" y="526"/>
                </a:cubicBezTo>
                <a:close/>
                <a:moveTo>
                  <a:pt x="953" y="485"/>
                </a:moveTo>
                <a:cubicBezTo>
                  <a:pt x="953" y="501"/>
                  <a:pt x="962" y="510"/>
                  <a:pt x="962" y="526"/>
                </a:cubicBezTo>
                <a:cubicBezTo>
                  <a:pt x="962" y="543"/>
                  <a:pt x="953" y="560"/>
                  <a:pt x="953" y="568"/>
                </a:cubicBezTo>
                <a:cubicBezTo>
                  <a:pt x="1045" y="568"/>
                  <a:pt x="1045" y="568"/>
                  <a:pt x="1045" y="568"/>
                </a:cubicBezTo>
                <a:cubicBezTo>
                  <a:pt x="1045" y="485"/>
                  <a:pt x="1045" y="485"/>
                  <a:pt x="1045" y="485"/>
                </a:cubicBezTo>
                <a:lnTo>
                  <a:pt x="953" y="485"/>
                </a:lnTo>
                <a:close/>
                <a:moveTo>
                  <a:pt x="886" y="786"/>
                </a:moveTo>
                <a:cubicBezTo>
                  <a:pt x="953" y="827"/>
                  <a:pt x="953" y="827"/>
                  <a:pt x="953" y="827"/>
                </a:cubicBezTo>
                <a:cubicBezTo>
                  <a:pt x="1004" y="752"/>
                  <a:pt x="1004" y="752"/>
                  <a:pt x="1004" y="752"/>
                </a:cubicBezTo>
                <a:cubicBezTo>
                  <a:pt x="920" y="710"/>
                  <a:pt x="920" y="710"/>
                  <a:pt x="920" y="710"/>
                </a:cubicBezTo>
                <a:cubicBezTo>
                  <a:pt x="912" y="735"/>
                  <a:pt x="895" y="761"/>
                  <a:pt x="886" y="786"/>
                </a:cubicBezTo>
                <a:close/>
                <a:moveTo>
                  <a:pt x="42" y="752"/>
                </a:moveTo>
                <a:cubicBezTo>
                  <a:pt x="92" y="827"/>
                  <a:pt x="92" y="827"/>
                  <a:pt x="92" y="827"/>
                </a:cubicBezTo>
                <a:cubicBezTo>
                  <a:pt x="159" y="786"/>
                  <a:pt x="159" y="786"/>
                  <a:pt x="159" y="786"/>
                </a:cubicBezTo>
                <a:cubicBezTo>
                  <a:pt x="151" y="761"/>
                  <a:pt x="134" y="735"/>
                  <a:pt x="126" y="710"/>
                </a:cubicBezTo>
                <a:lnTo>
                  <a:pt x="42" y="752"/>
                </a:lnTo>
                <a:close/>
                <a:moveTo>
                  <a:pt x="42" y="752"/>
                </a:moveTo>
                <a:lnTo>
                  <a:pt x="42" y="752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3A3C58C-0F57-9215-621F-FBA7555363B6}"/>
              </a:ext>
            </a:extLst>
          </p:cNvPr>
          <p:cNvGrpSpPr/>
          <p:nvPr/>
        </p:nvGrpSpPr>
        <p:grpSpPr>
          <a:xfrm>
            <a:off x="968375" y="5157647"/>
            <a:ext cx="2966425" cy="816522"/>
            <a:chOff x="283598" y="1906534"/>
            <a:chExt cx="2966425" cy="816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D4F0EBE-0C7C-3B80-A755-488D8A41E64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4F4E88D-5824-8EB8-67EB-7F6A38BDA446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198357D-E933-3F21-886C-C6AC0753540B}"/>
              </a:ext>
            </a:extLst>
          </p:cNvPr>
          <p:cNvGrpSpPr/>
          <p:nvPr/>
        </p:nvGrpSpPr>
        <p:grpSpPr>
          <a:xfrm>
            <a:off x="3787775" y="4397027"/>
            <a:ext cx="2966425" cy="816522"/>
            <a:chOff x="283598" y="1906534"/>
            <a:chExt cx="2966425" cy="81652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3A0CE0C-25F9-D8E9-1C9B-250502B8362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BDE875C-38C3-F403-8E36-EB8C06E8A22D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50A5229-24C5-592B-8980-5AE18E1DA44F}"/>
              </a:ext>
            </a:extLst>
          </p:cNvPr>
          <p:cNvGrpSpPr/>
          <p:nvPr/>
        </p:nvGrpSpPr>
        <p:grpSpPr>
          <a:xfrm>
            <a:off x="6341570" y="3733720"/>
            <a:ext cx="2966425" cy="816522"/>
            <a:chOff x="283598" y="1906534"/>
            <a:chExt cx="2966425" cy="8165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39E15D9-99C5-260A-E82A-0B53ED316180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A53D9F9-A435-1901-97E5-2165D2DCBBD1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449AF35-A715-0861-62B8-69A151E10DF3}"/>
              </a:ext>
            </a:extLst>
          </p:cNvPr>
          <p:cNvGrpSpPr/>
          <p:nvPr/>
        </p:nvGrpSpPr>
        <p:grpSpPr>
          <a:xfrm>
            <a:off x="8894270" y="3006533"/>
            <a:ext cx="2966425" cy="816522"/>
            <a:chOff x="283598" y="1906534"/>
            <a:chExt cx="2966425" cy="81652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F1B4E98-E174-5AB7-B907-8AE9ED9F4A43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25D92CE-0185-DF0D-2575-9D352EF039B8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8A27139-9EEA-43D4-DB9F-61E29FD7D539}"/>
              </a:ext>
            </a:extLst>
          </p:cNvPr>
          <p:cNvGrpSpPr/>
          <p:nvPr/>
        </p:nvGrpSpPr>
        <p:grpSpPr>
          <a:xfrm>
            <a:off x="964053" y="1352726"/>
            <a:ext cx="5628011" cy="1179587"/>
            <a:chOff x="-2713414" y="1841372"/>
            <a:chExt cx="5628011" cy="1179587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FA908C8-D45C-42DB-68A8-2CCFF6F028C9}"/>
                </a:ext>
              </a:extLst>
            </p:cNvPr>
            <p:cNvSpPr txBox="1"/>
            <p:nvPr/>
          </p:nvSpPr>
          <p:spPr>
            <a:xfrm>
              <a:off x="-2700713" y="2190603"/>
              <a:ext cx="5615310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分钟之内。此处添加详细文本描述，建议与标题相关并符合整体语言风格，语言描述尽量简洁生动。</a:t>
              </a:r>
              <a:endParaRPr lang="en-US" altLang="zh-CN" sz="1100" dirty="0">
                <a:solidFill>
                  <a:srgbClr val="404040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B06E530-C38F-2CE3-AC95-1AF91991912A}"/>
                </a:ext>
              </a:extLst>
            </p:cNvPr>
            <p:cNvSpPr txBox="1"/>
            <p:nvPr/>
          </p:nvSpPr>
          <p:spPr>
            <a:xfrm>
              <a:off x="-2713414" y="1841372"/>
              <a:ext cx="3352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单击此处添加标题文本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61BCE-D146-CC5C-F73F-2419FB74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6747C78-1B01-115B-74BB-CB32A1C5316E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4004CD3F-4D8E-0239-00F6-276F8669D565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495623A-76D2-0DE0-4581-A958F61AACCA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A30D4D9-187C-C422-43F5-CBAEA7292C6F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E4B96002-7C68-5F27-C9C5-39B41F1D4810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DFDD9352-72A2-1DA7-4E6E-9EDABD0A31AA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Group 6"/>
          <p:cNvGrpSpPr/>
          <p:nvPr/>
        </p:nvGrpSpPr>
        <p:grpSpPr>
          <a:xfrm>
            <a:off x="1323111" y="3258598"/>
            <a:ext cx="1712394" cy="1522834"/>
            <a:chOff x="647704" y="2190750"/>
            <a:chExt cx="1028697" cy="1405890"/>
          </a:xfrm>
        </p:grpSpPr>
        <p:sp>
          <p:nvSpPr>
            <p:cNvPr id="17" name="Rectangle 3"/>
            <p:cNvSpPr/>
            <p:nvPr/>
          </p:nvSpPr>
          <p:spPr>
            <a:xfrm>
              <a:off x="647704" y="2190750"/>
              <a:ext cx="1028697" cy="914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" name="Down Arrow 4"/>
            <p:cNvSpPr/>
            <p:nvPr/>
          </p:nvSpPr>
          <p:spPr>
            <a:xfrm>
              <a:off x="862697" y="3105150"/>
              <a:ext cx="598711" cy="491490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36" name="Freeform 35"/>
          <p:cNvSpPr/>
          <p:nvPr/>
        </p:nvSpPr>
        <p:spPr>
          <a:xfrm>
            <a:off x="1323111" y="2547733"/>
            <a:ext cx="3383472" cy="710863"/>
          </a:xfrm>
          <a:custGeom>
            <a:avLst/>
            <a:gdLst>
              <a:gd name="connsiteX0" fmla="*/ 0 w 1402260"/>
              <a:gd name="connsiteY0" fmla="*/ 0 h 1108710"/>
              <a:gd name="connsiteX1" fmla="*/ 1402260 w 1402260"/>
              <a:gd name="connsiteY1" fmla="*/ 0 h 1108710"/>
              <a:gd name="connsiteX2" fmla="*/ 1402260 w 1402260"/>
              <a:gd name="connsiteY2" fmla="*/ 1108710 h 1108710"/>
              <a:gd name="connsiteX3" fmla="*/ 0 w 1402260"/>
              <a:gd name="connsiteY3" fmla="*/ 1108710 h 1108710"/>
              <a:gd name="connsiteX4" fmla="*/ 0 w 1402260"/>
              <a:gd name="connsiteY4" fmla="*/ 0 h 1108710"/>
              <a:gd name="connsiteX0" fmla="*/ 0 w 2049962"/>
              <a:gd name="connsiteY0" fmla="*/ 0 h 1108710"/>
              <a:gd name="connsiteX1" fmla="*/ 2049962 w 2049962"/>
              <a:gd name="connsiteY1" fmla="*/ 133350 h 1108710"/>
              <a:gd name="connsiteX2" fmla="*/ 1402260 w 2049962"/>
              <a:gd name="connsiteY2" fmla="*/ 1108710 h 1108710"/>
              <a:gd name="connsiteX3" fmla="*/ 0 w 2049962"/>
              <a:gd name="connsiteY3" fmla="*/ 1108710 h 1108710"/>
              <a:gd name="connsiteX4" fmla="*/ 0 w 2049962"/>
              <a:gd name="connsiteY4" fmla="*/ 0 h 1108710"/>
              <a:gd name="connsiteX0" fmla="*/ 16002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1600200 w 2049962"/>
              <a:gd name="connsiteY4" fmla="*/ 0 h 975360"/>
              <a:gd name="connsiteX0" fmla="*/ 1600200 w 2811962"/>
              <a:gd name="connsiteY0" fmla="*/ 0 h 975360"/>
              <a:gd name="connsiteX1" fmla="*/ 2811962 w 2811962"/>
              <a:gd name="connsiteY1" fmla="*/ 0 h 975360"/>
              <a:gd name="connsiteX2" fmla="*/ 1402260 w 2811962"/>
              <a:gd name="connsiteY2" fmla="*/ 975360 h 975360"/>
              <a:gd name="connsiteX3" fmla="*/ 0 w 2811962"/>
              <a:gd name="connsiteY3" fmla="*/ 975360 h 975360"/>
              <a:gd name="connsiteX4" fmla="*/ 1600200 w 2811962"/>
              <a:gd name="connsiteY4" fmla="*/ 0 h 975360"/>
              <a:gd name="connsiteX0" fmla="*/ 1600200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1600200 w 2770687"/>
              <a:gd name="connsiteY4" fmla="*/ 4753 h 980113"/>
              <a:gd name="connsiteX0" fmla="*/ 2362200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2362200 w 2770687"/>
              <a:gd name="connsiteY4" fmla="*/ 4753 h 980113"/>
              <a:gd name="connsiteX0" fmla="*/ 2319337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2319337 w 2770687"/>
              <a:gd name="connsiteY4" fmla="*/ 4753 h 980113"/>
              <a:gd name="connsiteX0" fmla="*/ 2319337 w 2770687"/>
              <a:gd name="connsiteY0" fmla="*/ 0 h 982490"/>
              <a:gd name="connsiteX1" fmla="*/ 2770687 w 2770687"/>
              <a:gd name="connsiteY1" fmla="*/ 2377 h 982490"/>
              <a:gd name="connsiteX2" fmla="*/ 1402260 w 2770687"/>
              <a:gd name="connsiteY2" fmla="*/ 982490 h 982490"/>
              <a:gd name="connsiteX3" fmla="*/ 0 w 2770687"/>
              <a:gd name="connsiteY3" fmla="*/ 982490 h 982490"/>
              <a:gd name="connsiteX4" fmla="*/ 2319337 w 2770687"/>
              <a:gd name="connsiteY4" fmla="*/ 0 h 98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0687" h="982490">
                <a:moveTo>
                  <a:pt x="2319337" y="0"/>
                </a:moveTo>
                <a:lnTo>
                  <a:pt x="2770687" y="2377"/>
                </a:lnTo>
                <a:lnTo>
                  <a:pt x="1402260" y="982490"/>
                </a:lnTo>
                <a:lnTo>
                  <a:pt x="0" y="982490"/>
                </a:lnTo>
                <a:lnTo>
                  <a:pt x="2319337" y="0"/>
                </a:lnTo>
                <a:close/>
              </a:path>
            </a:pathLst>
          </a:custGeom>
          <a:solidFill>
            <a:srgbClr val="40404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  <a:sym typeface="Arial" panose="020B0604020202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53470" y="1859569"/>
            <a:ext cx="550230" cy="693324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01</a:t>
            </a:r>
          </a:p>
        </p:txBody>
      </p:sp>
      <p:grpSp>
        <p:nvGrpSpPr>
          <p:cNvPr id="19" name="Group 22"/>
          <p:cNvGrpSpPr/>
          <p:nvPr/>
        </p:nvGrpSpPr>
        <p:grpSpPr>
          <a:xfrm>
            <a:off x="3282401" y="3258598"/>
            <a:ext cx="1712394" cy="1522834"/>
            <a:chOff x="647704" y="2190750"/>
            <a:chExt cx="1028697" cy="1405890"/>
          </a:xfrm>
          <a:solidFill>
            <a:schemeClr val="accent2"/>
          </a:solidFill>
        </p:grpSpPr>
        <p:sp>
          <p:nvSpPr>
            <p:cNvPr id="2" name="Rectangle 23"/>
            <p:cNvSpPr/>
            <p:nvPr/>
          </p:nvSpPr>
          <p:spPr>
            <a:xfrm>
              <a:off x="647704" y="2190750"/>
              <a:ext cx="1028697" cy="914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" name="Down Arrow 24"/>
            <p:cNvSpPr/>
            <p:nvPr/>
          </p:nvSpPr>
          <p:spPr>
            <a:xfrm>
              <a:off x="862697" y="3105150"/>
              <a:ext cx="598711" cy="491490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ym typeface="Arial" panose="020B0604020202020204" pitchFamily="34" charset="0"/>
              </a:endParaRPr>
            </a:p>
          </p:txBody>
        </p:sp>
      </p:grpSp>
      <p:sp>
        <p:nvSpPr>
          <p:cNvPr id="44" name="Freeform 43"/>
          <p:cNvSpPr/>
          <p:nvPr/>
        </p:nvSpPr>
        <p:spPr>
          <a:xfrm>
            <a:off x="3282400" y="2548594"/>
            <a:ext cx="2262323" cy="710004"/>
          </a:xfrm>
          <a:custGeom>
            <a:avLst/>
            <a:gdLst>
              <a:gd name="connsiteX0" fmla="*/ 0 w 1402260"/>
              <a:gd name="connsiteY0" fmla="*/ 0 h 1108710"/>
              <a:gd name="connsiteX1" fmla="*/ 1402260 w 1402260"/>
              <a:gd name="connsiteY1" fmla="*/ 0 h 1108710"/>
              <a:gd name="connsiteX2" fmla="*/ 1402260 w 1402260"/>
              <a:gd name="connsiteY2" fmla="*/ 1108710 h 1108710"/>
              <a:gd name="connsiteX3" fmla="*/ 0 w 1402260"/>
              <a:gd name="connsiteY3" fmla="*/ 1108710 h 1108710"/>
              <a:gd name="connsiteX4" fmla="*/ 0 w 1402260"/>
              <a:gd name="connsiteY4" fmla="*/ 0 h 1108710"/>
              <a:gd name="connsiteX0" fmla="*/ 0 w 2049962"/>
              <a:gd name="connsiteY0" fmla="*/ 0 h 1108710"/>
              <a:gd name="connsiteX1" fmla="*/ 2049962 w 2049962"/>
              <a:gd name="connsiteY1" fmla="*/ 133350 h 1108710"/>
              <a:gd name="connsiteX2" fmla="*/ 1402260 w 2049962"/>
              <a:gd name="connsiteY2" fmla="*/ 1108710 h 1108710"/>
              <a:gd name="connsiteX3" fmla="*/ 0 w 2049962"/>
              <a:gd name="connsiteY3" fmla="*/ 1108710 h 1108710"/>
              <a:gd name="connsiteX4" fmla="*/ 0 w 2049962"/>
              <a:gd name="connsiteY4" fmla="*/ 0 h 1108710"/>
              <a:gd name="connsiteX0" fmla="*/ 16002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1600200 w 2049962"/>
              <a:gd name="connsiteY4" fmla="*/ 0 h 975360"/>
              <a:gd name="connsiteX0" fmla="*/ 6096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609600 w 2049962"/>
              <a:gd name="connsiteY4" fmla="*/ 0 h 975360"/>
              <a:gd name="connsiteX0" fmla="*/ 609600 w 1402260"/>
              <a:gd name="connsiteY0" fmla="*/ 0 h 975360"/>
              <a:gd name="connsiteX1" fmla="*/ 12117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609600 w 1402260"/>
              <a:gd name="connsiteY0" fmla="*/ 0 h 975360"/>
              <a:gd name="connsiteX1" fmla="*/ 10593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609600 w 1862116"/>
              <a:gd name="connsiteY0" fmla="*/ 15447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609600 w 1862116"/>
              <a:gd name="connsiteY4" fmla="*/ 15447 h 990807"/>
              <a:gd name="connsiteX0" fmla="*/ 1425575 w 1862116"/>
              <a:gd name="connsiteY0" fmla="*/ 5940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25575 w 1862116"/>
              <a:gd name="connsiteY4" fmla="*/ 5940 h 990807"/>
              <a:gd name="connsiteX0" fmla="*/ 1408906 w 1862116"/>
              <a:gd name="connsiteY0" fmla="*/ 5940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08906 w 1862116"/>
              <a:gd name="connsiteY4" fmla="*/ 5940 h 990807"/>
              <a:gd name="connsiteX0" fmla="*/ 1411287 w 1862116"/>
              <a:gd name="connsiteY0" fmla="*/ 16636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11287 w 1862116"/>
              <a:gd name="connsiteY4" fmla="*/ 16636 h 990807"/>
              <a:gd name="connsiteX0" fmla="*/ 1411287 w 1852591"/>
              <a:gd name="connsiteY0" fmla="*/ 2376 h 976547"/>
              <a:gd name="connsiteX1" fmla="*/ 1852591 w 1852591"/>
              <a:gd name="connsiteY1" fmla="*/ 0 h 976547"/>
              <a:gd name="connsiteX2" fmla="*/ 1402260 w 1852591"/>
              <a:gd name="connsiteY2" fmla="*/ 976547 h 976547"/>
              <a:gd name="connsiteX3" fmla="*/ 0 w 1852591"/>
              <a:gd name="connsiteY3" fmla="*/ 976547 h 976547"/>
              <a:gd name="connsiteX4" fmla="*/ 1411287 w 1852591"/>
              <a:gd name="connsiteY4" fmla="*/ 2376 h 976547"/>
              <a:gd name="connsiteX0" fmla="*/ 1282699 w 1852591"/>
              <a:gd name="connsiteY0" fmla="*/ 0 h 1073989"/>
              <a:gd name="connsiteX1" fmla="*/ 1852591 w 1852591"/>
              <a:gd name="connsiteY1" fmla="*/ 97442 h 1073989"/>
              <a:gd name="connsiteX2" fmla="*/ 1402260 w 1852591"/>
              <a:gd name="connsiteY2" fmla="*/ 1073989 h 1073989"/>
              <a:gd name="connsiteX3" fmla="*/ 0 w 1852591"/>
              <a:gd name="connsiteY3" fmla="*/ 1073989 h 1073989"/>
              <a:gd name="connsiteX4" fmla="*/ 1282699 w 1852591"/>
              <a:gd name="connsiteY4" fmla="*/ 0 h 1073989"/>
              <a:gd name="connsiteX0" fmla="*/ 1411286 w 1852591"/>
              <a:gd name="connsiteY0" fmla="*/ 0 h 981302"/>
              <a:gd name="connsiteX1" fmla="*/ 1852591 w 1852591"/>
              <a:gd name="connsiteY1" fmla="*/ 4755 h 981302"/>
              <a:gd name="connsiteX2" fmla="*/ 1402260 w 1852591"/>
              <a:gd name="connsiteY2" fmla="*/ 981302 h 981302"/>
              <a:gd name="connsiteX3" fmla="*/ 0 w 1852591"/>
              <a:gd name="connsiteY3" fmla="*/ 981302 h 981302"/>
              <a:gd name="connsiteX4" fmla="*/ 1411286 w 1852591"/>
              <a:gd name="connsiteY4" fmla="*/ 0 h 98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2591" h="981302">
                <a:moveTo>
                  <a:pt x="1411286" y="0"/>
                </a:moveTo>
                <a:lnTo>
                  <a:pt x="1852591" y="4755"/>
                </a:lnTo>
                <a:lnTo>
                  <a:pt x="1402260" y="981302"/>
                </a:lnTo>
                <a:lnTo>
                  <a:pt x="0" y="981302"/>
                </a:lnTo>
                <a:lnTo>
                  <a:pt x="1411286" y="0"/>
                </a:lnTo>
                <a:close/>
              </a:path>
            </a:pathLst>
          </a:custGeom>
          <a:solidFill>
            <a:srgbClr val="40404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  <a:sym typeface="Arial" panose="020B06040202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998563" y="1859569"/>
            <a:ext cx="550230" cy="688164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ker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02</a:t>
            </a:r>
            <a:endParaRPr lang="en-US" kern="0" dirty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Group 25"/>
          <p:cNvGrpSpPr/>
          <p:nvPr/>
        </p:nvGrpSpPr>
        <p:grpSpPr>
          <a:xfrm>
            <a:off x="5241692" y="3258598"/>
            <a:ext cx="1712393" cy="1522834"/>
            <a:chOff x="647704" y="2190750"/>
            <a:chExt cx="1028697" cy="1405890"/>
          </a:xfrm>
          <a:solidFill>
            <a:schemeClr val="accent3"/>
          </a:solidFill>
        </p:grpSpPr>
        <p:sp>
          <p:nvSpPr>
            <p:cNvPr id="27" name="Rectangle 26"/>
            <p:cNvSpPr/>
            <p:nvPr/>
          </p:nvSpPr>
          <p:spPr>
            <a:xfrm>
              <a:off x="647704" y="2190750"/>
              <a:ext cx="1028697" cy="914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8" name="Down Arrow 27" descr="D:\51PPT模板网\51pptmoban.com\图片.jpg"/>
            <p:cNvSpPr/>
            <p:nvPr/>
          </p:nvSpPr>
          <p:spPr>
            <a:xfrm>
              <a:off x="862697" y="3105150"/>
              <a:ext cx="598711" cy="491490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52" name="Freeform 51"/>
          <p:cNvSpPr/>
          <p:nvPr/>
        </p:nvSpPr>
        <p:spPr>
          <a:xfrm>
            <a:off x="5241692" y="2550314"/>
            <a:ext cx="1712393" cy="708283"/>
          </a:xfrm>
          <a:custGeom>
            <a:avLst/>
            <a:gdLst>
              <a:gd name="connsiteX0" fmla="*/ 0 w 1402260"/>
              <a:gd name="connsiteY0" fmla="*/ 0 h 1108710"/>
              <a:gd name="connsiteX1" fmla="*/ 1402260 w 1402260"/>
              <a:gd name="connsiteY1" fmla="*/ 0 h 1108710"/>
              <a:gd name="connsiteX2" fmla="*/ 1402260 w 1402260"/>
              <a:gd name="connsiteY2" fmla="*/ 1108710 h 1108710"/>
              <a:gd name="connsiteX3" fmla="*/ 0 w 1402260"/>
              <a:gd name="connsiteY3" fmla="*/ 1108710 h 1108710"/>
              <a:gd name="connsiteX4" fmla="*/ 0 w 1402260"/>
              <a:gd name="connsiteY4" fmla="*/ 0 h 1108710"/>
              <a:gd name="connsiteX0" fmla="*/ 0 w 2049962"/>
              <a:gd name="connsiteY0" fmla="*/ 0 h 1108710"/>
              <a:gd name="connsiteX1" fmla="*/ 2049962 w 2049962"/>
              <a:gd name="connsiteY1" fmla="*/ 133350 h 1108710"/>
              <a:gd name="connsiteX2" fmla="*/ 1402260 w 2049962"/>
              <a:gd name="connsiteY2" fmla="*/ 1108710 h 1108710"/>
              <a:gd name="connsiteX3" fmla="*/ 0 w 2049962"/>
              <a:gd name="connsiteY3" fmla="*/ 1108710 h 1108710"/>
              <a:gd name="connsiteX4" fmla="*/ 0 w 2049962"/>
              <a:gd name="connsiteY4" fmla="*/ 0 h 1108710"/>
              <a:gd name="connsiteX0" fmla="*/ 16002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1600200 w 2049962"/>
              <a:gd name="connsiteY4" fmla="*/ 0 h 975360"/>
              <a:gd name="connsiteX0" fmla="*/ 6096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609600 w 2049962"/>
              <a:gd name="connsiteY4" fmla="*/ 0 h 975360"/>
              <a:gd name="connsiteX0" fmla="*/ 609600 w 1402260"/>
              <a:gd name="connsiteY0" fmla="*/ 0 h 975360"/>
              <a:gd name="connsiteX1" fmla="*/ 12117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609600 w 1402260"/>
              <a:gd name="connsiteY0" fmla="*/ 0 h 975360"/>
              <a:gd name="connsiteX1" fmla="*/ 10593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457200 w 1402260"/>
              <a:gd name="connsiteY0" fmla="*/ 0 h 975360"/>
              <a:gd name="connsiteX1" fmla="*/ 10593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457200 w 1402260"/>
              <a:gd name="connsiteY4" fmla="*/ 0 h 975360"/>
              <a:gd name="connsiteX0" fmla="*/ 481012 w 1402260"/>
              <a:gd name="connsiteY0" fmla="*/ 0 h 975360"/>
              <a:gd name="connsiteX1" fmla="*/ 10593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481012 w 1402260"/>
              <a:gd name="connsiteY4" fmla="*/ 0 h 975360"/>
              <a:gd name="connsiteX0" fmla="*/ 481012 w 1402260"/>
              <a:gd name="connsiteY0" fmla="*/ 3565 h 978925"/>
              <a:gd name="connsiteX1" fmla="*/ 930775 w 1402260"/>
              <a:gd name="connsiteY1" fmla="*/ 0 h 978925"/>
              <a:gd name="connsiteX2" fmla="*/ 1402260 w 1402260"/>
              <a:gd name="connsiteY2" fmla="*/ 978925 h 978925"/>
              <a:gd name="connsiteX3" fmla="*/ 0 w 1402260"/>
              <a:gd name="connsiteY3" fmla="*/ 978925 h 978925"/>
              <a:gd name="connsiteX4" fmla="*/ 481012 w 1402260"/>
              <a:gd name="connsiteY4" fmla="*/ 3565 h 97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2260" h="978925">
                <a:moveTo>
                  <a:pt x="481012" y="3565"/>
                </a:moveTo>
                <a:lnTo>
                  <a:pt x="930775" y="0"/>
                </a:lnTo>
                <a:lnTo>
                  <a:pt x="1402260" y="978925"/>
                </a:lnTo>
                <a:lnTo>
                  <a:pt x="0" y="978925"/>
                </a:lnTo>
                <a:lnTo>
                  <a:pt x="481012" y="3565"/>
                </a:lnTo>
                <a:close/>
              </a:path>
            </a:pathLst>
          </a:custGeom>
          <a:solidFill>
            <a:srgbClr val="40404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  <a:sym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828590" y="1859569"/>
            <a:ext cx="550230" cy="693324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03</a:t>
            </a:r>
          </a:p>
        </p:txBody>
      </p:sp>
      <p:grpSp>
        <p:nvGrpSpPr>
          <p:cNvPr id="77" name="Group 62"/>
          <p:cNvGrpSpPr/>
          <p:nvPr/>
        </p:nvGrpSpPr>
        <p:grpSpPr>
          <a:xfrm flipH="1">
            <a:off x="9168332" y="3258598"/>
            <a:ext cx="1712394" cy="1522834"/>
            <a:chOff x="647704" y="2190750"/>
            <a:chExt cx="1028697" cy="1405890"/>
          </a:xfrm>
          <a:solidFill>
            <a:schemeClr val="accent5"/>
          </a:solidFill>
        </p:grpSpPr>
        <p:sp>
          <p:nvSpPr>
            <p:cNvPr id="84" name="Rectangle 83"/>
            <p:cNvSpPr/>
            <p:nvPr/>
          </p:nvSpPr>
          <p:spPr>
            <a:xfrm>
              <a:off x="647704" y="2190750"/>
              <a:ext cx="1028697" cy="914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85" name="Down Arrow 84"/>
            <p:cNvSpPr/>
            <p:nvPr/>
          </p:nvSpPr>
          <p:spPr>
            <a:xfrm>
              <a:off x="862697" y="3105150"/>
              <a:ext cx="598711" cy="491490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80" name="Freeform 79"/>
          <p:cNvSpPr/>
          <p:nvPr/>
        </p:nvSpPr>
        <p:spPr>
          <a:xfrm flipH="1">
            <a:off x="7497254" y="2547733"/>
            <a:ext cx="3383472" cy="710863"/>
          </a:xfrm>
          <a:custGeom>
            <a:avLst/>
            <a:gdLst>
              <a:gd name="connsiteX0" fmla="*/ 0 w 1402260"/>
              <a:gd name="connsiteY0" fmla="*/ 0 h 1108710"/>
              <a:gd name="connsiteX1" fmla="*/ 1402260 w 1402260"/>
              <a:gd name="connsiteY1" fmla="*/ 0 h 1108710"/>
              <a:gd name="connsiteX2" fmla="*/ 1402260 w 1402260"/>
              <a:gd name="connsiteY2" fmla="*/ 1108710 h 1108710"/>
              <a:gd name="connsiteX3" fmla="*/ 0 w 1402260"/>
              <a:gd name="connsiteY3" fmla="*/ 1108710 h 1108710"/>
              <a:gd name="connsiteX4" fmla="*/ 0 w 1402260"/>
              <a:gd name="connsiteY4" fmla="*/ 0 h 1108710"/>
              <a:gd name="connsiteX0" fmla="*/ 0 w 2049962"/>
              <a:gd name="connsiteY0" fmla="*/ 0 h 1108710"/>
              <a:gd name="connsiteX1" fmla="*/ 2049962 w 2049962"/>
              <a:gd name="connsiteY1" fmla="*/ 133350 h 1108710"/>
              <a:gd name="connsiteX2" fmla="*/ 1402260 w 2049962"/>
              <a:gd name="connsiteY2" fmla="*/ 1108710 h 1108710"/>
              <a:gd name="connsiteX3" fmla="*/ 0 w 2049962"/>
              <a:gd name="connsiteY3" fmla="*/ 1108710 h 1108710"/>
              <a:gd name="connsiteX4" fmla="*/ 0 w 2049962"/>
              <a:gd name="connsiteY4" fmla="*/ 0 h 1108710"/>
              <a:gd name="connsiteX0" fmla="*/ 16002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1600200 w 2049962"/>
              <a:gd name="connsiteY4" fmla="*/ 0 h 975360"/>
              <a:gd name="connsiteX0" fmla="*/ 1600200 w 2811962"/>
              <a:gd name="connsiteY0" fmla="*/ 0 h 975360"/>
              <a:gd name="connsiteX1" fmla="*/ 2811962 w 2811962"/>
              <a:gd name="connsiteY1" fmla="*/ 0 h 975360"/>
              <a:gd name="connsiteX2" fmla="*/ 1402260 w 2811962"/>
              <a:gd name="connsiteY2" fmla="*/ 975360 h 975360"/>
              <a:gd name="connsiteX3" fmla="*/ 0 w 2811962"/>
              <a:gd name="connsiteY3" fmla="*/ 975360 h 975360"/>
              <a:gd name="connsiteX4" fmla="*/ 1600200 w 2811962"/>
              <a:gd name="connsiteY4" fmla="*/ 0 h 975360"/>
              <a:gd name="connsiteX0" fmla="*/ 1600200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1600200 w 2770687"/>
              <a:gd name="connsiteY4" fmla="*/ 4753 h 980113"/>
              <a:gd name="connsiteX0" fmla="*/ 2362200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2362200 w 2770687"/>
              <a:gd name="connsiteY4" fmla="*/ 4753 h 980113"/>
              <a:gd name="connsiteX0" fmla="*/ 2319337 w 2770687"/>
              <a:gd name="connsiteY0" fmla="*/ 4753 h 980113"/>
              <a:gd name="connsiteX1" fmla="*/ 2770687 w 2770687"/>
              <a:gd name="connsiteY1" fmla="*/ 0 h 980113"/>
              <a:gd name="connsiteX2" fmla="*/ 1402260 w 2770687"/>
              <a:gd name="connsiteY2" fmla="*/ 980113 h 980113"/>
              <a:gd name="connsiteX3" fmla="*/ 0 w 2770687"/>
              <a:gd name="connsiteY3" fmla="*/ 980113 h 980113"/>
              <a:gd name="connsiteX4" fmla="*/ 2319337 w 2770687"/>
              <a:gd name="connsiteY4" fmla="*/ 4753 h 980113"/>
              <a:gd name="connsiteX0" fmla="*/ 2319337 w 2770687"/>
              <a:gd name="connsiteY0" fmla="*/ 0 h 982490"/>
              <a:gd name="connsiteX1" fmla="*/ 2770687 w 2770687"/>
              <a:gd name="connsiteY1" fmla="*/ 2377 h 982490"/>
              <a:gd name="connsiteX2" fmla="*/ 1402260 w 2770687"/>
              <a:gd name="connsiteY2" fmla="*/ 982490 h 982490"/>
              <a:gd name="connsiteX3" fmla="*/ 0 w 2770687"/>
              <a:gd name="connsiteY3" fmla="*/ 982490 h 982490"/>
              <a:gd name="connsiteX4" fmla="*/ 2319337 w 2770687"/>
              <a:gd name="connsiteY4" fmla="*/ 0 h 98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0687" h="982490">
                <a:moveTo>
                  <a:pt x="2319337" y="0"/>
                </a:moveTo>
                <a:lnTo>
                  <a:pt x="2770687" y="2377"/>
                </a:lnTo>
                <a:lnTo>
                  <a:pt x="1402260" y="982490"/>
                </a:lnTo>
                <a:lnTo>
                  <a:pt x="0" y="982490"/>
                </a:lnTo>
                <a:lnTo>
                  <a:pt x="2319337" y="0"/>
                </a:lnTo>
                <a:close/>
              </a:path>
            </a:pathLst>
          </a:custGeom>
          <a:solidFill>
            <a:srgbClr val="40404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  <a:sym typeface="Arial" panose="020B0604020202020204" pitchFamily="34" charset="0"/>
            </a:endParaRPr>
          </a:p>
        </p:txBody>
      </p:sp>
      <p:sp>
        <p:nvSpPr>
          <p:cNvPr id="81" name="Rectangle 80"/>
          <p:cNvSpPr/>
          <p:nvPr/>
        </p:nvSpPr>
        <p:spPr>
          <a:xfrm flipH="1">
            <a:off x="7500137" y="1859569"/>
            <a:ext cx="550230" cy="693324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05</a:t>
            </a:r>
          </a:p>
        </p:txBody>
      </p:sp>
      <p:grpSp>
        <p:nvGrpSpPr>
          <p:cNvPr id="78" name="Group 63"/>
          <p:cNvGrpSpPr/>
          <p:nvPr/>
        </p:nvGrpSpPr>
        <p:grpSpPr>
          <a:xfrm flipH="1">
            <a:off x="7209040" y="3258598"/>
            <a:ext cx="1712394" cy="1522834"/>
            <a:chOff x="647704" y="2190750"/>
            <a:chExt cx="1028697" cy="1405890"/>
          </a:xfrm>
          <a:solidFill>
            <a:schemeClr val="accent4"/>
          </a:solidFill>
        </p:grpSpPr>
        <p:sp>
          <p:nvSpPr>
            <p:cNvPr id="82" name="Rectangle 81"/>
            <p:cNvSpPr/>
            <p:nvPr/>
          </p:nvSpPr>
          <p:spPr>
            <a:xfrm>
              <a:off x="647704" y="2190750"/>
              <a:ext cx="1028697" cy="914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83" name="Down Arrow 82"/>
            <p:cNvSpPr/>
            <p:nvPr/>
          </p:nvSpPr>
          <p:spPr>
            <a:xfrm>
              <a:off x="862697" y="3105150"/>
              <a:ext cx="598711" cy="491490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ym typeface="Arial" panose="020B0604020202020204" pitchFamily="34" charset="0"/>
              </a:endParaRPr>
            </a:p>
          </p:txBody>
        </p:sp>
      </p:grpSp>
      <p:sp>
        <p:nvSpPr>
          <p:cNvPr id="75" name="Freeform 74"/>
          <p:cNvSpPr/>
          <p:nvPr/>
        </p:nvSpPr>
        <p:spPr>
          <a:xfrm flipH="1">
            <a:off x="6659112" y="2548594"/>
            <a:ext cx="2262323" cy="710004"/>
          </a:xfrm>
          <a:custGeom>
            <a:avLst/>
            <a:gdLst>
              <a:gd name="connsiteX0" fmla="*/ 0 w 1402260"/>
              <a:gd name="connsiteY0" fmla="*/ 0 h 1108710"/>
              <a:gd name="connsiteX1" fmla="*/ 1402260 w 1402260"/>
              <a:gd name="connsiteY1" fmla="*/ 0 h 1108710"/>
              <a:gd name="connsiteX2" fmla="*/ 1402260 w 1402260"/>
              <a:gd name="connsiteY2" fmla="*/ 1108710 h 1108710"/>
              <a:gd name="connsiteX3" fmla="*/ 0 w 1402260"/>
              <a:gd name="connsiteY3" fmla="*/ 1108710 h 1108710"/>
              <a:gd name="connsiteX4" fmla="*/ 0 w 1402260"/>
              <a:gd name="connsiteY4" fmla="*/ 0 h 1108710"/>
              <a:gd name="connsiteX0" fmla="*/ 0 w 2049962"/>
              <a:gd name="connsiteY0" fmla="*/ 0 h 1108710"/>
              <a:gd name="connsiteX1" fmla="*/ 2049962 w 2049962"/>
              <a:gd name="connsiteY1" fmla="*/ 133350 h 1108710"/>
              <a:gd name="connsiteX2" fmla="*/ 1402260 w 2049962"/>
              <a:gd name="connsiteY2" fmla="*/ 1108710 h 1108710"/>
              <a:gd name="connsiteX3" fmla="*/ 0 w 2049962"/>
              <a:gd name="connsiteY3" fmla="*/ 1108710 h 1108710"/>
              <a:gd name="connsiteX4" fmla="*/ 0 w 2049962"/>
              <a:gd name="connsiteY4" fmla="*/ 0 h 1108710"/>
              <a:gd name="connsiteX0" fmla="*/ 16002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1600200 w 2049962"/>
              <a:gd name="connsiteY4" fmla="*/ 0 h 975360"/>
              <a:gd name="connsiteX0" fmla="*/ 609600 w 2049962"/>
              <a:gd name="connsiteY0" fmla="*/ 0 h 975360"/>
              <a:gd name="connsiteX1" fmla="*/ 2049962 w 2049962"/>
              <a:gd name="connsiteY1" fmla="*/ 0 h 975360"/>
              <a:gd name="connsiteX2" fmla="*/ 1402260 w 2049962"/>
              <a:gd name="connsiteY2" fmla="*/ 975360 h 975360"/>
              <a:gd name="connsiteX3" fmla="*/ 0 w 2049962"/>
              <a:gd name="connsiteY3" fmla="*/ 975360 h 975360"/>
              <a:gd name="connsiteX4" fmla="*/ 609600 w 2049962"/>
              <a:gd name="connsiteY4" fmla="*/ 0 h 975360"/>
              <a:gd name="connsiteX0" fmla="*/ 609600 w 1402260"/>
              <a:gd name="connsiteY0" fmla="*/ 0 h 975360"/>
              <a:gd name="connsiteX1" fmla="*/ 12117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609600 w 1402260"/>
              <a:gd name="connsiteY0" fmla="*/ 0 h 975360"/>
              <a:gd name="connsiteX1" fmla="*/ 1059362 w 1402260"/>
              <a:gd name="connsiteY1" fmla="*/ 0 h 975360"/>
              <a:gd name="connsiteX2" fmla="*/ 1402260 w 1402260"/>
              <a:gd name="connsiteY2" fmla="*/ 975360 h 975360"/>
              <a:gd name="connsiteX3" fmla="*/ 0 w 1402260"/>
              <a:gd name="connsiteY3" fmla="*/ 975360 h 975360"/>
              <a:gd name="connsiteX4" fmla="*/ 609600 w 1402260"/>
              <a:gd name="connsiteY4" fmla="*/ 0 h 975360"/>
              <a:gd name="connsiteX0" fmla="*/ 609600 w 1862116"/>
              <a:gd name="connsiteY0" fmla="*/ 15447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609600 w 1862116"/>
              <a:gd name="connsiteY4" fmla="*/ 15447 h 990807"/>
              <a:gd name="connsiteX0" fmla="*/ 1425575 w 1862116"/>
              <a:gd name="connsiteY0" fmla="*/ 5940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25575 w 1862116"/>
              <a:gd name="connsiteY4" fmla="*/ 5940 h 990807"/>
              <a:gd name="connsiteX0" fmla="*/ 1408906 w 1862116"/>
              <a:gd name="connsiteY0" fmla="*/ 5940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08906 w 1862116"/>
              <a:gd name="connsiteY4" fmla="*/ 5940 h 990807"/>
              <a:gd name="connsiteX0" fmla="*/ 1411287 w 1862116"/>
              <a:gd name="connsiteY0" fmla="*/ 16636 h 990807"/>
              <a:gd name="connsiteX1" fmla="*/ 1862116 w 1862116"/>
              <a:gd name="connsiteY1" fmla="*/ 0 h 990807"/>
              <a:gd name="connsiteX2" fmla="*/ 1402260 w 1862116"/>
              <a:gd name="connsiteY2" fmla="*/ 990807 h 990807"/>
              <a:gd name="connsiteX3" fmla="*/ 0 w 1862116"/>
              <a:gd name="connsiteY3" fmla="*/ 990807 h 990807"/>
              <a:gd name="connsiteX4" fmla="*/ 1411287 w 1862116"/>
              <a:gd name="connsiteY4" fmla="*/ 16636 h 990807"/>
              <a:gd name="connsiteX0" fmla="*/ 1411287 w 1852591"/>
              <a:gd name="connsiteY0" fmla="*/ 2376 h 976547"/>
              <a:gd name="connsiteX1" fmla="*/ 1852591 w 1852591"/>
              <a:gd name="connsiteY1" fmla="*/ 0 h 976547"/>
              <a:gd name="connsiteX2" fmla="*/ 1402260 w 1852591"/>
              <a:gd name="connsiteY2" fmla="*/ 976547 h 976547"/>
              <a:gd name="connsiteX3" fmla="*/ 0 w 1852591"/>
              <a:gd name="connsiteY3" fmla="*/ 976547 h 976547"/>
              <a:gd name="connsiteX4" fmla="*/ 1411287 w 1852591"/>
              <a:gd name="connsiteY4" fmla="*/ 2376 h 976547"/>
              <a:gd name="connsiteX0" fmla="*/ 1282699 w 1852591"/>
              <a:gd name="connsiteY0" fmla="*/ 0 h 1073989"/>
              <a:gd name="connsiteX1" fmla="*/ 1852591 w 1852591"/>
              <a:gd name="connsiteY1" fmla="*/ 97442 h 1073989"/>
              <a:gd name="connsiteX2" fmla="*/ 1402260 w 1852591"/>
              <a:gd name="connsiteY2" fmla="*/ 1073989 h 1073989"/>
              <a:gd name="connsiteX3" fmla="*/ 0 w 1852591"/>
              <a:gd name="connsiteY3" fmla="*/ 1073989 h 1073989"/>
              <a:gd name="connsiteX4" fmla="*/ 1282699 w 1852591"/>
              <a:gd name="connsiteY4" fmla="*/ 0 h 1073989"/>
              <a:gd name="connsiteX0" fmla="*/ 1411286 w 1852591"/>
              <a:gd name="connsiteY0" fmla="*/ 0 h 981302"/>
              <a:gd name="connsiteX1" fmla="*/ 1852591 w 1852591"/>
              <a:gd name="connsiteY1" fmla="*/ 4755 h 981302"/>
              <a:gd name="connsiteX2" fmla="*/ 1402260 w 1852591"/>
              <a:gd name="connsiteY2" fmla="*/ 981302 h 981302"/>
              <a:gd name="connsiteX3" fmla="*/ 0 w 1852591"/>
              <a:gd name="connsiteY3" fmla="*/ 981302 h 981302"/>
              <a:gd name="connsiteX4" fmla="*/ 1411286 w 1852591"/>
              <a:gd name="connsiteY4" fmla="*/ 0 h 98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2591" h="981302">
                <a:moveTo>
                  <a:pt x="1411286" y="0"/>
                </a:moveTo>
                <a:lnTo>
                  <a:pt x="1852591" y="4755"/>
                </a:lnTo>
                <a:lnTo>
                  <a:pt x="1402260" y="981302"/>
                </a:lnTo>
                <a:lnTo>
                  <a:pt x="0" y="981302"/>
                </a:lnTo>
                <a:lnTo>
                  <a:pt x="1411286" y="0"/>
                </a:lnTo>
                <a:close/>
              </a:path>
            </a:pathLst>
          </a:custGeom>
          <a:solidFill>
            <a:srgbClr val="40404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404040"/>
              </a:solidFill>
              <a:latin typeface="Coolvetica Rg" panose="020B0603030602020004" pitchFamily="34" charset="0"/>
              <a:sym typeface="Arial" panose="020B0604020202020204" pitchFamily="34" charset="0"/>
            </a:endParaRPr>
          </a:p>
        </p:txBody>
      </p:sp>
      <p:sp>
        <p:nvSpPr>
          <p:cNvPr id="76" name="Rectangle 75"/>
          <p:cNvSpPr/>
          <p:nvPr/>
        </p:nvSpPr>
        <p:spPr>
          <a:xfrm flipH="1">
            <a:off x="6655042" y="1859569"/>
            <a:ext cx="550230" cy="693324"/>
          </a:xfrm>
          <a:prstGeom prst="rect">
            <a:avLst/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87" name="Freeform 144"/>
          <p:cNvSpPr>
            <a:spLocks noEditPoints="1"/>
          </p:cNvSpPr>
          <p:nvPr/>
        </p:nvSpPr>
        <p:spPr bwMode="auto">
          <a:xfrm>
            <a:off x="1913185" y="3528784"/>
            <a:ext cx="532245" cy="461560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88" name="Freeform 145" descr="D:\51PPT模板网\51pptmoban.com\图片.jpg"/>
          <p:cNvSpPr>
            <a:spLocks/>
          </p:cNvSpPr>
          <p:nvPr/>
        </p:nvSpPr>
        <p:spPr bwMode="auto">
          <a:xfrm>
            <a:off x="3851684" y="3512152"/>
            <a:ext cx="573829" cy="494824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89" name="Freeform 113" descr="D:\51PPT模板网\51pptmoban.com\图片.jpg"/>
          <p:cNvSpPr>
            <a:spLocks noEditPoints="1"/>
          </p:cNvSpPr>
          <p:nvPr/>
        </p:nvSpPr>
        <p:spPr bwMode="auto">
          <a:xfrm>
            <a:off x="5808895" y="3532944"/>
            <a:ext cx="577988" cy="453241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44" y="43"/>
              </a:cxn>
              <a:cxn ang="0">
                <a:pos x="28" y="47"/>
              </a:cxn>
              <a:cxn ang="0">
                <a:pos x="18" y="46"/>
              </a:cxn>
              <a:cxn ang="0">
                <a:pos x="11" y="43"/>
              </a:cxn>
              <a:cxn ang="0">
                <a:pos x="4" y="50"/>
              </a:cxn>
              <a:cxn ang="0">
                <a:pos x="0" y="47"/>
              </a:cxn>
              <a:cxn ang="0">
                <a:pos x="0" y="46"/>
              </a:cxn>
              <a:cxn ang="0">
                <a:pos x="7" y="37"/>
              </a:cxn>
              <a:cxn ang="0">
                <a:pos x="6" y="34"/>
              </a:cxn>
              <a:cxn ang="0">
                <a:pos x="5" y="30"/>
              </a:cxn>
              <a:cxn ang="0">
                <a:pos x="25" y="8"/>
              </a:cxn>
              <a:cxn ang="0">
                <a:pos x="52" y="3"/>
              </a:cxn>
              <a:cxn ang="0">
                <a:pos x="58" y="0"/>
              </a:cxn>
              <a:cxn ang="0">
                <a:pos x="64" y="13"/>
              </a:cxn>
              <a:cxn ang="0">
                <a:pos x="63" y="20"/>
              </a:cxn>
              <a:cxn ang="0">
                <a:pos x="43" y="18"/>
              </a:cxn>
              <a:cxn ang="0">
                <a:pos x="14" y="32"/>
              </a:cxn>
              <a:cxn ang="0">
                <a:pos x="13" y="34"/>
              </a:cxn>
              <a:cxn ang="0">
                <a:pos x="16" y="36"/>
              </a:cxn>
              <a:cxn ang="0">
                <a:pos x="17" y="36"/>
              </a:cxn>
              <a:cxn ang="0">
                <a:pos x="22" y="31"/>
              </a:cxn>
              <a:cxn ang="0">
                <a:pos x="43" y="23"/>
              </a:cxn>
              <a:cxn ang="0">
                <a:pos x="45" y="20"/>
              </a:cxn>
              <a:cxn ang="0">
                <a:pos x="43" y="18"/>
              </a:cxn>
            </a:cxnLst>
            <a:rect l="0" t="0" r="r" b="b"/>
            <a:pathLst>
              <a:path w="64" h="50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90" name="Freeform 55"/>
          <p:cNvSpPr>
            <a:spLocks noEditPoints="1"/>
          </p:cNvSpPr>
          <p:nvPr/>
        </p:nvSpPr>
        <p:spPr bwMode="auto">
          <a:xfrm>
            <a:off x="7770007" y="3539180"/>
            <a:ext cx="590461" cy="440768"/>
          </a:xfrm>
          <a:custGeom>
            <a:avLst/>
            <a:gdLst/>
            <a:ahLst/>
            <a:cxnLst>
              <a:cxn ang="0">
                <a:pos x="19" y="42"/>
              </a:cxn>
              <a:cxn ang="0">
                <a:pos x="17" y="42"/>
              </a:cxn>
              <a:cxn ang="0">
                <a:pos x="1" y="25"/>
              </a:cxn>
              <a:cxn ang="0">
                <a:pos x="1" y="24"/>
              </a:cxn>
              <a:cxn ang="0">
                <a:pos x="17" y="7"/>
              </a:cxn>
              <a:cxn ang="0">
                <a:pos x="19" y="7"/>
              </a:cxn>
              <a:cxn ang="0">
                <a:pos x="21" y="9"/>
              </a:cxn>
              <a:cxn ang="0">
                <a:pos x="21" y="11"/>
              </a:cxn>
              <a:cxn ang="0">
                <a:pos x="7" y="25"/>
              </a:cxn>
              <a:cxn ang="0">
                <a:pos x="21" y="39"/>
              </a:cxn>
              <a:cxn ang="0">
                <a:pos x="21" y="40"/>
              </a:cxn>
              <a:cxn ang="0">
                <a:pos x="19" y="42"/>
              </a:cxn>
              <a:cxn ang="0">
                <a:pos x="29" y="48"/>
              </a:cxn>
              <a:cxn ang="0">
                <a:pos x="27" y="49"/>
              </a:cxn>
              <a:cxn ang="0">
                <a:pos x="25" y="48"/>
              </a:cxn>
              <a:cxn ang="0">
                <a:pos x="24" y="47"/>
              </a:cxn>
              <a:cxn ang="0">
                <a:pos x="38" y="1"/>
              </a:cxn>
              <a:cxn ang="0">
                <a:pos x="39" y="0"/>
              </a:cxn>
              <a:cxn ang="0">
                <a:pos x="41" y="1"/>
              </a:cxn>
              <a:cxn ang="0">
                <a:pos x="42" y="2"/>
              </a:cxn>
              <a:cxn ang="0">
                <a:pos x="29" y="48"/>
              </a:cxn>
              <a:cxn ang="0">
                <a:pos x="49" y="42"/>
              </a:cxn>
              <a:cxn ang="0">
                <a:pos x="47" y="42"/>
              </a:cxn>
              <a:cxn ang="0">
                <a:pos x="45" y="40"/>
              </a:cxn>
              <a:cxn ang="0">
                <a:pos x="45" y="39"/>
              </a:cxn>
              <a:cxn ang="0">
                <a:pos x="59" y="25"/>
              </a:cxn>
              <a:cxn ang="0">
                <a:pos x="45" y="11"/>
              </a:cxn>
              <a:cxn ang="0">
                <a:pos x="45" y="9"/>
              </a:cxn>
              <a:cxn ang="0">
                <a:pos x="47" y="7"/>
              </a:cxn>
              <a:cxn ang="0">
                <a:pos x="49" y="7"/>
              </a:cxn>
              <a:cxn ang="0">
                <a:pos x="65" y="24"/>
              </a:cxn>
              <a:cxn ang="0">
                <a:pos x="65" y="25"/>
              </a:cxn>
              <a:cxn ang="0">
                <a:pos x="49" y="42"/>
              </a:cxn>
            </a:cxnLst>
            <a:rect l="0" t="0" r="r" b="b"/>
            <a:pathLst>
              <a:path w="66" h="49">
                <a:moveTo>
                  <a:pt x="19" y="42"/>
                </a:moveTo>
                <a:cubicBezTo>
                  <a:pt x="19" y="43"/>
                  <a:pt x="18" y="43"/>
                  <a:pt x="17" y="42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7"/>
                  <a:pt x="19" y="7"/>
                  <a:pt x="19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10"/>
                  <a:pt x="21" y="11"/>
                </a:cubicBezTo>
                <a:cubicBezTo>
                  <a:pt x="7" y="25"/>
                  <a:pt x="7" y="25"/>
                  <a:pt x="7" y="25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1" y="40"/>
                  <a:pt x="21" y="40"/>
                </a:cubicBezTo>
                <a:lnTo>
                  <a:pt x="19" y="42"/>
                </a:lnTo>
                <a:close/>
                <a:moveTo>
                  <a:pt x="29" y="48"/>
                </a:moveTo>
                <a:cubicBezTo>
                  <a:pt x="28" y="49"/>
                  <a:pt x="28" y="49"/>
                  <a:pt x="27" y="49"/>
                </a:cubicBezTo>
                <a:cubicBezTo>
                  <a:pt x="25" y="48"/>
                  <a:pt x="25" y="48"/>
                  <a:pt x="25" y="48"/>
                </a:cubicBezTo>
                <a:cubicBezTo>
                  <a:pt x="24" y="48"/>
                  <a:pt x="24" y="48"/>
                  <a:pt x="24" y="47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8" y="0"/>
                  <a:pt x="39" y="0"/>
                </a:cubicBezTo>
                <a:cubicBezTo>
                  <a:pt x="41" y="1"/>
                  <a:pt x="41" y="1"/>
                  <a:pt x="41" y="1"/>
                </a:cubicBezTo>
                <a:cubicBezTo>
                  <a:pt x="42" y="1"/>
                  <a:pt x="42" y="2"/>
                  <a:pt x="42" y="2"/>
                </a:cubicBezTo>
                <a:lnTo>
                  <a:pt x="29" y="48"/>
                </a:lnTo>
                <a:close/>
                <a:moveTo>
                  <a:pt x="49" y="42"/>
                </a:moveTo>
                <a:cubicBezTo>
                  <a:pt x="48" y="43"/>
                  <a:pt x="48" y="43"/>
                  <a:pt x="47" y="42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39"/>
                  <a:pt x="45" y="39"/>
                </a:cubicBezTo>
                <a:cubicBezTo>
                  <a:pt x="59" y="25"/>
                  <a:pt x="59" y="25"/>
                  <a:pt x="59" y="25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9"/>
                  <a:pt x="45" y="9"/>
                </a:cubicBezTo>
                <a:cubicBezTo>
                  <a:pt x="47" y="7"/>
                  <a:pt x="47" y="7"/>
                  <a:pt x="47" y="7"/>
                </a:cubicBezTo>
                <a:cubicBezTo>
                  <a:pt x="48" y="7"/>
                  <a:pt x="48" y="7"/>
                  <a:pt x="49" y="7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5" y="25"/>
                </a:cubicBezTo>
                <a:lnTo>
                  <a:pt x="49" y="42"/>
                </a:ln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rgbClr val="40404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91" name="Freeform 105"/>
          <p:cNvSpPr>
            <a:spLocks noEditPoints="1"/>
          </p:cNvSpPr>
          <p:nvPr/>
        </p:nvSpPr>
        <p:spPr bwMode="auto">
          <a:xfrm>
            <a:off x="9737613" y="3476809"/>
            <a:ext cx="573829" cy="565511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en-US" kern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6D7BE9E-AA36-6E40-CAF5-54D70AD431ED}"/>
              </a:ext>
            </a:extLst>
          </p:cNvPr>
          <p:cNvSpPr txBox="1"/>
          <p:nvPr/>
        </p:nvSpPr>
        <p:spPr>
          <a:xfrm>
            <a:off x="1662795" y="1100718"/>
            <a:ext cx="8874682" cy="5324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200</a:t>
            </a:r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5</a:t>
            </a:r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分钟之内。此处添加详细文本描述，建议与标题相关并符合整体语言风格，语言描述尽量简洁生动。</a:t>
            </a:r>
            <a:endParaRPr lang="en-US" altLang="zh-CN" sz="1000" dirty="0">
              <a:solidFill>
                <a:srgbClr val="404040"/>
              </a:solidFill>
              <a:sym typeface="HarmonyOS Sans SC Light" panose="00000400000000000000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AE61F8D-59F3-3063-023B-91008CA33245}"/>
              </a:ext>
            </a:extLst>
          </p:cNvPr>
          <p:cNvGrpSpPr/>
          <p:nvPr/>
        </p:nvGrpSpPr>
        <p:grpSpPr>
          <a:xfrm>
            <a:off x="1355872" y="4885045"/>
            <a:ext cx="1646870" cy="1278187"/>
            <a:chOff x="943375" y="1906534"/>
            <a:chExt cx="1646870" cy="1278187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C8A715D-918E-E365-1CB2-8AE5AAA5080E}"/>
                </a:ext>
              </a:extLst>
            </p:cNvPr>
            <p:cNvSpPr txBox="1"/>
            <p:nvPr/>
          </p:nvSpPr>
          <p:spPr>
            <a:xfrm>
              <a:off x="943377" y="2190603"/>
              <a:ext cx="164686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B4AB77-C5B9-593D-0158-D86C0967ECD4}"/>
                </a:ext>
              </a:extLst>
            </p:cNvPr>
            <p:cNvSpPr txBox="1"/>
            <p:nvPr/>
          </p:nvSpPr>
          <p:spPr>
            <a:xfrm>
              <a:off x="943375" y="1906534"/>
              <a:ext cx="1646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293D7B-CE39-FA81-7039-4E15C8167B5E}"/>
              </a:ext>
            </a:extLst>
          </p:cNvPr>
          <p:cNvGrpSpPr/>
          <p:nvPr/>
        </p:nvGrpSpPr>
        <p:grpSpPr>
          <a:xfrm>
            <a:off x="3315163" y="4885045"/>
            <a:ext cx="1646870" cy="1278187"/>
            <a:chOff x="943375" y="1906534"/>
            <a:chExt cx="1646870" cy="1278187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3576D56-A7D6-B780-1F94-73CEE33E471C}"/>
                </a:ext>
              </a:extLst>
            </p:cNvPr>
            <p:cNvSpPr txBox="1"/>
            <p:nvPr/>
          </p:nvSpPr>
          <p:spPr>
            <a:xfrm>
              <a:off x="943377" y="2190603"/>
              <a:ext cx="164686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69E6204-622F-D803-D312-FE012A9D1FA6}"/>
                </a:ext>
              </a:extLst>
            </p:cNvPr>
            <p:cNvSpPr txBox="1"/>
            <p:nvPr/>
          </p:nvSpPr>
          <p:spPr>
            <a:xfrm>
              <a:off x="943375" y="1906534"/>
              <a:ext cx="1646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BEE1EB0-6927-72B9-28AF-B41A60F83AB5}"/>
              </a:ext>
            </a:extLst>
          </p:cNvPr>
          <p:cNvGrpSpPr/>
          <p:nvPr/>
        </p:nvGrpSpPr>
        <p:grpSpPr>
          <a:xfrm>
            <a:off x="5274454" y="4885045"/>
            <a:ext cx="1646870" cy="1278187"/>
            <a:chOff x="943375" y="1906534"/>
            <a:chExt cx="1646870" cy="127818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1FAA4A6-8C6F-BC8D-5392-AC5E27867D15}"/>
                </a:ext>
              </a:extLst>
            </p:cNvPr>
            <p:cNvSpPr txBox="1"/>
            <p:nvPr/>
          </p:nvSpPr>
          <p:spPr>
            <a:xfrm>
              <a:off x="943377" y="2190603"/>
              <a:ext cx="164686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DC7FBB6-E5B6-1FD7-0E83-64F9A81DD9A0}"/>
                </a:ext>
              </a:extLst>
            </p:cNvPr>
            <p:cNvSpPr txBox="1"/>
            <p:nvPr/>
          </p:nvSpPr>
          <p:spPr>
            <a:xfrm>
              <a:off x="943375" y="1906534"/>
              <a:ext cx="1646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8D0FB5B-4418-5C27-4399-A0C9AEBAE5CA}"/>
              </a:ext>
            </a:extLst>
          </p:cNvPr>
          <p:cNvGrpSpPr/>
          <p:nvPr/>
        </p:nvGrpSpPr>
        <p:grpSpPr>
          <a:xfrm>
            <a:off x="7246445" y="4885045"/>
            <a:ext cx="1646870" cy="1278187"/>
            <a:chOff x="943375" y="1906534"/>
            <a:chExt cx="1646870" cy="1278187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7F3AD03-1505-E531-3989-7A74E4742CC1}"/>
                </a:ext>
              </a:extLst>
            </p:cNvPr>
            <p:cNvSpPr txBox="1"/>
            <p:nvPr/>
          </p:nvSpPr>
          <p:spPr>
            <a:xfrm>
              <a:off x="943377" y="2190603"/>
              <a:ext cx="164686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16DAC0C-1D60-7673-0602-522662173B3C}"/>
                </a:ext>
              </a:extLst>
            </p:cNvPr>
            <p:cNvSpPr txBox="1"/>
            <p:nvPr/>
          </p:nvSpPr>
          <p:spPr>
            <a:xfrm>
              <a:off x="943375" y="1906534"/>
              <a:ext cx="1646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856DB87-17D6-EB8D-6916-B96A6CF64EDC}"/>
              </a:ext>
            </a:extLst>
          </p:cNvPr>
          <p:cNvGrpSpPr/>
          <p:nvPr/>
        </p:nvGrpSpPr>
        <p:grpSpPr>
          <a:xfrm>
            <a:off x="9191348" y="4885045"/>
            <a:ext cx="1646870" cy="1278187"/>
            <a:chOff x="943375" y="1906534"/>
            <a:chExt cx="1646870" cy="1278187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3743E44-E26E-10FA-3BF9-47FA53E81902}"/>
                </a:ext>
              </a:extLst>
            </p:cNvPr>
            <p:cNvSpPr txBox="1"/>
            <p:nvPr/>
          </p:nvSpPr>
          <p:spPr>
            <a:xfrm>
              <a:off x="943377" y="2190603"/>
              <a:ext cx="164686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0DCB5D6-5CCE-075E-8864-360E6EB6E7A7}"/>
                </a:ext>
              </a:extLst>
            </p:cNvPr>
            <p:cNvSpPr txBox="1"/>
            <p:nvPr/>
          </p:nvSpPr>
          <p:spPr>
            <a:xfrm>
              <a:off x="943375" y="1906534"/>
              <a:ext cx="1646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223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D8B1C-0256-E8FB-D51F-DB5865D76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20ED66F-A2C0-23AC-F2D8-C6230FAE30F2}"/>
              </a:ext>
            </a:extLst>
          </p:cNvPr>
          <p:cNvGrpSpPr/>
          <p:nvPr/>
        </p:nvGrpSpPr>
        <p:grpSpPr>
          <a:xfrm>
            <a:off x="-304985" y="177680"/>
            <a:ext cx="4706814" cy="584775"/>
            <a:chOff x="1253874" y="2322008"/>
            <a:chExt cx="4706814" cy="584775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1C43637A-5AB8-40C5-CCD3-F0179C320502}"/>
                </a:ext>
              </a:extLst>
            </p:cNvPr>
            <p:cNvSpPr/>
            <p:nvPr/>
          </p:nvSpPr>
          <p:spPr>
            <a:xfrm>
              <a:off x="1253874" y="2350272"/>
              <a:ext cx="4706814" cy="528248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5E7DD48-FA28-6AD6-C9AF-D20588289F6D}"/>
                </a:ext>
              </a:extLst>
            </p:cNvPr>
            <p:cNvSpPr txBox="1"/>
            <p:nvPr/>
          </p:nvSpPr>
          <p:spPr>
            <a:xfrm>
              <a:off x="3359495" y="2380400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>
                  <a:latin typeface="演示斜黑体" panose="00000A08000000000000" pitchFamily="50" charset="-122"/>
                  <a:ea typeface="演示斜黑体" panose="00000A08000000000000" pitchFamily="50" charset="-122"/>
                </a:defRPr>
              </a:lvl1pPr>
            </a:lstStyle>
            <a:p>
              <a:r>
                <a:rPr lang="zh-CN" altLang="en-US" sz="2000" dirty="0"/>
                <a:t>添加标题文本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EB796E4-782C-AA7A-7751-2FE18E34904D}"/>
                </a:ext>
              </a:extLst>
            </p:cNvPr>
            <p:cNvSpPr txBox="1"/>
            <p:nvPr/>
          </p:nvSpPr>
          <p:spPr>
            <a:xfrm>
              <a:off x="2137847" y="2322008"/>
              <a:ext cx="6880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3200" dirty="0"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8BA0FA3F-C280-02F1-492A-9E48D0BEC96A}"/>
                </a:ext>
              </a:extLst>
            </p:cNvPr>
            <p:cNvSpPr/>
            <p:nvPr/>
          </p:nvSpPr>
          <p:spPr>
            <a:xfrm>
              <a:off x="2859559" y="2350671"/>
              <a:ext cx="422488" cy="422488"/>
            </a:xfrm>
            <a:prstGeom prst="chevron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7FADE30C-EAC1-76EC-E7DE-EA85C240A2A7}"/>
                </a:ext>
              </a:extLst>
            </p:cNvPr>
            <p:cNvSpPr/>
            <p:nvPr/>
          </p:nvSpPr>
          <p:spPr>
            <a:xfrm>
              <a:off x="1997497" y="2832800"/>
              <a:ext cx="457825" cy="45719"/>
            </a:xfrm>
            <a:custGeom>
              <a:avLst/>
              <a:gdLst>
                <a:gd name="connsiteX0" fmla="*/ 0 w 457825"/>
                <a:gd name="connsiteY0" fmla="*/ 0 h 45719"/>
                <a:gd name="connsiteX1" fmla="*/ 40436 w 457825"/>
                <a:gd name="connsiteY1" fmla="*/ 0 h 45719"/>
                <a:gd name="connsiteX2" fmla="*/ 45719 w 457825"/>
                <a:gd name="connsiteY2" fmla="*/ 0 h 45719"/>
                <a:gd name="connsiteX3" fmla="*/ 84195 w 457825"/>
                <a:gd name="connsiteY3" fmla="*/ 0 h 45719"/>
                <a:gd name="connsiteX4" fmla="*/ 86155 w 457825"/>
                <a:gd name="connsiteY4" fmla="*/ 0 h 45719"/>
                <a:gd name="connsiteX5" fmla="*/ 109696 w 457825"/>
                <a:gd name="connsiteY5" fmla="*/ 0 h 45719"/>
                <a:gd name="connsiteX6" fmla="*/ 129914 w 457825"/>
                <a:gd name="connsiteY6" fmla="*/ 0 h 45719"/>
                <a:gd name="connsiteX7" fmla="*/ 150133 w 457825"/>
                <a:gd name="connsiteY7" fmla="*/ 0 h 45719"/>
                <a:gd name="connsiteX8" fmla="*/ 155415 w 457825"/>
                <a:gd name="connsiteY8" fmla="*/ 0 h 45719"/>
                <a:gd name="connsiteX9" fmla="*/ 172495 w 457825"/>
                <a:gd name="connsiteY9" fmla="*/ 0 h 45719"/>
                <a:gd name="connsiteX10" fmla="*/ 193892 w 457825"/>
                <a:gd name="connsiteY10" fmla="*/ 0 h 45719"/>
                <a:gd name="connsiteX11" fmla="*/ 195852 w 457825"/>
                <a:gd name="connsiteY11" fmla="*/ 0 h 45719"/>
                <a:gd name="connsiteX12" fmla="*/ 212931 w 457825"/>
                <a:gd name="connsiteY12" fmla="*/ 0 h 45719"/>
                <a:gd name="connsiteX13" fmla="*/ 218214 w 457825"/>
                <a:gd name="connsiteY13" fmla="*/ 0 h 45719"/>
                <a:gd name="connsiteX14" fmla="*/ 239611 w 457825"/>
                <a:gd name="connsiteY14" fmla="*/ 0 h 45719"/>
                <a:gd name="connsiteX15" fmla="*/ 256691 w 457825"/>
                <a:gd name="connsiteY15" fmla="*/ 0 h 45719"/>
                <a:gd name="connsiteX16" fmla="*/ 258651 w 457825"/>
                <a:gd name="connsiteY16" fmla="*/ 0 h 45719"/>
                <a:gd name="connsiteX17" fmla="*/ 282192 w 457825"/>
                <a:gd name="connsiteY17" fmla="*/ 0 h 45719"/>
                <a:gd name="connsiteX18" fmla="*/ 302410 w 457825"/>
                <a:gd name="connsiteY18" fmla="*/ 0 h 45719"/>
                <a:gd name="connsiteX19" fmla="*/ 322628 w 457825"/>
                <a:gd name="connsiteY19" fmla="*/ 0 h 45719"/>
                <a:gd name="connsiteX20" fmla="*/ 327911 w 457825"/>
                <a:gd name="connsiteY20" fmla="*/ 0 h 45719"/>
                <a:gd name="connsiteX21" fmla="*/ 366387 w 457825"/>
                <a:gd name="connsiteY21" fmla="*/ 0 h 45719"/>
                <a:gd name="connsiteX22" fmla="*/ 368347 w 457825"/>
                <a:gd name="connsiteY22" fmla="*/ 0 h 45719"/>
                <a:gd name="connsiteX23" fmla="*/ 412106 w 457825"/>
                <a:gd name="connsiteY23" fmla="*/ 0 h 45719"/>
                <a:gd name="connsiteX24" fmla="*/ 457825 w 457825"/>
                <a:gd name="connsiteY24" fmla="*/ 45719 h 45719"/>
                <a:gd name="connsiteX25" fmla="*/ 414066 w 457825"/>
                <a:gd name="connsiteY25" fmla="*/ 45719 h 45719"/>
                <a:gd name="connsiteX26" fmla="*/ 412106 w 457825"/>
                <a:gd name="connsiteY26" fmla="*/ 45719 h 45719"/>
                <a:gd name="connsiteX27" fmla="*/ 373630 w 457825"/>
                <a:gd name="connsiteY27" fmla="*/ 45719 h 45719"/>
                <a:gd name="connsiteX28" fmla="*/ 368347 w 457825"/>
                <a:gd name="connsiteY28" fmla="*/ 45719 h 45719"/>
                <a:gd name="connsiteX29" fmla="*/ 348129 w 457825"/>
                <a:gd name="connsiteY29" fmla="*/ 45719 h 45719"/>
                <a:gd name="connsiteX30" fmla="*/ 327911 w 457825"/>
                <a:gd name="connsiteY30" fmla="*/ 45719 h 45719"/>
                <a:gd name="connsiteX31" fmla="*/ 304370 w 457825"/>
                <a:gd name="connsiteY31" fmla="*/ 45719 h 45719"/>
                <a:gd name="connsiteX32" fmla="*/ 302410 w 457825"/>
                <a:gd name="connsiteY32" fmla="*/ 45719 h 45719"/>
                <a:gd name="connsiteX33" fmla="*/ 285330 w 457825"/>
                <a:gd name="connsiteY33" fmla="*/ 45719 h 45719"/>
                <a:gd name="connsiteX34" fmla="*/ 263933 w 457825"/>
                <a:gd name="connsiteY34" fmla="*/ 45719 h 45719"/>
                <a:gd name="connsiteX35" fmla="*/ 258651 w 457825"/>
                <a:gd name="connsiteY35" fmla="*/ 45719 h 45719"/>
                <a:gd name="connsiteX36" fmla="*/ 241571 w 457825"/>
                <a:gd name="connsiteY36" fmla="*/ 45719 h 45719"/>
                <a:gd name="connsiteX37" fmla="*/ 239611 w 457825"/>
                <a:gd name="connsiteY37" fmla="*/ 45719 h 45719"/>
                <a:gd name="connsiteX38" fmla="*/ 218214 w 457825"/>
                <a:gd name="connsiteY38" fmla="*/ 45719 h 45719"/>
                <a:gd name="connsiteX39" fmla="*/ 201135 w 457825"/>
                <a:gd name="connsiteY39" fmla="*/ 45719 h 45719"/>
                <a:gd name="connsiteX40" fmla="*/ 195852 w 457825"/>
                <a:gd name="connsiteY40" fmla="*/ 45719 h 45719"/>
                <a:gd name="connsiteX41" fmla="*/ 175634 w 457825"/>
                <a:gd name="connsiteY41" fmla="*/ 45719 h 45719"/>
                <a:gd name="connsiteX42" fmla="*/ 155415 w 457825"/>
                <a:gd name="connsiteY42" fmla="*/ 45719 h 45719"/>
                <a:gd name="connsiteX43" fmla="*/ 131874 w 457825"/>
                <a:gd name="connsiteY43" fmla="*/ 45719 h 45719"/>
                <a:gd name="connsiteX44" fmla="*/ 129914 w 457825"/>
                <a:gd name="connsiteY44" fmla="*/ 45719 h 45719"/>
                <a:gd name="connsiteX45" fmla="*/ 91438 w 457825"/>
                <a:gd name="connsiteY45" fmla="*/ 45719 h 45719"/>
                <a:gd name="connsiteX46" fmla="*/ 86155 w 457825"/>
                <a:gd name="connsiteY46" fmla="*/ 45719 h 45719"/>
                <a:gd name="connsiteX47" fmla="*/ 45719 w 457825"/>
                <a:gd name="connsiteY47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57825" h="45719">
                  <a:moveTo>
                    <a:pt x="0" y="0"/>
                  </a:moveTo>
                  <a:lnTo>
                    <a:pt x="40436" y="0"/>
                  </a:lnTo>
                  <a:lnTo>
                    <a:pt x="45719" y="0"/>
                  </a:lnTo>
                  <a:lnTo>
                    <a:pt x="84195" y="0"/>
                  </a:lnTo>
                  <a:lnTo>
                    <a:pt x="86155" y="0"/>
                  </a:lnTo>
                  <a:lnTo>
                    <a:pt x="109696" y="0"/>
                  </a:lnTo>
                  <a:lnTo>
                    <a:pt x="129914" y="0"/>
                  </a:lnTo>
                  <a:lnTo>
                    <a:pt x="150133" y="0"/>
                  </a:lnTo>
                  <a:lnTo>
                    <a:pt x="155415" y="0"/>
                  </a:lnTo>
                  <a:lnTo>
                    <a:pt x="172495" y="0"/>
                  </a:lnTo>
                  <a:lnTo>
                    <a:pt x="193892" y="0"/>
                  </a:lnTo>
                  <a:lnTo>
                    <a:pt x="195852" y="0"/>
                  </a:lnTo>
                  <a:lnTo>
                    <a:pt x="212931" y="0"/>
                  </a:lnTo>
                  <a:lnTo>
                    <a:pt x="218214" y="0"/>
                  </a:lnTo>
                  <a:lnTo>
                    <a:pt x="239611" y="0"/>
                  </a:lnTo>
                  <a:lnTo>
                    <a:pt x="256691" y="0"/>
                  </a:lnTo>
                  <a:lnTo>
                    <a:pt x="258651" y="0"/>
                  </a:lnTo>
                  <a:lnTo>
                    <a:pt x="282192" y="0"/>
                  </a:lnTo>
                  <a:lnTo>
                    <a:pt x="302410" y="0"/>
                  </a:lnTo>
                  <a:lnTo>
                    <a:pt x="322628" y="0"/>
                  </a:lnTo>
                  <a:lnTo>
                    <a:pt x="327911" y="0"/>
                  </a:lnTo>
                  <a:lnTo>
                    <a:pt x="366387" y="0"/>
                  </a:lnTo>
                  <a:lnTo>
                    <a:pt x="368347" y="0"/>
                  </a:lnTo>
                  <a:lnTo>
                    <a:pt x="412106" y="0"/>
                  </a:lnTo>
                  <a:lnTo>
                    <a:pt x="457825" y="45719"/>
                  </a:lnTo>
                  <a:lnTo>
                    <a:pt x="414066" y="45719"/>
                  </a:lnTo>
                  <a:lnTo>
                    <a:pt x="412106" y="45719"/>
                  </a:lnTo>
                  <a:lnTo>
                    <a:pt x="373630" y="45719"/>
                  </a:lnTo>
                  <a:lnTo>
                    <a:pt x="368347" y="45719"/>
                  </a:lnTo>
                  <a:lnTo>
                    <a:pt x="348129" y="45719"/>
                  </a:lnTo>
                  <a:lnTo>
                    <a:pt x="327911" y="45719"/>
                  </a:lnTo>
                  <a:lnTo>
                    <a:pt x="304370" y="45719"/>
                  </a:lnTo>
                  <a:lnTo>
                    <a:pt x="302410" y="45719"/>
                  </a:lnTo>
                  <a:lnTo>
                    <a:pt x="285330" y="45719"/>
                  </a:lnTo>
                  <a:lnTo>
                    <a:pt x="263933" y="45719"/>
                  </a:lnTo>
                  <a:lnTo>
                    <a:pt x="258651" y="45719"/>
                  </a:lnTo>
                  <a:lnTo>
                    <a:pt x="241571" y="45719"/>
                  </a:lnTo>
                  <a:lnTo>
                    <a:pt x="239611" y="45719"/>
                  </a:lnTo>
                  <a:lnTo>
                    <a:pt x="218214" y="45719"/>
                  </a:lnTo>
                  <a:lnTo>
                    <a:pt x="201135" y="45719"/>
                  </a:lnTo>
                  <a:lnTo>
                    <a:pt x="195852" y="45719"/>
                  </a:lnTo>
                  <a:lnTo>
                    <a:pt x="175634" y="45719"/>
                  </a:lnTo>
                  <a:lnTo>
                    <a:pt x="155415" y="45719"/>
                  </a:lnTo>
                  <a:lnTo>
                    <a:pt x="131874" y="45719"/>
                  </a:lnTo>
                  <a:lnTo>
                    <a:pt x="129914" y="45719"/>
                  </a:lnTo>
                  <a:lnTo>
                    <a:pt x="91438" y="45719"/>
                  </a:lnTo>
                  <a:lnTo>
                    <a:pt x="86155" y="45719"/>
                  </a:lnTo>
                  <a:lnTo>
                    <a:pt x="45719" y="457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627E3216-4ED5-50E5-C322-15CE01925F5D}"/>
              </a:ext>
            </a:extLst>
          </p:cNvPr>
          <p:cNvSpPr/>
          <p:nvPr/>
        </p:nvSpPr>
        <p:spPr>
          <a:xfrm>
            <a:off x="1685080" y="2881431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chemeClr val="bg1"/>
              </a:solidFill>
              <a:cs typeface="+mn-ea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A931B39-5BC2-A079-852C-96F52C05FBC1}"/>
              </a:ext>
            </a:extLst>
          </p:cNvPr>
          <p:cNvSpPr/>
          <p:nvPr/>
        </p:nvSpPr>
        <p:spPr>
          <a:xfrm>
            <a:off x="3811735" y="2881431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F18BE56-CC1C-CDEA-E89B-5D30990894CB}"/>
              </a:ext>
            </a:extLst>
          </p:cNvPr>
          <p:cNvSpPr/>
          <p:nvPr/>
        </p:nvSpPr>
        <p:spPr>
          <a:xfrm>
            <a:off x="5938389" y="2881431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404040"/>
          </a:solidFill>
          <a:ln w="12700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zh-CN" altLang="en-US" kern="0">
              <a:solidFill>
                <a:schemeClr val="bg1"/>
              </a:solidFill>
              <a:cs typeface="+mn-ea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B23D367D-F13E-4B93-F631-81D010F3A3A0}"/>
              </a:ext>
            </a:extLst>
          </p:cNvPr>
          <p:cNvSpPr/>
          <p:nvPr/>
        </p:nvSpPr>
        <p:spPr>
          <a:xfrm>
            <a:off x="8065044" y="2881431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FFFF0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BD30ACB-4275-AE28-A365-9ADB320E81C6}"/>
              </a:ext>
            </a:extLst>
          </p:cNvPr>
          <p:cNvSpPr/>
          <p:nvPr/>
        </p:nvSpPr>
        <p:spPr>
          <a:xfrm>
            <a:off x="1631995" y="2539852"/>
            <a:ext cx="673956" cy="66559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rgbClr val="404040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75EF1B3-908C-2414-D8FA-5C2CCD42FB2E}"/>
              </a:ext>
            </a:extLst>
          </p:cNvPr>
          <p:cNvSpPr/>
          <p:nvPr/>
        </p:nvSpPr>
        <p:spPr>
          <a:xfrm>
            <a:off x="4503432" y="3620866"/>
            <a:ext cx="673956" cy="665592"/>
          </a:xfrm>
          <a:prstGeom prst="ellipse">
            <a:avLst/>
          </a:prstGeom>
          <a:solidFill>
            <a:srgbClr val="40404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rgbClr val="404040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430EAC4-85DE-A550-5E86-DECF53791447}"/>
              </a:ext>
            </a:extLst>
          </p:cNvPr>
          <p:cNvSpPr/>
          <p:nvPr/>
        </p:nvSpPr>
        <p:spPr>
          <a:xfrm>
            <a:off x="6931334" y="2503965"/>
            <a:ext cx="673956" cy="66559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rgbClr val="404040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2B91F1D-4272-4D62-6373-9342007838A5}"/>
              </a:ext>
            </a:extLst>
          </p:cNvPr>
          <p:cNvSpPr/>
          <p:nvPr/>
        </p:nvSpPr>
        <p:spPr>
          <a:xfrm>
            <a:off x="9742922" y="3580075"/>
            <a:ext cx="673956" cy="665592"/>
          </a:xfrm>
          <a:prstGeom prst="ellipse">
            <a:avLst/>
          </a:prstGeom>
          <a:solidFill>
            <a:srgbClr val="40404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rgbClr val="404040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D31126-5BA4-58FB-FD58-55DA0E94AB7C}"/>
              </a:ext>
            </a:extLst>
          </p:cNvPr>
          <p:cNvSpPr txBox="1"/>
          <p:nvPr/>
        </p:nvSpPr>
        <p:spPr>
          <a:xfrm>
            <a:off x="1589974" y="4131367"/>
            <a:ext cx="2057351" cy="7632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根据自己的需要添加适当的文字，此处添加详细文本描述，建议与标题相关尽量简洁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... ...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B40DCF-C301-779F-1127-1AFA96F20B41}"/>
              </a:ext>
            </a:extLst>
          </p:cNvPr>
          <p:cNvSpPr txBox="1"/>
          <p:nvPr/>
        </p:nvSpPr>
        <p:spPr>
          <a:xfrm>
            <a:off x="2263362" y="3254221"/>
            <a:ext cx="1441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E4D74D3-9FBA-CF3D-FDC4-D357F4D490E9}"/>
              </a:ext>
            </a:extLst>
          </p:cNvPr>
          <p:cNvSpPr txBox="1"/>
          <p:nvPr/>
        </p:nvSpPr>
        <p:spPr>
          <a:xfrm>
            <a:off x="5899573" y="4131367"/>
            <a:ext cx="2057351" cy="7632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根据自己的需要添加适当的文字，此处添加详细文本描述，建议与标题相关尽量简洁</a:t>
            </a:r>
            <a:r>
              <a:rPr lang="en-US" altLang="zh-CN" sz="1000" dirty="0">
                <a:solidFill>
                  <a:srgbClr val="404040"/>
                </a:solidFill>
                <a:sym typeface="HarmonyOS Sans SC Light" panose="00000400000000000000" pitchFamily="2" charset="-122"/>
              </a:rPr>
              <a:t>... ...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C6F2454-CC74-1FBE-10D0-05E774499BBE}"/>
              </a:ext>
            </a:extLst>
          </p:cNvPr>
          <p:cNvSpPr txBox="1"/>
          <p:nvPr/>
        </p:nvSpPr>
        <p:spPr>
          <a:xfrm>
            <a:off x="6393560" y="3254221"/>
            <a:ext cx="1441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AA92B8C-8F33-912E-E1E8-B83861D07C29}"/>
              </a:ext>
            </a:extLst>
          </p:cNvPr>
          <p:cNvGrpSpPr/>
          <p:nvPr/>
        </p:nvGrpSpPr>
        <p:grpSpPr>
          <a:xfrm>
            <a:off x="4301857" y="1929412"/>
            <a:ext cx="2073076" cy="1663363"/>
            <a:chOff x="311592" y="544401"/>
            <a:chExt cx="2073076" cy="1663363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A365475-0A30-F4BF-70D0-7D50B56C9722}"/>
                </a:ext>
              </a:extLst>
            </p:cNvPr>
            <p:cNvSpPr txBox="1"/>
            <p:nvPr/>
          </p:nvSpPr>
          <p:spPr>
            <a:xfrm>
              <a:off x="327317" y="544401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CCAE1DB-0A0E-8EAC-4CFA-948F3F1AC42B}"/>
                </a:ext>
              </a:extLst>
            </p:cNvPr>
            <p:cNvSpPr txBox="1"/>
            <p:nvPr/>
          </p:nvSpPr>
          <p:spPr>
            <a:xfrm>
              <a:off x="311592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73070C5-7EC2-1BB4-1DA4-0887C24A961C}"/>
              </a:ext>
            </a:extLst>
          </p:cNvPr>
          <p:cNvGrpSpPr/>
          <p:nvPr/>
        </p:nvGrpSpPr>
        <p:grpSpPr>
          <a:xfrm>
            <a:off x="8579855" y="1929412"/>
            <a:ext cx="2073076" cy="1663363"/>
            <a:chOff x="311592" y="544401"/>
            <a:chExt cx="2073076" cy="166336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DA4D7F-047B-729D-8CFB-06DA5E9465E2}"/>
                </a:ext>
              </a:extLst>
            </p:cNvPr>
            <p:cNvSpPr txBox="1"/>
            <p:nvPr/>
          </p:nvSpPr>
          <p:spPr>
            <a:xfrm>
              <a:off x="327317" y="544401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DAAEE57-B4E5-2D88-5DD6-CE999E97BB8B}"/>
                </a:ext>
              </a:extLst>
            </p:cNvPr>
            <p:cNvSpPr txBox="1"/>
            <p:nvPr/>
          </p:nvSpPr>
          <p:spPr>
            <a:xfrm>
              <a:off x="311592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4E645551-82A3-7757-8152-63EB3837454D}"/>
              </a:ext>
            </a:extLst>
          </p:cNvPr>
          <p:cNvSpPr txBox="1"/>
          <p:nvPr/>
        </p:nvSpPr>
        <p:spPr>
          <a:xfrm>
            <a:off x="1765656" y="268853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404040"/>
                </a:solidFill>
              </a:rPr>
              <a:t>01</a:t>
            </a:r>
            <a:endParaRPr lang="zh-CN" altLang="en-US" dirty="0">
              <a:solidFill>
                <a:srgbClr val="40404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93A9C82-57AE-C3C8-8FD5-8DD45C264B2C}"/>
              </a:ext>
            </a:extLst>
          </p:cNvPr>
          <p:cNvSpPr txBox="1"/>
          <p:nvPr/>
        </p:nvSpPr>
        <p:spPr>
          <a:xfrm>
            <a:off x="7053620" y="267583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404040"/>
                </a:solidFill>
              </a:rPr>
              <a:t>03</a:t>
            </a:r>
            <a:endParaRPr lang="zh-CN" altLang="en-US" dirty="0">
              <a:solidFill>
                <a:srgbClr val="40404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AB267A7-4277-4062-D467-F8DA693A6169}"/>
              </a:ext>
            </a:extLst>
          </p:cNvPr>
          <p:cNvSpPr txBox="1"/>
          <p:nvPr/>
        </p:nvSpPr>
        <p:spPr>
          <a:xfrm>
            <a:off x="4627552" y="376899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FD33AD-3B16-396C-2650-B1835930502D}"/>
              </a:ext>
            </a:extLst>
          </p:cNvPr>
          <p:cNvSpPr txBox="1"/>
          <p:nvPr/>
        </p:nvSpPr>
        <p:spPr>
          <a:xfrm>
            <a:off x="9858666" y="372820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46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3D98-22D2-0489-39CD-3E67D379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A790B18A-5218-546D-3DC8-592970EFC337}"/>
              </a:ext>
            </a:extLst>
          </p:cNvPr>
          <p:cNvSpPr/>
          <p:nvPr/>
        </p:nvSpPr>
        <p:spPr>
          <a:xfrm rot="21249225">
            <a:off x="2767547" y="3475083"/>
            <a:ext cx="2925390" cy="528248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平行四边形 38">
            <a:extLst>
              <a:ext uri="{FF2B5EF4-FFF2-40B4-BE49-F238E27FC236}">
                <a16:creationId xmlns:a16="http://schemas.microsoft.com/office/drawing/2014/main" id="{087498E8-6202-41D9-B26A-52E510286506}"/>
              </a:ext>
            </a:extLst>
          </p:cNvPr>
          <p:cNvSpPr/>
          <p:nvPr/>
        </p:nvSpPr>
        <p:spPr>
          <a:xfrm rot="21249225">
            <a:off x="6194443" y="1708445"/>
            <a:ext cx="1962933" cy="378151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图形 5">
            <a:extLst>
              <a:ext uri="{FF2B5EF4-FFF2-40B4-BE49-F238E27FC236}">
                <a16:creationId xmlns:a16="http://schemas.microsoft.com/office/drawing/2014/main" id="{0FDCCBD6-A66F-F409-9688-CF723ACA6A9C}"/>
              </a:ext>
            </a:extLst>
          </p:cNvPr>
          <p:cNvGrpSpPr/>
          <p:nvPr/>
        </p:nvGrpSpPr>
        <p:grpSpPr>
          <a:xfrm>
            <a:off x="5996456" y="3010103"/>
            <a:ext cx="128295" cy="311717"/>
            <a:chOff x="6053226" y="4438144"/>
            <a:chExt cx="231724" cy="563016"/>
          </a:xfrm>
          <a:solidFill>
            <a:srgbClr val="FFFFFE"/>
          </a:solidFill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88A4A04-7668-F2DC-410A-73A9F5BFF7D1}"/>
                </a:ext>
              </a:extLst>
            </p:cNvPr>
            <p:cNvSpPr/>
            <p:nvPr/>
          </p:nvSpPr>
          <p:spPr>
            <a:xfrm>
              <a:off x="6077693" y="4438144"/>
              <a:ext cx="207257" cy="203953"/>
            </a:xfrm>
            <a:custGeom>
              <a:avLst/>
              <a:gdLst>
                <a:gd name="connsiteX0" fmla="*/ 8572 w 207257"/>
                <a:gd name="connsiteY0" fmla="*/ 83492 h 203953"/>
                <a:gd name="connsiteX1" fmla="*/ 207258 w 207257"/>
                <a:gd name="connsiteY1" fmla="*/ 0 h 203953"/>
                <a:gd name="connsiteX2" fmla="*/ 202972 w 207257"/>
                <a:gd name="connsiteY2" fmla="*/ 117157 h 203953"/>
                <a:gd name="connsiteX3" fmla="*/ 0 w 207257"/>
                <a:gd name="connsiteY3" fmla="*/ 203954 h 203953"/>
                <a:gd name="connsiteX4" fmla="*/ 8572 w 207257"/>
                <a:gd name="connsiteY4" fmla="*/ 83492 h 20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257" h="203953">
                  <a:moveTo>
                    <a:pt x="8572" y="83492"/>
                  </a:moveTo>
                  <a:cubicBezTo>
                    <a:pt x="75992" y="58489"/>
                    <a:pt x="140196" y="25896"/>
                    <a:pt x="207258" y="0"/>
                  </a:cubicBezTo>
                  <a:cubicBezTo>
                    <a:pt x="206186" y="39023"/>
                    <a:pt x="205293" y="78135"/>
                    <a:pt x="202972" y="117157"/>
                  </a:cubicBezTo>
                  <a:cubicBezTo>
                    <a:pt x="135910" y="147429"/>
                    <a:pt x="67508" y="174665"/>
                    <a:pt x="0" y="203954"/>
                  </a:cubicBezTo>
                  <a:cubicBezTo>
                    <a:pt x="268" y="163592"/>
                    <a:pt x="1161" y="123140"/>
                    <a:pt x="8572" y="83492"/>
                  </a:cubicBezTo>
                  <a:close/>
                </a:path>
              </a:pathLst>
            </a:custGeom>
            <a:solidFill>
              <a:srgbClr val="FFFFFE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A7CE926B-4A09-809D-6CC2-04C77D713775}"/>
                </a:ext>
              </a:extLst>
            </p:cNvPr>
            <p:cNvSpPr/>
            <p:nvPr/>
          </p:nvSpPr>
          <p:spPr>
            <a:xfrm>
              <a:off x="6053226" y="4762024"/>
              <a:ext cx="221804" cy="239136"/>
            </a:xfrm>
            <a:custGeom>
              <a:avLst/>
              <a:gdLst>
                <a:gd name="connsiteX0" fmla="*/ 8930 w 221804"/>
                <a:gd name="connsiteY0" fmla="*/ 100191 h 239136"/>
                <a:gd name="connsiteX1" fmla="*/ 221724 w 221804"/>
                <a:gd name="connsiteY1" fmla="*/ 0 h 239136"/>
                <a:gd name="connsiteX2" fmla="*/ 211901 w 221804"/>
                <a:gd name="connsiteY2" fmla="*/ 143232 h 239136"/>
                <a:gd name="connsiteX3" fmla="*/ 0 w 221804"/>
                <a:gd name="connsiteY3" fmla="*/ 239137 h 239136"/>
                <a:gd name="connsiteX4" fmla="*/ 8930 w 221804"/>
                <a:gd name="connsiteY4" fmla="*/ 100191 h 239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804" h="239136">
                  <a:moveTo>
                    <a:pt x="8930" y="100191"/>
                  </a:moveTo>
                  <a:cubicBezTo>
                    <a:pt x="79920" y="66973"/>
                    <a:pt x="149483" y="30718"/>
                    <a:pt x="221724" y="0"/>
                  </a:cubicBezTo>
                  <a:cubicBezTo>
                    <a:pt x="218866" y="47238"/>
                    <a:pt x="228064" y="98494"/>
                    <a:pt x="211901" y="143232"/>
                  </a:cubicBezTo>
                  <a:cubicBezTo>
                    <a:pt x="140910" y="174307"/>
                    <a:pt x="71884" y="210115"/>
                    <a:pt x="0" y="239137"/>
                  </a:cubicBezTo>
                  <a:cubicBezTo>
                    <a:pt x="4465" y="192881"/>
                    <a:pt x="8662" y="146625"/>
                    <a:pt x="8930" y="100191"/>
                  </a:cubicBezTo>
                  <a:close/>
                </a:path>
              </a:pathLst>
            </a:custGeom>
            <a:solidFill>
              <a:srgbClr val="FFFFFE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" name="组合 12" descr="D:\51PPT模板网\51pptmoban.com\图片.jpg">
            <a:extLst>
              <a:ext uri="{FF2B5EF4-FFF2-40B4-BE49-F238E27FC236}">
                <a16:creationId xmlns:a16="http://schemas.microsoft.com/office/drawing/2014/main" id="{EB1EE8F0-15E2-DB89-9234-325316C88F0F}"/>
              </a:ext>
            </a:extLst>
          </p:cNvPr>
          <p:cNvGrpSpPr/>
          <p:nvPr/>
        </p:nvGrpSpPr>
        <p:grpSpPr>
          <a:xfrm>
            <a:off x="4676325" y="1318936"/>
            <a:ext cx="1531795" cy="1667251"/>
            <a:chOff x="3401304" y="797153"/>
            <a:chExt cx="3171988" cy="345248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00DD8CE3-1D89-5690-A576-0A0F2AB2272B}"/>
                </a:ext>
              </a:extLst>
            </p:cNvPr>
            <p:cNvSpPr/>
            <p:nvPr/>
          </p:nvSpPr>
          <p:spPr>
            <a:xfrm>
              <a:off x="3401304" y="797153"/>
              <a:ext cx="3171988" cy="3452485"/>
            </a:xfrm>
            <a:custGeom>
              <a:avLst/>
              <a:gdLst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305212 w 3171988"/>
                <a:gd name="connsiteY45" fmla="*/ 3437876 h 3474203"/>
                <a:gd name="connsiteX46" fmla="*/ 258670 w 3171988"/>
                <a:gd name="connsiteY46" fmla="*/ 3435726 h 3474203"/>
                <a:gd name="connsiteX47" fmla="*/ 0 w 3171988"/>
                <a:gd name="connsiteY47" fmla="*/ 3216514 h 3474203"/>
                <a:gd name="connsiteX48" fmla="*/ 230638 w 3171988"/>
                <a:gd name="connsiteY48" fmla="*/ 3170754 h 3474203"/>
                <a:gd name="connsiteX49" fmla="*/ 741059 w 3171988"/>
                <a:gd name="connsiteY49" fmla="*/ 3031897 h 3474203"/>
                <a:gd name="connsiteX50" fmla="*/ 1307558 w 3171988"/>
                <a:gd name="connsiteY50" fmla="*/ 2785973 h 3474203"/>
                <a:gd name="connsiteX51" fmla="*/ 1587861 w 3171988"/>
                <a:gd name="connsiteY51" fmla="*/ 2605504 h 3474203"/>
                <a:gd name="connsiteX52" fmla="*/ 1445165 w 3171988"/>
                <a:gd name="connsiteY52" fmla="*/ 2519154 h 3474203"/>
                <a:gd name="connsiteX53" fmla="*/ 1410607 w 3171988"/>
                <a:gd name="connsiteY53" fmla="*/ 2512814 h 3474203"/>
                <a:gd name="connsiteX54" fmla="*/ 1243979 w 3171988"/>
                <a:gd name="connsiteY54" fmla="*/ 2648635 h 3474203"/>
                <a:gd name="connsiteX55" fmla="*/ 1149502 w 3171988"/>
                <a:gd name="connsiteY55" fmla="*/ 2565410 h 3474203"/>
                <a:gd name="connsiteX56" fmla="*/ 971266 w 3171988"/>
                <a:gd name="connsiteY56" fmla="*/ 2403961 h 3474203"/>
                <a:gd name="connsiteX57" fmla="*/ 984125 w 3171988"/>
                <a:gd name="connsiteY57" fmla="*/ 2371993 h 3474203"/>
                <a:gd name="connsiteX58" fmla="*/ 1362565 w 3171988"/>
                <a:gd name="connsiteY58" fmla="*/ 2054275 h 3474203"/>
                <a:gd name="connsiteX59" fmla="*/ 1617507 w 3171988"/>
                <a:gd name="connsiteY59" fmla="*/ 1789242 h 3474203"/>
                <a:gd name="connsiteX60" fmla="*/ 1799138 w 3171988"/>
                <a:gd name="connsiteY60" fmla="*/ 1816477 h 3474203"/>
                <a:gd name="connsiteX61" fmla="*/ 1625009 w 3171988"/>
                <a:gd name="connsiteY61" fmla="*/ 1598414 h 3474203"/>
                <a:gd name="connsiteX62" fmla="*/ 1606524 w 3171988"/>
                <a:gd name="connsiteY62" fmla="*/ 1538764 h 3474203"/>
                <a:gd name="connsiteX63" fmla="*/ 1672425 w 3171988"/>
                <a:gd name="connsiteY63" fmla="*/ 1462326 h 3474203"/>
                <a:gd name="connsiteX64" fmla="*/ 1912366 w 3171988"/>
                <a:gd name="connsiteY64" fmla="*/ 1246674 h 3474203"/>
                <a:gd name="connsiteX65" fmla="*/ 2037471 w 3171988"/>
                <a:gd name="connsiteY65" fmla="*/ 1130677 h 3474203"/>
                <a:gd name="connsiteX66" fmla="*/ 2084262 w 3171988"/>
                <a:gd name="connsiteY66" fmla="*/ 1069241 h 3474203"/>
                <a:gd name="connsiteX67" fmla="*/ 2099621 w 3171988"/>
                <a:gd name="connsiteY67" fmla="*/ 938153 h 3474203"/>
                <a:gd name="connsiteX68" fmla="*/ 1892274 w 3171988"/>
                <a:gd name="connsiteY68" fmla="*/ 988784 h 3474203"/>
                <a:gd name="connsiteX69" fmla="*/ 1800120 w 3171988"/>
                <a:gd name="connsiteY69" fmla="*/ 959406 h 3474203"/>
                <a:gd name="connsiteX70" fmla="*/ 1744130 w 3171988"/>
                <a:gd name="connsiteY70" fmla="*/ 765631 h 3474203"/>
                <a:gd name="connsiteX71" fmla="*/ 1717877 w 3171988"/>
                <a:gd name="connsiteY71" fmla="*/ 625078 h 3474203"/>
                <a:gd name="connsiteX72" fmla="*/ 2151056 w 3171988"/>
                <a:gd name="connsiteY72" fmla="*/ 482025 h 3474203"/>
                <a:gd name="connsiteX73" fmla="*/ 2179542 w 3171988"/>
                <a:gd name="connsiteY73" fmla="*/ 0 h 3474203"/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305212 w 3171988"/>
                <a:gd name="connsiteY45" fmla="*/ 3437876 h 3474203"/>
                <a:gd name="connsiteX46" fmla="*/ 0 w 3171988"/>
                <a:gd name="connsiteY46" fmla="*/ 3216514 h 3474203"/>
                <a:gd name="connsiteX47" fmla="*/ 230638 w 3171988"/>
                <a:gd name="connsiteY47" fmla="*/ 3170754 h 3474203"/>
                <a:gd name="connsiteX48" fmla="*/ 741059 w 3171988"/>
                <a:gd name="connsiteY48" fmla="*/ 3031897 h 3474203"/>
                <a:gd name="connsiteX49" fmla="*/ 1307558 w 3171988"/>
                <a:gd name="connsiteY49" fmla="*/ 2785973 h 3474203"/>
                <a:gd name="connsiteX50" fmla="*/ 1587861 w 3171988"/>
                <a:gd name="connsiteY50" fmla="*/ 2605504 h 3474203"/>
                <a:gd name="connsiteX51" fmla="*/ 1445165 w 3171988"/>
                <a:gd name="connsiteY51" fmla="*/ 2519154 h 3474203"/>
                <a:gd name="connsiteX52" fmla="*/ 1410607 w 3171988"/>
                <a:gd name="connsiteY52" fmla="*/ 2512814 h 3474203"/>
                <a:gd name="connsiteX53" fmla="*/ 1243979 w 3171988"/>
                <a:gd name="connsiteY53" fmla="*/ 2648635 h 3474203"/>
                <a:gd name="connsiteX54" fmla="*/ 1149502 w 3171988"/>
                <a:gd name="connsiteY54" fmla="*/ 2565410 h 3474203"/>
                <a:gd name="connsiteX55" fmla="*/ 971266 w 3171988"/>
                <a:gd name="connsiteY55" fmla="*/ 2403961 h 3474203"/>
                <a:gd name="connsiteX56" fmla="*/ 984125 w 3171988"/>
                <a:gd name="connsiteY56" fmla="*/ 2371993 h 3474203"/>
                <a:gd name="connsiteX57" fmla="*/ 1362565 w 3171988"/>
                <a:gd name="connsiteY57" fmla="*/ 2054275 h 3474203"/>
                <a:gd name="connsiteX58" fmla="*/ 1617507 w 3171988"/>
                <a:gd name="connsiteY58" fmla="*/ 1789242 h 3474203"/>
                <a:gd name="connsiteX59" fmla="*/ 1799138 w 3171988"/>
                <a:gd name="connsiteY59" fmla="*/ 1816477 h 3474203"/>
                <a:gd name="connsiteX60" fmla="*/ 1625009 w 3171988"/>
                <a:gd name="connsiteY60" fmla="*/ 1598414 h 3474203"/>
                <a:gd name="connsiteX61" fmla="*/ 1606524 w 3171988"/>
                <a:gd name="connsiteY61" fmla="*/ 1538764 h 3474203"/>
                <a:gd name="connsiteX62" fmla="*/ 1672425 w 3171988"/>
                <a:gd name="connsiteY62" fmla="*/ 1462326 h 3474203"/>
                <a:gd name="connsiteX63" fmla="*/ 1912366 w 3171988"/>
                <a:gd name="connsiteY63" fmla="*/ 1246674 h 3474203"/>
                <a:gd name="connsiteX64" fmla="*/ 2037471 w 3171988"/>
                <a:gd name="connsiteY64" fmla="*/ 1130677 h 3474203"/>
                <a:gd name="connsiteX65" fmla="*/ 2084262 w 3171988"/>
                <a:gd name="connsiteY65" fmla="*/ 1069241 h 3474203"/>
                <a:gd name="connsiteX66" fmla="*/ 2099621 w 3171988"/>
                <a:gd name="connsiteY66" fmla="*/ 938153 h 3474203"/>
                <a:gd name="connsiteX67" fmla="*/ 1892274 w 3171988"/>
                <a:gd name="connsiteY67" fmla="*/ 988784 h 3474203"/>
                <a:gd name="connsiteX68" fmla="*/ 1800120 w 3171988"/>
                <a:gd name="connsiteY68" fmla="*/ 959406 h 3474203"/>
                <a:gd name="connsiteX69" fmla="*/ 1744130 w 3171988"/>
                <a:gd name="connsiteY69" fmla="*/ 765631 h 3474203"/>
                <a:gd name="connsiteX70" fmla="*/ 1717877 w 3171988"/>
                <a:gd name="connsiteY70" fmla="*/ 625078 h 3474203"/>
                <a:gd name="connsiteX71" fmla="*/ 2151056 w 3171988"/>
                <a:gd name="connsiteY71" fmla="*/ 482025 h 3474203"/>
                <a:gd name="connsiteX72" fmla="*/ 2179542 w 3171988"/>
                <a:gd name="connsiteY72" fmla="*/ 0 h 3474203"/>
                <a:gd name="connsiteX0" fmla="*/ 2119535 w 3171988"/>
                <a:gd name="connsiteY0" fmla="*/ 2154198 h 3474203"/>
                <a:gd name="connsiteX1" fmla="*/ 1867807 w 3171988"/>
                <a:gd name="connsiteY1" fmla="*/ 2185184 h 3474203"/>
                <a:gd name="connsiteX2" fmla="*/ 1770473 w 3171988"/>
                <a:gd name="connsiteY2" fmla="*/ 2212598 h 3474203"/>
                <a:gd name="connsiteX3" fmla="*/ 1669300 w 3171988"/>
                <a:gd name="connsiteY3" fmla="*/ 2303949 h 3474203"/>
                <a:gd name="connsiteX4" fmla="*/ 1851555 w 3171988"/>
                <a:gd name="connsiteY4" fmla="*/ 2398336 h 3474203"/>
                <a:gd name="connsiteX5" fmla="*/ 2053098 w 3171988"/>
                <a:gd name="connsiteY5" fmla="*/ 2218135 h 3474203"/>
                <a:gd name="connsiteX6" fmla="*/ 2119535 w 3171988"/>
                <a:gd name="connsiteY6" fmla="*/ 2154198 h 3474203"/>
                <a:gd name="connsiteX7" fmla="*/ 2069886 w 3171988"/>
                <a:gd name="connsiteY7" fmla="*/ 1507242 h 3474203"/>
                <a:gd name="connsiteX8" fmla="*/ 1990768 w 3171988"/>
                <a:gd name="connsiteY8" fmla="*/ 1601807 h 3474203"/>
                <a:gd name="connsiteX9" fmla="*/ 1837714 w 3171988"/>
                <a:gd name="connsiteY9" fmla="*/ 1806119 h 3474203"/>
                <a:gd name="connsiteX10" fmla="*/ 1947103 w 3171988"/>
                <a:gd name="connsiteY10" fmla="*/ 1795403 h 3474203"/>
                <a:gd name="connsiteX11" fmla="*/ 1853965 w 3171988"/>
                <a:gd name="connsiteY11" fmla="*/ 1897380 h 3474203"/>
                <a:gd name="connsiteX12" fmla="*/ 2153199 w 3171988"/>
                <a:gd name="connsiteY12" fmla="*/ 1893719 h 3474203"/>
                <a:gd name="connsiteX13" fmla="*/ 2035239 w 3171988"/>
                <a:gd name="connsiteY13" fmla="*/ 1792367 h 3474203"/>
                <a:gd name="connsiteX14" fmla="*/ 2069886 w 3171988"/>
                <a:gd name="connsiteY14" fmla="*/ 1507242 h 3474203"/>
                <a:gd name="connsiteX15" fmla="*/ 2445021 w 3171988"/>
                <a:gd name="connsiteY15" fmla="*/ 1293465 h 3474203"/>
                <a:gd name="connsiteX16" fmla="*/ 2391771 w 3171988"/>
                <a:gd name="connsiteY16" fmla="*/ 1715394 h 3474203"/>
                <a:gd name="connsiteX17" fmla="*/ 2636207 w 3171988"/>
                <a:gd name="connsiteY17" fmla="*/ 1409045 h 3474203"/>
                <a:gd name="connsiteX18" fmla="*/ 2445021 w 3171988"/>
                <a:gd name="connsiteY18" fmla="*/ 1293465 h 3474203"/>
                <a:gd name="connsiteX19" fmla="*/ 2179542 w 3171988"/>
                <a:gd name="connsiteY19" fmla="*/ 0 h 3474203"/>
                <a:gd name="connsiteX20" fmla="*/ 2223833 w 3171988"/>
                <a:gd name="connsiteY20" fmla="*/ 8215 h 3474203"/>
                <a:gd name="connsiteX21" fmla="*/ 2502797 w 3171988"/>
                <a:gd name="connsiteY21" fmla="*/ 104835 h 3474203"/>
                <a:gd name="connsiteX22" fmla="*/ 2561107 w 3171988"/>
                <a:gd name="connsiteY22" fmla="*/ 135553 h 3474203"/>
                <a:gd name="connsiteX23" fmla="*/ 2542266 w 3171988"/>
                <a:gd name="connsiteY23" fmla="*/ 385852 h 3474203"/>
                <a:gd name="connsiteX24" fmla="*/ 2810960 w 3171988"/>
                <a:gd name="connsiteY24" fmla="*/ 351026 h 3474203"/>
                <a:gd name="connsiteX25" fmla="*/ 2796226 w 3171988"/>
                <a:gd name="connsiteY25" fmla="*/ 506938 h 3474203"/>
                <a:gd name="connsiteX26" fmla="*/ 2768276 w 3171988"/>
                <a:gd name="connsiteY26" fmla="*/ 702588 h 3474203"/>
                <a:gd name="connsiteX27" fmla="*/ 2734522 w 3171988"/>
                <a:gd name="connsiteY27" fmla="*/ 735985 h 3474203"/>
                <a:gd name="connsiteX28" fmla="*/ 2504850 w 3171988"/>
                <a:gd name="connsiteY28" fmla="*/ 812155 h 3474203"/>
                <a:gd name="connsiteX29" fmla="*/ 2488509 w 3171988"/>
                <a:gd name="connsiteY29" fmla="*/ 936456 h 3474203"/>
                <a:gd name="connsiteX30" fmla="*/ 2638617 w 3171988"/>
                <a:gd name="connsiteY30" fmla="*/ 995571 h 3474203"/>
                <a:gd name="connsiteX31" fmla="*/ 3110462 w 3171988"/>
                <a:gd name="connsiteY31" fmla="*/ 1220063 h 3474203"/>
                <a:gd name="connsiteX32" fmla="*/ 3171988 w 3171988"/>
                <a:gd name="connsiteY32" fmla="*/ 1255603 h 3474203"/>
                <a:gd name="connsiteX33" fmla="*/ 3072868 w 3171988"/>
                <a:gd name="connsiteY33" fmla="*/ 1398300 h 3474203"/>
                <a:gd name="connsiteX34" fmla="*/ 2949281 w 3171988"/>
                <a:gd name="connsiteY34" fmla="*/ 1551355 h 3474203"/>
                <a:gd name="connsiteX35" fmla="*/ 2394837 w 3171988"/>
                <a:gd name="connsiteY35" fmla="*/ 1749147 h 3474203"/>
                <a:gd name="connsiteX36" fmla="*/ 2383139 w 3171988"/>
                <a:gd name="connsiteY36" fmla="*/ 1863804 h 3474203"/>
                <a:gd name="connsiteX37" fmla="*/ 2615221 w 3171988"/>
                <a:gd name="connsiteY37" fmla="*/ 1974265 h 3474203"/>
                <a:gd name="connsiteX38" fmla="*/ 2737022 w 3171988"/>
                <a:gd name="connsiteY38" fmla="*/ 2079457 h 3474203"/>
                <a:gd name="connsiteX39" fmla="*/ 2712912 w 3171988"/>
                <a:gd name="connsiteY39" fmla="*/ 2154734 h 3474203"/>
                <a:gd name="connsiteX40" fmla="*/ 2385907 w 3171988"/>
                <a:gd name="connsiteY40" fmla="*/ 2577644 h 3474203"/>
                <a:gd name="connsiteX41" fmla="*/ 1864592 w 3171988"/>
                <a:gd name="connsiteY41" fmla="*/ 3092172 h 3474203"/>
                <a:gd name="connsiteX42" fmla="*/ 1679658 w 3171988"/>
                <a:gd name="connsiteY42" fmla="*/ 3246388 h 3474203"/>
                <a:gd name="connsiteX43" fmla="*/ 1302915 w 3171988"/>
                <a:gd name="connsiteY43" fmla="*/ 3452485 h 3474203"/>
                <a:gd name="connsiteX44" fmla="*/ 984125 w 3171988"/>
                <a:gd name="connsiteY44" fmla="*/ 3466415 h 3474203"/>
                <a:gd name="connsiteX45" fmla="*/ 0 w 3171988"/>
                <a:gd name="connsiteY45" fmla="*/ 3216514 h 3474203"/>
                <a:gd name="connsiteX46" fmla="*/ 230638 w 3171988"/>
                <a:gd name="connsiteY46" fmla="*/ 3170754 h 3474203"/>
                <a:gd name="connsiteX47" fmla="*/ 741059 w 3171988"/>
                <a:gd name="connsiteY47" fmla="*/ 3031897 h 3474203"/>
                <a:gd name="connsiteX48" fmla="*/ 1307558 w 3171988"/>
                <a:gd name="connsiteY48" fmla="*/ 2785973 h 3474203"/>
                <a:gd name="connsiteX49" fmla="*/ 1587861 w 3171988"/>
                <a:gd name="connsiteY49" fmla="*/ 2605504 h 3474203"/>
                <a:gd name="connsiteX50" fmla="*/ 1445165 w 3171988"/>
                <a:gd name="connsiteY50" fmla="*/ 2519154 h 3474203"/>
                <a:gd name="connsiteX51" fmla="*/ 1410607 w 3171988"/>
                <a:gd name="connsiteY51" fmla="*/ 2512814 h 3474203"/>
                <a:gd name="connsiteX52" fmla="*/ 1243979 w 3171988"/>
                <a:gd name="connsiteY52" fmla="*/ 2648635 h 3474203"/>
                <a:gd name="connsiteX53" fmla="*/ 1149502 w 3171988"/>
                <a:gd name="connsiteY53" fmla="*/ 2565410 h 3474203"/>
                <a:gd name="connsiteX54" fmla="*/ 971266 w 3171988"/>
                <a:gd name="connsiteY54" fmla="*/ 2403961 h 3474203"/>
                <a:gd name="connsiteX55" fmla="*/ 984125 w 3171988"/>
                <a:gd name="connsiteY55" fmla="*/ 2371993 h 3474203"/>
                <a:gd name="connsiteX56" fmla="*/ 1362565 w 3171988"/>
                <a:gd name="connsiteY56" fmla="*/ 2054275 h 3474203"/>
                <a:gd name="connsiteX57" fmla="*/ 1617507 w 3171988"/>
                <a:gd name="connsiteY57" fmla="*/ 1789242 h 3474203"/>
                <a:gd name="connsiteX58" fmla="*/ 1799138 w 3171988"/>
                <a:gd name="connsiteY58" fmla="*/ 1816477 h 3474203"/>
                <a:gd name="connsiteX59" fmla="*/ 1625009 w 3171988"/>
                <a:gd name="connsiteY59" fmla="*/ 1598414 h 3474203"/>
                <a:gd name="connsiteX60" fmla="*/ 1606524 w 3171988"/>
                <a:gd name="connsiteY60" fmla="*/ 1538764 h 3474203"/>
                <a:gd name="connsiteX61" fmla="*/ 1672425 w 3171988"/>
                <a:gd name="connsiteY61" fmla="*/ 1462326 h 3474203"/>
                <a:gd name="connsiteX62" fmla="*/ 1912366 w 3171988"/>
                <a:gd name="connsiteY62" fmla="*/ 1246674 h 3474203"/>
                <a:gd name="connsiteX63" fmla="*/ 2037471 w 3171988"/>
                <a:gd name="connsiteY63" fmla="*/ 1130677 h 3474203"/>
                <a:gd name="connsiteX64" fmla="*/ 2084262 w 3171988"/>
                <a:gd name="connsiteY64" fmla="*/ 1069241 h 3474203"/>
                <a:gd name="connsiteX65" fmla="*/ 2099621 w 3171988"/>
                <a:gd name="connsiteY65" fmla="*/ 938153 h 3474203"/>
                <a:gd name="connsiteX66" fmla="*/ 1892274 w 3171988"/>
                <a:gd name="connsiteY66" fmla="*/ 988784 h 3474203"/>
                <a:gd name="connsiteX67" fmla="*/ 1800120 w 3171988"/>
                <a:gd name="connsiteY67" fmla="*/ 959406 h 3474203"/>
                <a:gd name="connsiteX68" fmla="*/ 1744130 w 3171988"/>
                <a:gd name="connsiteY68" fmla="*/ 765631 h 3474203"/>
                <a:gd name="connsiteX69" fmla="*/ 1717877 w 3171988"/>
                <a:gd name="connsiteY69" fmla="*/ 625078 h 3474203"/>
                <a:gd name="connsiteX70" fmla="*/ 2151056 w 3171988"/>
                <a:gd name="connsiteY70" fmla="*/ 482025 h 3474203"/>
                <a:gd name="connsiteX71" fmla="*/ 2179542 w 3171988"/>
                <a:gd name="connsiteY71" fmla="*/ 0 h 3474203"/>
                <a:gd name="connsiteX0" fmla="*/ 2119535 w 3171988"/>
                <a:gd name="connsiteY0" fmla="*/ 2154198 h 3452485"/>
                <a:gd name="connsiteX1" fmla="*/ 1867807 w 3171988"/>
                <a:gd name="connsiteY1" fmla="*/ 2185184 h 3452485"/>
                <a:gd name="connsiteX2" fmla="*/ 1770473 w 3171988"/>
                <a:gd name="connsiteY2" fmla="*/ 2212598 h 3452485"/>
                <a:gd name="connsiteX3" fmla="*/ 1669300 w 3171988"/>
                <a:gd name="connsiteY3" fmla="*/ 2303949 h 3452485"/>
                <a:gd name="connsiteX4" fmla="*/ 1851555 w 3171988"/>
                <a:gd name="connsiteY4" fmla="*/ 2398336 h 3452485"/>
                <a:gd name="connsiteX5" fmla="*/ 2053098 w 3171988"/>
                <a:gd name="connsiteY5" fmla="*/ 2218135 h 3452485"/>
                <a:gd name="connsiteX6" fmla="*/ 2119535 w 3171988"/>
                <a:gd name="connsiteY6" fmla="*/ 2154198 h 3452485"/>
                <a:gd name="connsiteX7" fmla="*/ 2069886 w 3171988"/>
                <a:gd name="connsiteY7" fmla="*/ 1507242 h 3452485"/>
                <a:gd name="connsiteX8" fmla="*/ 1990768 w 3171988"/>
                <a:gd name="connsiteY8" fmla="*/ 1601807 h 3452485"/>
                <a:gd name="connsiteX9" fmla="*/ 1837714 w 3171988"/>
                <a:gd name="connsiteY9" fmla="*/ 1806119 h 3452485"/>
                <a:gd name="connsiteX10" fmla="*/ 1947103 w 3171988"/>
                <a:gd name="connsiteY10" fmla="*/ 1795403 h 3452485"/>
                <a:gd name="connsiteX11" fmla="*/ 1853965 w 3171988"/>
                <a:gd name="connsiteY11" fmla="*/ 1897380 h 3452485"/>
                <a:gd name="connsiteX12" fmla="*/ 2153199 w 3171988"/>
                <a:gd name="connsiteY12" fmla="*/ 1893719 h 3452485"/>
                <a:gd name="connsiteX13" fmla="*/ 2035239 w 3171988"/>
                <a:gd name="connsiteY13" fmla="*/ 1792367 h 3452485"/>
                <a:gd name="connsiteX14" fmla="*/ 2069886 w 3171988"/>
                <a:gd name="connsiteY14" fmla="*/ 1507242 h 3452485"/>
                <a:gd name="connsiteX15" fmla="*/ 2445021 w 3171988"/>
                <a:gd name="connsiteY15" fmla="*/ 1293465 h 3452485"/>
                <a:gd name="connsiteX16" fmla="*/ 2391771 w 3171988"/>
                <a:gd name="connsiteY16" fmla="*/ 1715394 h 3452485"/>
                <a:gd name="connsiteX17" fmla="*/ 2636207 w 3171988"/>
                <a:gd name="connsiteY17" fmla="*/ 1409045 h 3452485"/>
                <a:gd name="connsiteX18" fmla="*/ 2445021 w 3171988"/>
                <a:gd name="connsiteY18" fmla="*/ 1293465 h 3452485"/>
                <a:gd name="connsiteX19" fmla="*/ 2179542 w 3171988"/>
                <a:gd name="connsiteY19" fmla="*/ 0 h 3452485"/>
                <a:gd name="connsiteX20" fmla="*/ 2223833 w 3171988"/>
                <a:gd name="connsiteY20" fmla="*/ 8215 h 3452485"/>
                <a:gd name="connsiteX21" fmla="*/ 2502797 w 3171988"/>
                <a:gd name="connsiteY21" fmla="*/ 104835 h 3452485"/>
                <a:gd name="connsiteX22" fmla="*/ 2561107 w 3171988"/>
                <a:gd name="connsiteY22" fmla="*/ 135553 h 3452485"/>
                <a:gd name="connsiteX23" fmla="*/ 2542266 w 3171988"/>
                <a:gd name="connsiteY23" fmla="*/ 385852 h 3452485"/>
                <a:gd name="connsiteX24" fmla="*/ 2810960 w 3171988"/>
                <a:gd name="connsiteY24" fmla="*/ 351026 h 3452485"/>
                <a:gd name="connsiteX25" fmla="*/ 2796226 w 3171988"/>
                <a:gd name="connsiteY25" fmla="*/ 506938 h 3452485"/>
                <a:gd name="connsiteX26" fmla="*/ 2768276 w 3171988"/>
                <a:gd name="connsiteY26" fmla="*/ 702588 h 3452485"/>
                <a:gd name="connsiteX27" fmla="*/ 2734522 w 3171988"/>
                <a:gd name="connsiteY27" fmla="*/ 735985 h 3452485"/>
                <a:gd name="connsiteX28" fmla="*/ 2504850 w 3171988"/>
                <a:gd name="connsiteY28" fmla="*/ 812155 h 3452485"/>
                <a:gd name="connsiteX29" fmla="*/ 2488509 w 3171988"/>
                <a:gd name="connsiteY29" fmla="*/ 936456 h 3452485"/>
                <a:gd name="connsiteX30" fmla="*/ 2638617 w 3171988"/>
                <a:gd name="connsiteY30" fmla="*/ 995571 h 3452485"/>
                <a:gd name="connsiteX31" fmla="*/ 3110462 w 3171988"/>
                <a:gd name="connsiteY31" fmla="*/ 1220063 h 3452485"/>
                <a:gd name="connsiteX32" fmla="*/ 3171988 w 3171988"/>
                <a:gd name="connsiteY32" fmla="*/ 1255603 h 3452485"/>
                <a:gd name="connsiteX33" fmla="*/ 3072868 w 3171988"/>
                <a:gd name="connsiteY33" fmla="*/ 1398300 h 3452485"/>
                <a:gd name="connsiteX34" fmla="*/ 2949281 w 3171988"/>
                <a:gd name="connsiteY34" fmla="*/ 1551355 h 3452485"/>
                <a:gd name="connsiteX35" fmla="*/ 2394837 w 3171988"/>
                <a:gd name="connsiteY35" fmla="*/ 1749147 h 3452485"/>
                <a:gd name="connsiteX36" fmla="*/ 2383139 w 3171988"/>
                <a:gd name="connsiteY36" fmla="*/ 1863804 h 3452485"/>
                <a:gd name="connsiteX37" fmla="*/ 2615221 w 3171988"/>
                <a:gd name="connsiteY37" fmla="*/ 1974265 h 3452485"/>
                <a:gd name="connsiteX38" fmla="*/ 2737022 w 3171988"/>
                <a:gd name="connsiteY38" fmla="*/ 2079457 h 3452485"/>
                <a:gd name="connsiteX39" fmla="*/ 2712912 w 3171988"/>
                <a:gd name="connsiteY39" fmla="*/ 2154734 h 3452485"/>
                <a:gd name="connsiteX40" fmla="*/ 2385907 w 3171988"/>
                <a:gd name="connsiteY40" fmla="*/ 2577644 h 3452485"/>
                <a:gd name="connsiteX41" fmla="*/ 1864592 w 3171988"/>
                <a:gd name="connsiteY41" fmla="*/ 3092172 h 3452485"/>
                <a:gd name="connsiteX42" fmla="*/ 1679658 w 3171988"/>
                <a:gd name="connsiteY42" fmla="*/ 3246388 h 3452485"/>
                <a:gd name="connsiteX43" fmla="*/ 1302915 w 3171988"/>
                <a:gd name="connsiteY43" fmla="*/ 3452485 h 3452485"/>
                <a:gd name="connsiteX44" fmla="*/ 0 w 3171988"/>
                <a:gd name="connsiteY44" fmla="*/ 3216514 h 3452485"/>
                <a:gd name="connsiteX45" fmla="*/ 230638 w 3171988"/>
                <a:gd name="connsiteY45" fmla="*/ 3170754 h 3452485"/>
                <a:gd name="connsiteX46" fmla="*/ 741059 w 3171988"/>
                <a:gd name="connsiteY46" fmla="*/ 3031897 h 3452485"/>
                <a:gd name="connsiteX47" fmla="*/ 1307558 w 3171988"/>
                <a:gd name="connsiteY47" fmla="*/ 2785973 h 3452485"/>
                <a:gd name="connsiteX48" fmla="*/ 1587861 w 3171988"/>
                <a:gd name="connsiteY48" fmla="*/ 2605504 h 3452485"/>
                <a:gd name="connsiteX49" fmla="*/ 1445165 w 3171988"/>
                <a:gd name="connsiteY49" fmla="*/ 2519154 h 3452485"/>
                <a:gd name="connsiteX50" fmla="*/ 1410607 w 3171988"/>
                <a:gd name="connsiteY50" fmla="*/ 2512814 h 3452485"/>
                <a:gd name="connsiteX51" fmla="*/ 1243979 w 3171988"/>
                <a:gd name="connsiteY51" fmla="*/ 2648635 h 3452485"/>
                <a:gd name="connsiteX52" fmla="*/ 1149502 w 3171988"/>
                <a:gd name="connsiteY52" fmla="*/ 2565410 h 3452485"/>
                <a:gd name="connsiteX53" fmla="*/ 971266 w 3171988"/>
                <a:gd name="connsiteY53" fmla="*/ 2403961 h 3452485"/>
                <a:gd name="connsiteX54" fmla="*/ 984125 w 3171988"/>
                <a:gd name="connsiteY54" fmla="*/ 2371993 h 3452485"/>
                <a:gd name="connsiteX55" fmla="*/ 1362565 w 3171988"/>
                <a:gd name="connsiteY55" fmla="*/ 2054275 h 3452485"/>
                <a:gd name="connsiteX56" fmla="*/ 1617507 w 3171988"/>
                <a:gd name="connsiteY56" fmla="*/ 1789242 h 3452485"/>
                <a:gd name="connsiteX57" fmla="*/ 1799138 w 3171988"/>
                <a:gd name="connsiteY57" fmla="*/ 1816477 h 3452485"/>
                <a:gd name="connsiteX58" fmla="*/ 1625009 w 3171988"/>
                <a:gd name="connsiteY58" fmla="*/ 1598414 h 3452485"/>
                <a:gd name="connsiteX59" fmla="*/ 1606524 w 3171988"/>
                <a:gd name="connsiteY59" fmla="*/ 1538764 h 3452485"/>
                <a:gd name="connsiteX60" fmla="*/ 1672425 w 3171988"/>
                <a:gd name="connsiteY60" fmla="*/ 1462326 h 3452485"/>
                <a:gd name="connsiteX61" fmla="*/ 1912366 w 3171988"/>
                <a:gd name="connsiteY61" fmla="*/ 1246674 h 3452485"/>
                <a:gd name="connsiteX62" fmla="*/ 2037471 w 3171988"/>
                <a:gd name="connsiteY62" fmla="*/ 1130677 h 3452485"/>
                <a:gd name="connsiteX63" fmla="*/ 2084262 w 3171988"/>
                <a:gd name="connsiteY63" fmla="*/ 1069241 h 3452485"/>
                <a:gd name="connsiteX64" fmla="*/ 2099621 w 3171988"/>
                <a:gd name="connsiteY64" fmla="*/ 938153 h 3452485"/>
                <a:gd name="connsiteX65" fmla="*/ 1892274 w 3171988"/>
                <a:gd name="connsiteY65" fmla="*/ 988784 h 3452485"/>
                <a:gd name="connsiteX66" fmla="*/ 1800120 w 3171988"/>
                <a:gd name="connsiteY66" fmla="*/ 959406 h 3452485"/>
                <a:gd name="connsiteX67" fmla="*/ 1744130 w 3171988"/>
                <a:gd name="connsiteY67" fmla="*/ 765631 h 3452485"/>
                <a:gd name="connsiteX68" fmla="*/ 1717877 w 3171988"/>
                <a:gd name="connsiteY68" fmla="*/ 625078 h 3452485"/>
                <a:gd name="connsiteX69" fmla="*/ 2151056 w 3171988"/>
                <a:gd name="connsiteY69" fmla="*/ 482025 h 3452485"/>
                <a:gd name="connsiteX70" fmla="*/ 2179542 w 3171988"/>
                <a:gd name="connsiteY70" fmla="*/ 0 h 345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171988" h="3452485">
                  <a:moveTo>
                    <a:pt x="2119535" y="2154198"/>
                  </a:moveTo>
                  <a:cubicBezTo>
                    <a:pt x="2035506" y="2162503"/>
                    <a:pt x="1952103" y="2177772"/>
                    <a:pt x="1867807" y="2185184"/>
                  </a:cubicBezTo>
                  <a:cubicBezTo>
                    <a:pt x="1835213" y="2192596"/>
                    <a:pt x="1794851" y="2185184"/>
                    <a:pt x="1770473" y="2212598"/>
                  </a:cubicBezTo>
                  <a:cubicBezTo>
                    <a:pt x="1738415" y="2244924"/>
                    <a:pt x="1704215" y="2274838"/>
                    <a:pt x="1669300" y="2303949"/>
                  </a:cubicBezTo>
                  <a:cubicBezTo>
                    <a:pt x="1729575" y="2336274"/>
                    <a:pt x="1790297" y="2367975"/>
                    <a:pt x="1851555" y="2398336"/>
                  </a:cubicBezTo>
                  <a:lnTo>
                    <a:pt x="2053098" y="2218135"/>
                  </a:lnTo>
                  <a:cubicBezTo>
                    <a:pt x="2075958" y="2197507"/>
                    <a:pt x="2101407" y="2179380"/>
                    <a:pt x="2119535" y="2154198"/>
                  </a:cubicBezTo>
                  <a:close/>
                  <a:moveTo>
                    <a:pt x="2069886" y="1507242"/>
                  </a:moveTo>
                  <a:cubicBezTo>
                    <a:pt x="2041042" y="1536621"/>
                    <a:pt x="2018004" y="1571000"/>
                    <a:pt x="1990768" y="1601807"/>
                  </a:cubicBezTo>
                  <a:cubicBezTo>
                    <a:pt x="1938083" y="1668602"/>
                    <a:pt x="1881648" y="1733074"/>
                    <a:pt x="1837714" y="1806119"/>
                  </a:cubicBezTo>
                  <a:cubicBezTo>
                    <a:pt x="1874147" y="1802190"/>
                    <a:pt x="1910223" y="1795224"/>
                    <a:pt x="1947103" y="1795403"/>
                  </a:cubicBezTo>
                  <a:cubicBezTo>
                    <a:pt x="1915045" y="1828443"/>
                    <a:pt x="1878433" y="1858000"/>
                    <a:pt x="1853965" y="1897380"/>
                  </a:cubicBezTo>
                  <a:lnTo>
                    <a:pt x="2153199" y="1893719"/>
                  </a:lnTo>
                  <a:cubicBezTo>
                    <a:pt x="2139358" y="1835676"/>
                    <a:pt x="2056491" y="1843623"/>
                    <a:pt x="2035239" y="1792367"/>
                  </a:cubicBezTo>
                  <a:cubicBezTo>
                    <a:pt x="2051579" y="1698159"/>
                    <a:pt x="2067475" y="1602968"/>
                    <a:pt x="2069886" y="1507242"/>
                  </a:cubicBezTo>
                  <a:close/>
                  <a:moveTo>
                    <a:pt x="2445021" y="1293465"/>
                  </a:moveTo>
                  <a:cubicBezTo>
                    <a:pt x="2431359" y="1390888"/>
                    <a:pt x="2400879" y="1617346"/>
                    <a:pt x="2391771" y="1715394"/>
                  </a:cubicBezTo>
                  <a:lnTo>
                    <a:pt x="2636207" y="1409045"/>
                  </a:lnTo>
                  <a:cubicBezTo>
                    <a:pt x="2594148" y="1390382"/>
                    <a:pt x="2483777" y="1317933"/>
                    <a:pt x="2445021" y="1293465"/>
                  </a:cubicBezTo>
                  <a:close/>
                  <a:moveTo>
                    <a:pt x="2179542" y="0"/>
                  </a:moveTo>
                  <a:cubicBezTo>
                    <a:pt x="2194454" y="1161"/>
                    <a:pt x="2209635" y="2768"/>
                    <a:pt x="2223833" y="8215"/>
                  </a:cubicBezTo>
                  <a:lnTo>
                    <a:pt x="2502797" y="104835"/>
                  </a:lnTo>
                  <a:cubicBezTo>
                    <a:pt x="2523424" y="112425"/>
                    <a:pt x="2542891" y="123051"/>
                    <a:pt x="2561107" y="135553"/>
                  </a:cubicBezTo>
                  <a:cubicBezTo>
                    <a:pt x="2566912" y="219581"/>
                    <a:pt x="2552089" y="302806"/>
                    <a:pt x="2542266" y="385852"/>
                  </a:cubicBezTo>
                  <a:cubicBezTo>
                    <a:pt x="2631116" y="370761"/>
                    <a:pt x="2720324" y="348883"/>
                    <a:pt x="2810960" y="351026"/>
                  </a:cubicBezTo>
                  <a:cubicBezTo>
                    <a:pt x="2817033" y="403622"/>
                    <a:pt x="2802120" y="455146"/>
                    <a:pt x="2796226" y="506938"/>
                  </a:cubicBezTo>
                  <a:cubicBezTo>
                    <a:pt x="2789708" y="572572"/>
                    <a:pt x="2776760" y="637223"/>
                    <a:pt x="2768276" y="702588"/>
                  </a:cubicBezTo>
                  <a:cubicBezTo>
                    <a:pt x="2768991" y="721608"/>
                    <a:pt x="2750238" y="731520"/>
                    <a:pt x="2734522" y="735985"/>
                  </a:cubicBezTo>
                  <a:cubicBezTo>
                    <a:pt x="2657548" y="760274"/>
                    <a:pt x="2582449" y="790010"/>
                    <a:pt x="2504850" y="812155"/>
                  </a:cubicBezTo>
                  <a:cubicBezTo>
                    <a:pt x="2496635" y="853142"/>
                    <a:pt x="2492617" y="894844"/>
                    <a:pt x="2488509" y="936456"/>
                  </a:cubicBezTo>
                  <a:cubicBezTo>
                    <a:pt x="2541463" y="947886"/>
                    <a:pt x="2588075" y="977086"/>
                    <a:pt x="2638617" y="995571"/>
                  </a:cubicBezTo>
                  <a:cubicBezTo>
                    <a:pt x="2796405" y="1069330"/>
                    <a:pt x="2955443" y="1140678"/>
                    <a:pt x="3110462" y="1220063"/>
                  </a:cubicBezTo>
                  <a:cubicBezTo>
                    <a:pt x="3131625" y="1230779"/>
                    <a:pt x="3152253" y="1242477"/>
                    <a:pt x="3171988" y="1255603"/>
                  </a:cubicBezTo>
                  <a:cubicBezTo>
                    <a:pt x="3146091" y="1307753"/>
                    <a:pt x="3107337" y="1351776"/>
                    <a:pt x="3072868" y="1398300"/>
                  </a:cubicBezTo>
                  <a:cubicBezTo>
                    <a:pt x="3031166" y="1448931"/>
                    <a:pt x="2994019" y="1503402"/>
                    <a:pt x="2949281" y="1551355"/>
                  </a:cubicBezTo>
                  <a:cubicBezTo>
                    <a:pt x="2836276" y="1609829"/>
                    <a:pt x="2489194" y="1697072"/>
                    <a:pt x="2394837" y="1749147"/>
                  </a:cubicBezTo>
                  <a:cubicBezTo>
                    <a:pt x="2390997" y="1787366"/>
                    <a:pt x="2383853" y="1825317"/>
                    <a:pt x="2383139" y="1863804"/>
                  </a:cubicBezTo>
                  <a:cubicBezTo>
                    <a:pt x="2468685" y="1879342"/>
                    <a:pt x="2542712" y="1928991"/>
                    <a:pt x="2615221" y="1974265"/>
                  </a:cubicBezTo>
                  <a:cubicBezTo>
                    <a:pt x="2657637" y="2006679"/>
                    <a:pt x="2710054" y="2031325"/>
                    <a:pt x="2737022" y="2079457"/>
                  </a:cubicBezTo>
                  <a:cubicBezTo>
                    <a:pt x="2744077" y="2106156"/>
                    <a:pt x="2723360" y="2131159"/>
                    <a:pt x="2712912" y="2154734"/>
                  </a:cubicBezTo>
                  <a:cubicBezTo>
                    <a:pt x="2623079" y="2309485"/>
                    <a:pt x="2501547" y="2442180"/>
                    <a:pt x="2385907" y="2577644"/>
                  </a:cubicBezTo>
                  <a:cubicBezTo>
                    <a:pt x="2220708" y="2757577"/>
                    <a:pt x="2048186" y="2930991"/>
                    <a:pt x="1864592" y="3092172"/>
                  </a:cubicBezTo>
                  <a:cubicBezTo>
                    <a:pt x="1806728" y="3147894"/>
                    <a:pt x="1741541" y="3195310"/>
                    <a:pt x="1679658" y="3246388"/>
                  </a:cubicBezTo>
                  <a:cubicBezTo>
                    <a:pt x="1568394" y="3337114"/>
                    <a:pt x="1445343" y="3421678"/>
                    <a:pt x="1302915" y="3452485"/>
                  </a:cubicBezTo>
                  <a:cubicBezTo>
                    <a:pt x="1022972" y="3447506"/>
                    <a:pt x="178713" y="3263469"/>
                    <a:pt x="0" y="3216514"/>
                  </a:cubicBezTo>
                  <a:lnTo>
                    <a:pt x="230638" y="3170754"/>
                  </a:lnTo>
                  <a:cubicBezTo>
                    <a:pt x="401463" y="3127266"/>
                    <a:pt x="572823" y="3084850"/>
                    <a:pt x="741059" y="3031897"/>
                  </a:cubicBezTo>
                  <a:cubicBezTo>
                    <a:pt x="937155" y="2968318"/>
                    <a:pt x="1128875" y="2889201"/>
                    <a:pt x="1307558" y="2785973"/>
                  </a:cubicBezTo>
                  <a:cubicBezTo>
                    <a:pt x="1405070" y="2732752"/>
                    <a:pt x="1499636" y="2673281"/>
                    <a:pt x="1587861" y="2605504"/>
                  </a:cubicBezTo>
                  <a:lnTo>
                    <a:pt x="1445165" y="2519154"/>
                  </a:lnTo>
                  <a:cubicBezTo>
                    <a:pt x="1434985" y="2514154"/>
                    <a:pt x="1421233" y="2503081"/>
                    <a:pt x="1410607" y="2512814"/>
                  </a:cubicBezTo>
                  <a:cubicBezTo>
                    <a:pt x="1356671" y="2560052"/>
                    <a:pt x="1301754" y="2606308"/>
                    <a:pt x="1243979" y="2648635"/>
                  </a:cubicBezTo>
                  <a:cubicBezTo>
                    <a:pt x="1212011" y="2621399"/>
                    <a:pt x="1179863" y="2594432"/>
                    <a:pt x="1149502" y="2565410"/>
                  </a:cubicBezTo>
                  <a:cubicBezTo>
                    <a:pt x="1086727" y="2515493"/>
                    <a:pt x="1025380" y="2463254"/>
                    <a:pt x="971266" y="2403961"/>
                  </a:cubicBezTo>
                  <a:cubicBezTo>
                    <a:pt x="961354" y="2392264"/>
                    <a:pt x="974838" y="2378958"/>
                    <a:pt x="984125" y="2371993"/>
                  </a:cubicBezTo>
                  <a:cubicBezTo>
                    <a:pt x="1112802" y="2269212"/>
                    <a:pt x="1238710" y="2162860"/>
                    <a:pt x="1362565" y="2054275"/>
                  </a:cubicBezTo>
                  <a:cubicBezTo>
                    <a:pt x="1452219" y="1970693"/>
                    <a:pt x="1542409" y="1886486"/>
                    <a:pt x="1617507" y="1789242"/>
                  </a:cubicBezTo>
                  <a:cubicBezTo>
                    <a:pt x="1677962" y="1798975"/>
                    <a:pt x="1737166" y="1820317"/>
                    <a:pt x="1799138" y="1816477"/>
                  </a:cubicBezTo>
                  <a:cubicBezTo>
                    <a:pt x="1742344" y="1742807"/>
                    <a:pt x="1680372" y="1673156"/>
                    <a:pt x="1625009" y="1598414"/>
                  </a:cubicBezTo>
                  <a:cubicBezTo>
                    <a:pt x="1614025" y="1581090"/>
                    <a:pt x="1596255" y="1560284"/>
                    <a:pt x="1606524" y="1538764"/>
                  </a:cubicBezTo>
                  <a:cubicBezTo>
                    <a:pt x="1623312" y="1509296"/>
                    <a:pt x="1648315" y="1485721"/>
                    <a:pt x="1672425" y="1462326"/>
                  </a:cubicBezTo>
                  <a:cubicBezTo>
                    <a:pt x="1750471" y="1388209"/>
                    <a:pt x="1830659" y="1316593"/>
                    <a:pt x="1912366" y="1246674"/>
                  </a:cubicBezTo>
                  <a:cubicBezTo>
                    <a:pt x="1954157" y="1208097"/>
                    <a:pt x="1994340" y="1167825"/>
                    <a:pt x="2037471" y="1130677"/>
                  </a:cubicBezTo>
                  <a:cubicBezTo>
                    <a:pt x="2056134" y="1112907"/>
                    <a:pt x="2081405" y="1097280"/>
                    <a:pt x="2084262" y="1069241"/>
                  </a:cubicBezTo>
                  <a:cubicBezTo>
                    <a:pt x="2089084" y="1025485"/>
                    <a:pt x="2097568" y="982176"/>
                    <a:pt x="2099621" y="938153"/>
                  </a:cubicBezTo>
                  <a:cubicBezTo>
                    <a:pt x="2034078" y="966728"/>
                    <a:pt x="1962283" y="976819"/>
                    <a:pt x="1892274" y="988784"/>
                  </a:cubicBezTo>
                  <a:cubicBezTo>
                    <a:pt x="1860306" y="993517"/>
                    <a:pt x="1814318" y="995928"/>
                    <a:pt x="1800120" y="959406"/>
                  </a:cubicBezTo>
                  <a:cubicBezTo>
                    <a:pt x="1773241" y="897612"/>
                    <a:pt x="1760204" y="830818"/>
                    <a:pt x="1744130" y="765631"/>
                  </a:cubicBezTo>
                  <a:cubicBezTo>
                    <a:pt x="1735469" y="718751"/>
                    <a:pt x="1720556" y="672852"/>
                    <a:pt x="1717877" y="625078"/>
                  </a:cubicBezTo>
                  <a:cubicBezTo>
                    <a:pt x="1858788" y="567660"/>
                    <a:pt x="2004877" y="523548"/>
                    <a:pt x="2151056" y="482025"/>
                  </a:cubicBezTo>
                  <a:cubicBezTo>
                    <a:pt x="2170880" y="322362"/>
                    <a:pt x="2179006" y="161002"/>
                    <a:pt x="2179542" y="0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70FF40D-3D41-31E8-AC69-842DE8B4F9CA}"/>
                </a:ext>
              </a:extLst>
            </p:cNvPr>
            <p:cNvSpPr/>
            <p:nvPr/>
          </p:nvSpPr>
          <p:spPr>
            <a:xfrm>
              <a:off x="3887955" y="965477"/>
              <a:ext cx="1344721" cy="1854395"/>
            </a:xfrm>
            <a:custGeom>
              <a:avLst/>
              <a:gdLst>
                <a:gd name="connsiteX0" fmla="*/ 608379 w 1344721"/>
                <a:gd name="connsiteY0" fmla="*/ 0 h 1854395"/>
                <a:gd name="connsiteX1" fmla="*/ 913150 w 1344721"/>
                <a:gd name="connsiteY1" fmla="*/ 92869 h 1854395"/>
                <a:gd name="connsiteX2" fmla="*/ 983337 w 1344721"/>
                <a:gd name="connsiteY2" fmla="*/ 129302 h 1854395"/>
                <a:gd name="connsiteX3" fmla="*/ 983069 w 1344721"/>
                <a:gd name="connsiteY3" fmla="*/ 335131 h 1854395"/>
                <a:gd name="connsiteX4" fmla="*/ 1141571 w 1344721"/>
                <a:gd name="connsiteY4" fmla="*/ 317808 h 1854395"/>
                <a:gd name="connsiteX5" fmla="*/ 1199971 w 1344721"/>
                <a:gd name="connsiteY5" fmla="*/ 341650 h 1854395"/>
                <a:gd name="connsiteX6" fmla="*/ 1187202 w 1344721"/>
                <a:gd name="connsiteY6" fmla="*/ 588645 h 1854395"/>
                <a:gd name="connsiteX7" fmla="*/ 1163985 w 1344721"/>
                <a:gd name="connsiteY7" fmla="*/ 646867 h 1854395"/>
                <a:gd name="connsiteX8" fmla="*/ 972264 w 1344721"/>
                <a:gd name="connsiteY8" fmla="*/ 703838 h 1854395"/>
                <a:gd name="connsiteX9" fmla="*/ 963870 w 1344721"/>
                <a:gd name="connsiteY9" fmla="*/ 838766 h 1854395"/>
                <a:gd name="connsiteX10" fmla="*/ 1020306 w 1344721"/>
                <a:gd name="connsiteY10" fmla="*/ 825907 h 1854395"/>
                <a:gd name="connsiteX11" fmla="*/ 1289983 w 1344721"/>
                <a:gd name="connsiteY11" fmla="*/ 957709 h 1854395"/>
                <a:gd name="connsiteX12" fmla="*/ 1344722 w 1344721"/>
                <a:gd name="connsiteY12" fmla="*/ 992624 h 1854395"/>
                <a:gd name="connsiteX13" fmla="*/ 1330345 w 1344721"/>
                <a:gd name="connsiteY13" fmla="*/ 1045488 h 1854395"/>
                <a:gd name="connsiteX14" fmla="*/ 1168450 w 1344721"/>
                <a:gd name="connsiteY14" fmla="*/ 1258907 h 1854395"/>
                <a:gd name="connsiteX15" fmla="*/ 1143357 w 1344721"/>
                <a:gd name="connsiteY15" fmla="*/ 1271677 h 1854395"/>
                <a:gd name="connsiteX16" fmla="*/ 952530 w 1344721"/>
                <a:gd name="connsiteY16" fmla="*/ 1139785 h 1854395"/>
                <a:gd name="connsiteX17" fmla="*/ 939939 w 1344721"/>
                <a:gd name="connsiteY17" fmla="*/ 1704499 h 1854395"/>
                <a:gd name="connsiteX18" fmla="*/ 862965 w 1344721"/>
                <a:gd name="connsiteY18" fmla="*/ 1828354 h 1854395"/>
                <a:gd name="connsiteX19" fmla="*/ 782508 w 1344721"/>
                <a:gd name="connsiteY19" fmla="*/ 1847463 h 1854395"/>
                <a:gd name="connsiteX20" fmla="*/ 538906 w 1344721"/>
                <a:gd name="connsiteY20" fmla="*/ 1734681 h 1854395"/>
                <a:gd name="connsiteX21" fmla="*/ 572929 w 1344721"/>
                <a:gd name="connsiteY21" fmla="*/ 1372850 h 1854395"/>
                <a:gd name="connsiteX22" fmla="*/ 522744 w 1344721"/>
                <a:gd name="connsiteY22" fmla="*/ 1434644 h 1854395"/>
                <a:gd name="connsiteX23" fmla="*/ 398710 w 1344721"/>
                <a:gd name="connsiteY23" fmla="*/ 1596271 h 1854395"/>
                <a:gd name="connsiteX24" fmla="*/ 293162 w 1344721"/>
                <a:gd name="connsiteY24" fmla="*/ 1721822 h 1854395"/>
                <a:gd name="connsiteX25" fmla="*/ 233958 w 1344721"/>
                <a:gd name="connsiteY25" fmla="*/ 1674049 h 1854395"/>
                <a:gd name="connsiteX26" fmla="*/ 2679 w 1344721"/>
                <a:gd name="connsiteY26" fmla="*/ 1436608 h 1854395"/>
                <a:gd name="connsiteX27" fmla="*/ 43398 w 1344721"/>
                <a:gd name="connsiteY27" fmla="*/ 1392853 h 1854395"/>
                <a:gd name="connsiteX28" fmla="*/ 484257 w 1344721"/>
                <a:gd name="connsiteY28" fmla="*/ 976283 h 1854395"/>
                <a:gd name="connsiteX29" fmla="*/ 587305 w 1344721"/>
                <a:gd name="connsiteY29" fmla="*/ 839212 h 1854395"/>
                <a:gd name="connsiteX30" fmla="*/ 452378 w 1344721"/>
                <a:gd name="connsiteY30" fmla="*/ 872609 h 1854395"/>
                <a:gd name="connsiteX31" fmla="*/ 176629 w 1344721"/>
                <a:gd name="connsiteY31" fmla="*/ 930384 h 1854395"/>
                <a:gd name="connsiteX32" fmla="*/ 138053 w 1344721"/>
                <a:gd name="connsiteY32" fmla="*/ 904131 h 1854395"/>
                <a:gd name="connsiteX33" fmla="*/ 0 w 1344721"/>
                <a:gd name="connsiteY33" fmla="*/ 602575 h 1854395"/>
                <a:gd name="connsiteX34" fmla="*/ 103227 w 1344721"/>
                <a:gd name="connsiteY34" fmla="*/ 567750 h 1854395"/>
                <a:gd name="connsiteX35" fmla="*/ 611058 w 1344721"/>
                <a:gd name="connsiteY35" fmla="*/ 425946 h 1854395"/>
                <a:gd name="connsiteX36" fmla="*/ 615791 w 1344721"/>
                <a:gd name="connsiteY36" fmla="*/ 275749 h 1854395"/>
                <a:gd name="connsiteX37" fmla="*/ 608379 w 1344721"/>
                <a:gd name="connsiteY37" fmla="*/ 0 h 185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4721" h="1854395">
                  <a:moveTo>
                    <a:pt x="608379" y="0"/>
                  </a:moveTo>
                  <a:cubicBezTo>
                    <a:pt x="710893" y="27861"/>
                    <a:pt x="812512" y="58936"/>
                    <a:pt x="913150" y="92869"/>
                  </a:cubicBezTo>
                  <a:cubicBezTo>
                    <a:pt x="937171" y="102870"/>
                    <a:pt x="965121" y="109389"/>
                    <a:pt x="983337" y="129302"/>
                  </a:cubicBezTo>
                  <a:cubicBezTo>
                    <a:pt x="1001911" y="196542"/>
                    <a:pt x="983069" y="266730"/>
                    <a:pt x="983069" y="335131"/>
                  </a:cubicBezTo>
                  <a:cubicBezTo>
                    <a:pt x="1035754" y="328434"/>
                    <a:pt x="1088708" y="323701"/>
                    <a:pt x="1141571" y="317808"/>
                  </a:cubicBezTo>
                  <a:cubicBezTo>
                    <a:pt x="1163717" y="314414"/>
                    <a:pt x="1185595" y="325219"/>
                    <a:pt x="1199971" y="341650"/>
                  </a:cubicBezTo>
                  <a:cubicBezTo>
                    <a:pt x="1205686" y="424071"/>
                    <a:pt x="1193274" y="506492"/>
                    <a:pt x="1187202" y="588645"/>
                  </a:cubicBezTo>
                  <a:cubicBezTo>
                    <a:pt x="1180951" y="607844"/>
                    <a:pt x="1187023" y="638294"/>
                    <a:pt x="1163985" y="646867"/>
                  </a:cubicBezTo>
                  <a:cubicBezTo>
                    <a:pt x="1101209" y="669369"/>
                    <a:pt x="1034594" y="680085"/>
                    <a:pt x="972264" y="703838"/>
                  </a:cubicBezTo>
                  <a:cubicBezTo>
                    <a:pt x="962442" y="747058"/>
                    <a:pt x="967799" y="794117"/>
                    <a:pt x="963870" y="838766"/>
                  </a:cubicBezTo>
                  <a:cubicBezTo>
                    <a:pt x="981462" y="831175"/>
                    <a:pt x="1000393" y="813673"/>
                    <a:pt x="1020306" y="825907"/>
                  </a:cubicBezTo>
                  <a:cubicBezTo>
                    <a:pt x="1110764" y="868591"/>
                    <a:pt x="1200507" y="912971"/>
                    <a:pt x="1289983" y="957709"/>
                  </a:cubicBezTo>
                  <a:cubicBezTo>
                    <a:pt x="1309360" y="967442"/>
                    <a:pt x="1327487" y="979497"/>
                    <a:pt x="1344722" y="992624"/>
                  </a:cubicBezTo>
                  <a:cubicBezTo>
                    <a:pt x="1342846" y="1010930"/>
                    <a:pt x="1340524" y="1029682"/>
                    <a:pt x="1330345" y="1045488"/>
                  </a:cubicBezTo>
                  <a:cubicBezTo>
                    <a:pt x="1285339" y="1122908"/>
                    <a:pt x="1230422" y="1194346"/>
                    <a:pt x="1168450" y="1258907"/>
                  </a:cubicBezTo>
                  <a:cubicBezTo>
                    <a:pt x="1161306" y="1264533"/>
                    <a:pt x="1153984" y="1276767"/>
                    <a:pt x="1143357" y="1271677"/>
                  </a:cubicBezTo>
                  <a:cubicBezTo>
                    <a:pt x="1077367" y="1231493"/>
                    <a:pt x="1017806" y="1181308"/>
                    <a:pt x="952530" y="1139785"/>
                  </a:cubicBezTo>
                  <a:cubicBezTo>
                    <a:pt x="948065" y="1327934"/>
                    <a:pt x="955298" y="1516618"/>
                    <a:pt x="939939" y="1704499"/>
                  </a:cubicBezTo>
                  <a:cubicBezTo>
                    <a:pt x="940296" y="1757720"/>
                    <a:pt x="893772" y="1791117"/>
                    <a:pt x="862965" y="1828354"/>
                  </a:cubicBezTo>
                  <a:cubicBezTo>
                    <a:pt x="844123" y="1853803"/>
                    <a:pt x="810816" y="1861483"/>
                    <a:pt x="782508" y="1847463"/>
                  </a:cubicBezTo>
                  <a:cubicBezTo>
                    <a:pt x="700713" y="1811209"/>
                    <a:pt x="618827" y="1774865"/>
                    <a:pt x="538906" y="1734681"/>
                  </a:cubicBezTo>
                  <a:cubicBezTo>
                    <a:pt x="556141" y="1614756"/>
                    <a:pt x="567124" y="1493758"/>
                    <a:pt x="572929" y="1372850"/>
                  </a:cubicBezTo>
                  <a:cubicBezTo>
                    <a:pt x="551408" y="1389192"/>
                    <a:pt x="539621" y="1414105"/>
                    <a:pt x="522744" y="1434644"/>
                  </a:cubicBezTo>
                  <a:cubicBezTo>
                    <a:pt x="481042" y="1488222"/>
                    <a:pt x="438805" y="1541443"/>
                    <a:pt x="398710" y="1596271"/>
                  </a:cubicBezTo>
                  <a:cubicBezTo>
                    <a:pt x="363885" y="1638419"/>
                    <a:pt x="333791" y="1684853"/>
                    <a:pt x="293162" y="1721822"/>
                  </a:cubicBezTo>
                  <a:cubicBezTo>
                    <a:pt x="271552" y="1708338"/>
                    <a:pt x="251996" y="1691997"/>
                    <a:pt x="233958" y="1674049"/>
                  </a:cubicBezTo>
                  <a:cubicBezTo>
                    <a:pt x="154216" y="1597878"/>
                    <a:pt x="66883" y="1527155"/>
                    <a:pt x="2679" y="1436608"/>
                  </a:cubicBezTo>
                  <a:cubicBezTo>
                    <a:pt x="15359" y="1421249"/>
                    <a:pt x="28486" y="1406158"/>
                    <a:pt x="43398" y="1392853"/>
                  </a:cubicBezTo>
                  <a:cubicBezTo>
                    <a:pt x="191720" y="1255514"/>
                    <a:pt x="339417" y="1117372"/>
                    <a:pt x="484257" y="976283"/>
                  </a:cubicBezTo>
                  <a:cubicBezTo>
                    <a:pt x="523815" y="935206"/>
                    <a:pt x="567482" y="894219"/>
                    <a:pt x="587305" y="839212"/>
                  </a:cubicBezTo>
                  <a:cubicBezTo>
                    <a:pt x="540871" y="843409"/>
                    <a:pt x="497651" y="862697"/>
                    <a:pt x="452378" y="872609"/>
                  </a:cubicBezTo>
                  <a:cubicBezTo>
                    <a:pt x="360581" y="892344"/>
                    <a:pt x="270123" y="919669"/>
                    <a:pt x="176629" y="930384"/>
                  </a:cubicBezTo>
                  <a:cubicBezTo>
                    <a:pt x="159931" y="929848"/>
                    <a:pt x="145197" y="918865"/>
                    <a:pt x="138053" y="904131"/>
                  </a:cubicBezTo>
                  <a:cubicBezTo>
                    <a:pt x="84296" y="807333"/>
                    <a:pt x="41523" y="704999"/>
                    <a:pt x="0" y="602575"/>
                  </a:cubicBezTo>
                  <a:cubicBezTo>
                    <a:pt x="32593" y="586145"/>
                    <a:pt x="68312" y="577929"/>
                    <a:pt x="103227" y="567750"/>
                  </a:cubicBezTo>
                  <a:cubicBezTo>
                    <a:pt x="271373" y="516850"/>
                    <a:pt x="440144" y="466576"/>
                    <a:pt x="611058" y="425946"/>
                  </a:cubicBezTo>
                  <a:cubicBezTo>
                    <a:pt x="612219" y="375851"/>
                    <a:pt x="618024" y="325844"/>
                    <a:pt x="615791" y="275749"/>
                  </a:cubicBezTo>
                  <a:cubicBezTo>
                    <a:pt x="609808" y="183952"/>
                    <a:pt x="610880" y="91886"/>
                    <a:pt x="608379" y="0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 descr="D:\51PPT模板网\51pptmoban.com\图片.jpg">
            <a:extLst>
              <a:ext uri="{FF2B5EF4-FFF2-40B4-BE49-F238E27FC236}">
                <a16:creationId xmlns:a16="http://schemas.microsoft.com/office/drawing/2014/main" id="{269B6F42-B4F2-493D-FA13-A0904863E2D1}"/>
              </a:ext>
            </a:extLst>
          </p:cNvPr>
          <p:cNvGrpSpPr/>
          <p:nvPr/>
        </p:nvGrpSpPr>
        <p:grpSpPr>
          <a:xfrm>
            <a:off x="3559474" y="1315482"/>
            <a:ext cx="1457731" cy="1520614"/>
            <a:chOff x="1528821" y="1136412"/>
            <a:chExt cx="2632919" cy="274649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4036D40A-EE40-860A-6239-A313F7303BEF}"/>
                </a:ext>
              </a:extLst>
            </p:cNvPr>
            <p:cNvSpPr/>
            <p:nvPr/>
          </p:nvSpPr>
          <p:spPr>
            <a:xfrm>
              <a:off x="1528821" y="1136412"/>
              <a:ext cx="2632919" cy="2746496"/>
            </a:xfrm>
            <a:custGeom>
              <a:avLst/>
              <a:gdLst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018541 h 2746496"/>
                <a:gd name="connsiteX12" fmla="*/ 1408054 w 2632919"/>
                <a:gd name="connsiteY12" fmla="*/ 1177490 h 2746496"/>
                <a:gd name="connsiteX13" fmla="*/ 1406158 w 2632919"/>
                <a:gd name="connsiteY13" fmla="*/ 1178161 h 2746496"/>
                <a:gd name="connsiteX14" fmla="*/ 1405087 w 2632919"/>
                <a:gd name="connsiteY14" fmla="*/ 1228882 h 2746496"/>
                <a:gd name="connsiteX15" fmla="*/ 1707892 w 2632919"/>
                <a:gd name="connsiteY15" fmla="*/ 1144139 h 2746496"/>
                <a:gd name="connsiteX16" fmla="*/ 1722805 w 2632919"/>
                <a:gd name="connsiteY16" fmla="*/ 1066004 h 2746496"/>
                <a:gd name="connsiteX17" fmla="*/ 1718337 w 2632919"/>
                <a:gd name="connsiteY17" fmla="*/ 1067587 h 2746496"/>
                <a:gd name="connsiteX18" fmla="*/ 1761177 w 2632919"/>
                <a:gd name="connsiteY18" fmla="*/ 900985 h 2746496"/>
                <a:gd name="connsiteX19" fmla="*/ 1761738 w 2632919"/>
                <a:gd name="connsiteY19" fmla="*/ 900805 h 2746496"/>
                <a:gd name="connsiteX20" fmla="*/ 1765837 w 2632919"/>
                <a:gd name="connsiteY20" fmla="*/ 882863 h 2746496"/>
                <a:gd name="connsiteX21" fmla="*/ 1773179 w 2632919"/>
                <a:gd name="connsiteY21" fmla="*/ 854312 h 2746496"/>
                <a:gd name="connsiteX22" fmla="*/ 1772327 w 2632919"/>
                <a:gd name="connsiteY22" fmla="*/ 854460 h 2746496"/>
                <a:gd name="connsiteX23" fmla="*/ 1774150 w 2632919"/>
                <a:gd name="connsiteY23" fmla="*/ 846479 h 2746496"/>
                <a:gd name="connsiteX24" fmla="*/ 1784419 w 2632919"/>
                <a:gd name="connsiteY24" fmla="*/ 791684 h 2746496"/>
                <a:gd name="connsiteX25" fmla="*/ 1519693 w 2632919"/>
                <a:gd name="connsiteY25" fmla="*/ 404 h 2746496"/>
                <a:gd name="connsiteX26" fmla="*/ 1588859 w 2632919"/>
                <a:gd name="connsiteY26" fmla="*/ 24803 h 2746496"/>
                <a:gd name="connsiteX27" fmla="*/ 1892737 w 2632919"/>
                <a:gd name="connsiteY27" fmla="*/ 176161 h 2746496"/>
                <a:gd name="connsiteX28" fmla="*/ 1926848 w 2632919"/>
                <a:gd name="connsiteY28" fmla="*/ 235097 h 2746496"/>
                <a:gd name="connsiteX29" fmla="*/ 1729859 w 2632919"/>
                <a:gd name="connsiteY29" fmla="*/ 406279 h 2746496"/>
                <a:gd name="connsiteX30" fmla="*/ 1321326 w 2632919"/>
                <a:gd name="connsiteY30" fmla="*/ 666401 h 2746496"/>
                <a:gd name="connsiteX31" fmla="*/ 1460272 w 2632919"/>
                <a:gd name="connsiteY31" fmla="*/ 631039 h 2746496"/>
                <a:gd name="connsiteX32" fmla="*/ 2062847 w 2632919"/>
                <a:gd name="connsiteY32" fmla="*/ 411190 h 2746496"/>
                <a:gd name="connsiteX33" fmla="*/ 2262337 w 2632919"/>
                <a:gd name="connsiteY33" fmla="*/ 577997 h 2746496"/>
                <a:gd name="connsiteX34" fmla="*/ 2237780 w 2632919"/>
                <a:gd name="connsiteY34" fmla="*/ 691582 h 2746496"/>
                <a:gd name="connsiteX35" fmla="*/ 2089190 w 2632919"/>
                <a:gd name="connsiteY35" fmla="*/ 1214237 h 2746496"/>
                <a:gd name="connsiteX36" fmla="*/ 2071509 w 2632919"/>
                <a:gd name="connsiteY36" fmla="*/ 1256653 h 2746496"/>
                <a:gd name="connsiteX37" fmla="*/ 2000339 w 2632919"/>
                <a:gd name="connsiteY37" fmla="*/ 1272637 h 2746496"/>
                <a:gd name="connsiteX38" fmla="*/ 1443573 w 2632919"/>
                <a:gd name="connsiteY38" fmla="*/ 1396671 h 2746496"/>
                <a:gd name="connsiteX39" fmla="*/ 1391335 w 2632919"/>
                <a:gd name="connsiteY39" fmla="*/ 1418280 h 2746496"/>
                <a:gd name="connsiteX40" fmla="*/ 1387406 w 2632919"/>
                <a:gd name="connsiteY40" fmla="*/ 1505523 h 2746496"/>
                <a:gd name="connsiteX41" fmla="*/ 1962835 w 2632919"/>
                <a:gd name="connsiteY41" fmla="*/ 1338003 h 2746496"/>
                <a:gd name="connsiteX42" fmla="*/ 2107228 w 2632919"/>
                <a:gd name="connsiteY42" fmla="*/ 1312196 h 2746496"/>
                <a:gd name="connsiteX43" fmla="*/ 2257961 w 2632919"/>
                <a:gd name="connsiteY43" fmla="*/ 1357291 h 2746496"/>
                <a:gd name="connsiteX44" fmla="*/ 2349758 w 2632919"/>
                <a:gd name="connsiteY44" fmla="*/ 1418816 h 2746496"/>
                <a:gd name="connsiteX45" fmla="*/ 2333506 w 2632919"/>
                <a:gd name="connsiteY45" fmla="*/ 1518204 h 2746496"/>
                <a:gd name="connsiteX46" fmla="*/ 2192328 w 2632919"/>
                <a:gd name="connsiteY46" fmla="*/ 1856728 h 2746496"/>
                <a:gd name="connsiteX47" fmla="*/ 2245817 w 2632919"/>
                <a:gd name="connsiteY47" fmla="*/ 1899858 h 2746496"/>
                <a:gd name="connsiteX48" fmla="*/ 2231886 w 2632919"/>
                <a:gd name="connsiteY48" fmla="*/ 1971921 h 2746496"/>
                <a:gd name="connsiteX49" fmla="*/ 2213491 w 2632919"/>
                <a:gd name="connsiteY49" fmla="*/ 2036840 h 2746496"/>
                <a:gd name="connsiteX50" fmla="*/ 2126516 w 2632919"/>
                <a:gd name="connsiteY50" fmla="*/ 2050502 h 2746496"/>
                <a:gd name="connsiteX51" fmla="*/ 1745307 w 2632919"/>
                <a:gd name="connsiteY51" fmla="*/ 2105063 h 2746496"/>
                <a:gd name="connsiteX52" fmla="*/ 1221849 w 2632919"/>
                <a:gd name="connsiteY52" fmla="*/ 2206147 h 2746496"/>
                <a:gd name="connsiteX53" fmla="*/ 1700570 w 2632919"/>
                <a:gd name="connsiteY53" fmla="*/ 2212130 h 2746496"/>
                <a:gd name="connsiteX54" fmla="*/ 2335024 w 2632919"/>
                <a:gd name="connsiteY54" fmla="*/ 2124797 h 2746496"/>
                <a:gd name="connsiteX55" fmla="*/ 2632919 w 2632919"/>
                <a:gd name="connsiteY55" fmla="*/ 2090865 h 2746496"/>
                <a:gd name="connsiteX56" fmla="*/ 2410212 w 2632919"/>
                <a:gd name="connsiteY56" fmla="*/ 2408404 h 2746496"/>
                <a:gd name="connsiteX57" fmla="*/ 1877199 w 2632919"/>
                <a:gd name="connsiteY57" fmla="*/ 2734606 h 2746496"/>
                <a:gd name="connsiteX58" fmla="*/ 1723966 w 2632919"/>
                <a:gd name="connsiteY58" fmla="*/ 2741660 h 2746496"/>
                <a:gd name="connsiteX59" fmla="*/ 1124248 w 2632919"/>
                <a:gd name="connsiteY59" fmla="*/ 2605840 h 2746496"/>
                <a:gd name="connsiteX60" fmla="*/ 747147 w 2632919"/>
                <a:gd name="connsiteY60" fmla="*/ 2482610 h 2746496"/>
                <a:gd name="connsiteX61" fmla="*/ 544800 w 2632919"/>
                <a:gd name="connsiteY61" fmla="*/ 2719425 h 2746496"/>
                <a:gd name="connsiteX62" fmla="*/ 246192 w 2632919"/>
                <a:gd name="connsiteY62" fmla="*/ 2474305 h 2746496"/>
                <a:gd name="connsiteX63" fmla="*/ 196453 w 2632919"/>
                <a:gd name="connsiteY63" fmla="*/ 2426710 h 2746496"/>
                <a:gd name="connsiteX64" fmla="*/ 194221 w 2632919"/>
                <a:gd name="connsiteY64" fmla="*/ 2371346 h 2746496"/>
                <a:gd name="connsiteX65" fmla="*/ 361563 w 2632919"/>
                <a:gd name="connsiteY65" fmla="*/ 2234633 h 2746496"/>
                <a:gd name="connsiteX66" fmla="*/ 597485 w 2632919"/>
                <a:gd name="connsiteY66" fmla="*/ 2052020 h 2746496"/>
                <a:gd name="connsiteX67" fmla="*/ 516493 w 2632919"/>
                <a:gd name="connsiteY67" fmla="*/ 1927719 h 2746496"/>
                <a:gd name="connsiteX68" fmla="*/ 458986 w 2632919"/>
                <a:gd name="connsiteY68" fmla="*/ 1819223 h 2746496"/>
                <a:gd name="connsiteX69" fmla="*/ 523458 w 2632919"/>
                <a:gd name="connsiteY69" fmla="*/ 1647595 h 2746496"/>
                <a:gd name="connsiteX70" fmla="*/ 287536 w 2632919"/>
                <a:gd name="connsiteY70" fmla="*/ 1785112 h 2746496"/>
                <a:gd name="connsiteX71" fmla="*/ 182076 w 2632919"/>
                <a:gd name="connsiteY71" fmla="*/ 1825028 h 2746496"/>
                <a:gd name="connsiteX72" fmla="*/ 136624 w 2632919"/>
                <a:gd name="connsiteY72" fmla="*/ 1743500 h 2746496"/>
                <a:gd name="connsiteX73" fmla="*/ 20628 w 2632919"/>
                <a:gd name="connsiteY73" fmla="*/ 1521775 h 2746496"/>
                <a:gd name="connsiteX74" fmla="*/ 0 w 2632919"/>
                <a:gd name="connsiteY74" fmla="*/ 1447391 h 2746496"/>
                <a:gd name="connsiteX75" fmla="*/ 222885 w 2632919"/>
                <a:gd name="connsiteY75" fmla="*/ 1363273 h 2746496"/>
                <a:gd name="connsiteX76" fmla="*/ 560070 w 2632919"/>
                <a:gd name="connsiteY76" fmla="*/ 1227185 h 2746496"/>
                <a:gd name="connsiteX77" fmla="*/ 714822 w 2632919"/>
                <a:gd name="connsiteY77" fmla="*/ 1162356 h 2746496"/>
                <a:gd name="connsiteX78" fmla="*/ 846892 w 2632919"/>
                <a:gd name="connsiteY78" fmla="*/ 1230311 h 2746496"/>
                <a:gd name="connsiteX79" fmla="*/ 943868 w 2632919"/>
                <a:gd name="connsiteY79" fmla="*/ 1296122 h 2746496"/>
                <a:gd name="connsiteX80" fmla="*/ 944939 w 2632919"/>
                <a:gd name="connsiteY80" fmla="*/ 1354076 h 2746496"/>
                <a:gd name="connsiteX81" fmla="*/ 739914 w 2632919"/>
                <a:gd name="connsiteY81" fmla="*/ 1774664 h 2746496"/>
                <a:gd name="connsiteX82" fmla="*/ 738753 w 2632919"/>
                <a:gd name="connsiteY82" fmla="*/ 1812437 h 2746496"/>
                <a:gd name="connsiteX83" fmla="*/ 962620 w 2632919"/>
                <a:gd name="connsiteY83" fmla="*/ 1999603 h 2746496"/>
                <a:gd name="connsiteX84" fmla="*/ 968246 w 2632919"/>
                <a:gd name="connsiteY84" fmla="*/ 2029607 h 2746496"/>
                <a:gd name="connsiteX85" fmla="*/ 902523 w 2632919"/>
                <a:gd name="connsiteY85" fmla="*/ 2155248 h 2746496"/>
                <a:gd name="connsiteX86" fmla="*/ 1084421 w 2632919"/>
                <a:gd name="connsiteY86" fmla="*/ 2188913 h 2746496"/>
                <a:gd name="connsiteX87" fmla="*/ 1180594 w 2632919"/>
                <a:gd name="connsiteY87" fmla="*/ 2199807 h 2746496"/>
                <a:gd name="connsiteX88" fmla="*/ 1126659 w 2632919"/>
                <a:gd name="connsiteY88" fmla="*/ 2163552 h 2746496"/>
                <a:gd name="connsiteX89" fmla="*/ 1121747 w 2632919"/>
                <a:gd name="connsiteY89" fmla="*/ 2044966 h 2746496"/>
                <a:gd name="connsiteX90" fmla="*/ 971014 w 2632919"/>
                <a:gd name="connsiteY90" fmla="*/ 1862622 h 2746496"/>
                <a:gd name="connsiteX91" fmla="*/ 983873 w 2632919"/>
                <a:gd name="connsiteY91" fmla="*/ 1765645 h 2746496"/>
                <a:gd name="connsiteX92" fmla="*/ 1042362 w 2632919"/>
                <a:gd name="connsiteY92" fmla="*/ 1087078 h 2746496"/>
                <a:gd name="connsiteX93" fmla="*/ 1047363 w 2632919"/>
                <a:gd name="connsiteY93" fmla="*/ 811776 h 2746496"/>
                <a:gd name="connsiteX94" fmla="*/ 987624 w 2632919"/>
                <a:gd name="connsiteY94" fmla="*/ 834011 h 2746496"/>
                <a:gd name="connsiteX95" fmla="*/ 918061 w 2632919"/>
                <a:gd name="connsiteY95" fmla="*/ 713282 h 2746496"/>
                <a:gd name="connsiteX96" fmla="*/ 1161127 w 2632919"/>
                <a:gd name="connsiteY96" fmla="*/ 427174 h 2746496"/>
                <a:gd name="connsiteX97" fmla="*/ 1427679 w 2632919"/>
                <a:gd name="connsiteY97" fmla="*/ 86239 h 2746496"/>
                <a:gd name="connsiteX98" fmla="*/ 1495276 w 2632919"/>
                <a:gd name="connsiteY98" fmla="*/ 1853 h 2746496"/>
                <a:gd name="connsiteX99" fmla="*/ 1519693 w 2632919"/>
                <a:gd name="connsiteY99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018541 h 2746496"/>
                <a:gd name="connsiteX12" fmla="*/ 1408054 w 2632919"/>
                <a:gd name="connsiteY12" fmla="*/ 1177490 h 2746496"/>
                <a:gd name="connsiteX13" fmla="*/ 1406158 w 2632919"/>
                <a:gd name="connsiteY13" fmla="*/ 1178161 h 2746496"/>
                <a:gd name="connsiteX14" fmla="*/ 1405087 w 2632919"/>
                <a:gd name="connsiteY14" fmla="*/ 1228882 h 2746496"/>
                <a:gd name="connsiteX15" fmla="*/ 1707892 w 2632919"/>
                <a:gd name="connsiteY15" fmla="*/ 1144139 h 2746496"/>
                <a:gd name="connsiteX16" fmla="*/ 1722805 w 2632919"/>
                <a:gd name="connsiteY16" fmla="*/ 1066004 h 2746496"/>
                <a:gd name="connsiteX17" fmla="*/ 1761177 w 2632919"/>
                <a:gd name="connsiteY17" fmla="*/ 900985 h 2746496"/>
                <a:gd name="connsiteX18" fmla="*/ 1761738 w 2632919"/>
                <a:gd name="connsiteY18" fmla="*/ 900805 h 2746496"/>
                <a:gd name="connsiteX19" fmla="*/ 1765837 w 2632919"/>
                <a:gd name="connsiteY19" fmla="*/ 882863 h 2746496"/>
                <a:gd name="connsiteX20" fmla="*/ 1773179 w 2632919"/>
                <a:gd name="connsiteY20" fmla="*/ 854312 h 2746496"/>
                <a:gd name="connsiteX21" fmla="*/ 1772327 w 2632919"/>
                <a:gd name="connsiteY21" fmla="*/ 854460 h 2746496"/>
                <a:gd name="connsiteX22" fmla="*/ 1774150 w 2632919"/>
                <a:gd name="connsiteY22" fmla="*/ 846479 h 2746496"/>
                <a:gd name="connsiteX23" fmla="*/ 1784419 w 2632919"/>
                <a:gd name="connsiteY23" fmla="*/ 791684 h 2746496"/>
                <a:gd name="connsiteX24" fmla="*/ 1519693 w 2632919"/>
                <a:gd name="connsiteY24" fmla="*/ 404 h 2746496"/>
                <a:gd name="connsiteX25" fmla="*/ 1588859 w 2632919"/>
                <a:gd name="connsiteY25" fmla="*/ 24803 h 2746496"/>
                <a:gd name="connsiteX26" fmla="*/ 1892737 w 2632919"/>
                <a:gd name="connsiteY26" fmla="*/ 176161 h 2746496"/>
                <a:gd name="connsiteX27" fmla="*/ 1926848 w 2632919"/>
                <a:gd name="connsiteY27" fmla="*/ 235097 h 2746496"/>
                <a:gd name="connsiteX28" fmla="*/ 1729859 w 2632919"/>
                <a:gd name="connsiteY28" fmla="*/ 406279 h 2746496"/>
                <a:gd name="connsiteX29" fmla="*/ 1321326 w 2632919"/>
                <a:gd name="connsiteY29" fmla="*/ 666401 h 2746496"/>
                <a:gd name="connsiteX30" fmla="*/ 1460272 w 2632919"/>
                <a:gd name="connsiteY30" fmla="*/ 631039 h 2746496"/>
                <a:gd name="connsiteX31" fmla="*/ 2062847 w 2632919"/>
                <a:gd name="connsiteY31" fmla="*/ 411190 h 2746496"/>
                <a:gd name="connsiteX32" fmla="*/ 2262337 w 2632919"/>
                <a:gd name="connsiteY32" fmla="*/ 577997 h 2746496"/>
                <a:gd name="connsiteX33" fmla="*/ 2237780 w 2632919"/>
                <a:gd name="connsiteY33" fmla="*/ 691582 h 2746496"/>
                <a:gd name="connsiteX34" fmla="*/ 2089190 w 2632919"/>
                <a:gd name="connsiteY34" fmla="*/ 1214237 h 2746496"/>
                <a:gd name="connsiteX35" fmla="*/ 2071509 w 2632919"/>
                <a:gd name="connsiteY35" fmla="*/ 1256653 h 2746496"/>
                <a:gd name="connsiteX36" fmla="*/ 2000339 w 2632919"/>
                <a:gd name="connsiteY36" fmla="*/ 1272637 h 2746496"/>
                <a:gd name="connsiteX37" fmla="*/ 1443573 w 2632919"/>
                <a:gd name="connsiteY37" fmla="*/ 1396671 h 2746496"/>
                <a:gd name="connsiteX38" fmla="*/ 1391335 w 2632919"/>
                <a:gd name="connsiteY38" fmla="*/ 1418280 h 2746496"/>
                <a:gd name="connsiteX39" fmla="*/ 1387406 w 2632919"/>
                <a:gd name="connsiteY39" fmla="*/ 1505523 h 2746496"/>
                <a:gd name="connsiteX40" fmla="*/ 1962835 w 2632919"/>
                <a:gd name="connsiteY40" fmla="*/ 1338003 h 2746496"/>
                <a:gd name="connsiteX41" fmla="*/ 2107228 w 2632919"/>
                <a:gd name="connsiteY41" fmla="*/ 1312196 h 2746496"/>
                <a:gd name="connsiteX42" fmla="*/ 2257961 w 2632919"/>
                <a:gd name="connsiteY42" fmla="*/ 1357291 h 2746496"/>
                <a:gd name="connsiteX43" fmla="*/ 2349758 w 2632919"/>
                <a:gd name="connsiteY43" fmla="*/ 1418816 h 2746496"/>
                <a:gd name="connsiteX44" fmla="*/ 2333506 w 2632919"/>
                <a:gd name="connsiteY44" fmla="*/ 1518204 h 2746496"/>
                <a:gd name="connsiteX45" fmla="*/ 2192328 w 2632919"/>
                <a:gd name="connsiteY45" fmla="*/ 1856728 h 2746496"/>
                <a:gd name="connsiteX46" fmla="*/ 2245817 w 2632919"/>
                <a:gd name="connsiteY46" fmla="*/ 1899858 h 2746496"/>
                <a:gd name="connsiteX47" fmla="*/ 2231886 w 2632919"/>
                <a:gd name="connsiteY47" fmla="*/ 1971921 h 2746496"/>
                <a:gd name="connsiteX48" fmla="*/ 2213491 w 2632919"/>
                <a:gd name="connsiteY48" fmla="*/ 2036840 h 2746496"/>
                <a:gd name="connsiteX49" fmla="*/ 2126516 w 2632919"/>
                <a:gd name="connsiteY49" fmla="*/ 2050502 h 2746496"/>
                <a:gd name="connsiteX50" fmla="*/ 1745307 w 2632919"/>
                <a:gd name="connsiteY50" fmla="*/ 2105063 h 2746496"/>
                <a:gd name="connsiteX51" fmla="*/ 1221849 w 2632919"/>
                <a:gd name="connsiteY51" fmla="*/ 2206147 h 2746496"/>
                <a:gd name="connsiteX52" fmla="*/ 1700570 w 2632919"/>
                <a:gd name="connsiteY52" fmla="*/ 2212130 h 2746496"/>
                <a:gd name="connsiteX53" fmla="*/ 2335024 w 2632919"/>
                <a:gd name="connsiteY53" fmla="*/ 2124797 h 2746496"/>
                <a:gd name="connsiteX54" fmla="*/ 2632919 w 2632919"/>
                <a:gd name="connsiteY54" fmla="*/ 2090865 h 2746496"/>
                <a:gd name="connsiteX55" fmla="*/ 2410212 w 2632919"/>
                <a:gd name="connsiteY55" fmla="*/ 2408404 h 2746496"/>
                <a:gd name="connsiteX56" fmla="*/ 1877199 w 2632919"/>
                <a:gd name="connsiteY56" fmla="*/ 2734606 h 2746496"/>
                <a:gd name="connsiteX57" fmla="*/ 1723966 w 2632919"/>
                <a:gd name="connsiteY57" fmla="*/ 2741660 h 2746496"/>
                <a:gd name="connsiteX58" fmla="*/ 1124248 w 2632919"/>
                <a:gd name="connsiteY58" fmla="*/ 2605840 h 2746496"/>
                <a:gd name="connsiteX59" fmla="*/ 747147 w 2632919"/>
                <a:gd name="connsiteY59" fmla="*/ 2482610 h 2746496"/>
                <a:gd name="connsiteX60" fmla="*/ 544800 w 2632919"/>
                <a:gd name="connsiteY60" fmla="*/ 2719425 h 2746496"/>
                <a:gd name="connsiteX61" fmla="*/ 246192 w 2632919"/>
                <a:gd name="connsiteY61" fmla="*/ 2474305 h 2746496"/>
                <a:gd name="connsiteX62" fmla="*/ 196453 w 2632919"/>
                <a:gd name="connsiteY62" fmla="*/ 2426710 h 2746496"/>
                <a:gd name="connsiteX63" fmla="*/ 194221 w 2632919"/>
                <a:gd name="connsiteY63" fmla="*/ 2371346 h 2746496"/>
                <a:gd name="connsiteX64" fmla="*/ 361563 w 2632919"/>
                <a:gd name="connsiteY64" fmla="*/ 2234633 h 2746496"/>
                <a:gd name="connsiteX65" fmla="*/ 597485 w 2632919"/>
                <a:gd name="connsiteY65" fmla="*/ 2052020 h 2746496"/>
                <a:gd name="connsiteX66" fmla="*/ 516493 w 2632919"/>
                <a:gd name="connsiteY66" fmla="*/ 1927719 h 2746496"/>
                <a:gd name="connsiteX67" fmla="*/ 458986 w 2632919"/>
                <a:gd name="connsiteY67" fmla="*/ 1819223 h 2746496"/>
                <a:gd name="connsiteX68" fmla="*/ 523458 w 2632919"/>
                <a:gd name="connsiteY68" fmla="*/ 1647595 h 2746496"/>
                <a:gd name="connsiteX69" fmla="*/ 287536 w 2632919"/>
                <a:gd name="connsiteY69" fmla="*/ 1785112 h 2746496"/>
                <a:gd name="connsiteX70" fmla="*/ 182076 w 2632919"/>
                <a:gd name="connsiteY70" fmla="*/ 1825028 h 2746496"/>
                <a:gd name="connsiteX71" fmla="*/ 136624 w 2632919"/>
                <a:gd name="connsiteY71" fmla="*/ 1743500 h 2746496"/>
                <a:gd name="connsiteX72" fmla="*/ 20628 w 2632919"/>
                <a:gd name="connsiteY72" fmla="*/ 1521775 h 2746496"/>
                <a:gd name="connsiteX73" fmla="*/ 0 w 2632919"/>
                <a:gd name="connsiteY73" fmla="*/ 1447391 h 2746496"/>
                <a:gd name="connsiteX74" fmla="*/ 222885 w 2632919"/>
                <a:gd name="connsiteY74" fmla="*/ 1363273 h 2746496"/>
                <a:gd name="connsiteX75" fmla="*/ 560070 w 2632919"/>
                <a:gd name="connsiteY75" fmla="*/ 1227185 h 2746496"/>
                <a:gd name="connsiteX76" fmla="*/ 714822 w 2632919"/>
                <a:gd name="connsiteY76" fmla="*/ 1162356 h 2746496"/>
                <a:gd name="connsiteX77" fmla="*/ 846892 w 2632919"/>
                <a:gd name="connsiteY77" fmla="*/ 1230311 h 2746496"/>
                <a:gd name="connsiteX78" fmla="*/ 943868 w 2632919"/>
                <a:gd name="connsiteY78" fmla="*/ 1296122 h 2746496"/>
                <a:gd name="connsiteX79" fmla="*/ 944939 w 2632919"/>
                <a:gd name="connsiteY79" fmla="*/ 1354076 h 2746496"/>
                <a:gd name="connsiteX80" fmla="*/ 739914 w 2632919"/>
                <a:gd name="connsiteY80" fmla="*/ 1774664 h 2746496"/>
                <a:gd name="connsiteX81" fmla="*/ 738753 w 2632919"/>
                <a:gd name="connsiteY81" fmla="*/ 1812437 h 2746496"/>
                <a:gd name="connsiteX82" fmla="*/ 962620 w 2632919"/>
                <a:gd name="connsiteY82" fmla="*/ 1999603 h 2746496"/>
                <a:gd name="connsiteX83" fmla="*/ 968246 w 2632919"/>
                <a:gd name="connsiteY83" fmla="*/ 2029607 h 2746496"/>
                <a:gd name="connsiteX84" fmla="*/ 902523 w 2632919"/>
                <a:gd name="connsiteY84" fmla="*/ 2155248 h 2746496"/>
                <a:gd name="connsiteX85" fmla="*/ 1084421 w 2632919"/>
                <a:gd name="connsiteY85" fmla="*/ 2188913 h 2746496"/>
                <a:gd name="connsiteX86" fmla="*/ 1180594 w 2632919"/>
                <a:gd name="connsiteY86" fmla="*/ 2199807 h 2746496"/>
                <a:gd name="connsiteX87" fmla="*/ 1126659 w 2632919"/>
                <a:gd name="connsiteY87" fmla="*/ 2163552 h 2746496"/>
                <a:gd name="connsiteX88" fmla="*/ 1121747 w 2632919"/>
                <a:gd name="connsiteY88" fmla="*/ 2044966 h 2746496"/>
                <a:gd name="connsiteX89" fmla="*/ 971014 w 2632919"/>
                <a:gd name="connsiteY89" fmla="*/ 1862622 h 2746496"/>
                <a:gd name="connsiteX90" fmla="*/ 983873 w 2632919"/>
                <a:gd name="connsiteY90" fmla="*/ 1765645 h 2746496"/>
                <a:gd name="connsiteX91" fmla="*/ 1042362 w 2632919"/>
                <a:gd name="connsiteY91" fmla="*/ 1087078 h 2746496"/>
                <a:gd name="connsiteX92" fmla="*/ 1047363 w 2632919"/>
                <a:gd name="connsiteY92" fmla="*/ 811776 h 2746496"/>
                <a:gd name="connsiteX93" fmla="*/ 987624 w 2632919"/>
                <a:gd name="connsiteY93" fmla="*/ 834011 h 2746496"/>
                <a:gd name="connsiteX94" fmla="*/ 918061 w 2632919"/>
                <a:gd name="connsiteY94" fmla="*/ 713282 h 2746496"/>
                <a:gd name="connsiteX95" fmla="*/ 1161127 w 2632919"/>
                <a:gd name="connsiteY95" fmla="*/ 427174 h 2746496"/>
                <a:gd name="connsiteX96" fmla="*/ 1427679 w 2632919"/>
                <a:gd name="connsiteY96" fmla="*/ 86239 h 2746496"/>
                <a:gd name="connsiteX97" fmla="*/ 1495276 w 2632919"/>
                <a:gd name="connsiteY97" fmla="*/ 1853 h 2746496"/>
                <a:gd name="connsiteX98" fmla="*/ 1519693 w 2632919"/>
                <a:gd name="connsiteY98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177490 h 2746496"/>
                <a:gd name="connsiteX12" fmla="*/ 1406158 w 2632919"/>
                <a:gd name="connsiteY12" fmla="*/ 1178161 h 2746496"/>
                <a:gd name="connsiteX13" fmla="*/ 1405087 w 2632919"/>
                <a:gd name="connsiteY13" fmla="*/ 1228882 h 2746496"/>
                <a:gd name="connsiteX14" fmla="*/ 1707892 w 2632919"/>
                <a:gd name="connsiteY14" fmla="*/ 1144139 h 2746496"/>
                <a:gd name="connsiteX15" fmla="*/ 1722805 w 2632919"/>
                <a:gd name="connsiteY15" fmla="*/ 1066004 h 2746496"/>
                <a:gd name="connsiteX16" fmla="*/ 1761177 w 2632919"/>
                <a:gd name="connsiteY16" fmla="*/ 900985 h 2746496"/>
                <a:gd name="connsiteX17" fmla="*/ 1761738 w 2632919"/>
                <a:gd name="connsiteY17" fmla="*/ 900805 h 2746496"/>
                <a:gd name="connsiteX18" fmla="*/ 1765837 w 2632919"/>
                <a:gd name="connsiteY18" fmla="*/ 882863 h 2746496"/>
                <a:gd name="connsiteX19" fmla="*/ 1773179 w 2632919"/>
                <a:gd name="connsiteY19" fmla="*/ 854312 h 2746496"/>
                <a:gd name="connsiteX20" fmla="*/ 1772327 w 2632919"/>
                <a:gd name="connsiteY20" fmla="*/ 854460 h 2746496"/>
                <a:gd name="connsiteX21" fmla="*/ 1774150 w 2632919"/>
                <a:gd name="connsiteY21" fmla="*/ 846479 h 2746496"/>
                <a:gd name="connsiteX22" fmla="*/ 1784419 w 2632919"/>
                <a:gd name="connsiteY22" fmla="*/ 791684 h 2746496"/>
                <a:gd name="connsiteX23" fmla="*/ 1519693 w 2632919"/>
                <a:gd name="connsiteY23" fmla="*/ 404 h 2746496"/>
                <a:gd name="connsiteX24" fmla="*/ 1588859 w 2632919"/>
                <a:gd name="connsiteY24" fmla="*/ 24803 h 2746496"/>
                <a:gd name="connsiteX25" fmla="*/ 1892737 w 2632919"/>
                <a:gd name="connsiteY25" fmla="*/ 176161 h 2746496"/>
                <a:gd name="connsiteX26" fmla="*/ 1926848 w 2632919"/>
                <a:gd name="connsiteY26" fmla="*/ 235097 h 2746496"/>
                <a:gd name="connsiteX27" fmla="*/ 1729859 w 2632919"/>
                <a:gd name="connsiteY27" fmla="*/ 406279 h 2746496"/>
                <a:gd name="connsiteX28" fmla="*/ 1321326 w 2632919"/>
                <a:gd name="connsiteY28" fmla="*/ 666401 h 2746496"/>
                <a:gd name="connsiteX29" fmla="*/ 1460272 w 2632919"/>
                <a:gd name="connsiteY29" fmla="*/ 631039 h 2746496"/>
                <a:gd name="connsiteX30" fmla="*/ 2062847 w 2632919"/>
                <a:gd name="connsiteY30" fmla="*/ 411190 h 2746496"/>
                <a:gd name="connsiteX31" fmla="*/ 2262337 w 2632919"/>
                <a:gd name="connsiteY31" fmla="*/ 577997 h 2746496"/>
                <a:gd name="connsiteX32" fmla="*/ 2237780 w 2632919"/>
                <a:gd name="connsiteY32" fmla="*/ 691582 h 2746496"/>
                <a:gd name="connsiteX33" fmla="*/ 2089190 w 2632919"/>
                <a:gd name="connsiteY33" fmla="*/ 1214237 h 2746496"/>
                <a:gd name="connsiteX34" fmla="*/ 2071509 w 2632919"/>
                <a:gd name="connsiteY34" fmla="*/ 1256653 h 2746496"/>
                <a:gd name="connsiteX35" fmla="*/ 2000339 w 2632919"/>
                <a:gd name="connsiteY35" fmla="*/ 1272637 h 2746496"/>
                <a:gd name="connsiteX36" fmla="*/ 1443573 w 2632919"/>
                <a:gd name="connsiteY36" fmla="*/ 1396671 h 2746496"/>
                <a:gd name="connsiteX37" fmla="*/ 1391335 w 2632919"/>
                <a:gd name="connsiteY37" fmla="*/ 1418280 h 2746496"/>
                <a:gd name="connsiteX38" fmla="*/ 1387406 w 2632919"/>
                <a:gd name="connsiteY38" fmla="*/ 1505523 h 2746496"/>
                <a:gd name="connsiteX39" fmla="*/ 1962835 w 2632919"/>
                <a:gd name="connsiteY39" fmla="*/ 1338003 h 2746496"/>
                <a:gd name="connsiteX40" fmla="*/ 2107228 w 2632919"/>
                <a:gd name="connsiteY40" fmla="*/ 1312196 h 2746496"/>
                <a:gd name="connsiteX41" fmla="*/ 2257961 w 2632919"/>
                <a:gd name="connsiteY41" fmla="*/ 1357291 h 2746496"/>
                <a:gd name="connsiteX42" fmla="*/ 2349758 w 2632919"/>
                <a:gd name="connsiteY42" fmla="*/ 1418816 h 2746496"/>
                <a:gd name="connsiteX43" fmla="*/ 2333506 w 2632919"/>
                <a:gd name="connsiteY43" fmla="*/ 1518204 h 2746496"/>
                <a:gd name="connsiteX44" fmla="*/ 2192328 w 2632919"/>
                <a:gd name="connsiteY44" fmla="*/ 1856728 h 2746496"/>
                <a:gd name="connsiteX45" fmla="*/ 2245817 w 2632919"/>
                <a:gd name="connsiteY45" fmla="*/ 1899858 h 2746496"/>
                <a:gd name="connsiteX46" fmla="*/ 2231886 w 2632919"/>
                <a:gd name="connsiteY46" fmla="*/ 1971921 h 2746496"/>
                <a:gd name="connsiteX47" fmla="*/ 2213491 w 2632919"/>
                <a:gd name="connsiteY47" fmla="*/ 2036840 h 2746496"/>
                <a:gd name="connsiteX48" fmla="*/ 2126516 w 2632919"/>
                <a:gd name="connsiteY48" fmla="*/ 2050502 h 2746496"/>
                <a:gd name="connsiteX49" fmla="*/ 1745307 w 2632919"/>
                <a:gd name="connsiteY49" fmla="*/ 2105063 h 2746496"/>
                <a:gd name="connsiteX50" fmla="*/ 1221849 w 2632919"/>
                <a:gd name="connsiteY50" fmla="*/ 2206147 h 2746496"/>
                <a:gd name="connsiteX51" fmla="*/ 1700570 w 2632919"/>
                <a:gd name="connsiteY51" fmla="*/ 2212130 h 2746496"/>
                <a:gd name="connsiteX52" fmla="*/ 2335024 w 2632919"/>
                <a:gd name="connsiteY52" fmla="*/ 2124797 h 2746496"/>
                <a:gd name="connsiteX53" fmla="*/ 2632919 w 2632919"/>
                <a:gd name="connsiteY53" fmla="*/ 2090865 h 2746496"/>
                <a:gd name="connsiteX54" fmla="*/ 2410212 w 2632919"/>
                <a:gd name="connsiteY54" fmla="*/ 2408404 h 2746496"/>
                <a:gd name="connsiteX55" fmla="*/ 1877199 w 2632919"/>
                <a:gd name="connsiteY55" fmla="*/ 2734606 h 2746496"/>
                <a:gd name="connsiteX56" fmla="*/ 1723966 w 2632919"/>
                <a:gd name="connsiteY56" fmla="*/ 2741660 h 2746496"/>
                <a:gd name="connsiteX57" fmla="*/ 1124248 w 2632919"/>
                <a:gd name="connsiteY57" fmla="*/ 2605840 h 2746496"/>
                <a:gd name="connsiteX58" fmla="*/ 747147 w 2632919"/>
                <a:gd name="connsiteY58" fmla="*/ 2482610 h 2746496"/>
                <a:gd name="connsiteX59" fmla="*/ 544800 w 2632919"/>
                <a:gd name="connsiteY59" fmla="*/ 2719425 h 2746496"/>
                <a:gd name="connsiteX60" fmla="*/ 246192 w 2632919"/>
                <a:gd name="connsiteY60" fmla="*/ 2474305 h 2746496"/>
                <a:gd name="connsiteX61" fmla="*/ 196453 w 2632919"/>
                <a:gd name="connsiteY61" fmla="*/ 2426710 h 2746496"/>
                <a:gd name="connsiteX62" fmla="*/ 194221 w 2632919"/>
                <a:gd name="connsiteY62" fmla="*/ 2371346 h 2746496"/>
                <a:gd name="connsiteX63" fmla="*/ 361563 w 2632919"/>
                <a:gd name="connsiteY63" fmla="*/ 2234633 h 2746496"/>
                <a:gd name="connsiteX64" fmla="*/ 597485 w 2632919"/>
                <a:gd name="connsiteY64" fmla="*/ 2052020 h 2746496"/>
                <a:gd name="connsiteX65" fmla="*/ 516493 w 2632919"/>
                <a:gd name="connsiteY65" fmla="*/ 1927719 h 2746496"/>
                <a:gd name="connsiteX66" fmla="*/ 458986 w 2632919"/>
                <a:gd name="connsiteY66" fmla="*/ 1819223 h 2746496"/>
                <a:gd name="connsiteX67" fmla="*/ 523458 w 2632919"/>
                <a:gd name="connsiteY67" fmla="*/ 1647595 h 2746496"/>
                <a:gd name="connsiteX68" fmla="*/ 287536 w 2632919"/>
                <a:gd name="connsiteY68" fmla="*/ 1785112 h 2746496"/>
                <a:gd name="connsiteX69" fmla="*/ 182076 w 2632919"/>
                <a:gd name="connsiteY69" fmla="*/ 1825028 h 2746496"/>
                <a:gd name="connsiteX70" fmla="*/ 136624 w 2632919"/>
                <a:gd name="connsiteY70" fmla="*/ 1743500 h 2746496"/>
                <a:gd name="connsiteX71" fmla="*/ 20628 w 2632919"/>
                <a:gd name="connsiteY71" fmla="*/ 1521775 h 2746496"/>
                <a:gd name="connsiteX72" fmla="*/ 0 w 2632919"/>
                <a:gd name="connsiteY72" fmla="*/ 1447391 h 2746496"/>
                <a:gd name="connsiteX73" fmla="*/ 222885 w 2632919"/>
                <a:gd name="connsiteY73" fmla="*/ 1363273 h 2746496"/>
                <a:gd name="connsiteX74" fmla="*/ 560070 w 2632919"/>
                <a:gd name="connsiteY74" fmla="*/ 1227185 h 2746496"/>
                <a:gd name="connsiteX75" fmla="*/ 714822 w 2632919"/>
                <a:gd name="connsiteY75" fmla="*/ 1162356 h 2746496"/>
                <a:gd name="connsiteX76" fmla="*/ 846892 w 2632919"/>
                <a:gd name="connsiteY76" fmla="*/ 1230311 h 2746496"/>
                <a:gd name="connsiteX77" fmla="*/ 943868 w 2632919"/>
                <a:gd name="connsiteY77" fmla="*/ 1296122 h 2746496"/>
                <a:gd name="connsiteX78" fmla="*/ 944939 w 2632919"/>
                <a:gd name="connsiteY78" fmla="*/ 1354076 h 2746496"/>
                <a:gd name="connsiteX79" fmla="*/ 739914 w 2632919"/>
                <a:gd name="connsiteY79" fmla="*/ 1774664 h 2746496"/>
                <a:gd name="connsiteX80" fmla="*/ 738753 w 2632919"/>
                <a:gd name="connsiteY80" fmla="*/ 1812437 h 2746496"/>
                <a:gd name="connsiteX81" fmla="*/ 962620 w 2632919"/>
                <a:gd name="connsiteY81" fmla="*/ 1999603 h 2746496"/>
                <a:gd name="connsiteX82" fmla="*/ 968246 w 2632919"/>
                <a:gd name="connsiteY82" fmla="*/ 2029607 h 2746496"/>
                <a:gd name="connsiteX83" fmla="*/ 902523 w 2632919"/>
                <a:gd name="connsiteY83" fmla="*/ 2155248 h 2746496"/>
                <a:gd name="connsiteX84" fmla="*/ 1084421 w 2632919"/>
                <a:gd name="connsiteY84" fmla="*/ 2188913 h 2746496"/>
                <a:gd name="connsiteX85" fmla="*/ 1180594 w 2632919"/>
                <a:gd name="connsiteY85" fmla="*/ 2199807 h 2746496"/>
                <a:gd name="connsiteX86" fmla="*/ 1126659 w 2632919"/>
                <a:gd name="connsiteY86" fmla="*/ 2163552 h 2746496"/>
                <a:gd name="connsiteX87" fmla="*/ 1121747 w 2632919"/>
                <a:gd name="connsiteY87" fmla="*/ 2044966 h 2746496"/>
                <a:gd name="connsiteX88" fmla="*/ 971014 w 2632919"/>
                <a:gd name="connsiteY88" fmla="*/ 1862622 h 2746496"/>
                <a:gd name="connsiteX89" fmla="*/ 983873 w 2632919"/>
                <a:gd name="connsiteY89" fmla="*/ 1765645 h 2746496"/>
                <a:gd name="connsiteX90" fmla="*/ 1042362 w 2632919"/>
                <a:gd name="connsiteY90" fmla="*/ 1087078 h 2746496"/>
                <a:gd name="connsiteX91" fmla="*/ 1047363 w 2632919"/>
                <a:gd name="connsiteY91" fmla="*/ 811776 h 2746496"/>
                <a:gd name="connsiteX92" fmla="*/ 987624 w 2632919"/>
                <a:gd name="connsiteY92" fmla="*/ 834011 h 2746496"/>
                <a:gd name="connsiteX93" fmla="*/ 918061 w 2632919"/>
                <a:gd name="connsiteY93" fmla="*/ 713282 h 2746496"/>
                <a:gd name="connsiteX94" fmla="*/ 1161127 w 2632919"/>
                <a:gd name="connsiteY94" fmla="*/ 427174 h 2746496"/>
                <a:gd name="connsiteX95" fmla="*/ 1427679 w 2632919"/>
                <a:gd name="connsiteY95" fmla="*/ 86239 h 2746496"/>
                <a:gd name="connsiteX96" fmla="*/ 1495276 w 2632919"/>
                <a:gd name="connsiteY96" fmla="*/ 1853 h 2746496"/>
                <a:gd name="connsiteX97" fmla="*/ 1519693 w 2632919"/>
                <a:gd name="connsiteY97" fmla="*/ 404 h 2746496"/>
                <a:gd name="connsiteX0" fmla="*/ 1856304 w 2632919"/>
                <a:gd name="connsiteY0" fmla="*/ 1641433 h 2746496"/>
                <a:gd name="connsiteX1" fmla="*/ 1733877 w 2632919"/>
                <a:gd name="connsiteY1" fmla="*/ 1667597 h 2746496"/>
                <a:gd name="connsiteX2" fmla="*/ 1495723 w 2632919"/>
                <a:gd name="connsiteY2" fmla="*/ 1743142 h 2746496"/>
                <a:gd name="connsiteX3" fmla="*/ 1381066 w 2632919"/>
                <a:gd name="connsiteY3" fmla="*/ 1787702 h 2746496"/>
                <a:gd name="connsiteX4" fmla="*/ 1371779 w 2632919"/>
                <a:gd name="connsiteY4" fmla="*/ 1907091 h 2746496"/>
                <a:gd name="connsiteX5" fmla="*/ 1782366 w 2632919"/>
                <a:gd name="connsiteY5" fmla="*/ 1799489 h 2746496"/>
                <a:gd name="connsiteX6" fmla="*/ 1811298 w 2632919"/>
                <a:gd name="connsiteY6" fmla="*/ 1783772 h 2746496"/>
                <a:gd name="connsiteX7" fmla="*/ 1856304 w 2632919"/>
                <a:gd name="connsiteY7" fmla="*/ 1641433 h 2746496"/>
                <a:gd name="connsiteX8" fmla="*/ 1784419 w 2632919"/>
                <a:gd name="connsiteY8" fmla="*/ 791684 h 2746496"/>
                <a:gd name="connsiteX9" fmla="*/ 1405533 w 2632919"/>
                <a:gd name="connsiteY9" fmla="*/ 916968 h 2746496"/>
                <a:gd name="connsiteX10" fmla="*/ 1404550 w 2632919"/>
                <a:gd name="connsiteY10" fmla="*/ 1019748 h 2746496"/>
                <a:gd name="connsiteX11" fmla="*/ 1408054 w 2632919"/>
                <a:gd name="connsiteY11" fmla="*/ 1177490 h 2746496"/>
                <a:gd name="connsiteX12" fmla="*/ 1406158 w 2632919"/>
                <a:gd name="connsiteY12" fmla="*/ 1178161 h 2746496"/>
                <a:gd name="connsiteX13" fmla="*/ 1405087 w 2632919"/>
                <a:gd name="connsiteY13" fmla="*/ 1228882 h 2746496"/>
                <a:gd name="connsiteX14" fmla="*/ 1707892 w 2632919"/>
                <a:gd name="connsiteY14" fmla="*/ 1144139 h 2746496"/>
                <a:gd name="connsiteX15" fmla="*/ 1722805 w 2632919"/>
                <a:gd name="connsiteY15" fmla="*/ 1066004 h 2746496"/>
                <a:gd name="connsiteX16" fmla="*/ 1761177 w 2632919"/>
                <a:gd name="connsiteY16" fmla="*/ 900985 h 2746496"/>
                <a:gd name="connsiteX17" fmla="*/ 1761738 w 2632919"/>
                <a:gd name="connsiteY17" fmla="*/ 900805 h 2746496"/>
                <a:gd name="connsiteX18" fmla="*/ 1765837 w 2632919"/>
                <a:gd name="connsiteY18" fmla="*/ 882863 h 2746496"/>
                <a:gd name="connsiteX19" fmla="*/ 1773179 w 2632919"/>
                <a:gd name="connsiteY19" fmla="*/ 854312 h 2746496"/>
                <a:gd name="connsiteX20" fmla="*/ 1772327 w 2632919"/>
                <a:gd name="connsiteY20" fmla="*/ 854460 h 2746496"/>
                <a:gd name="connsiteX21" fmla="*/ 1774150 w 2632919"/>
                <a:gd name="connsiteY21" fmla="*/ 846479 h 2746496"/>
                <a:gd name="connsiteX22" fmla="*/ 1784419 w 2632919"/>
                <a:gd name="connsiteY22" fmla="*/ 791684 h 2746496"/>
                <a:gd name="connsiteX23" fmla="*/ 1519693 w 2632919"/>
                <a:gd name="connsiteY23" fmla="*/ 404 h 2746496"/>
                <a:gd name="connsiteX24" fmla="*/ 1588859 w 2632919"/>
                <a:gd name="connsiteY24" fmla="*/ 24803 h 2746496"/>
                <a:gd name="connsiteX25" fmla="*/ 1892737 w 2632919"/>
                <a:gd name="connsiteY25" fmla="*/ 176161 h 2746496"/>
                <a:gd name="connsiteX26" fmla="*/ 1926848 w 2632919"/>
                <a:gd name="connsiteY26" fmla="*/ 235097 h 2746496"/>
                <a:gd name="connsiteX27" fmla="*/ 1729859 w 2632919"/>
                <a:gd name="connsiteY27" fmla="*/ 406279 h 2746496"/>
                <a:gd name="connsiteX28" fmla="*/ 1321326 w 2632919"/>
                <a:gd name="connsiteY28" fmla="*/ 666401 h 2746496"/>
                <a:gd name="connsiteX29" fmla="*/ 1460272 w 2632919"/>
                <a:gd name="connsiteY29" fmla="*/ 631039 h 2746496"/>
                <a:gd name="connsiteX30" fmla="*/ 2062847 w 2632919"/>
                <a:gd name="connsiteY30" fmla="*/ 411190 h 2746496"/>
                <a:gd name="connsiteX31" fmla="*/ 2262337 w 2632919"/>
                <a:gd name="connsiteY31" fmla="*/ 577997 h 2746496"/>
                <a:gd name="connsiteX32" fmla="*/ 2237780 w 2632919"/>
                <a:gd name="connsiteY32" fmla="*/ 691582 h 2746496"/>
                <a:gd name="connsiteX33" fmla="*/ 2089190 w 2632919"/>
                <a:gd name="connsiteY33" fmla="*/ 1214237 h 2746496"/>
                <a:gd name="connsiteX34" fmla="*/ 2071509 w 2632919"/>
                <a:gd name="connsiteY34" fmla="*/ 1256653 h 2746496"/>
                <a:gd name="connsiteX35" fmla="*/ 2000339 w 2632919"/>
                <a:gd name="connsiteY35" fmla="*/ 1272637 h 2746496"/>
                <a:gd name="connsiteX36" fmla="*/ 1443573 w 2632919"/>
                <a:gd name="connsiteY36" fmla="*/ 1396671 h 2746496"/>
                <a:gd name="connsiteX37" fmla="*/ 1391335 w 2632919"/>
                <a:gd name="connsiteY37" fmla="*/ 1418280 h 2746496"/>
                <a:gd name="connsiteX38" fmla="*/ 1387406 w 2632919"/>
                <a:gd name="connsiteY38" fmla="*/ 1505523 h 2746496"/>
                <a:gd name="connsiteX39" fmla="*/ 1962835 w 2632919"/>
                <a:gd name="connsiteY39" fmla="*/ 1338003 h 2746496"/>
                <a:gd name="connsiteX40" fmla="*/ 2107228 w 2632919"/>
                <a:gd name="connsiteY40" fmla="*/ 1312196 h 2746496"/>
                <a:gd name="connsiteX41" fmla="*/ 2257961 w 2632919"/>
                <a:gd name="connsiteY41" fmla="*/ 1357291 h 2746496"/>
                <a:gd name="connsiteX42" fmla="*/ 2349758 w 2632919"/>
                <a:gd name="connsiteY42" fmla="*/ 1418816 h 2746496"/>
                <a:gd name="connsiteX43" fmla="*/ 2333506 w 2632919"/>
                <a:gd name="connsiteY43" fmla="*/ 1518204 h 2746496"/>
                <a:gd name="connsiteX44" fmla="*/ 2192328 w 2632919"/>
                <a:gd name="connsiteY44" fmla="*/ 1856728 h 2746496"/>
                <a:gd name="connsiteX45" fmla="*/ 2245817 w 2632919"/>
                <a:gd name="connsiteY45" fmla="*/ 1899858 h 2746496"/>
                <a:gd name="connsiteX46" fmla="*/ 2231886 w 2632919"/>
                <a:gd name="connsiteY46" fmla="*/ 1971921 h 2746496"/>
                <a:gd name="connsiteX47" fmla="*/ 2213491 w 2632919"/>
                <a:gd name="connsiteY47" fmla="*/ 2036840 h 2746496"/>
                <a:gd name="connsiteX48" fmla="*/ 2126516 w 2632919"/>
                <a:gd name="connsiteY48" fmla="*/ 2050502 h 2746496"/>
                <a:gd name="connsiteX49" fmla="*/ 1745307 w 2632919"/>
                <a:gd name="connsiteY49" fmla="*/ 2105063 h 2746496"/>
                <a:gd name="connsiteX50" fmla="*/ 1221849 w 2632919"/>
                <a:gd name="connsiteY50" fmla="*/ 2206147 h 2746496"/>
                <a:gd name="connsiteX51" fmla="*/ 1700570 w 2632919"/>
                <a:gd name="connsiteY51" fmla="*/ 2212130 h 2746496"/>
                <a:gd name="connsiteX52" fmla="*/ 2335024 w 2632919"/>
                <a:gd name="connsiteY52" fmla="*/ 2124797 h 2746496"/>
                <a:gd name="connsiteX53" fmla="*/ 2632919 w 2632919"/>
                <a:gd name="connsiteY53" fmla="*/ 2090865 h 2746496"/>
                <a:gd name="connsiteX54" fmla="*/ 1877199 w 2632919"/>
                <a:gd name="connsiteY54" fmla="*/ 2734606 h 2746496"/>
                <a:gd name="connsiteX55" fmla="*/ 1723966 w 2632919"/>
                <a:gd name="connsiteY55" fmla="*/ 2741660 h 2746496"/>
                <a:gd name="connsiteX56" fmla="*/ 1124248 w 2632919"/>
                <a:gd name="connsiteY56" fmla="*/ 2605840 h 2746496"/>
                <a:gd name="connsiteX57" fmla="*/ 747147 w 2632919"/>
                <a:gd name="connsiteY57" fmla="*/ 2482610 h 2746496"/>
                <a:gd name="connsiteX58" fmla="*/ 544800 w 2632919"/>
                <a:gd name="connsiteY58" fmla="*/ 2719425 h 2746496"/>
                <a:gd name="connsiteX59" fmla="*/ 246192 w 2632919"/>
                <a:gd name="connsiteY59" fmla="*/ 2474305 h 2746496"/>
                <a:gd name="connsiteX60" fmla="*/ 196453 w 2632919"/>
                <a:gd name="connsiteY60" fmla="*/ 2426710 h 2746496"/>
                <a:gd name="connsiteX61" fmla="*/ 194221 w 2632919"/>
                <a:gd name="connsiteY61" fmla="*/ 2371346 h 2746496"/>
                <a:gd name="connsiteX62" fmla="*/ 361563 w 2632919"/>
                <a:gd name="connsiteY62" fmla="*/ 2234633 h 2746496"/>
                <a:gd name="connsiteX63" fmla="*/ 597485 w 2632919"/>
                <a:gd name="connsiteY63" fmla="*/ 2052020 h 2746496"/>
                <a:gd name="connsiteX64" fmla="*/ 516493 w 2632919"/>
                <a:gd name="connsiteY64" fmla="*/ 1927719 h 2746496"/>
                <a:gd name="connsiteX65" fmla="*/ 458986 w 2632919"/>
                <a:gd name="connsiteY65" fmla="*/ 1819223 h 2746496"/>
                <a:gd name="connsiteX66" fmla="*/ 523458 w 2632919"/>
                <a:gd name="connsiteY66" fmla="*/ 1647595 h 2746496"/>
                <a:gd name="connsiteX67" fmla="*/ 287536 w 2632919"/>
                <a:gd name="connsiteY67" fmla="*/ 1785112 h 2746496"/>
                <a:gd name="connsiteX68" fmla="*/ 182076 w 2632919"/>
                <a:gd name="connsiteY68" fmla="*/ 1825028 h 2746496"/>
                <a:gd name="connsiteX69" fmla="*/ 136624 w 2632919"/>
                <a:gd name="connsiteY69" fmla="*/ 1743500 h 2746496"/>
                <a:gd name="connsiteX70" fmla="*/ 20628 w 2632919"/>
                <a:gd name="connsiteY70" fmla="*/ 1521775 h 2746496"/>
                <a:gd name="connsiteX71" fmla="*/ 0 w 2632919"/>
                <a:gd name="connsiteY71" fmla="*/ 1447391 h 2746496"/>
                <a:gd name="connsiteX72" fmla="*/ 222885 w 2632919"/>
                <a:gd name="connsiteY72" fmla="*/ 1363273 h 2746496"/>
                <a:gd name="connsiteX73" fmla="*/ 560070 w 2632919"/>
                <a:gd name="connsiteY73" fmla="*/ 1227185 h 2746496"/>
                <a:gd name="connsiteX74" fmla="*/ 714822 w 2632919"/>
                <a:gd name="connsiteY74" fmla="*/ 1162356 h 2746496"/>
                <a:gd name="connsiteX75" fmla="*/ 846892 w 2632919"/>
                <a:gd name="connsiteY75" fmla="*/ 1230311 h 2746496"/>
                <a:gd name="connsiteX76" fmla="*/ 943868 w 2632919"/>
                <a:gd name="connsiteY76" fmla="*/ 1296122 h 2746496"/>
                <a:gd name="connsiteX77" fmla="*/ 944939 w 2632919"/>
                <a:gd name="connsiteY77" fmla="*/ 1354076 h 2746496"/>
                <a:gd name="connsiteX78" fmla="*/ 739914 w 2632919"/>
                <a:gd name="connsiteY78" fmla="*/ 1774664 h 2746496"/>
                <a:gd name="connsiteX79" fmla="*/ 738753 w 2632919"/>
                <a:gd name="connsiteY79" fmla="*/ 1812437 h 2746496"/>
                <a:gd name="connsiteX80" fmla="*/ 962620 w 2632919"/>
                <a:gd name="connsiteY80" fmla="*/ 1999603 h 2746496"/>
                <a:gd name="connsiteX81" fmla="*/ 968246 w 2632919"/>
                <a:gd name="connsiteY81" fmla="*/ 2029607 h 2746496"/>
                <a:gd name="connsiteX82" fmla="*/ 902523 w 2632919"/>
                <a:gd name="connsiteY82" fmla="*/ 2155248 h 2746496"/>
                <a:gd name="connsiteX83" fmla="*/ 1084421 w 2632919"/>
                <a:gd name="connsiteY83" fmla="*/ 2188913 h 2746496"/>
                <a:gd name="connsiteX84" fmla="*/ 1180594 w 2632919"/>
                <a:gd name="connsiteY84" fmla="*/ 2199807 h 2746496"/>
                <a:gd name="connsiteX85" fmla="*/ 1126659 w 2632919"/>
                <a:gd name="connsiteY85" fmla="*/ 2163552 h 2746496"/>
                <a:gd name="connsiteX86" fmla="*/ 1121747 w 2632919"/>
                <a:gd name="connsiteY86" fmla="*/ 2044966 h 2746496"/>
                <a:gd name="connsiteX87" fmla="*/ 971014 w 2632919"/>
                <a:gd name="connsiteY87" fmla="*/ 1862622 h 2746496"/>
                <a:gd name="connsiteX88" fmla="*/ 983873 w 2632919"/>
                <a:gd name="connsiteY88" fmla="*/ 1765645 h 2746496"/>
                <a:gd name="connsiteX89" fmla="*/ 1042362 w 2632919"/>
                <a:gd name="connsiteY89" fmla="*/ 1087078 h 2746496"/>
                <a:gd name="connsiteX90" fmla="*/ 1047363 w 2632919"/>
                <a:gd name="connsiteY90" fmla="*/ 811776 h 2746496"/>
                <a:gd name="connsiteX91" fmla="*/ 987624 w 2632919"/>
                <a:gd name="connsiteY91" fmla="*/ 834011 h 2746496"/>
                <a:gd name="connsiteX92" fmla="*/ 918061 w 2632919"/>
                <a:gd name="connsiteY92" fmla="*/ 713282 h 2746496"/>
                <a:gd name="connsiteX93" fmla="*/ 1161127 w 2632919"/>
                <a:gd name="connsiteY93" fmla="*/ 427174 h 2746496"/>
                <a:gd name="connsiteX94" fmla="*/ 1427679 w 2632919"/>
                <a:gd name="connsiteY94" fmla="*/ 86239 h 2746496"/>
                <a:gd name="connsiteX95" fmla="*/ 1495276 w 2632919"/>
                <a:gd name="connsiteY95" fmla="*/ 1853 h 2746496"/>
                <a:gd name="connsiteX96" fmla="*/ 1519693 w 2632919"/>
                <a:gd name="connsiteY96" fmla="*/ 404 h 274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632919" h="2746496">
                  <a:moveTo>
                    <a:pt x="1856304" y="1641433"/>
                  </a:moveTo>
                  <a:cubicBezTo>
                    <a:pt x="1814512" y="1644737"/>
                    <a:pt x="1773972" y="1656167"/>
                    <a:pt x="1733877" y="1667597"/>
                  </a:cubicBezTo>
                  <a:cubicBezTo>
                    <a:pt x="1654314" y="1692243"/>
                    <a:pt x="1573590" y="1713317"/>
                    <a:pt x="1495723" y="1743142"/>
                  </a:cubicBezTo>
                  <a:cubicBezTo>
                    <a:pt x="1457861" y="1758412"/>
                    <a:pt x="1415356" y="1765199"/>
                    <a:pt x="1381066" y="1787702"/>
                  </a:cubicBezTo>
                  <a:cubicBezTo>
                    <a:pt x="1374457" y="1827081"/>
                    <a:pt x="1371243" y="1867087"/>
                    <a:pt x="1371779" y="1907091"/>
                  </a:cubicBezTo>
                  <a:cubicBezTo>
                    <a:pt x="1507063" y="1865390"/>
                    <a:pt x="1645206" y="1834136"/>
                    <a:pt x="1782366" y="1799489"/>
                  </a:cubicBezTo>
                  <a:cubicBezTo>
                    <a:pt x="1792099" y="1795649"/>
                    <a:pt x="1808172" y="1796542"/>
                    <a:pt x="1811298" y="1783772"/>
                  </a:cubicBezTo>
                  <a:cubicBezTo>
                    <a:pt x="1826746" y="1736535"/>
                    <a:pt x="1841391" y="1688939"/>
                    <a:pt x="1856304" y="1641433"/>
                  </a:cubicBezTo>
                  <a:close/>
                  <a:moveTo>
                    <a:pt x="1784419" y="791684"/>
                  </a:moveTo>
                  <a:cubicBezTo>
                    <a:pt x="1655564" y="824546"/>
                    <a:pt x="1530459" y="871516"/>
                    <a:pt x="1405533" y="916968"/>
                  </a:cubicBezTo>
                  <a:cubicBezTo>
                    <a:pt x="1403033" y="951168"/>
                    <a:pt x="1403836" y="985458"/>
                    <a:pt x="1404550" y="1019748"/>
                  </a:cubicBezTo>
                  <a:lnTo>
                    <a:pt x="1408054" y="1177490"/>
                  </a:lnTo>
                  <a:lnTo>
                    <a:pt x="1406158" y="1178161"/>
                  </a:lnTo>
                  <a:cubicBezTo>
                    <a:pt x="1405711" y="1195038"/>
                    <a:pt x="1405176" y="1212005"/>
                    <a:pt x="1405087" y="1228882"/>
                  </a:cubicBezTo>
                  <a:cubicBezTo>
                    <a:pt x="1507331" y="1205486"/>
                    <a:pt x="1605826" y="1168428"/>
                    <a:pt x="1707892" y="1144139"/>
                  </a:cubicBezTo>
                  <a:cubicBezTo>
                    <a:pt x="1712982" y="1118064"/>
                    <a:pt x="1718965" y="1092258"/>
                    <a:pt x="1722805" y="1066004"/>
                  </a:cubicBezTo>
                  <a:lnTo>
                    <a:pt x="1761177" y="900985"/>
                  </a:lnTo>
                  <a:lnTo>
                    <a:pt x="1761738" y="900805"/>
                  </a:lnTo>
                  <a:lnTo>
                    <a:pt x="1765837" y="882863"/>
                  </a:lnTo>
                  <a:lnTo>
                    <a:pt x="1773179" y="854312"/>
                  </a:lnTo>
                  <a:lnTo>
                    <a:pt x="1772327" y="854460"/>
                  </a:lnTo>
                  <a:lnTo>
                    <a:pt x="1774150" y="846479"/>
                  </a:lnTo>
                  <a:cubicBezTo>
                    <a:pt x="1778325" y="828363"/>
                    <a:pt x="1782142" y="810169"/>
                    <a:pt x="1784419" y="791684"/>
                  </a:cubicBezTo>
                  <a:close/>
                  <a:moveTo>
                    <a:pt x="1519693" y="404"/>
                  </a:moveTo>
                  <a:cubicBezTo>
                    <a:pt x="1543804" y="2786"/>
                    <a:pt x="1566959" y="15226"/>
                    <a:pt x="1588859" y="24803"/>
                  </a:cubicBezTo>
                  <a:cubicBezTo>
                    <a:pt x="1690211" y="74988"/>
                    <a:pt x="1793260" y="122136"/>
                    <a:pt x="1892737" y="176161"/>
                  </a:cubicBezTo>
                  <a:cubicBezTo>
                    <a:pt x="1912025" y="187680"/>
                    <a:pt x="1945779" y="209558"/>
                    <a:pt x="1926848" y="235097"/>
                  </a:cubicBezTo>
                  <a:cubicBezTo>
                    <a:pt x="1873091" y="304391"/>
                    <a:pt x="1798975" y="353683"/>
                    <a:pt x="1729859" y="406279"/>
                  </a:cubicBezTo>
                  <a:cubicBezTo>
                    <a:pt x="1600736" y="503702"/>
                    <a:pt x="1460450" y="584337"/>
                    <a:pt x="1321326" y="666401"/>
                  </a:cubicBezTo>
                  <a:cubicBezTo>
                    <a:pt x="1370618" y="670955"/>
                    <a:pt x="1415177" y="646845"/>
                    <a:pt x="1460272" y="631039"/>
                  </a:cubicBezTo>
                  <a:cubicBezTo>
                    <a:pt x="1661011" y="557548"/>
                    <a:pt x="1859875" y="478699"/>
                    <a:pt x="2062847" y="411190"/>
                  </a:cubicBezTo>
                  <a:cubicBezTo>
                    <a:pt x="2133838" y="460661"/>
                    <a:pt x="2203401" y="514507"/>
                    <a:pt x="2262337" y="577997"/>
                  </a:cubicBezTo>
                  <a:cubicBezTo>
                    <a:pt x="2266712" y="616752"/>
                    <a:pt x="2246531" y="654167"/>
                    <a:pt x="2237780" y="691582"/>
                  </a:cubicBezTo>
                  <a:cubicBezTo>
                    <a:pt x="2187595" y="865622"/>
                    <a:pt x="2135624" y="1039126"/>
                    <a:pt x="2089190" y="1214237"/>
                  </a:cubicBezTo>
                  <a:cubicBezTo>
                    <a:pt x="2084636" y="1228882"/>
                    <a:pt x="2079278" y="1243348"/>
                    <a:pt x="2071509" y="1256653"/>
                  </a:cubicBezTo>
                  <a:cubicBezTo>
                    <a:pt x="2049185" y="1266833"/>
                    <a:pt x="2024271" y="1268530"/>
                    <a:pt x="2000339" y="1272637"/>
                  </a:cubicBezTo>
                  <a:cubicBezTo>
                    <a:pt x="1812816" y="1304695"/>
                    <a:pt x="1627168" y="1347021"/>
                    <a:pt x="1443573" y="1396671"/>
                  </a:cubicBezTo>
                  <a:cubicBezTo>
                    <a:pt x="1426607" y="1404261"/>
                    <a:pt x="1402765" y="1402743"/>
                    <a:pt x="1391335" y="1418280"/>
                  </a:cubicBezTo>
                  <a:cubicBezTo>
                    <a:pt x="1388031" y="1447212"/>
                    <a:pt x="1387584" y="1476413"/>
                    <a:pt x="1387406" y="1505523"/>
                  </a:cubicBezTo>
                  <a:cubicBezTo>
                    <a:pt x="1578055" y="1445873"/>
                    <a:pt x="1768257" y="1383901"/>
                    <a:pt x="1962835" y="1338003"/>
                  </a:cubicBezTo>
                  <a:cubicBezTo>
                    <a:pt x="2010430" y="1327198"/>
                    <a:pt x="2057936" y="1312285"/>
                    <a:pt x="2107228" y="1312196"/>
                  </a:cubicBezTo>
                  <a:cubicBezTo>
                    <a:pt x="2161074" y="1310142"/>
                    <a:pt x="2209919" y="1336752"/>
                    <a:pt x="2257961" y="1357291"/>
                  </a:cubicBezTo>
                  <a:cubicBezTo>
                    <a:pt x="2290197" y="1374614"/>
                    <a:pt x="2327613" y="1388098"/>
                    <a:pt x="2349758" y="1418816"/>
                  </a:cubicBezTo>
                  <a:cubicBezTo>
                    <a:pt x="2360384" y="1452302"/>
                    <a:pt x="2341721" y="1486057"/>
                    <a:pt x="2333506" y="1518204"/>
                  </a:cubicBezTo>
                  <a:cubicBezTo>
                    <a:pt x="2291983" y="1633129"/>
                    <a:pt x="2252871" y="1750197"/>
                    <a:pt x="2192328" y="1856728"/>
                  </a:cubicBezTo>
                  <a:cubicBezTo>
                    <a:pt x="2210187" y="1870748"/>
                    <a:pt x="2233940" y="1879499"/>
                    <a:pt x="2245817" y="1899858"/>
                  </a:cubicBezTo>
                  <a:cubicBezTo>
                    <a:pt x="2246441" y="1924594"/>
                    <a:pt x="2235190" y="1947632"/>
                    <a:pt x="2231886" y="1971921"/>
                  </a:cubicBezTo>
                  <a:cubicBezTo>
                    <a:pt x="2226886" y="1993620"/>
                    <a:pt x="2227154" y="2018266"/>
                    <a:pt x="2213491" y="2036840"/>
                  </a:cubicBezTo>
                  <a:cubicBezTo>
                    <a:pt x="2185273" y="2045859"/>
                    <a:pt x="2155537" y="2046216"/>
                    <a:pt x="2126516" y="2050502"/>
                  </a:cubicBezTo>
                  <a:cubicBezTo>
                    <a:pt x="1999446" y="2068808"/>
                    <a:pt x="1871663" y="2082292"/>
                    <a:pt x="1745307" y="2105063"/>
                  </a:cubicBezTo>
                  <a:cubicBezTo>
                    <a:pt x="1569839" y="2133370"/>
                    <a:pt x="1393388" y="2158909"/>
                    <a:pt x="1221849" y="2206147"/>
                  </a:cubicBezTo>
                  <a:cubicBezTo>
                    <a:pt x="1379547" y="2235436"/>
                    <a:pt x="1541889" y="2232400"/>
                    <a:pt x="1700570" y="2212130"/>
                  </a:cubicBezTo>
                  <a:cubicBezTo>
                    <a:pt x="1912382" y="2185787"/>
                    <a:pt x="2123569" y="2153908"/>
                    <a:pt x="2335024" y="2124797"/>
                  </a:cubicBezTo>
                  <a:cubicBezTo>
                    <a:pt x="2433965" y="2111314"/>
                    <a:pt x="2532995" y="2095151"/>
                    <a:pt x="2632919" y="2090865"/>
                  </a:cubicBezTo>
                  <a:cubicBezTo>
                    <a:pt x="2556615" y="2192500"/>
                    <a:pt x="2028691" y="2626140"/>
                    <a:pt x="1877199" y="2734606"/>
                  </a:cubicBezTo>
                  <a:cubicBezTo>
                    <a:pt x="1827639" y="2749965"/>
                    <a:pt x="1774865" y="2748268"/>
                    <a:pt x="1723966" y="2741660"/>
                  </a:cubicBezTo>
                  <a:cubicBezTo>
                    <a:pt x="1521619" y="2707995"/>
                    <a:pt x="1322308" y="2658882"/>
                    <a:pt x="1124248" y="2605840"/>
                  </a:cubicBezTo>
                  <a:cubicBezTo>
                    <a:pt x="997178" y="2569139"/>
                    <a:pt x="871806" y="2526723"/>
                    <a:pt x="747147" y="2482610"/>
                  </a:cubicBezTo>
                  <a:cubicBezTo>
                    <a:pt x="681157" y="2562531"/>
                    <a:pt x="625078" y="2652720"/>
                    <a:pt x="544800" y="2719425"/>
                  </a:cubicBezTo>
                  <a:cubicBezTo>
                    <a:pt x="439698" y="2644952"/>
                    <a:pt x="342900" y="2559227"/>
                    <a:pt x="246192" y="2474305"/>
                  </a:cubicBezTo>
                  <a:cubicBezTo>
                    <a:pt x="229047" y="2459036"/>
                    <a:pt x="211187" y="2444301"/>
                    <a:pt x="196453" y="2426710"/>
                  </a:cubicBezTo>
                  <a:cubicBezTo>
                    <a:pt x="184130" y="2411440"/>
                    <a:pt x="176272" y="2385723"/>
                    <a:pt x="194221" y="2371346"/>
                  </a:cubicBezTo>
                  <a:cubicBezTo>
                    <a:pt x="243513" y="2318304"/>
                    <a:pt x="305842" y="2280353"/>
                    <a:pt x="361563" y="2234633"/>
                  </a:cubicBezTo>
                  <a:cubicBezTo>
                    <a:pt x="441484" y="2175429"/>
                    <a:pt x="518815" y="2112832"/>
                    <a:pt x="597485" y="2052020"/>
                  </a:cubicBezTo>
                  <a:cubicBezTo>
                    <a:pt x="568821" y="2011658"/>
                    <a:pt x="538817" y="1972100"/>
                    <a:pt x="516493" y="1927719"/>
                  </a:cubicBezTo>
                  <a:cubicBezTo>
                    <a:pt x="498187" y="1891107"/>
                    <a:pt x="470863" y="1858693"/>
                    <a:pt x="458986" y="1819223"/>
                  </a:cubicBezTo>
                  <a:cubicBezTo>
                    <a:pt x="467380" y="1758323"/>
                    <a:pt x="499705" y="1703673"/>
                    <a:pt x="523458" y="1647595"/>
                  </a:cubicBezTo>
                  <a:cubicBezTo>
                    <a:pt x="445591" y="1694743"/>
                    <a:pt x="369153" y="1744571"/>
                    <a:pt x="287536" y="1785112"/>
                  </a:cubicBezTo>
                  <a:cubicBezTo>
                    <a:pt x="253871" y="1801096"/>
                    <a:pt x="221278" y="1827617"/>
                    <a:pt x="182076" y="1825028"/>
                  </a:cubicBezTo>
                  <a:cubicBezTo>
                    <a:pt x="159484" y="1803061"/>
                    <a:pt x="152341" y="1770199"/>
                    <a:pt x="136624" y="1743500"/>
                  </a:cubicBezTo>
                  <a:cubicBezTo>
                    <a:pt x="96709" y="1670187"/>
                    <a:pt x="57150" y="1596785"/>
                    <a:pt x="20628" y="1521775"/>
                  </a:cubicBezTo>
                  <a:cubicBezTo>
                    <a:pt x="9198" y="1498380"/>
                    <a:pt x="536" y="1473555"/>
                    <a:pt x="0" y="1447391"/>
                  </a:cubicBezTo>
                  <a:cubicBezTo>
                    <a:pt x="75813" y="1423460"/>
                    <a:pt x="147876" y="1389437"/>
                    <a:pt x="222885" y="1363273"/>
                  </a:cubicBezTo>
                  <a:cubicBezTo>
                    <a:pt x="336739" y="1321661"/>
                    <a:pt x="447467" y="1272101"/>
                    <a:pt x="560070" y="1227185"/>
                  </a:cubicBezTo>
                  <a:cubicBezTo>
                    <a:pt x="611862" y="1206111"/>
                    <a:pt x="664190" y="1186198"/>
                    <a:pt x="714822" y="1162356"/>
                  </a:cubicBezTo>
                  <a:cubicBezTo>
                    <a:pt x="760720" y="1181108"/>
                    <a:pt x="803404" y="1206647"/>
                    <a:pt x="846892" y="1230311"/>
                  </a:cubicBezTo>
                  <a:cubicBezTo>
                    <a:pt x="880646" y="1249867"/>
                    <a:pt x="917079" y="1267101"/>
                    <a:pt x="943868" y="1296122"/>
                  </a:cubicBezTo>
                  <a:cubicBezTo>
                    <a:pt x="958245" y="1312196"/>
                    <a:pt x="948422" y="1335681"/>
                    <a:pt x="944939" y="1354076"/>
                  </a:cubicBezTo>
                  <a:cubicBezTo>
                    <a:pt x="904488" y="1506506"/>
                    <a:pt x="807780" y="1634468"/>
                    <a:pt x="739914" y="1774664"/>
                  </a:cubicBezTo>
                  <a:cubicBezTo>
                    <a:pt x="735717" y="1786630"/>
                    <a:pt x="726073" y="1802168"/>
                    <a:pt x="738753" y="1812437"/>
                  </a:cubicBezTo>
                  <a:cubicBezTo>
                    <a:pt x="807154" y="1881910"/>
                    <a:pt x="896273" y="1927719"/>
                    <a:pt x="962620" y="1999603"/>
                  </a:cubicBezTo>
                  <a:cubicBezTo>
                    <a:pt x="971282" y="2007104"/>
                    <a:pt x="973068" y="2019427"/>
                    <a:pt x="968246" y="2029607"/>
                  </a:cubicBezTo>
                  <a:cubicBezTo>
                    <a:pt x="950565" y="2073541"/>
                    <a:pt x="925026" y="2113725"/>
                    <a:pt x="902523" y="2155248"/>
                  </a:cubicBezTo>
                  <a:cubicBezTo>
                    <a:pt x="962531" y="2169535"/>
                    <a:pt x="1023878" y="2177215"/>
                    <a:pt x="1084421" y="2188913"/>
                  </a:cubicBezTo>
                  <a:cubicBezTo>
                    <a:pt x="1116211" y="2194628"/>
                    <a:pt x="1148090" y="2200521"/>
                    <a:pt x="1180594" y="2199807"/>
                  </a:cubicBezTo>
                  <a:cubicBezTo>
                    <a:pt x="1171932" y="2177036"/>
                    <a:pt x="1146304" y="2172839"/>
                    <a:pt x="1126659" y="2163552"/>
                  </a:cubicBezTo>
                  <a:cubicBezTo>
                    <a:pt x="1119961" y="2124351"/>
                    <a:pt x="1122819" y="2084435"/>
                    <a:pt x="1121747" y="2044966"/>
                  </a:cubicBezTo>
                  <a:cubicBezTo>
                    <a:pt x="1059865" y="1994960"/>
                    <a:pt x="1009144" y="1932184"/>
                    <a:pt x="971014" y="1862622"/>
                  </a:cubicBezTo>
                  <a:cubicBezTo>
                    <a:pt x="970300" y="1830028"/>
                    <a:pt x="980748" y="1798060"/>
                    <a:pt x="983873" y="1765645"/>
                  </a:cubicBezTo>
                  <a:cubicBezTo>
                    <a:pt x="1002982" y="1539456"/>
                    <a:pt x="1042630" y="1314607"/>
                    <a:pt x="1042362" y="1087078"/>
                  </a:cubicBezTo>
                  <a:cubicBezTo>
                    <a:pt x="1047720" y="995460"/>
                    <a:pt x="1048792" y="903573"/>
                    <a:pt x="1047363" y="811776"/>
                  </a:cubicBezTo>
                  <a:cubicBezTo>
                    <a:pt x="1026468" y="816330"/>
                    <a:pt x="1006822" y="824903"/>
                    <a:pt x="987624" y="834011"/>
                  </a:cubicBezTo>
                  <a:cubicBezTo>
                    <a:pt x="981105" y="786237"/>
                    <a:pt x="935742" y="756858"/>
                    <a:pt x="918061" y="713282"/>
                  </a:cubicBezTo>
                  <a:cubicBezTo>
                    <a:pt x="997089" y="616305"/>
                    <a:pt x="1082635" y="524687"/>
                    <a:pt x="1161127" y="427174"/>
                  </a:cubicBezTo>
                  <a:cubicBezTo>
                    <a:pt x="1255246" y="317786"/>
                    <a:pt x="1339275" y="200271"/>
                    <a:pt x="1427679" y="86239"/>
                  </a:cubicBezTo>
                  <a:cubicBezTo>
                    <a:pt x="1450092" y="58110"/>
                    <a:pt x="1468130" y="25963"/>
                    <a:pt x="1495276" y="1853"/>
                  </a:cubicBezTo>
                  <a:cubicBezTo>
                    <a:pt x="1503514" y="-67"/>
                    <a:pt x="1511657" y="-390"/>
                    <a:pt x="1519693" y="404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AFCEA269-28D2-BA85-B631-5405A8025694}"/>
                </a:ext>
              </a:extLst>
            </p:cNvPr>
            <p:cNvSpPr/>
            <p:nvPr/>
          </p:nvSpPr>
          <p:spPr>
            <a:xfrm>
              <a:off x="1834696" y="1645984"/>
              <a:ext cx="619576" cy="684485"/>
            </a:xfrm>
            <a:custGeom>
              <a:avLst/>
              <a:gdLst>
                <a:gd name="connsiteX0" fmla="*/ 259910 w 619576"/>
                <a:gd name="connsiteY0" fmla="*/ 10562 h 684485"/>
                <a:gd name="connsiteX1" fmla="*/ 336794 w 619576"/>
                <a:gd name="connsiteY1" fmla="*/ 14848 h 684485"/>
                <a:gd name="connsiteX2" fmla="*/ 579950 w 619576"/>
                <a:gd name="connsiteY2" fmla="*/ 289436 h 684485"/>
                <a:gd name="connsiteX3" fmla="*/ 618169 w 619576"/>
                <a:gd name="connsiteY3" fmla="*/ 384626 h 684485"/>
                <a:gd name="connsiteX4" fmla="*/ 367870 w 619576"/>
                <a:gd name="connsiteY4" fmla="*/ 519375 h 684485"/>
                <a:gd name="connsiteX5" fmla="*/ 33989 w 619576"/>
                <a:gd name="connsiteY5" fmla="*/ 684485 h 684485"/>
                <a:gd name="connsiteX6" fmla="*/ 194991 w 619576"/>
                <a:gd name="connsiteY6" fmla="*/ 453653 h 684485"/>
                <a:gd name="connsiteX7" fmla="*/ 179007 w 619576"/>
                <a:gd name="connsiteY7" fmla="*/ 405432 h 684485"/>
                <a:gd name="connsiteX8" fmla="*/ 3628 w 619576"/>
                <a:gd name="connsiteY8" fmla="*/ 161473 h 684485"/>
                <a:gd name="connsiteX9" fmla="*/ 30506 w 619576"/>
                <a:gd name="connsiteY9" fmla="*/ 119950 h 684485"/>
                <a:gd name="connsiteX10" fmla="*/ 259910 w 619576"/>
                <a:gd name="connsiteY10" fmla="*/ 10562 h 68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576" h="684485">
                  <a:moveTo>
                    <a:pt x="259910" y="10562"/>
                  </a:moveTo>
                  <a:cubicBezTo>
                    <a:pt x="284288" y="739"/>
                    <a:pt x="317060" y="-8994"/>
                    <a:pt x="336794" y="14848"/>
                  </a:cubicBezTo>
                  <a:cubicBezTo>
                    <a:pt x="426091" y="98519"/>
                    <a:pt x="505208" y="192727"/>
                    <a:pt x="579950" y="289436"/>
                  </a:cubicBezTo>
                  <a:cubicBezTo>
                    <a:pt x="597988" y="317743"/>
                    <a:pt x="626206" y="348461"/>
                    <a:pt x="618169" y="384626"/>
                  </a:cubicBezTo>
                  <a:cubicBezTo>
                    <a:pt x="538427" y="435793"/>
                    <a:pt x="450469" y="472941"/>
                    <a:pt x="367870" y="519375"/>
                  </a:cubicBezTo>
                  <a:cubicBezTo>
                    <a:pt x="257677" y="576615"/>
                    <a:pt x="147932" y="634836"/>
                    <a:pt x="33989" y="684485"/>
                  </a:cubicBezTo>
                  <a:cubicBezTo>
                    <a:pt x="91942" y="610726"/>
                    <a:pt x="148200" y="535092"/>
                    <a:pt x="194991" y="453653"/>
                  </a:cubicBezTo>
                  <a:cubicBezTo>
                    <a:pt x="208118" y="435704"/>
                    <a:pt x="187669" y="419720"/>
                    <a:pt x="179007" y="405432"/>
                  </a:cubicBezTo>
                  <a:cubicBezTo>
                    <a:pt x="120875" y="323905"/>
                    <a:pt x="60421" y="243894"/>
                    <a:pt x="3628" y="161473"/>
                  </a:cubicBezTo>
                  <a:cubicBezTo>
                    <a:pt x="-9409" y="140935"/>
                    <a:pt x="15772" y="128434"/>
                    <a:pt x="30506" y="119950"/>
                  </a:cubicBezTo>
                  <a:cubicBezTo>
                    <a:pt x="105962" y="81374"/>
                    <a:pt x="181507" y="42798"/>
                    <a:pt x="259910" y="105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4FF3399-12FB-34DA-69A5-A7B883706B9C}"/>
              </a:ext>
            </a:extLst>
          </p:cNvPr>
          <p:cNvGrpSpPr/>
          <p:nvPr/>
        </p:nvGrpSpPr>
        <p:grpSpPr>
          <a:xfrm>
            <a:off x="5753545" y="2217612"/>
            <a:ext cx="2539053" cy="1401888"/>
            <a:chOff x="5227855" y="3001000"/>
            <a:chExt cx="5017881" cy="2770524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9869242-276C-90B2-9606-AB07E6FF1D6A}"/>
                </a:ext>
              </a:extLst>
            </p:cNvPr>
            <p:cNvGrpSpPr/>
            <p:nvPr/>
          </p:nvGrpSpPr>
          <p:grpSpPr>
            <a:xfrm>
              <a:off x="7594543" y="3001000"/>
              <a:ext cx="2651193" cy="2770524"/>
              <a:chOff x="7594543" y="3001000"/>
              <a:chExt cx="2651193" cy="2770524"/>
            </a:xfrm>
            <a:grpFill/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77794F77-0FEC-9AFA-12D6-1E435AF9D092}"/>
                  </a:ext>
                </a:extLst>
              </p:cNvPr>
              <p:cNvSpPr/>
              <p:nvPr/>
            </p:nvSpPr>
            <p:spPr>
              <a:xfrm>
                <a:off x="7594543" y="3001000"/>
                <a:ext cx="2651193" cy="2770524"/>
              </a:xfrm>
              <a:custGeom>
                <a:avLst/>
                <a:gdLst>
                  <a:gd name="connsiteX0" fmla="*/ 804334 w 2651193"/>
                  <a:gd name="connsiteY0" fmla="*/ 0 h 2770524"/>
                  <a:gd name="connsiteX1" fmla="*/ 1025433 w 2651193"/>
                  <a:gd name="connsiteY1" fmla="*/ 114657 h 2770524"/>
                  <a:gd name="connsiteX2" fmla="*/ 1228494 w 2651193"/>
                  <a:gd name="connsiteY2" fmla="*/ 235208 h 2770524"/>
                  <a:gd name="connsiteX3" fmla="*/ 1163753 w 2651193"/>
                  <a:gd name="connsiteY3" fmla="*/ 344239 h 2770524"/>
                  <a:gd name="connsiteX4" fmla="*/ 976676 w 2651193"/>
                  <a:gd name="connsiteY4" fmla="*/ 585966 h 2770524"/>
                  <a:gd name="connsiteX5" fmla="*/ 735039 w 2651193"/>
                  <a:gd name="connsiteY5" fmla="*/ 853232 h 2770524"/>
                  <a:gd name="connsiteX6" fmla="*/ 699945 w 2651193"/>
                  <a:gd name="connsiteY6" fmla="*/ 901273 h 2770524"/>
                  <a:gd name="connsiteX7" fmla="*/ 916937 w 2651193"/>
                  <a:gd name="connsiteY7" fmla="*/ 751076 h 2770524"/>
                  <a:gd name="connsiteX8" fmla="*/ 1215277 w 2651193"/>
                  <a:gd name="connsiteY8" fmla="*/ 933778 h 2770524"/>
                  <a:gd name="connsiteX9" fmla="*/ 1223314 w 2651193"/>
                  <a:gd name="connsiteY9" fmla="*/ 967085 h 2770524"/>
                  <a:gd name="connsiteX10" fmla="*/ 1094905 w 2651193"/>
                  <a:gd name="connsiteY10" fmla="*/ 1168896 h 2770524"/>
                  <a:gd name="connsiteX11" fmla="*/ 1254301 w 2651193"/>
                  <a:gd name="connsiteY11" fmla="*/ 1113175 h 2770524"/>
                  <a:gd name="connsiteX12" fmla="*/ 2427572 w 2651193"/>
                  <a:gd name="connsiteY12" fmla="*/ 760631 h 2770524"/>
                  <a:gd name="connsiteX13" fmla="*/ 2539729 w 2651193"/>
                  <a:gd name="connsiteY13" fmla="*/ 733574 h 2770524"/>
                  <a:gd name="connsiteX14" fmla="*/ 2649386 w 2651193"/>
                  <a:gd name="connsiteY14" fmla="*/ 1162109 h 2770524"/>
                  <a:gd name="connsiteX15" fmla="*/ 2624382 w 2651193"/>
                  <a:gd name="connsiteY15" fmla="*/ 1206490 h 2770524"/>
                  <a:gd name="connsiteX16" fmla="*/ 2446503 w 2651193"/>
                  <a:gd name="connsiteY16" fmla="*/ 1262122 h 2770524"/>
                  <a:gd name="connsiteX17" fmla="*/ 2230762 w 2651193"/>
                  <a:gd name="connsiteY17" fmla="*/ 1326594 h 2770524"/>
                  <a:gd name="connsiteX18" fmla="*/ 2242103 w 2651193"/>
                  <a:gd name="connsiteY18" fmla="*/ 1544300 h 2770524"/>
                  <a:gd name="connsiteX19" fmla="*/ 2250943 w 2651193"/>
                  <a:gd name="connsiteY19" fmla="*/ 1838891 h 2770524"/>
                  <a:gd name="connsiteX20" fmla="*/ 2226744 w 2651193"/>
                  <a:gd name="connsiteY20" fmla="*/ 2330827 h 2770524"/>
                  <a:gd name="connsiteX21" fmla="*/ 2131464 w 2651193"/>
                  <a:gd name="connsiteY21" fmla="*/ 2624882 h 2770524"/>
                  <a:gd name="connsiteX22" fmla="*/ 1899381 w 2651193"/>
                  <a:gd name="connsiteY22" fmla="*/ 2766953 h 2770524"/>
                  <a:gd name="connsiteX23" fmla="*/ 1698553 w 2651193"/>
                  <a:gd name="connsiteY23" fmla="*/ 2709714 h 2770524"/>
                  <a:gd name="connsiteX24" fmla="*/ 1553088 w 2651193"/>
                  <a:gd name="connsiteY24" fmla="*/ 2586931 h 2770524"/>
                  <a:gd name="connsiteX25" fmla="*/ 1248407 w 2651193"/>
                  <a:gd name="connsiteY25" fmla="*/ 2181701 h 2770524"/>
                  <a:gd name="connsiteX26" fmla="*/ 1646581 w 2651193"/>
                  <a:gd name="connsiteY26" fmla="*/ 2236708 h 2770524"/>
                  <a:gd name="connsiteX27" fmla="*/ 1752577 w 2651193"/>
                  <a:gd name="connsiteY27" fmla="*/ 1475095 h 2770524"/>
                  <a:gd name="connsiteX28" fmla="*/ 1092941 w 2651193"/>
                  <a:gd name="connsiteY28" fmla="*/ 1700837 h 2770524"/>
                  <a:gd name="connsiteX29" fmla="*/ 1031058 w 2651193"/>
                  <a:gd name="connsiteY29" fmla="*/ 1689229 h 2770524"/>
                  <a:gd name="connsiteX30" fmla="*/ 961049 w 2651193"/>
                  <a:gd name="connsiteY30" fmla="*/ 1383119 h 2770524"/>
                  <a:gd name="connsiteX31" fmla="*/ 873896 w 2651193"/>
                  <a:gd name="connsiteY31" fmla="*/ 1492865 h 2770524"/>
                  <a:gd name="connsiteX32" fmla="*/ 873628 w 2651193"/>
                  <a:gd name="connsiteY32" fmla="*/ 1847820 h 2770524"/>
                  <a:gd name="connsiteX33" fmla="*/ 868895 w 2651193"/>
                  <a:gd name="connsiteY33" fmla="*/ 2452092 h 2770524"/>
                  <a:gd name="connsiteX34" fmla="*/ 822818 w 2651193"/>
                  <a:gd name="connsiteY34" fmla="*/ 2486650 h 2770524"/>
                  <a:gd name="connsiteX35" fmla="*/ 448039 w 2651193"/>
                  <a:gd name="connsiteY35" fmla="*/ 2486025 h 2770524"/>
                  <a:gd name="connsiteX36" fmla="*/ 446967 w 2651193"/>
                  <a:gd name="connsiteY36" fmla="*/ 2357348 h 2770524"/>
                  <a:gd name="connsiteX37" fmla="*/ 457862 w 2651193"/>
                  <a:gd name="connsiteY37" fmla="*/ 2053292 h 2770524"/>
                  <a:gd name="connsiteX38" fmla="*/ 466166 w 2651193"/>
                  <a:gd name="connsiteY38" fmla="*/ 1931491 h 2770524"/>
                  <a:gd name="connsiteX39" fmla="*/ 309629 w 2651193"/>
                  <a:gd name="connsiteY39" fmla="*/ 2106781 h 2770524"/>
                  <a:gd name="connsiteX40" fmla="*/ 267748 w 2651193"/>
                  <a:gd name="connsiteY40" fmla="*/ 2095351 h 2770524"/>
                  <a:gd name="connsiteX41" fmla="*/ 58347 w 2651193"/>
                  <a:gd name="connsiteY41" fmla="*/ 1911846 h 2770524"/>
                  <a:gd name="connsiteX42" fmla="*/ 3072 w 2651193"/>
                  <a:gd name="connsiteY42" fmla="*/ 1856035 h 2770524"/>
                  <a:gd name="connsiteX43" fmla="*/ 24236 w 2651193"/>
                  <a:gd name="connsiteY43" fmla="*/ 1821121 h 2770524"/>
                  <a:gd name="connsiteX44" fmla="*/ 705035 w 2651193"/>
                  <a:gd name="connsiteY44" fmla="*/ 1019324 h 2770524"/>
                  <a:gd name="connsiteX45" fmla="*/ 825318 w 2651193"/>
                  <a:gd name="connsiteY45" fmla="*/ 855375 h 2770524"/>
                  <a:gd name="connsiteX46" fmla="*/ 582342 w 2651193"/>
                  <a:gd name="connsiteY46" fmla="*/ 1075492 h 2770524"/>
                  <a:gd name="connsiteX47" fmla="*/ 361778 w 2651193"/>
                  <a:gd name="connsiteY47" fmla="*/ 1275427 h 2770524"/>
                  <a:gd name="connsiteX48" fmla="*/ 323470 w 2651193"/>
                  <a:gd name="connsiteY48" fmla="*/ 1272034 h 2770524"/>
                  <a:gd name="connsiteX49" fmla="*/ 23164 w 2651193"/>
                  <a:gd name="connsiteY49" fmla="*/ 1027539 h 2770524"/>
                  <a:gd name="connsiteX50" fmla="*/ 8073 w 2651193"/>
                  <a:gd name="connsiteY50" fmla="*/ 967710 h 2770524"/>
                  <a:gd name="connsiteX51" fmla="*/ 279893 w 2651193"/>
                  <a:gd name="connsiteY51" fmla="*/ 648920 h 2770524"/>
                  <a:gd name="connsiteX52" fmla="*/ 740397 w 2651193"/>
                  <a:gd name="connsiteY52" fmla="*/ 81796 h 2770524"/>
                  <a:gd name="connsiteX53" fmla="*/ 804334 w 2651193"/>
                  <a:gd name="connsiteY53" fmla="*/ 0 h 277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651193" h="2770524">
                    <a:moveTo>
                      <a:pt x="804334" y="0"/>
                    </a:moveTo>
                    <a:cubicBezTo>
                      <a:pt x="881575" y="30718"/>
                      <a:pt x="952299" y="75456"/>
                      <a:pt x="1025433" y="114657"/>
                    </a:cubicBezTo>
                    <a:cubicBezTo>
                      <a:pt x="1093209" y="154483"/>
                      <a:pt x="1165540" y="187702"/>
                      <a:pt x="1228494" y="235208"/>
                    </a:cubicBezTo>
                    <a:cubicBezTo>
                      <a:pt x="1222957" y="278874"/>
                      <a:pt x="1187506" y="309592"/>
                      <a:pt x="1163753" y="344239"/>
                    </a:cubicBezTo>
                    <a:cubicBezTo>
                      <a:pt x="1105889" y="428178"/>
                      <a:pt x="1039899" y="506045"/>
                      <a:pt x="976676" y="585966"/>
                    </a:cubicBezTo>
                    <a:cubicBezTo>
                      <a:pt x="896756" y="675531"/>
                      <a:pt x="816478" y="765006"/>
                      <a:pt x="735039" y="853232"/>
                    </a:cubicBezTo>
                    <a:cubicBezTo>
                      <a:pt x="722002" y="868233"/>
                      <a:pt x="710304" y="884396"/>
                      <a:pt x="699945" y="901273"/>
                    </a:cubicBezTo>
                    <a:cubicBezTo>
                      <a:pt x="779419" y="862072"/>
                      <a:pt x="840588" y="795278"/>
                      <a:pt x="916937" y="751076"/>
                    </a:cubicBezTo>
                    <a:cubicBezTo>
                      <a:pt x="1017039" y="810994"/>
                      <a:pt x="1115533" y="873413"/>
                      <a:pt x="1215277" y="933778"/>
                    </a:cubicBezTo>
                    <a:cubicBezTo>
                      <a:pt x="1230012" y="938957"/>
                      <a:pt x="1231262" y="955477"/>
                      <a:pt x="1223314" y="967085"/>
                    </a:cubicBezTo>
                    <a:cubicBezTo>
                      <a:pt x="1186345" y="1037897"/>
                      <a:pt x="1134464" y="1099602"/>
                      <a:pt x="1094905" y="1168896"/>
                    </a:cubicBezTo>
                    <a:cubicBezTo>
                      <a:pt x="1150359" y="1157466"/>
                      <a:pt x="1200722" y="1130499"/>
                      <a:pt x="1254301" y="1113175"/>
                    </a:cubicBezTo>
                    <a:cubicBezTo>
                      <a:pt x="1639705" y="977622"/>
                      <a:pt x="2033237" y="866894"/>
                      <a:pt x="2427572" y="760631"/>
                    </a:cubicBezTo>
                    <a:cubicBezTo>
                      <a:pt x="2464630" y="750808"/>
                      <a:pt x="2501064" y="736520"/>
                      <a:pt x="2539729" y="733574"/>
                    </a:cubicBezTo>
                    <a:cubicBezTo>
                      <a:pt x="2579912" y="875377"/>
                      <a:pt x="2612685" y="1019324"/>
                      <a:pt x="2649386" y="1162109"/>
                    </a:cubicBezTo>
                    <a:cubicBezTo>
                      <a:pt x="2656618" y="1181130"/>
                      <a:pt x="2640903" y="1199168"/>
                      <a:pt x="2624382" y="1206490"/>
                    </a:cubicBezTo>
                    <a:cubicBezTo>
                      <a:pt x="2568393" y="1234351"/>
                      <a:pt x="2505797" y="1243905"/>
                      <a:pt x="2446503" y="1262122"/>
                    </a:cubicBezTo>
                    <a:cubicBezTo>
                      <a:pt x="2374440" y="1283017"/>
                      <a:pt x="2303271" y="1307396"/>
                      <a:pt x="2230762" y="1326594"/>
                    </a:cubicBezTo>
                    <a:cubicBezTo>
                      <a:pt x="2228708" y="1399103"/>
                      <a:pt x="2240405" y="1471612"/>
                      <a:pt x="2242103" y="1544300"/>
                    </a:cubicBezTo>
                    <a:cubicBezTo>
                      <a:pt x="2243709" y="1642616"/>
                      <a:pt x="2252104" y="1740575"/>
                      <a:pt x="2250943" y="1838891"/>
                    </a:cubicBezTo>
                    <a:cubicBezTo>
                      <a:pt x="2252372" y="2003108"/>
                      <a:pt x="2253086" y="2168218"/>
                      <a:pt x="2226744" y="2330827"/>
                    </a:cubicBezTo>
                    <a:cubicBezTo>
                      <a:pt x="2210402" y="2432625"/>
                      <a:pt x="2191560" y="2538531"/>
                      <a:pt x="2131464" y="2624882"/>
                    </a:cubicBezTo>
                    <a:cubicBezTo>
                      <a:pt x="2080207" y="2704088"/>
                      <a:pt x="1989124" y="2747754"/>
                      <a:pt x="1899381" y="2766953"/>
                    </a:cubicBezTo>
                    <a:cubicBezTo>
                      <a:pt x="1827051" y="2782223"/>
                      <a:pt x="1758470" y="2745790"/>
                      <a:pt x="1698553" y="2709714"/>
                    </a:cubicBezTo>
                    <a:cubicBezTo>
                      <a:pt x="1642563" y="2678549"/>
                      <a:pt x="1598272" y="2631400"/>
                      <a:pt x="1553088" y="2586931"/>
                    </a:cubicBezTo>
                    <a:cubicBezTo>
                      <a:pt x="1436912" y="2463701"/>
                      <a:pt x="1337436" y="2325290"/>
                      <a:pt x="1248407" y="2181701"/>
                    </a:cubicBezTo>
                    <a:cubicBezTo>
                      <a:pt x="1380655" y="2202865"/>
                      <a:pt x="1511743" y="2236172"/>
                      <a:pt x="1646581" y="2236708"/>
                    </a:cubicBezTo>
                    <a:cubicBezTo>
                      <a:pt x="1707572" y="1987123"/>
                      <a:pt x="1731234" y="1730484"/>
                      <a:pt x="1752577" y="1475095"/>
                    </a:cubicBezTo>
                    <a:cubicBezTo>
                      <a:pt x="1531121" y="1545729"/>
                      <a:pt x="1314487" y="1630561"/>
                      <a:pt x="1092941" y="1700837"/>
                    </a:cubicBezTo>
                    <a:cubicBezTo>
                      <a:pt x="1072581" y="1707535"/>
                      <a:pt x="1039452" y="1717268"/>
                      <a:pt x="1031058" y="1689229"/>
                    </a:cubicBezTo>
                    <a:cubicBezTo>
                      <a:pt x="1002840" y="1588413"/>
                      <a:pt x="985160" y="1484918"/>
                      <a:pt x="961049" y="1383119"/>
                    </a:cubicBezTo>
                    <a:cubicBezTo>
                      <a:pt x="930688" y="1418481"/>
                      <a:pt x="898542" y="1453217"/>
                      <a:pt x="873896" y="1492865"/>
                    </a:cubicBezTo>
                    <a:cubicBezTo>
                      <a:pt x="879164" y="1611094"/>
                      <a:pt x="872645" y="1729502"/>
                      <a:pt x="873628" y="1847820"/>
                    </a:cubicBezTo>
                    <a:cubicBezTo>
                      <a:pt x="867198" y="2049185"/>
                      <a:pt x="873181" y="2250728"/>
                      <a:pt x="868895" y="2452092"/>
                    </a:cubicBezTo>
                    <a:cubicBezTo>
                      <a:pt x="871038" y="2477363"/>
                      <a:pt x="844160" y="2488794"/>
                      <a:pt x="822818" y="2486650"/>
                    </a:cubicBezTo>
                    <a:cubicBezTo>
                      <a:pt x="697981" y="2489508"/>
                      <a:pt x="572876" y="2488704"/>
                      <a:pt x="448039" y="2486025"/>
                    </a:cubicBezTo>
                    <a:cubicBezTo>
                      <a:pt x="431073" y="2444681"/>
                      <a:pt x="446788" y="2400032"/>
                      <a:pt x="446967" y="2357348"/>
                    </a:cubicBezTo>
                    <a:cubicBezTo>
                      <a:pt x="448753" y="2255818"/>
                      <a:pt x="459111" y="2154823"/>
                      <a:pt x="457862" y="2053292"/>
                    </a:cubicBezTo>
                    <a:cubicBezTo>
                      <a:pt x="459201" y="2012662"/>
                      <a:pt x="455361" y="1971229"/>
                      <a:pt x="466166" y="1931491"/>
                    </a:cubicBezTo>
                    <a:cubicBezTo>
                      <a:pt x="412766" y="1988820"/>
                      <a:pt x="365439" y="2051775"/>
                      <a:pt x="309629" y="2106781"/>
                    </a:cubicBezTo>
                    <a:cubicBezTo>
                      <a:pt x="295609" y="2121872"/>
                      <a:pt x="279446" y="2103834"/>
                      <a:pt x="267748" y="2095351"/>
                    </a:cubicBezTo>
                    <a:cubicBezTo>
                      <a:pt x="196757" y="2035522"/>
                      <a:pt x="127731" y="1973461"/>
                      <a:pt x="58347" y="1911846"/>
                    </a:cubicBezTo>
                    <a:cubicBezTo>
                      <a:pt x="38613" y="1894612"/>
                      <a:pt x="17360" y="1878360"/>
                      <a:pt x="3072" y="1856035"/>
                    </a:cubicBezTo>
                    <a:cubicBezTo>
                      <a:pt x="5037" y="1842105"/>
                      <a:pt x="15485" y="1831389"/>
                      <a:pt x="24236" y="1821121"/>
                    </a:cubicBezTo>
                    <a:cubicBezTo>
                      <a:pt x="264534" y="1565642"/>
                      <a:pt x="485275" y="1292572"/>
                      <a:pt x="705035" y="1019324"/>
                    </a:cubicBezTo>
                    <a:cubicBezTo>
                      <a:pt x="744058" y="963871"/>
                      <a:pt x="792011" y="914757"/>
                      <a:pt x="825318" y="855375"/>
                    </a:cubicBezTo>
                    <a:cubicBezTo>
                      <a:pt x="743522" y="927884"/>
                      <a:pt x="663245" y="1002000"/>
                      <a:pt x="582342" y="1075492"/>
                    </a:cubicBezTo>
                    <a:cubicBezTo>
                      <a:pt x="509832" y="1143268"/>
                      <a:pt x="440270" y="1214527"/>
                      <a:pt x="361778" y="1275427"/>
                    </a:cubicBezTo>
                    <a:cubicBezTo>
                      <a:pt x="350080" y="1286143"/>
                      <a:pt x="333471" y="1282928"/>
                      <a:pt x="323470" y="1272034"/>
                    </a:cubicBezTo>
                    <a:cubicBezTo>
                      <a:pt x="223725" y="1190149"/>
                      <a:pt x="119694" y="1113264"/>
                      <a:pt x="23164" y="1027539"/>
                    </a:cubicBezTo>
                    <a:cubicBezTo>
                      <a:pt x="5394" y="1013698"/>
                      <a:pt x="-9965" y="987802"/>
                      <a:pt x="8073" y="967710"/>
                    </a:cubicBezTo>
                    <a:cubicBezTo>
                      <a:pt x="95227" y="858589"/>
                      <a:pt x="189882" y="755720"/>
                      <a:pt x="279893" y="648920"/>
                    </a:cubicBezTo>
                    <a:cubicBezTo>
                      <a:pt x="437859" y="463540"/>
                      <a:pt x="593146" y="275838"/>
                      <a:pt x="740397" y="81796"/>
                    </a:cubicBezTo>
                    <a:cubicBezTo>
                      <a:pt x="761203" y="54114"/>
                      <a:pt x="780580" y="25360"/>
                      <a:pt x="804334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2AEB228E-D8A7-22B0-7CC7-9C430452B1B5}"/>
                  </a:ext>
                </a:extLst>
              </p:cNvPr>
              <p:cNvSpPr/>
              <p:nvPr/>
            </p:nvSpPr>
            <p:spPr>
              <a:xfrm>
                <a:off x="8899447" y="3109943"/>
                <a:ext cx="1072203" cy="703122"/>
              </a:xfrm>
              <a:custGeom>
                <a:avLst/>
                <a:gdLst>
                  <a:gd name="connsiteX0" fmla="*/ 36371 w 1072203"/>
                  <a:gd name="connsiteY0" fmla="*/ 218687 h 703122"/>
                  <a:gd name="connsiteX1" fmla="*/ 989615 w 1072203"/>
                  <a:gd name="connsiteY1" fmla="*/ 2231 h 703122"/>
                  <a:gd name="connsiteX2" fmla="*/ 1036406 w 1072203"/>
                  <a:gd name="connsiteY2" fmla="*/ 534 h 703122"/>
                  <a:gd name="connsiteX3" fmla="*/ 1061498 w 1072203"/>
                  <a:gd name="connsiteY3" fmla="*/ 265657 h 703122"/>
                  <a:gd name="connsiteX4" fmla="*/ 1071322 w 1072203"/>
                  <a:gd name="connsiteY4" fmla="*/ 443268 h 703122"/>
                  <a:gd name="connsiteX5" fmla="*/ 826380 w 1072203"/>
                  <a:gd name="connsiteY5" fmla="*/ 524439 h 703122"/>
                  <a:gd name="connsiteX6" fmla="*/ 465175 w 1072203"/>
                  <a:gd name="connsiteY6" fmla="*/ 636864 h 703122"/>
                  <a:gd name="connsiteX7" fmla="*/ 254969 w 1072203"/>
                  <a:gd name="connsiteY7" fmla="*/ 703122 h 703122"/>
                  <a:gd name="connsiteX8" fmla="*/ 443475 w 1072203"/>
                  <a:gd name="connsiteY8" fmla="*/ 589894 h 703122"/>
                  <a:gd name="connsiteX9" fmla="*/ 121560 w 1072203"/>
                  <a:gd name="connsiteY9" fmla="*/ 679905 h 703122"/>
                  <a:gd name="connsiteX10" fmla="*/ 65839 w 1072203"/>
                  <a:gd name="connsiteY10" fmla="*/ 671690 h 703122"/>
                  <a:gd name="connsiteX11" fmla="*/ 473 w 1072203"/>
                  <a:gd name="connsiteY11" fmla="*/ 246547 h 703122"/>
                  <a:gd name="connsiteX12" fmla="*/ 36371 w 1072203"/>
                  <a:gd name="connsiteY12" fmla="*/ 218687 h 70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2203" h="703122">
                    <a:moveTo>
                      <a:pt x="36371" y="218687"/>
                    </a:moveTo>
                    <a:cubicBezTo>
                      <a:pt x="351232" y="134301"/>
                      <a:pt x="671985" y="74651"/>
                      <a:pt x="989615" y="2231"/>
                    </a:cubicBezTo>
                    <a:cubicBezTo>
                      <a:pt x="1004974" y="-626"/>
                      <a:pt x="1020690" y="-180"/>
                      <a:pt x="1036406" y="534"/>
                    </a:cubicBezTo>
                    <a:cubicBezTo>
                      <a:pt x="1048908" y="88403"/>
                      <a:pt x="1052123" y="177342"/>
                      <a:pt x="1061498" y="265657"/>
                    </a:cubicBezTo>
                    <a:cubicBezTo>
                      <a:pt x="1064981" y="324861"/>
                      <a:pt x="1075250" y="383797"/>
                      <a:pt x="1071322" y="443268"/>
                    </a:cubicBezTo>
                    <a:cubicBezTo>
                      <a:pt x="993454" y="480684"/>
                      <a:pt x="907998" y="497293"/>
                      <a:pt x="826380" y="524439"/>
                    </a:cubicBezTo>
                    <a:cubicBezTo>
                      <a:pt x="704847" y="558283"/>
                      <a:pt x="584475" y="596055"/>
                      <a:pt x="465175" y="636864"/>
                    </a:cubicBezTo>
                    <a:cubicBezTo>
                      <a:pt x="395433" y="659992"/>
                      <a:pt x="326496" y="686335"/>
                      <a:pt x="254969" y="703122"/>
                    </a:cubicBezTo>
                    <a:cubicBezTo>
                      <a:pt x="317924" y="665618"/>
                      <a:pt x="380343" y="627220"/>
                      <a:pt x="443475" y="589894"/>
                    </a:cubicBezTo>
                    <a:cubicBezTo>
                      <a:pt x="335961" y="619272"/>
                      <a:pt x="228806" y="649723"/>
                      <a:pt x="121560" y="679905"/>
                    </a:cubicBezTo>
                    <a:cubicBezTo>
                      <a:pt x="103344" y="682852"/>
                      <a:pt x="71821" y="699372"/>
                      <a:pt x="65839" y="671690"/>
                    </a:cubicBezTo>
                    <a:cubicBezTo>
                      <a:pt x="45926" y="529708"/>
                      <a:pt x="16368" y="389065"/>
                      <a:pt x="473" y="246547"/>
                    </a:cubicBezTo>
                    <a:cubicBezTo>
                      <a:pt x="-3902" y="225741"/>
                      <a:pt x="23155" y="224848"/>
                      <a:pt x="36371" y="218687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470134C5-5A7F-6121-3785-A49276782F34}"/>
                </a:ext>
              </a:extLst>
            </p:cNvPr>
            <p:cNvSpPr/>
            <p:nvPr/>
          </p:nvSpPr>
          <p:spPr>
            <a:xfrm>
              <a:off x="5892938" y="3188681"/>
              <a:ext cx="578197" cy="586879"/>
            </a:xfrm>
            <a:custGeom>
              <a:avLst/>
              <a:gdLst>
                <a:gd name="connsiteX0" fmla="*/ 401390 w 578197"/>
                <a:gd name="connsiteY0" fmla="*/ 4753 h 586879"/>
                <a:gd name="connsiteX1" fmla="*/ 431572 w 578197"/>
                <a:gd name="connsiteY1" fmla="*/ 8771 h 586879"/>
                <a:gd name="connsiteX2" fmla="*/ 539353 w 578197"/>
                <a:gd name="connsiteY2" fmla="*/ 308898 h 586879"/>
                <a:gd name="connsiteX3" fmla="*/ 578197 w 578197"/>
                <a:gd name="connsiteY3" fmla="*/ 445344 h 586879"/>
                <a:gd name="connsiteX4" fmla="*/ 351829 w 578197"/>
                <a:gd name="connsiteY4" fmla="*/ 529997 h 586879"/>
                <a:gd name="connsiteX5" fmla="*/ 173950 w 578197"/>
                <a:gd name="connsiteY5" fmla="*/ 586879 h 586879"/>
                <a:gd name="connsiteX6" fmla="*/ 150554 w 578197"/>
                <a:gd name="connsiteY6" fmla="*/ 548392 h 586879"/>
                <a:gd name="connsiteX7" fmla="*/ 31611 w 578197"/>
                <a:gd name="connsiteY7" fmla="*/ 256481 h 586879"/>
                <a:gd name="connsiteX8" fmla="*/ 0 w 578197"/>
                <a:gd name="connsiteY8" fmla="*/ 169238 h 586879"/>
                <a:gd name="connsiteX9" fmla="*/ 94744 w 578197"/>
                <a:gd name="connsiteY9" fmla="*/ 125929 h 586879"/>
                <a:gd name="connsiteX10" fmla="*/ 401390 w 578197"/>
                <a:gd name="connsiteY10" fmla="*/ 4753 h 58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8197" h="586879">
                  <a:moveTo>
                    <a:pt x="401390" y="4753"/>
                  </a:moveTo>
                  <a:cubicBezTo>
                    <a:pt x="410855" y="2520"/>
                    <a:pt x="428000" y="-6677"/>
                    <a:pt x="431572" y="8771"/>
                  </a:cubicBezTo>
                  <a:cubicBezTo>
                    <a:pt x="468183" y="108516"/>
                    <a:pt x="502295" y="209243"/>
                    <a:pt x="539353" y="308898"/>
                  </a:cubicBezTo>
                  <a:cubicBezTo>
                    <a:pt x="554176" y="353725"/>
                    <a:pt x="574268" y="397659"/>
                    <a:pt x="578197" y="445344"/>
                  </a:cubicBezTo>
                  <a:cubicBezTo>
                    <a:pt x="504527" y="478205"/>
                    <a:pt x="427018" y="501065"/>
                    <a:pt x="351829" y="529997"/>
                  </a:cubicBezTo>
                  <a:cubicBezTo>
                    <a:pt x="292537" y="548928"/>
                    <a:pt x="234226" y="571252"/>
                    <a:pt x="173950" y="586879"/>
                  </a:cubicBezTo>
                  <a:cubicBezTo>
                    <a:pt x="165289" y="574556"/>
                    <a:pt x="156716" y="562055"/>
                    <a:pt x="150554" y="548392"/>
                  </a:cubicBezTo>
                  <a:cubicBezTo>
                    <a:pt x="113496" y="450076"/>
                    <a:pt x="72330" y="353368"/>
                    <a:pt x="31611" y="256481"/>
                  </a:cubicBezTo>
                  <a:cubicBezTo>
                    <a:pt x="18931" y="228174"/>
                    <a:pt x="6965" y="199509"/>
                    <a:pt x="0" y="169238"/>
                  </a:cubicBezTo>
                  <a:cubicBezTo>
                    <a:pt x="30004" y="151468"/>
                    <a:pt x="62329" y="138609"/>
                    <a:pt x="94744" y="125929"/>
                  </a:cubicBezTo>
                  <a:cubicBezTo>
                    <a:pt x="195828" y="82888"/>
                    <a:pt x="297984" y="42079"/>
                    <a:pt x="401390" y="4753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DA3F41D-51B3-5AAE-F085-27AB411B07FB}"/>
                </a:ext>
              </a:extLst>
            </p:cNvPr>
            <p:cNvGrpSpPr/>
            <p:nvPr/>
          </p:nvGrpSpPr>
          <p:grpSpPr>
            <a:xfrm>
              <a:off x="5227855" y="3010286"/>
              <a:ext cx="2405883" cy="2666348"/>
              <a:chOff x="5227855" y="3010286"/>
              <a:chExt cx="2405883" cy="2666348"/>
            </a:xfrm>
            <a:grpFill/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CF2723D9-A6AB-5EF8-AB38-044C60FBA274}"/>
                  </a:ext>
                </a:extLst>
              </p:cNvPr>
              <p:cNvSpPr/>
              <p:nvPr/>
            </p:nvSpPr>
            <p:spPr>
              <a:xfrm>
                <a:off x="5227855" y="3010286"/>
                <a:ext cx="2405883" cy="1379370"/>
              </a:xfrm>
              <a:custGeom>
                <a:avLst/>
                <a:gdLst>
                  <a:gd name="connsiteX0" fmla="*/ 1583680 w 2405883"/>
                  <a:gd name="connsiteY0" fmla="*/ 0 h 1379370"/>
                  <a:gd name="connsiteX1" fmla="*/ 1667262 w 2405883"/>
                  <a:gd name="connsiteY1" fmla="*/ 25985 h 1379370"/>
                  <a:gd name="connsiteX2" fmla="*/ 1911489 w 2405883"/>
                  <a:gd name="connsiteY2" fmla="*/ 129391 h 1379370"/>
                  <a:gd name="connsiteX3" fmla="*/ 2039540 w 2405883"/>
                  <a:gd name="connsiteY3" fmla="*/ 193417 h 1379370"/>
                  <a:gd name="connsiteX4" fmla="*/ 1824692 w 2405883"/>
                  <a:gd name="connsiteY4" fmla="*/ 521494 h 1379370"/>
                  <a:gd name="connsiteX5" fmla="*/ 2112585 w 2405883"/>
                  <a:gd name="connsiteY5" fmla="*/ 449610 h 1379370"/>
                  <a:gd name="connsiteX6" fmla="*/ 2343685 w 2405883"/>
                  <a:gd name="connsiteY6" fmla="*/ 392817 h 1379370"/>
                  <a:gd name="connsiteX7" fmla="*/ 2405479 w 2405883"/>
                  <a:gd name="connsiteY7" fmla="*/ 383977 h 1379370"/>
                  <a:gd name="connsiteX8" fmla="*/ 2384227 w 2405883"/>
                  <a:gd name="connsiteY8" fmla="*/ 659458 h 1379370"/>
                  <a:gd name="connsiteX9" fmla="*/ 2366010 w 2405883"/>
                  <a:gd name="connsiteY9" fmla="*/ 785277 h 1379370"/>
                  <a:gd name="connsiteX10" fmla="*/ 2332434 w 2405883"/>
                  <a:gd name="connsiteY10" fmla="*/ 808316 h 1379370"/>
                  <a:gd name="connsiteX11" fmla="*/ 1306413 w 2405883"/>
                  <a:gd name="connsiteY11" fmla="*/ 1037808 h 1379370"/>
                  <a:gd name="connsiteX12" fmla="*/ 812690 w 2405883"/>
                  <a:gd name="connsiteY12" fmla="*/ 1189524 h 1379370"/>
                  <a:gd name="connsiteX13" fmla="*/ 328791 w 2405883"/>
                  <a:gd name="connsiteY13" fmla="*/ 1349097 h 1379370"/>
                  <a:gd name="connsiteX14" fmla="*/ 220563 w 2405883"/>
                  <a:gd name="connsiteY14" fmla="*/ 1378923 h 1379370"/>
                  <a:gd name="connsiteX15" fmla="*/ 173950 w 2405883"/>
                  <a:gd name="connsiteY15" fmla="*/ 1340168 h 1379370"/>
                  <a:gd name="connsiteX16" fmla="*/ 0 w 2405883"/>
                  <a:gd name="connsiteY16" fmla="*/ 1033076 h 1379370"/>
                  <a:gd name="connsiteX17" fmla="*/ 446216 w 2405883"/>
                  <a:gd name="connsiteY17" fmla="*/ 902524 h 1379370"/>
                  <a:gd name="connsiteX18" fmla="*/ 1260782 w 2405883"/>
                  <a:gd name="connsiteY18" fmla="*/ 674817 h 1379370"/>
                  <a:gd name="connsiteX19" fmla="*/ 1295340 w 2405883"/>
                  <a:gd name="connsiteY19" fmla="*/ 654636 h 1379370"/>
                  <a:gd name="connsiteX20" fmla="*/ 1583680 w 2405883"/>
                  <a:gd name="connsiteY20" fmla="*/ 0 h 137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405883" h="1379370">
                    <a:moveTo>
                      <a:pt x="1583680" y="0"/>
                    </a:moveTo>
                    <a:cubicBezTo>
                      <a:pt x="1613148" y="2322"/>
                      <a:pt x="1640116" y="15091"/>
                      <a:pt x="1667262" y="25985"/>
                    </a:cubicBezTo>
                    <a:cubicBezTo>
                      <a:pt x="1749594" y="58132"/>
                      <a:pt x="1830854" y="93137"/>
                      <a:pt x="1911489" y="129391"/>
                    </a:cubicBezTo>
                    <a:cubicBezTo>
                      <a:pt x="1953905" y="151180"/>
                      <a:pt x="2000518" y="165199"/>
                      <a:pt x="2039540" y="193417"/>
                    </a:cubicBezTo>
                    <a:cubicBezTo>
                      <a:pt x="1979533" y="309860"/>
                      <a:pt x="1897469" y="413087"/>
                      <a:pt x="1824692" y="521494"/>
                    </a:cubicBezTo>
                    <a:cubicBezTo>
                      <a:pt x="1921579" y="501313"/>
                      <a:pt x="2015788" y="470416"/>
                      <a:pt x="2112585" y="449610"/>
                    </a:cubicBezTo>
                    <a:cubicBezTo>
                      <a:pt x="2189470" y="430143"/>
                      <a:pt x="2267069" y="413534"/>
                      <a:pt x="2343685" y="392817"/>
                    </a:cubicBezTo>
                    <a:cubicBezTo>
                      <a:pt x="2363688" y="387102"/>
                      <a:pt x="2384584" y="384513"/>
                      <a:pt x="2405479" y="383977"/>
                    </a:cubicBezTo>
                    <a:cubicBezTo>
                      <a:pt x="2408515" y="476310"/>
                      <a:pt x="2393781" y="567928"/>
                      <a:pt x="2384227" y="659458"/>
                    </a:cubicBezTo>
                    <a:cubicBezTo>
                      <a:pt x="2376993" y="701249"/>
                      <a:pt x="2377976" y="744379"/>
                      <a:pt x="2366010" y="785277"/>
                    </a:cubicBezTo>
                    <a:cubicBezTo>
                      <a:pt x="2362795" y="801172"/>
                      <a:pt x="2345203" y="803851"/>
                      <a:pt x="2332434" y="808316"/>
                    </a:cubicBezTo>
                    <a:cubicBezTo>
                      <a:pt x="1986498" y="864483"/>
                      <a:pt x="1642705" y="938242"/>
                      <a:pt x="1306413" y="1037808"/>
                    </a:cubicBezTo>
                    <a:cubicBezTo>
                      <a:pt x="1142196" y="1089690"/>
                      <a:pt x="976104" y="1135053"/>
                      <a:pt x="812690" y="1189524"/>
                    </a:cubicBezTo>
                    <a:cubicBezTo>
                      <a:pt x="650617" y="1240512"/>
                      <a:pt x="490597" y="1297484"/>
                      <a:pt x="328791" y="1349097"/>
                    </a:cubicBezTo>
                    <a:cubicBezTo>
                      <a:pt x="293161" y="1360438"/>
                      <a:pt x="258425" y="1377851"/>
                      <a:pt x="220563" y="1378923"/>
                    </a:cubicBezTo>
                    <a:cubicBezTo>
                      <a:pt x="196006" y="1383119"/>
                      <a:pt x="185112" y="1356866"/>
                      <a:pt x="173950" y="1340168"/>
                    </a:cubicBezTo>
                    <a:cubicBezTo>
                      <a:pt x="116443" y="1237566"/>
                      <a:pt x="47595" y="1140857"/>
                      <a:pt x="0" y="1033076"/>
                    </a:cubicBezTo>
                    <a:cubicBezTo>
                      <a:pt x="146982" y="984052"/>
                      <a:pt x="297001" y="944493"/>
                      <a:pt x="446216" y="902524"/>
                    </a:cubicBezTo>
                    <a:cubicBezTo>
                      <a:pt x="717321" y="825014"/>
                      <a:pt x="989320" y="750808"/>
                      <a:pt x="1260782" y="674817"/>
                    </a:cubicBezTo>
                    <a:cubicBezTo>
                      <a:pt x="1273284" y="670263"/>
                      <a:pt x="1290429" y="669637"/>
                      <a:pt x="1295340" y="654636"/>
                    </a:cubicBezTo>
                    <a:cubicBezTo>
                      <a:pt x="1392317" y="436840"/>
                      <a:pt x="1498937" y="223064"/>
                      <a:pt x="1583680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238D170-E030-34C3-C8D9-1D6062CFE85F}"/>
                  </a:ext>
                </a:extLst>
              </p:cNvPr>
              <p:cNvSpPr/>
              <p:nvPr/>
            </p:nvSpPr>
            <p:spPr>
              <a:xfrm>
                <a:off x="6725542" y="3968840"/>
                <a:ext cx="844337" cy="1707762"/>
              </a:xfrm>
              <a:custGeom>
                <a:avLst/>
                <a:gdLst>
                  <a:gd name="connsiteX0" fmla="*/ 321558 w 844337"/>
                  <a:gd name="connsiteY0" fmla="*/ 7996 h 1707762"/>
                  <a:gd name="connsiteX1" fmla="*/ 560338 w 844337"/>
                  <a:gd name="connsiteY1" fmla="*/ 2727 h 1707762"/>
                  <a:gd name="connsiteX2" fmla="*/ 737771 w 844337"/>
                  <a:gd name="connsiteY2" fmla="*/ 17729 h 1707762"/>
                  <a:gd name="connsiteX3" fmla="*/ 779383 w 844337"/>
                  <a:gd name="connsiteY3" fmla="*/ 96400 h 1707762"/>
                  <a:gd name="connsiteX4" fmla="*/ 792599 w 844337"/>
                  <a:gd name="connsiteY4" fmla="*/ 442604 h 1707762"/>
                  <a:gd name="connsiteX5" fmla="*/ 806172 w 844337"/>
                  <a:gd name="connsiteY5" fmla="*/ 718977 h 1707762"/>
                  <a:gd name="connsiteX6" fmla="*/ 837426 w 844337"/>
                  <a:gd name="connsiteY6" fmla="*/ 1344324 h 1707762"/>
                  <a:gd name="connsiteX7" fmla="*/ 841534 w 844337"/>
                  <a:gd name="connsiteY7" fmla="*/ 1513631 h 1707762"/>
                  <a:gd name="connsiteX8" fmla="*/ 749379 w 844337"/>
                  <a:gd name="connsiteY8" fmla="*/ 1573817 h 1707762"/>
                  <a:gd name="connsiteX9" fmla="*/ 150644 w 844337"/>
                  <a:gd name="connsiteY9" fmla="*/ 1679723 h 1707762"/>
                  <a:gd name="connsiteX10" fmla="*/ 0 w 844337"/>
                  <a:gd name="connsiteY10" fmla="*/ 1707762 h 1707762"/>
                  <a:gd name="connsiteX11" fmla="*/ 118408 w 844337"/>
                  <a:gd name="connsiteY11" fmla="*/ 1569888 h 1707762"/>
                  <a:gd name="connsiteX12" fmla="*/ 295841 w 844337"/>
                  <a:gd name="connsiteY12" fmla="*/ 1336734 h 1707762"/>
                  <a:gd name="connsiteX13" fmla="*/ 338078 w 844337"/>
                  <a:gd name="connsiteY13" fmla="*/ 1246901 h 1707762"/>
                  <a:gd name="connsiteX14" fmla="*/ 346651 w 844337"/>
                  <a:gd name="connsiteY14" fmla="*/ 951328 h 1707762"/>
                  <a:gd name="connsiteX15" fmla="*/ 351294 w 844337"/>
                  <a:gd name="connsiteY15" fmla="*/ 594230 h 1707762"/>
                  <a:gd name="connsiteX16" fmla="*/ 351472 w 844337"/>
                  <a:gd name="connsiteY16" fmla="*/ 245972 h 1707762"/>
                  <a:gd name="connsiteX17" fmla="*/ 341204 w 844337"/>
                  <a:gd name="connsiteY17" fmla="*/ 72468 h 1707762"/>
                  <a:gd name="connsiteX18" fmla="*/ 321558 w 844337"/>
                  <a:gd name="connsiteY18" fmla="*/ 7996 h 1707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4337" h="1707762">
                    <a:moveTo>
                      <a:pt x="321558" y="7996"/>
                    </a:moveTo>
                    <a:cubicBezTo>
                      <a:pt x="400139" y="-6024"/>
                      <a:pt x="480863" y="2638"/>
                      <a:pt x="560338" y="2727"/>
                    </a:cubicBezTo>
                    <a:cubicBezTo>
                      <a:pt x="619185" y="11300"/>
                      <a:pt x="679907" y="2817"/>
                      <a:pt x="737771" y="17729"/>
                    </a:cubicBezTo>
                    <a:cubicBezTo>
                      <a:pt x="771257" y="27820"/>
                      <a:pt x="777508" y="66307"/>
                      <a:pt x="779383" y="96400"/>
                    </a:cubicBezTo>
                    <a:cubicBezTo>
                      <a:pt x="784205" y="211861"/>
                      <a:pt x="792063" y="327054"/>
                      <a:pt x="792599" y="442604"/>
                    </a:cubicBezTo>
                    <a:cubicBezTo>
                      <a:pt x="800904" y="534490"/>
                      <a:pt x="797421" y="627091"/>
                      <a:pt x="806172" y="718977"/>
                    </a:cubicBezTo>
                    <a:cubicBezTo>
                      <a:pt x="812602" y="927665"/>
                      <a:pt x="829479" y="1135726"/>
                      <a:pt x="837426" y="1344324"/>
                    </a:cubicBezTo>
                    <a:cubicBezTo>
                      <a:pt x="841534" y="1400491"/>
                      <a:pt x="848142" y="1457373"/>
                      <a:pt x="841534" y="1513631"/>
                    </a:cubicBezTo>
                    <a:cubicBezTo>
                      <a:pt x="831443" y="1553725"/>
                      <a:pt x="785098" y="1566851"/>
                      <a:pt x="749379" y="1573817"/>
                    </a:cubicBezTo>
                    <a:cubicBezTo>
                      <a:pt x="548997" y="1604267"/>
                      <a:pt x="348526" y="1635610"/>
                      <a:pt x="150644" y="1679723"/>
                    </a:cubicBezTo>
                    <a:cubicBezTo>
                      <a:pt x="100816" y="1690795"/>
                      <a:pt x="51524" y="1707494"/>
                      <a:pt x="0" y="1707762"/>
                    </a:cubicBezTo>
                    <a:cubicBezTo>
                      <a:pt x="34915" y="1658113"/>
                      <a:pt x="80814" y="1617483"/>
                      <a:pt x="118408" y="1569888"/>
                    </a:cubicBezTo>
                    <a:cubicBezTo>
                      <a:pt x="179130" y="1493450"/>
                      <a:pt x="239762" y="1416743"/>
                      <a:pt x="295841" y="1336734"/>
                    </a:cubicBezTo>
                    <a:cubicBezTo>
                      <a:pt x="313075" y="1308516"/>
                      <a:pt x="337721" y="1281816"/>
                      <a:pt x="338078" y="1246901"/>
                    </a:cubicBezTo>
                    <a:cubicBezTo>
                      <a:pt x="346918" y="1148674"/>
                      <a:pt x="344597" y="1049823"/>
                      <a:pt x="346651" y="951328"/>
                    </a:cubicBezTo>
                    <a:cubicBezTo>
                      <a:pt x="354687" y="832474"/>
                      <a:pt x="349062" y="713263"/>
                      <a:pt x="351294" y="594230"/>
                    </a:cubicBezTo>
                    <a:cubicBezTo>
                      <a:pt x="351205" y="478144"/>
                      <a:pt x="352187" y="362058"/>
                      <a:pt x="351472" y="245972"/>
                    </a:cubicBezTo>
                    <a:cubicBezTo>
                      <a:pt x="351026" y="188018"/>
                      <a:pt x="351830" y="129618"/>
                      <a:pt x="341204" y="72468"/>
                    </a:cubicBezTo>
                    <a:cubicBezTo>
                      <a:pt x="333435" y="51305"/>
                      <a:pt x="320397" y="31481"/>
                      <a:pt x="321558" y="7996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67CC032B-AF4A-5162-C3A7-4D2A732D2547}"/>
                  </a:ext>
                </a:extLst>
              </p:cNvPr>
              <p:cNvSpPr/>
              <p:nvPr/>
            </p:nvSpPr>
            <p:spPr>
              <a:xfrm>
                <a:off x="5581151" y="4120034"/>
                <a:ext cx="1080249" cy="1556600"/>
              </a:xfrm>
              <a:custGeom>
                <a:avLst/>
                <a:gdLst>
                  <a:gd name="connsiteX0" fmla="*/ 819350 w 1080249"/>
                  <a:gd name="connsiteY0" fmla="*/ 4588 h 1556600"/>
                  <a:gd name="connsiteX1" fmla="*/ 858641 w 1080249"/>
                  <a:gd name="connsiteY1" fmla="*/ 5927 h 1556600"/>
                  <a:gd name="connsiteX2" fmla="*/ 1080097 w 1080249"/>
                  <a:gd name="connsiteY2" fmla="*/ 151214 h 1556600"/>
                  <a:gd name="connsiteX3" fmla="*/ 1070275 w 1080249"/>
                  <a:gd name="connsiteY3" fmla="*/ 397941 h 1556600"/>
                  <a:gd name="connsiteX4" fmla="*/ 1057058 w 1080249"/>
                  <a:gd name="connsiteY4" fmla="*/ 763522 h 1556600"/>
                  <a:gd name="connsiteX5" fmla="*/ 1044468 w 1080249"/>
                  <a:gd name="connsiteY5" fmla="*/ 1076508 h 1556600"/>
                  <a:gd name="connsiteX6" fmla="*/ 1034645 w 1080249"/>
                  <a:gd name="connsiteY6" fmla="*/ 1344934 h 1556600"/>
                  <a:gd name="connsiteX7" fmla="*/ 987496 w 1080249"/>
                  <a:gd name="connsiteY7" fmla="*/ 1509419 h 1556600"/>
                  <a:gd name="connsiteX8" fmla="*/ 851765 w 1080249"/>
                  <a:gd name="connsiteY8" fmla="*/ 1555675 h 1556600"/>
                  <a:gd name="connsiteX9" fmla="*/ 755860 w 1080249"/>
                  <a:gd name="connsiteY9" fmla="*/ 1492274 h 1556600"/>
                  <a:gd name="connsiteX10" fmla="*/ 538423 w 1080249"/>
                  <a:gd name="connsiteY10" fmla="*/ 1229830 h 1556600"/>
                  <a:gd name="connsiteX11" fmla="*/ 675493 w 1080249"/>
                  <a:gd name="connsiteY11" fmla="*/ 1274122 h 1556600"/>
                  <a:gd name="connsiteX12" fmla="*/ 678083 w 1080249"/>
                  <a:gd name="connsiteY12" fmla="*/ 1015429 h 1556600"/>
                  <a:gd name="connsiteX13" fmla="*/ 472521 w 1080249"/>
                  <a:gd name="connsiteY13" fmla="*/ 1111066 h 1556600"/>
                  <a:gd name="connsiteX14" fmla="*/ 454573 w 1080249"/>
                  <a:gd name="connsiteY14" fmla="*/ 1156875 h 1556600"/>
                  <a:gd name="connsiteX15" fmla="*/ 444393 w 1080249"/>
                  <a:gd name="connsiteY15" fmla="*/ 1461377 h 1556600"/>
                  <a:gd name="connsiteX16" fmla="*/ 407781 w 1080249"/>
                  <a:gd name="connsiteY16" fmla="*/ 1511205 h 1556600"/>
                  <a:gd name="connsiteX17" fmla="*/ 126407 w 1080249"/>
                  <a:gd name="connsiteY17" fmla="*/ 1516652 h 1556600"/>
                  <a:gd name="connsiteX18" fmla="*/ 3355 w 1080249"/>
                  <a:gd name="connsiteY18" fmla="*/ 1511562 h 1556600"/>
                  <a:gd name="connsiteX19" fmla="*/ 7284 w 1080249"/>
                  <a:gd name="connsiteY19" fmla="*/ 1417086 h 1556600"/>
                  <a:gd name="connsiteX20" fmla="*/ 46843 w 1080249"/>
                  <a:gd name="connsiteY20" fmla="*/ 1035610 h 1556600"/>
                  <a:gd name="connsiteX21" fmla="*/ 86759 w 1080249"/>
                  <a:gd name="connsiteY21" fmla="*/ 567783 h 1556600"/>
                  <a:gd name="connsiteX22" fmla="*/ 95867 w 1080249"/>
                  <a:gd name="connsiteY22" fmla="*/ 361776 h 1556600"/>
                  <a:gd name="connsiteX23" fmla="*/ 74079 w 1080249"/>
                  <a:gd name="connsiteY23" fmla="*/ 262388 h 1556600"/>
                  <a:gd name="connsiteX24" fmla="*/ 182038 w 1080249"/>
                  <a:gd name="connsiteY24" fmla="*/ 211132 h 1556600"/>
                  <a:gd name="connsiteX25" fmla="*/ 334290 w 1080249"/>
                  <a:gd name="connsiteY25" fmla="*/ 196130 h 1556600"/>
                  <a:gd name="connsiteX26" fmla="*/ 819350 w 1080249"/>
                  <a:gd name="connsiteY26" fmla="*/ 4588 h 1556600"/>
                  <a:gd name="connsiteX27" fmla="*/ 505114 w 1080249"/>
                  <a:gd name="connsiteY27" fmla="*/ 401602 h 1556600"/>
                  <a:gd name="connsiteX28" fmla="*/ 496542 w 1080249"/>
                  <a:gd name="connsiteY28" fmla="*/ 522063 h 1556600"/>
                  <a:gd name="connsiteX29" fmla="*/ 699514 w 1080249"/>
                  <a:gd name="connsiteY29" fmla="*/ 435267 h 1556600"/>
                  <a:gd name="connsiteX30" fmla="*/ 703800 w 1080249"/>
                  <a:gd name="connsiteY30" fmla="*/ 318110 h 1556600"/>
                  <a:gd name="connsiteX31" fmla="*/ 505114 w 1080249"/>
                  <a:gd name="connsiteY31" fmla="*/ 401602 h 1556600"/>
                  <a:gd name="connsiteX32" fmla="*/ 481005 w 1080249"/>
                  <a:gd name="connsiteY32" fmla="*/ 742180 h 1556600"/>
                  <a:gd name="connsiteX33" fmla="*/ 472075 w 1080249"/>
                  <a:gd name="connsiteY33" fmla="*/ 881126 h 1556600"/>
                  <a:gd name="connsiteX34" fmla="*/ 683976 w 1080249"/>
                  <a:gd name="connsiteY34" fmla="*/ 785221 h 1556600"/>
                  <a:gd name="connsiteX35" fmla="*/ 693799 w 1080249"/>
                  <a:gd name="connsiteY35" fmla="*/ 641989 h 1556600"/>
                  <a:gd name="connsiteX36" fmla="*/ 481005 w 1080249"/>
                  <a:gd name="connsiteY36" fmla="*/ 742180 h 155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80249" h="1556600">
                    <a:moveTo>
                      <a:pt x="819350" y="4588"/>
                    </a:moveTo>
                    <a:cubicBezTo>
                      <a:pt x="831852" y="-948"/>
                      <a:pt x="846854" y="-2556"/>
                      <a:pt x="858641" y="5927"/>
                    </a:cubicBezTo>
                    <a:cubicBezTo>
                      <a:pt x="935526" y="49504"/>
                      <a:pt x="1009195" y="98529"/>
                      <a:pt x="1080097" y="151214"/>
                    </a:cubicBezTo>
                    <a:cubicBezTo>
                      <a:pt x="1081079" y="233545"/>
                      <a:pt x="1077240" y="315966"/>
                      <a:pt x="1070275" y="397941"/>
                    </a:cubicBezTo>
                    <a:cubicBezTo>
                      <a:pt x="1066524" y="519831"/>
                      <a:pt x="1058131" y="641543"/>
                      <a:pt x="1057058" y="763522"/>
                    </a:cubicBezTo>
                    <a:cubicBezTo>
                      <a:pt x="1048129" y="867642"/>
                      <a:pt x="1052862" y="972388"/>
                      <a:pt x="1044468" y="1076508"/>
                    </a:cubicBezTo>
                    <a:cubicBezTo>
                      <a:pt x="1041789" y="1165984"/>
                      <a:pt x="1040092" y="1255548"/>
                      <a:pt x="1034645" y="1344934"/>
                    </a:cubicBezTo>
                    <a:cubicBezTo>
                      <a:pt x="1033038" y="1401549"/>
                      <a:pt x="1034467" y="1469057"/>
                      <a:pt x="987496" y="1509419"/>
                    </a:cubicBezTo>
                    <a:cubicBezTo>
                      <a:pt x="949188" y="1538530"/>
                      <a:pt x="900968" y="1561569"/>
                      <a:pt x="851765" y="1555675"/>
                    </a:cubicBezTo>
                    <a:cubicBezTo>
                      <a:pt x="815154" y="1543084"/>
                      <a:pt x="783721" y="1518527"/>
                      <a:pt x="755860" y="1492274"/>
                    </a:cubicBezTo>
                    <a:cubicBezTo>
                      <a:pt x="674243" y="1412889"/>
                      <a:pt x="602270" y="1323950"/>
                      <a:pt x="538423" y="1229830"/>
                    </a:cubicBezTo>
                    <a:cubicBezTo>
                      <a:pt x="583874" y="1245011"/>
                      <a:pt x="627184" y="1268853"/>
                      <a:pt x="675493" y="1274122"/>
                    </a:cubicBezTo>
                    <a:cubicBezTo>
                      <a:pt x="675047" y="1187861"/>
                      <a:pt x="678172" y="1101600"/>
                      <a:pt x="678083" y="1015429"/>
                    </a:cubicBezTo>
                    <a:cubicBezTo>
                      <a:pt x="608878" y="1045790"/>
                      <a:pt x="542262" y="1081865"/>
                      <a:pt x="472521" y="1111066"/>
                    </a:cubicBezTo>
                    <a:cubicBezTo>
                      <a:pt x="451626" y="1116156"/>
                      <a:pt x="455198" y="1140534"/>
                      <a:pt x="454573" y="1156875"/>
                    </a:cubicBezTo>
                    <a:cubicBezTo>
                      <a:pt x="455019" y="1258495"/>
                      <a:pt x="446447" y="1359847"/>
                      <a:pt x="444393" y="1461377"/>
                    </a:cubicBezTo>
                    <a:cubicBezTo>
                      <a:pt x="446268" y="1483613"/>
                      <a:pt x="430284" y="1507722"/>
                      <a:pt x="407781" y="1511205"/>
                    </a:cubicBezTo>
                    <a:cubicBezTo>
                      <a:pt x="314109" y="1516563"/>
                      <a:pt x="220258" y="1517010"/>
                      <a:pt x="126407" y="1516652"/>
                    </a:cubicBezTo>
                    <a:cubicBezTo>
                      <a:pt x="85330" y="1515759"/>
                      <a:pt x="43718" y="1520939"/>
                      <a:pt x="3355" y="1511562"/>
                    </a:cubicBezTo>
                    <a:cubicBezTo>
                      <a:pt x="-5485" y="1480219"/>
                      <a:pt x="5767" y="1448518"/>
                      <a:pt x="7284" y="1417086"/>
                    </a:cubicBezTo>
                    <a:cubicBezTo>
                      <a:pt x="26037" y="1290463"/>
                      <a:pt x="31127" y="1162501"/>
                      <a:pt x="46843" y="1035610"/>
                    </a:cubicBezTo>
                    <a:cubicBezTo>
                      <a:pt x="60595" y="879698"/>
                      <a:pt x="74079" y="723785"/>
                      <a:pt x="86759" y="567783"/>
                    </a:cubicBezTo>
                    <a:cubicBezTo>
                      <a:pt x="89616" y="499114"/>
                      <a:pt x="101136" y="430623"/>
                      <a:pt x="95867" y="361776"/>
                    </a:cubicBezTo>
                    <a:cubicBezTo>
                      <a:pt x="92295" y="327932"/>
                      <a:pt x="81758" y="295428"/>
                      <a:pt x="74079" y="262388"/>
                    </a:cubicBezTo>
                    <a:cubicBezTo>
                      <a:pt x="112298" y="250512"/>
                      <a:pt x="154267" y="242654"/>
                      <a:pt x="182038" y="211132"/>
                    </a:cubicBezTo>
                    <a:cubicBezTo>
                      <a:pt x="230259" y="195326"/>
                      <a:pt x="286516" y="219347"/>
                      <a:pt x="334290" y="196130"/>
                    </a:cubicBezTo>
                    <a:cubicBezTo>
                      <a:pt x="496096" y="132640"/>
                      <a:pt x="658169" y="69686"/>
                      <a:pt x="819350" y="4588"/>
                    </a:cubicBezTo>
                    <a:moveTo>
                      <a:pt x="505114" y="401602"/>
                    </a:moveTo>
                    <a:cubicBezTo>
                      <a:pt x="497703" y="441250"/>
                      <a:pt x="496810" y="481701"/>
                      <a:pt x="496542" y="522063"/>
                    </a:cubicBezTo>
                    <a:cubicBezTo>
                      <a:pt x="564051" y="492774"/>
                      <a:pt x="632452" y="465539"/>
                      <a:pt x="699514" y="435267"/>
                    </a:cubicBezTo>
                    <a:cubicBezTo>
                      <a:pt x="701836" y="396244"/>
                      <a:pt x="702729" y="357132"/>
                      <a:pt x="703800" y="318110"/>
                    </a:cubicBezTo>
                    <a:cubicBezTo>
                      <a:pt x="636739" y="344006"/>
                      <a:pt x="572534" y="376599"/>
                      <a:pt x="505114" y="401602"/>
                    </a:cubicBezTo>
                    <a:moveTo>
                      <a:pt x="481005" y="742180"/>
                    </a:moveTo>
                    <a:cubicBezTo>
                      <a:pt x="480737" y="788615"/>
                      <a:pt x="476540" y="834871"/>
                      <a:pt x="472075" y="881126"/>
                    </a:cubicBezTo>
                    <a:cubicBezTo>
                      <a:pt x="543959" y="852105"/>
                      <a:pt x="612985" y="816297"/>
                      <a:pt x="683976" y="785221"/>
                    </a:cubicBezTo>
                    <a:cubicBezTo>
                      <a:pt x="700139" y="740484"/>
                      <a:pt x="690941" y="689227"/>
                      <a:pt x="693799" y="641989"/>
                    </a:cubicBezTo>
                    <a:cubicBezTo>
                      <a:pt x="621558" y="672707"/>
                      <a:pt x="551995" y="708962"/>
                      <a:pt x="481005" y="74218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42C714D4-EC94-EBA2-EA7E-839997C9724C}"/>
                  </a:ext>
                </a:extLst>
              </p:cNvPr>
              <p:cNvSpPr/>
              <p:nvPr/>
            </p:nvSpPr>
            <p:spPr>
              <a:xfrm>
                <a:off x="6675447" y="4241958"/>
                <a:ext cx="324095" cy="924396"/>
              </a:xfrm>
              <a:custGeom>
                <a:avLst/>
                <a:gdLst>
                  <a:gd name="connsiteX0" fmla="*/ 72420 w 324095"/>
                  <a:gd name="connsiteY0" fmla="*/ 0 h 924396"/>
                  <a:gd name="connsiteX1" fmla="*/ 277713 w 324095"/>
                  <a:gd name="connsiteY1" fmla="*/ 57686 h 924396"/>
                  <a:gd name="connsiteX2" fmla="*/ 319326 w 324095"/>
                  <a:gd name="connsiteY2" fmla="*/ 91440 h 924396"/>
                  <a:gd name="connsiteX3" fmla="*/ 321379 w 324095"/>
                  <a:gd name="connsiteY3" fmla="*/ 866269 h 924396"/>
                  <a:gd name="connsiteX4" fmla="*/ 273427 w 324095"/>
                  <a:gd name="connsiteY4" fmla="*/ 924222 h 924396"/>
                  <a:gd name="connsiteX5" fmla="*/ 137160 w 324095"/>
                  <a:gd name="connsiteY5" fmla="*/ 888057 h 924396"/>
                  <a:gd name="connsiteX6" fmla="*/ 0 w 324095"/>
                  <a:gd name="connsiteY6" fmla="*/ 844659 h 924396"/>
                  <a:gd name="connsiteX7" fmla="*/ 39648 w 324095"/>
                  <a:gd name="connsiteY7" fmla="*/ 355938 h 924396"/>
                  <a:gd name="connsiteX8" fmla="*/ 72420 w 324095"/>
                  <a:gd name="connsiteY8" fmla="*/ 0 h 924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095" h="924396">
                    <a:moveTo>
                      <a:pt x="72420" y="0"/>
                    </a:moveTo>
                    <a:cubicBezTo>
                      <a:pt x="142250" y="13484"/>
                      <a:pt x="209937" y="36433"/>
                      <a:pt x="277713" y="57686"/>
                    </a:cubicBezTo>
                    <a:cubicBezTo>
                      <a:pt x="293876" y="64026"/>
                      <a:pt x="320308" y="68937"/>
                      <a:pt x="319326" y="91440"/>
                    </a:cubicBezTo>
                    <a:cubicBezTo>
                      <a:pt x="325040" y="349687"/>
                      <a:pt x="325487" y="608022"/>
                      <a:pt x="321379" y="866269"/>
                    </a:cubicBezTo>
                    <a:cubicBezTo>
                      <a:pt x="324148" y="894308"/>
                      <a:pt x="304413" y="927080"/>
                      <a:pt x="273427" y="924222"/>
                    </a:cubicBezTo>
                    <a:cubicBezTo>
                      <a:pt x="226546" y="919132"/>
                      <a:pt x="182969" y="898416"/>
                      <a:pt x="137160" y="888057"/>
                    </a:cubicBezTo>
                    <a:cubicBezTo>
                      <a:pt x="91708" y="872698"/>
                      <a:pt x="42148" y="868591"/>
                      <a:pt x="0" y="844659"/>
                    </a:cubicBezTo>
                    <a:cubicBezTo>
                      <a:pt x="22324" y="682585"/>
                      <a:pt x="30896" y="519172"/>
                      <a:pt x="39648" y="355938"/>
                    </a:cubicBezTo>
                    <a:cubicBezTo>
                      <a:pt x="51346" y="237530"/>
                      <a:pt x="50452" y="117247"/>
                      <a:pt x="72420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6152EB32-9885-7E30-7CB7-E39D00229E46}"/>
              </a:ext>
            </a:extLst>
          </p:cNvPr>
          <p:cNvSpPr txBox="1"/>
          <p:nvPr/>
        </p:nvSpPr>
        <p:spPr>
          <a:xfrm rot="21245711">
            <a:off x="6287387" y="968306"/>
            <a:ext cx="22493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2030</a:t>
            </a:r>
            <a:endParaRPr lang="zh-CN" altLang="en-US" sz="66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C40C346-78CE-F737-EF95-C15337984AC0}"/>
              </a:ext>
            </a:extLst>
          </p:cNvPr>
          <p:cNvSpPr txBox="1"/>
          <p:nvPr/>
        </p:nvSpPr>
        <p:spPr>
          <a:xfrm rot="21245711">
            <a:off x="3278751" y="300350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谢谢观看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F390062-6703-1CD8-196D-13EEAA89592C}"/>
              </a:ext>
            </a:extLst>
          </p:cNvPr>
          <p:cNvGrpSpPr/>
          <p:nvPr/>
        </p:nvGrpSpPr>
        <p:grpSpPr>
          <a:xfrm>
            <a:off x="3933106" y="6002457"/>
            <a:ext cx="4313944" cy="315056"/>
            <a:chOff x="1253246" y="4118390"/>
            <a:chExt cx="4313944" cy="315056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79984C6-DB10-D616-1392-6BFC59027568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60" name="iconfont-10019-4889788">
              <a:extLst>
                <a:ext uri="{FF2B5EF4-FFF2-40B4-BE49-F238E27FC236}">
                  <a16:creationId xmlns:a16="http://schemas.microsoft.com/office/drawing/2014/main" id="{6E14EEBD-04A3-76C7-C0E6-9D01D3FE6782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030787B-C573-FB35-6F72-EDF792C3BB4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2025.11.20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iconfont-11899-5651509">
              <a:extLst>
                <a:ext uri="{FF2B5EF4-FFF2-40B4-BE49-F238E27FC236}">
                  <a16:creationId xmlns:a16="http://schemas.microsoft.com/office/drawing/2014/main" id="{6DD5299D-7D43-9031-3AC4-CD619D8BDABD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4" name="箭头: V 形 63">
            <a:extLst>
              <a:ext uri="{FF2B5EF4-FFF2-40B4-BE49-F238E27FC236}">
                <a16:creationId xmlns:a16="http://schemas.microsoft.com/office/drawing/2014/main" id="{5B569A62-4452-4A5C-C7B4-876BD56F253B}"/>
              </a:ext>
            </a:extLst>
          </p:cNvPr>
          <p:cNvSpPr/>
          <p:nvPr/>
        </p:nvSpPr>
        <p:spPr>
          <a:xfrm rot="21213212">
            <a:off x="2906382" y="3373574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箭头: V 形 64">
            <a:extLst>
              <a:ext uri="{FF2B5EF4-FFF2-40B4-BE49-F238E27FC236}">
                <a16:creationId xmlns:a16="http://schemas.microsoft.com/office/drawing/2014/main" id="{E3B39C94-BEBB-E13D-0A87-6A9ED8EC0D4B}"/>
              </a:ext>
            </a:extLst>
          </p:cNvPr>
          <p:cNvSpPr/>
          <p:nvPr/>
        </p:nvSpPr>
        <p:spPr>
          <a:xfrm rot="21213212">
            <a:off x="3023124" y="3361670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箭头: V 形 65">
            <a:extLst>
              <a:ext uri="{FF2B5EF4-FFF2-40B4-BE49-F238E27FC236}">
                <a16:creationId xmlns:a16="http://schemas.microsoft.com/office/drawing/2014/main" id="{4AE412B3-2162-95D1-26FE-3B5ED10E42E3}"/>
              </a:ext>
            </a:extLst>
          </p:cNvPr>
          <p:cNvSpPr/>
          <p:nvPr/>
        </p:nvSpPr>
        <p:spPr>
          <a:xfrm rot="21213212">
            <a:off x="3139866" y="3349766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V 形 66">
            <a:extLst>
              <a:ext uri="{FF2B5EF4-FFF2-40B4-BE49-F238E27FC236}">
                <a16:creationId xmlns:a16="http://schemas.microsoft.com/office/drawing/2014/main" id="{AD3E685A-52AC-D026-3575-312E36B4AF2D}"/>
              </a:ext>
            </a:extLst>
          </p:cNvPr>
          <p:cNvSpPr/>
          <p:nvPr/>
        </p:nvSpPr>
        <p:spPr>
          <a:xfrm rot="21213212">
            <a:off x="3256608" y="3337858"/>
            <a:ext cx="152424" cy="152424"/>
          </a:xfrm>
          <a:prstGeom prst="chevron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68A7F6F-DA6D-0912-A27F-D8BFCE3B2B95}"/>
              </a:ext>
            </a:extLst>
          </p:cNvPr>
          <p:cNvSpPr txBox="1"/>
          <p:nvPr/>
        </p:nvSpPr>
        <p:spPr>
          <a:xfrm rot="21245711">
            <a:off x="3667289" y="4579561"/>
            <a:ext cx="4857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大学生职业生涯规划</a:t>
            </a:r>
            <a:r>
              <a:rPr lang="en-US" altLang="zh-CN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PPT</a:t>
            </a:r>
            <a:r>
              <a:rPr lang="zh-CN" altLang="en-US" sz="2800" dirty="0">
                <a:solidFill>
                  <a:schemeClr val="bg1"/>
                </a:solidFill>
                <a:latin typeface="演示斜黑体" panose="00000A08000000000000" pitchFamily="50" charset="-122"/>
                <a:ea typeface="演示斜黑体" panose="00000A08000000000000" pitchFamily="50" charset="-122"/>
              </a:rPr>
              <a:t>模板</a:t>
            </a:r>
          </a:p>
        </p:txBody>
      </p:sp>
      <p:sp>
        <p:nvSpPr>
          <p:cNvPr id="69" name="平行四边形 68">
            <a:extLst>
              <a:ext uri="{FF2B5EF4-FFF2-40B4-BE49-F238E27FC236}">
                <a16:creationId xmlns:a16="http://schemas.microsoft.com/office/drawing/2014/main" id="{D8722A7F-A1FF-8E99-EFFE-9C617AA94ED5}"/>
              </a:ext>
            </a:extLst>
          </p:cNvPr>
          <p:cNvSpPr/>
          <p:nvPr/>
        </p:nvSpPr>
        <p:spPr>
          <a:xfrm rot="21249225">
            <a:off x="3699033" y="5134874"/>
            <a:ext cx="4790093" cy="45719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平行四边形 69">
            <a:extLst>
              <a:ext uri="{FF2B5EF4-FFF2-40B4-BE49-F238E27FC236}">
                <a16:creationId xmlns:a16="http://schemas.microsoft.com/office/drawing/2014/main" id="{54A91A3D-981E-6327-9A2C-670540DD03D4}"/>
              </a:ext>
            </a:extLst>
          </p:cNvPr>
          <p:cNvSpPr/>
          <p:nvPr/>
        </p:nvSpPr>
        <p:spPr>
          <a:xfrm rot="21249225">
            <a:off x="3700954" y="4543808"/>
            <a:ext cx="4790093" cy="83452"/>
          </a:xfrm>
          <a:prstGeom prst="parallelogram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组合 102" descr="D:\51PPT模板网\51pptmoban.com\图片.jpg">
            <a:extLst>
              <a:ext uri="{FF2B5EF4-FFF2-40B4-BE49-F238E27FC236}">
                <a16:creationId xmlns:a16="http://schemas.microsoft.com/office/drawing/2014/main" id="{49E8FE17-F401-AE9D-84CB-5C284128F01C}"/>
              </a:ext>
            </a:extLst>
          </p:cNvPr>
          <p:cNvGrpSpPr/>
          <p:nvPr/>
        </p:nvGrpSpPr>
        <p:grpSpPr>
          <a:xfrm rot="16200000">
            <a:off x="-447960" y="662743"/>
            <a:ext cx="1733012" cy="407515"/>
            <a:chOff x="0" y="247650"/>
            <a:chExt cx="642938" cy="1337173"/>
          </a:xfrm>
        </p:grpSpPr>
        <p:sp>
          <p:nvSpPr>
            <p:cNvPr id="97" name="平行四边形 96">
              <a:extLst>
                <a:ext uri="{FF2B5EF4-FFF2-40B4-BE49-F238E27FC236}">
                  <a16:creationId xmlns:a16="http://schemas.microsoft.com/office/drawing/2014/main" id="{CFB011E9-60F6-8F39-1E25-DC49ACE1AFF7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平行四边形 97">
              <a:extLst>
                <a:ext uri="{FF2B5EF4-FFF2-40B4-BE49-F238E27FC236}">
                  <a16:creationId xmlns:a16="http://schemas.microsoft.com/office/drawing/2014/main" id="{AE915731-DEC3-3D97-D023-E95C1B2C16A2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平行四边形 98">
              <a:extLst>
                <a:ext uri="{FF2B5EF4-FFF2-40B4-BE49-F238E27FC236}">
                  <a16:creationId xmlns:a16="http://schemas.microsoft.com/office/drawing/2014/main" id="{536229E1-C531-BF46-7D08-670BA2B90AAD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46E9CE0C-E3FA-07D5-7BA8-79082599E3D2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1D049DDF-1E77-C087-003C-628B46B3BE1B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328071F2-ADFC-07F0-7F2F-32C3CA0B353C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 descr="D:\51PPT模板网\51pptmoban.com\图片.jpg">
            <a:extLst>
              <a:ext uri="{FF2B5EF4-FFF2-40B4-BE49-F238E27FC236}">
                <a16:creationId xmlns:a16="http://schemas.microsoft.com/office/drawing/2014/main" id="{F9634927-BE0F-E808-1453-E042DD7DA67E}"/>
              </a:ext>
            </a:extLst>
          </p:cNvPr>
          <p:cNvGrpSpPr/>
          <p:nvPr/>
        </p:nvGrpSpPr>
        <p:grpSpPr>
          <a:xfrm>
            <a:off x="0" y="6113755"/>
            <a:ext cx="622302" cy="407515"/>
            <a:chOff x="0" y="247650"/>
            <a:chExt cx="642938" cy="1337173"/>
          </a:xfrm>
        </p:grpSpPr>
        <p:sp>
          <p:nvSpPr>
            <p:cNvPr id="119" name="平行四边形 118">
              <a:extLst>
                <a:ext uri="{FF2B5EF4-FFF2-40B4-BE49-F238E27FC236}">
                  <a16:creationId xmlns:a16="http://schemas.microsoft.com/office/drawing/2014/main" id="{67B67569-1681-5D55-2C63-729B8FE7D3AF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F1D32CFA-D5F2-A34F-5FE7-5F8298C71112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B5CDC80C-C575-BA8B-46EF-775CAB425817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77080D85-1374-E964-9AEE-572D1453A388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254FF413-9567-3D1A-A83C-1E82CDBF16E9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平行四边形 123">
              <a:extLst>
                <a:ext uri="{FF2B5EF4-FFF2-40B4-BE49-F238E27FC236}">
                  <a16:creationId xmlns:a16="http://schemas.microsoft.com/office/drawing/2014/main" id="{AD1D4AC6-E6A3-E357-B98A-33F0E6CF839F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17B04E88-2745-AEFF-C440-5D813DCF0355}"/>
              </a:ext>
            </a:extLst>
          </p:cNvPr>
          <p:cNvGrpSpPr/>
          <p:nvPr/>
        </p:nvGrpSpPr>
        <p:grpSpPr>
          <a:xfrm>
            <a:off x="11568155" y="399934"/>
            <a:ext cx="622302" cy="407515"/>
            <a:chOff x="0" y="247650"/>
            <a:chExt cx="642938" cy="1337173"/>
          </a:xfrm>
        </p:grpSpPr>
        <p:sp>
          <p:nvSpPr>
            <p:cNvPr id="126" name="平行四边形 125">
              <a:extLst>
                <a:ext uri="{FF2B5EF4-FFF2-40B4-BE49-F238E27FC236}">
                  <a16:creationId xmlns:a16="http://schemas.microsoft.com/office/drawing/2014/main" id="{E4624EBD-A0BE-9805-5248-FF1C8804DA13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平行四边形 126">
              <a:extLst>
                <a:ext uri="{FF2B5EF4-FFF2-40B4-BE49-F238E27FC236}">
                  <a16:creationId xmlns:a16="http://schemas.microsoft.com/office/drawing/2014/main" id="{95B713C5-1BFF-55DE-81F3-F9B2E3D4926F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平行四边形 127">
              <a:extLst>
                <a:ext uri="{FF2B5EF4-FFF2-40B4-BE49-F238E27FC236}">
                  <a16:creationId xmlns:a16="http://schemas.microsoft.com/office/drawing/2014/main" id="{FDE7EB1A-74C6-D924-F374-7D3B3980C31A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平行四边形 128">
              <a:extLst>
                <a:ext uri="{FF2B5EF4-FFF2-40B4-BE49-F238E27FC236}">
                  <a16:creationId xmlns:a16="http://schemas.microsoft.com/office/drawing/2014/main" id="{A69E6DF2-C50E-5610-33DD-ECD15D06CCA7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平行四边形 129">
              <a:extLst>
                <a:ext uri="{FF2B5EF4-FFF2-40B4-BE49-F238E27FC236}">
                  <a16:creationId xmlns:a16="http://schemas.microsoft.com/office/drawing/2014/main" id="{05ABF56D-373C-5850-DA3C-B3352255580F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平行四边形 130">
              <a:extLst>
                <a:ext uri="{FF2B5EF4-FFF2-40B4-BE49-F238E27FC236}">
                  <a16:creationId xmlns:a16="http://schemas.microsoft.com/office/drawing/2014/main" id="{92B2221E-E81E-C869-EE6A-E342F2F971EF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F635BC3-3A63-A7EA-2826-E9A779CA2644}"/>
              </a:ext>
            </a:extLst>
          </p:cNvPr>
          <p:cNvGrpSpPr/>
          <p:nvPr/>
        </p:nvGrpSpPr>
        <p:grpSpPr>
          <a:xfrm rot="16200000">
            <a:off x="10910262" y="5787738"/>
            <a:ext cx="1733009" cy="407515"/>
            <a:chOff x="0" y="247650"/>
            <a:chExt cx="642938" cy="1337173"/>
          </a:xfrm>
        </p:grpSpPr>
        <p:sp>
          <p:nvSpPr>
            <p:cNvPr id="133" name="平行四边形 132">
              <a:extLst>
                <a:ext uri="{FF2B5EF4-FFF2-40B4-BE49-F238E27FC236}">
                  <a16:creationId xmlns:a16="http://schemas.microsoft.com/office/drawing/2014/main" id="{9206CD84-0FA1-E985-82A1-A9898538A2D4}"/>
                </a:ext>
              </a:extLst>
            </p:cNvPr>
            <p:cNvSpPr/>
            <p:nvPr/>
          </p:nvSpPr>
          <p:spPr>
            <a:xfrm>
              <a:off x="0" y="247650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平行四边形 133">
              <a:extLst>
                <a:ext uri="{FF2B5EF4-FFF2-40B4-BE49-F238E27FC236}">
                  <a16:creationId xmlns:a16="http://schemas.microsoft.com/office/drawing/2014/main" id="{79464FB7-054C-94E0-4D18-9ECA829C0ABB}"/>
                </a:ext>
              </a:extLst>
            </p:cNvPr>
            <p:cNvSpPr/>
            <p:nvPr/>
          </p:nvSpPr>
          <p:spPr>
            <a:xfrm>
              <a:off x="0" y="485557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7AD05892-397F-2B81-834C-379724588DC8}"/>
                </a:ext>
              </a:extLst>
            </p:cNvPr>
            <p:cNvSpPr/>
            <p:nvPr/>
          </p:nvSpPr>
          <p:spPr>
            <a:xfrm>
              <a:off x="0" y="723464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平行四边形 135">
              <a:extLst>
                <a:ext uri="{FF2B5EF4-FFF2-40B4-BE49-F238E27FC236}">
                  <a16:creationId xmlns:a16="http://schemas.microsoft.com/office/drawing/2014/main" id="{26D95A15-0ABD-1086-82A2-D0CF1A2E755D}"/>
                </a:ext>
              </a:extLst>
            </p:cNvPr>
            <p:cNvSpPr/>
            <p:nvPr/>
          </p:nvSpPr>
          <p:spPr>
            <a:xfrm>
              <a:off x="0" y="961371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平行四边形 136">
              <a:extLst>
                <a:ext uri="{FF2B5EF4-FFF2-40B4-BE49-F238E27FC236}">
                  <a16:creationId xmlns:a16="http://schemas.microsoft.com/office/drawing/2014/main" id="{AB8B5D82-A055-E5B7-FE89-5815ADEC0680}"/>
                </a:ext>
              </a:extLst>
            </p:cNvPr>
            <p:cNvSpPr/>
            <p:nvPr/>
          </p:nvSpPr>
          <p:spPr>
            <a:xfrm>
              <a:off x="0" y="1199278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平行四边形 137">
              <a:extLst>
                <a:ext uri="{FF2B5EF4-FFF2-40B4-BE49-F238E27FC236}">
                  <a16:creationId xmlns:a16="http://schemas.microsoft.com/office/drawing/2014/main" id="{17502612-0431-5AB2-6662-1E51B82E5170}"/>
                </a:ext>
              </a:extLst>
            </p:cNvPr>
            <p:cNvSpPr/>
            <p:nvPr/>
          </p:nvSpPr>
          <p:spPr>
            <a:xfrm>
              <a:off x="0" y="1437185"/>
              <a:ext cx="642938" cy="147638"/>
            </a:xfrm>
            <a:prstGeom prst="parallelogram">
              <a:avLst>
                <a:gd name="adj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7F7FBCFD-127C-5BEE-1A0E-0824F67A466D}"/>
              </a:ext>
            </a:extLst>
          </p:cNvPr>
          <p:cNvGrpSpPr/>
          <p:nvPr/>
        </p:nvGrpSpPr>
        <p:grpSpPr>
          <a:xfrm>
            <a:off x="866989" y="-6"/>
            <a:ext cx="2148060" cy="107410"/>
            <a:chOff x="820757" y="-6"/>
            <a:chExt cx="2148060" cy="107410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5C2C3CDB-E987-0164-A4F5-FB2B389B2E61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FE987B91-7122-8C55-5552-4AB8ABE7D2EA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1A2FD976-3882-6A6A-FF68-363E0B31E620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D270B4D4-7662-F881-683F-F7D99696FD0B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600B316E-A0EC-4C42-5583-AEBFC6226139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33ED1DF8-45F3-6862-FED8-A3EB206D7178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A3684834-0DFC-7290-11DD-016A23CDA3DB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F5F718FF-F28F-9214-4981-589D61F42D30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B9D7DED5-AB6A-8827-0AFA-2457468DF093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38B36AC1-2FE9-3A56-5A7D-D2356747319C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3CEFC325-7D37-E1EC-BDD1-DEFCD1CEB4BA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9D5BEB17-F9CB-1224-A313-527D5A82E6F4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092BF8D-C029-6127-84CE-C793324E6CEB}"/>
              </a:ext>
            </a:extLst>
          </p:cNvPr>
          <p:cNvGrpSpPr/>
          <p:nvPr/>
        </p:nvGrpSpPr>
        <p:grpSpPr>
          <a:xfrm>
            <a:off x="9213473" y="6754031"/>
            <a:ext cx="2148060" cy="107410"/>
            <a:chOff x="820757" y="-6"/>
            <a:chExt cx="2148060" cy="107410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CEE147DC-4B48-D4E0-57C6-F3285A7A6F86}"/>
                </a:ext>
              </a:extLst>
            </p:cNvPr>
            <p:cNvGrpSpPr/>
            <p:nvPr/>
          </p:nvGrpSpPr>
          <p:grpSpPr>
            <a:xfrm>
              <a:off x="820757" y="1"/>
              <a:ext cx="1074030" cy="107403"/>
              <a:chOff x="1038270" y="1"/>
              <a:chExt cx="1074030" cy="107403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467C8F3D-41FF-14CB-7A8A-7FB0706758F1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B4E9D64C-13B8-AA63-8F6C-CEE50F864D52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77F41BF3-5310-3001-2B2B-8C039F3D8EBE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AF4BAA9B-F996-EC71-1401-AF172CE63C74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7F25DF24-E801-4FE3-EC79-AC8B02ED1E0E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9D5B9EDE-7EDA-B3F5-87EF-9365D9942CE5}"/>
                </a:ext>
              </a:extLst>
            </p:cNvPr>
            <p:cNvGrpSpPr/>
            <p:nvPr/>
          </p:nvGrpSpPr>
          <p:grpSpPr>
            <a:xfrm>
              <a:off x="1894787" y="-6"/>
              <a:ext cx="1074030" cy="107403"/>
              <a:chOff x="1038270" y="1"/>
              <a:chExt cx="1074030" cy="10740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9E896CEC-69DA-FC52-BE6C-271143F1AFBD}"/>
                  </a:ext>
                </a:extLst>
              </p:cNvPr>
              <p:cNvSpPr/>
              <p:nvPr/>
            </p:nvSpPr>
            <p:spPr>
              <a:xfrm>
                <a:off x="1038270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45F81E61-FD0D-053B-35EC-F9A94AC21755}"/>
                  </a:ext>
                </a:extLst>
              </p:cNvPr>
              <p:cNvSpPr/>
              <p:nvPr/>
            </p:nvSpPr>
            <p:spPr>
              <a:xfrm>
                <a:off x="1253076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5C070094-EADC-9A03-2105-048F59051058}"/>
                  </a:ext>
                </a:extLst>
              </p:cNvPr>
              <p:cNvSpPr/>
              <p:nvPr/>
            </p:nvSpPr>
            <p:spPr>
              <a:xfrm>
                <a:off x="1467882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5544862E-8EE2-40C5-F647-795C72FE7104}"/>
                  </a:ext>
                </a:extLst>
              </p:cNvPr>
              <p:cNvSpPr/>
              <p:nvPr/>
            </p:nvSpPr>
            <p:spPr>
              <a:xfrm>
                <a:off x="1682688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0B977184-81AB-A436-F15A-ECD8F2395D3E}"/>
                  </a:ext>
                </a:extLst>
              </p:cNvPr>
              <p:cNvSpPr/>
              <p:nvPr/>
            </p:nvSpPr>
            <p:spPr>
              <a:xfrm>
                <a:off x="1897494" y="1"/>
                <a:ext cx="214806" cy="107403"/>
              </a:xfrm>
              <a:custGeom>
                <a:avLst/>
                <a:gdLst>
                  <a:gd name="connsiteX0" fmla="*/ 107403 w 214806"/>
                  <a:gd name="connsiteY0" fmla="*/ 0 h 107403"/>
                  <a:gd name="connsiteX1" fmla="*/ 214806 w 214806"/>
                  <a:gd name="connsiteY1" fmla="*/ 0 h 107403"/>
                  <a:gd name="connsiteX2" fmla="*/ 107403 w 214806"/>
                  <a:gd name="connsiteY2" fmla="*/ 107403 h 107403"/>
                  <a:gd name="connsiteX3" fmla="*/ 0 w 214806"/>
                  <a:gd name="connsiteY3" fmla="*/ 107403 h 10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806" h="107403">
                    <a:moveTo>
                      <a:pt x="107403" y="0"/>
                    </a:moveTo>
                    <a:lnTo>
                      <a:pt x="214806" y="0"/>
                    </a:lnTo>
                    <a:lnTo>
                      <a:pt x="107403" y="107403"/>
                    </a:lnTo>
                    <a:lnTo>
                      <a:pt x="0" y="107403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52353FA9-5E1A-C31C-D016-E2C8E7BC27CB}"/>
              </a:ext>
            </a:extLst>
          </p:cNvPr>
          <p:cNvSpPr txBox="1"/>
          <p:nvPr/>
        </p:nvSpPr>
        <p:spPr>
          <a:xfrm>
            <a:off x="794821" y="114493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演示斜黑体" panose="00000A08000000000000" pitchFamily="50" charset="-122"/>
                <a:ea typeface="演示斜黑体" panose="00000A08000000000000" pitchFamily="50" charset="-122"/>
              </a:rPr>
              <a:t>Dream Chasing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2356CC2-534C-6858-CD2B-2761EA1E9851}"/>
              </a:ext>
            </a:extLst>
          </p:cNvPr>
          <p:cNvSpPr txBox="1"/>
          <p:nvPr/>
        </p:nvSpPr>
        <p:spPr>
          <a:xfrm>
            <a:off x="8087532" y="6205195"/>
            <a:ext cx="3356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Forward</a:t>
            </a:r>
            <a:endParaRPr lang="zh-CN" altLang="en-US" sz="2800" dirty="0">
              <a:latin typeface="演示斜黑体" panose="00000A08000000000000" pitchFamily="50" charset="-122"/>
              <a:ea typeface="演示斜黑体" panose="00000A08000000000000" pitchFamily="50" charset="-122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E954EC3B-DC23-1A5D-4908-B368A43A15F8}"/>
              </a:ext>
            </a:extLst>
          </p:cNvPr>
          <p:cNvSpPr/>
          <p:nvPr/>
        </p:nvSpPr>
        <p:spPr>
          <a:xfrm>
            <a:off x="869713" y="678930"/>
            <a:ext cx="2257318" cy="114965"/>
          </a:xfrm>
          <a:custGeom>
            <a:avLst/>
            <a:gdLst>
              <a:gd name="connsiteX0" fmla="*/ 0 w 2257318"/>
              <a:gd name="connsiteY0" fmla="*/ 0 h 114965"/>
              <a:gd name="connsiteX1" fmla="*/ 2257318 w 2257318"/>
              <a:gd name="connsiteY1" fmla="*/ 0 h 114965"/>
              <a:gd name="connsiteX2" fmla="*/ 2228577 w 2257318"/>
              <a:gd name="connsiteY2" fmla="*/ 114965 h 114965"/>
              <a:gd name="connsiteX3" fmla="*/ 0 w 2257318"/>
              <a:gd name="connsiteY3" fmla="*/ 114965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318" h="114965">
                <a:moveTo>
                  <a:pt x="0" y="0"/>
                </a:moveTo>
                <a:lnTo>
                  <a:pt x="2257318" y="0"/>
                </a:lnTo>
                <a:lnTo>
                  <a:pt x="2228577" y="114965"/>
                </a:lnTo>
                <a:lnTo>
                  <a:pt x="0" y="1149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D7DBA5A6-4151-80E9-2709-AACDDAABAB22}"/>
              </a:ext>
            </a:extLst>
          </p:cNvPr>
          <p:cNvSpPr/>
          <p:nvPr/>
        </p:nvSpPr>
        <p:spPr>
          <a:xfrm flipH="1" flipV="1">
            <a:off x="9872673" y="6113173"/>
            <a:ext cx="1486547" cy="114965"/>
          </a:xfrm>
          <a:custGeom>
            <a:avLst/>
            <a:gdLst>
              <a:gd name="connsiteX0" fmla="*/ 1457806 w 1486547"/>
              <a:gd name="connsiteY0" fmla="*/ 114965 h 114965"/>
              <a:gd name="connsiteX1" fmla="*/ 0 w 1486547"/>
              <a:gd name="connsiteY1" fmla="*/ 114965 h 114965"/>
              <a:gd name="connsiteX2" fmla="*/ 0 w 1486547"/>
              <a:gd name="connsiteY2" fmla="*/ 0 h 114965"/>
              <a:gd name="connsiteX3" fmla="*/ 1486547 w 1486547"/>
              <a:gd name="connsiteY3" fmla="*/ 0 h 11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547" h="114965">
                <a:moveTo>
                  <a:pt x="1457806" y="114965"/>
                </a:moveTo>
                <a:lnTo>
                  <a:pt x="0" y="114965"/>
                </a:lnTo>
                <a:lnTo>
                  <a:pt x="0" y="0"/>
                </a:lnTo>
                <a:lnTo>
                  <a:pt x="1486547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1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415ED4-321F-5FA6-72BE-1C91031DDAEE}"/>
              </a:ext>
            </a:extLst>
          </p:cNvPr>
          <p:cNvGrpSpPr/>
          <p:nvPr/>
        </p:nvGrpSpPr>
        <p:grpSpPr>
          <a:xfrm>
            <a:off x="923925" y="762001"/>
            <a:ext cx="10404475" cy="4952999"/>
            <a:chOff x="847725" y="114301"/>
            <a:chExt cx="9134475" cy="495299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BB2752-C438-7EDA-7520-C1A044EB7553}"/>
                </a:ext>
              </a:extLst>
            </p:cNvPr>
            <p:cNvSpPr txBox="1"/>
            <p:nvPr/>
          </p:nvSpPr>
          <p:spPr>
            <a:xfrm>
              <a:off x="1184619" y="114301"/>
              <a:ext cx="1760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模板使用字体说明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567F688-8723-350D-A843-797CCAD69690}"/>
                </a:ext>
              </a:extLst>
            </p:cNvPr>
            <p:cNvSpPr txBox="1"/>
            <p:nvPr/>
          </p:nvSpPr>
          <p:spPr>
            <a:xfrm>
              <a:off x="1045701" y="1567881"/>
              <a:ext cx="961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标题字：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7F0097E-09ED-52A6-2266-14F407A19A66}"/>
                </a:ext>
              </a:extLst>
            </p:cNvPr>
            <p:cNvCxnSpPr/>
            <p:nvPr/>
          </p:nvCxnSpPr>
          <p:spPr>
            <a:xfrm>
              <a:off x="847725" y="6731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5D3CDDE-E0DE-A556-03BA-4093AEEE2AA7}"/>
                </a:ext>
              </a:extLst>
            </p:cNvPr>
            <p:cNvCxnSpPr>
              <a:cxnSpLocks/>
            </p:cNvCxnSpPr>
            <p:nvPr/>
          </p:nvCxnSpPr>
          <p:spPr>
            <a:xfrm>
              <a:off x="2622601" y="2302483"/>
              <a:ext cx="73595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F22B6C5-8C93-2937-0C23-37284150DADD}"/>
                </a:ext>
              </a:extLst>
            </p:cNvPr>
            <p:cNvCxnSpPr/>
            <p:nvPr/>
          </p:nvCxnSpPr>
          <p:spPr>
            <a:xfrm>
              <a:off x="847725" y="4342793"/>
              <a:ext cx="913447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2BAB608-9A2F-B05E-CC1E-FB2E10D55DB1}"/>
                </a:ext>
              </a:extLst>
            </p:cNvPr>
            <p:cNvCxnSpPr/>
            <p:nvPr/>
          </p:nvCxnSpPr>
          <p:spPr>
            <a:xfrm>
              <a:off x="847725" y="50673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BCD080C-CC0E-3610-4FE8-9F189692BFA7}"/>
                </a:ext>
              </a:extLst>
            </p:cNvPr>
            <p:cNvCxnSpPr/>
            <p:nvPr/>
          </p:nvCxnSpPr>
          <p:spPr>
            <a:xfrm>
              <a:off x="847725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1431D5D-9D5C-CB0A-2A5D-A2717E1A7906}"/>
                </a:ext>
              </a:extLst>
            </p:cNvPr>
            <p:cNvCxnSpPr/>
            <p:nvPr/>
          </p:nvCxnSpPr>
          <p:spPr>
            <a:xfrm>
              <a:off x="2622601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5F75D9C-FAF4-8ADC-F177-E2A48631269D}"/>
                </a:ext>
              </a:extLst>
            </p:cNvPr>
            <p:cNvCxnSpPr/>
            <p:nvPr/>
          </p:nvCxnSpPr>
          <p:spPr>
            <a:xfrm>
              <a:off x="9982200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7E2950E-3198-79A0-A8A6-5CBDE904D4A6}"/>
                </a:ext>
              </a:extLst>
            </p:cNvPr>
            <p:cNvSpPr txBox="1"/>
            <p:nvPr/>
          </p:nvSpPr>
          <p:spPr>
            <a:xfrm>
              <a:off x="1045701" y="3506344"/>
              <a:ext cx="1161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内容字体：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9EC6E33-CA11-D9B1-75F8-99D7C8EF6586}"/>
                </a:ext>
              </a:extLst>
            </p:cNvPr>
            <p:cNvSpPr txBox="1"/>
            <p:nvPr/>
          </p:nvSpPr>
          <p:spPr>
            <a:xfrm>
              <a:off x="1045701" y="4520381"/>
              <a:ext cx="761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其他：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7F9CC07-7C46-6A77-CE73-0FEA335E6186}"/>
                </a:ext>
              </a:extLst>
            </p:cNvPr>
            <p:cNvCxnSpPr/>
            <p:nvPr/>
          </p:nvCxnSpPr>
          <p:spPr>
            <a:xfrm>
              <a:off x="847725" y="2978758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1DC7D65-7CB9-FF17-B7EF-B220FA55D567}"/>
              </a:ext>
            </a:extLst>
          </p:cNvPr>
          <p:cNvSpPr txBox="1"/>
          <p:nvPr/>
        </p:nvSpPr>
        <p:spPr>
          <a:xfrm>
            <a:off x="3545673" y="4175285"/>
            <a:ext cx="3455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中文：阿里巴巴普惠体 2.0 55 Regular</a:t>
            </a:r>
          </a:p>
        </p:txBody>
      </p:sp>
      <p:sp>
        <p:nvSpPr>
          <p:cNvPr id="23" name="缺角矩形 22">
            <a:extLst>
              <a:ext uri="{FF2B5EF4-FFF2-40B4-BE49-F238E27FC236}">
                <a16:creationId xmlns:a16="http://schemas.microsoft.com/office/drawing/2014/main" id="{EA6767BB-03D5-68F3-4FBB-58CE2C232624}"/>
              </a:ext>
            </a:extLst>
          </p:cNvPr>
          <p:cNvSpPr/>
          <p:nvPr/>
        </p:nvSpPr>
        <p:spPr>
          <a:xfrm>
            <a:off x="920309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005AC2-6F7F-8036-CFBD-3AEC45295461}"/>
              </a:ext>
            </a:extLst>
          </p:cNvPr>
          <p:cNvSpPr txBox="1"/>
          <p:nvPr/>
        </p:nvSpPr>
        <p:spPr>
          <a:xfrm>
            <a:off x="6827790" y="3858719"/>
            <a:ext cx="34558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英文 </a:t>
            </a:r>
            <a:r>
              <a:rPr lang="en-US" altLang="zh-CN" sz="1400" dirty="0">
                <a:cs typeface="+mn-ea"/>
                <a:sym typeface="+mn-lt"/>
              </a:rPr>
              <a:t>/ </a:t>
            </a:r>
            <a:r>
              <a:rPr lang="zh-CN" altLang="en-US" sz="1400" dirty="0">
                <a:cs typeface="+mn-ea"/>
                <a:sym typeface="+mn-lt"/>
              </a:rPr>
              <a:t>数字：</a:t>
            </a:r>
            <a:endParaRPr lang="en-US" altLang="zh-CN" sz="1400" dirty="0">
              <a:cs typeface="+mn-ea"/>
              <a:sym typeface="+mn-lt"/>
            </a:endParaRPr>
          </a:p>
          <a:p>
            <a:r>
              <a:rPr lang="fr-FR" altLang="zh-CN" sz="1400" dirty="0">
                <a:cs typeface="+mn-ea"/>
                <a:sym typeface="+mn-lt"/>
              </a:rPr>
              <a:t>HarmonyOS Sans SC</a:t>
            </a:r>
          </a:p>
          <a:p>
            <a:r>
              <a:rPr lang="en-US" altLang="zh-CN" sz="1400" dirty="0" err="1">
                <a:cs typeface="+mn-ea"/>
                <a:sym typeface="+mn-lt"/>
              </a:rPr>
              <a:t>MiSans</a:t>
            </a:r>
            <a:r>
              <a:rPr lang="en-US" altLang="zh-CN" sz="1400" dirty="0">
                <a:cs typeface="+mn-ea"/>
                <a:sym typeface="+mn-lt"/>
              </a:rPr>
              <a:t>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88DF80-1C8D-7242-7B11-8436D8D3FDAF}"/>
              </a:ext>
            </a:extLst>
          </p:cNvPr>
          <p:cNvSpPr txBox="1"/>
          <p:nvPr/>
        </p:nvSpPr>
        <p:spPr>
          <a:xfrm>
            <a:off x="3559174" y="3116273"/>
            <a:ext cx="206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51PPT</a:t>
            </a:r>
            <a:r>
              <a:rPr lang="zh-CN" altLang="en-US" sz="1400" dirty="0">
                <a:cs typeface="+mn-ea"/>
                <a:sym typeface="+mn-lt"/>
              </a:rPr>
              <a:t>模板网 原创字体</a:t>
            </a:r>
          </a:p>
        </p:txBody>
      </p:sp>
      <p:sp>
        <p:nvSpPr>
          <p:cNvPr id="48" name="缺角矩形 47">
            <a:extLst>
              <a:ext uri="{FF2B5EF4-FFF2-40B4-BE49-F238E27FC236}">
                <a16:creationId xmlns:a16="http://schemas.microsoft.com/office/drawing/2014/main" id="{50F6FC90-1869-B64A-A356-DDCBE7689DF3}"/>
              </a:ext>
            </a:extLst>
          </p:cNvPr>
          <p:cNvSpPr/>
          <p:nvPr/>
        </p:nvSpPr>
        <p:spPr>
          <a:xfrm>
            <a:off x="3401795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3EC714-F04E-4E82-B2DD-5812C87AFD50}"/>
              </a:ext>
            </a:extLst>
          </p:cNvPr>
          <p:cNvSpPr txBox="1"/>
          <p:nvPr/>
        </p:nvSpPr>
        <p:spPr>
          <a:xfrm>
            <a:off x="6827790" y="3130152"/>
            <a:ext cx="3891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zh-CN" altLang="en-US" dirty="0">
                <a:cs typeface="+mn-ea"/>
                <a:sym typeface="+mn-lt"/>
              </a:rPr>
              <a:t>演示斜黑体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D4A9993-F72A-661E-F83A-8572F58820B4}"/>
              </a:ext>
            </a:extLst>
          </p:cNvPr>
          <p:cNvGrpSpPr/>
          <p:nvPr/>
        </p:nvGrpSpPr>
        <p:grpSpPr>
          <a:xfrm>
            <a:off x="3173196" y="1582168"/>
            <a:ext cx="2507895" cy="1220808"/>
            <a:chOff x="3559474" y="1315482"/>
            <a:chExt cx="4733124" cy="230401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394C80F0-C961-D9E8-3694-10CB08C18FC3}"/>
                </a:ext>
              </a:extLst>
            </p:cNvPr>
            <p:cNvGrpSpPr/>
            <p:nvPr/>
          </p:nvGrpSpPr>
          <p:grpSpPr>
            <a:xfrm>
              <a:off x="4676325" y="1318936"/>
              <a:ext cx="1531795" cy="1667251"/>
              <a:chOff x="3401304" y="797153"/>
              <a:chExt cx="3171988" cy="345248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F49C7C33-5118-8CC3-8A91-BF12778FB69A}"/>
                  </a:ext>
                </a:extLst>
              </p:cNvPr>
              <p:cNvSpPr/>
              <p:nvPr/>
            </p:nvSpPr>
            <p:spPr>
              <a:xfrm>
                <a:off x="3401304" y="797153"/>
                <a:ext cx="3171988" cy="3452485"/>
              </a:xfrm>
              <a:custGeom>
                <a:avLst/>
                <a:gdLst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258670 w 3171988"/>
                  <a:gd name="connsiteY46" fmla="*/ 3435726 h 3474203"/>
                  <a:gd name="connsiteX47" fmla="*/ 0 w 3171988"/>
                  <a:gd name="connsiteY47" fmla="*/ 3216514 h 3474203"/>
                  <a:gd name="connsiteX48" fmla="*/ 230638 w 3171988"/>
                  <a:gd name="connsiteY48" fmla="*/ 3170754 h 3474203"/>
                  <a:gd name="connsiteX49" fmla="*/ 741059 w 3171988"/>
                  <a:gd name="connsiteY49" fmla="*/ 3031897 h 3474203"/>
                  <a:gd name="connsiteX50" fmla="*/ 1307558 w 3171988"/>
                  <a:gd name="connsiteY50" fmla="*/ 2785973 h 3474203"/>
                  <a:gd name="connsiteX51" fmla="*/ 1587861 w 3171988"/>
                  <a:gd name="connsiteY51" fmla="*/ 2605504 h 3474203"/>
                  <a:gd name="connsiteX52" fmla="*/ 1445165 w 3171988"/>
                  <a:gd name="connsiteY52" fmla="*/ 2519154 h 3474203"/>
                  <a:gd name="connsiteX53" fmla="*/ 1410607 w 3171988"/>
                  <a:gd name="connsiteY53" fmla="*/ 2512814 h 3474203"/>
                  <a:gd name="connsiteX54" fmla="*/ 1243979 w 3171988"/>
                  <a:gd name="connsiteY54" fmla="*/ 2648635 h 3474203"/>
                  <a:gd name="connsiteX55" fmla="*/ 1149502 w 3171988"/>
                  <a:gd name="connsiteY55" fmla="*/ 2565410 h 3474203"/>
                  <a:gd name="connsiteX56" fmla="*/ 971266 w 3171988"/>
                  <a:gd name="connsiteY56" fmla="*/ 2403961 h 3474203"/>
                  <a:gd name="connsiteX57" fmla="*/ 984125 w 3171988"/>
                  <a:gd name="connsiteY57" fmla="*/ 2371993 h 3474203"/>
                  <a:gd name="connsiteX58" fmla="*/ 1362565 w 3171988"/>
                  <a:gd name="connsiteY58" fmla="*/ 2054275 h 3474203"/>
                  <a:gd name="connsiteX59" fmla="*/ 1617507 w 3171988"/>
                  <a:gd name="connsiteY59" fmla="*/ 1789242 h 3474203"/>
                  <a:gd name="connsiteX60" fmla="*/ 1799138 w 3171988"/>
                  <a:gd name="connsiteY60" fmla="*/ 1816477 h 3474203"/>
                  <a:gd name="connsiteX61" fmla="*/ 1625009 w 3171988"/>
                  <a:gd name="connsiteY61" fmla="*/ 1598414 h 3474203"/>
                  <a:gd name="connsiteX62" fmla="*/ 1606524 w 3171988"/>
                  <a:gd name="connsiteY62" fmla="*/ 1538764 h 3474203"/>
                  <a:gd name="connsiteX63" fmla="*/ 1672425 w 3171988"/>
                  <a:gd name="connsiteY63" fmla="*/ 1462326 h 3474203"/>
                  <a:gd name="connsiteX64" fmla="*/ 1912366 w 3171988"/>
                  <a:gd name="connsiteY64" fmla="*/ 1246674 h 3474203"/>
                  <a:gd name="connsiteX65" fmla="*/ 2037471 w 3171988"/>
                  <a:gd name="connsiteY65" fmla="*/ 1130677 h 3474203"/>
                  <a:gd name="connsiteX66" fmla="*/ 2084262 w 3171988"/>
                  <a:gd name="connsiteY66" fmla="*/ 1069241 h 3474203"/>
                  <a:gd name="connsiteX67" fmla="*/ 2099621 w 3171988"/>
                  <a:gd name="connsiteY67" fmla="*/ 938153 h 3474203"/>
                  <a:gd name="connsiteX68" fmla="*/ 1892274 w 3171988"/>
                  <a:gd name="connsiteY68" fmla="*/ 988784 h 3474203"/>
                  <a:gd name="connsiteX69" fmla="*/ 1800120 w 3171988"/>
                  <a:gd name="connsiteY69" fmla="*/ 959406 h 3474203"/>
                  <a:gd name="connsiteX70" fmla="*/ 1744130 w 3171988"/>
                  <a:gd name="connsiteY70" fmla="*/ 765631 h 3474203"/>
                  <a:gd name="connsiteX71" fmla="*/ 1717877 w 3171988"/>
                  <a:gd name="connsiteY71" fmla="*/ 625078 h 3474203"/>
                  <a:gd name="connsiteX72" fmla="*/ 2151056 w 3171988"/>
                  <a:gd name="connsiteY72" fmla="*/ 482025 h 3474203"/>
                  <a:gd name="connsiteX73" fmla="*/ 2179542 w 3171988"/>
                  <a:gd name="connsiteY73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305212 w 3171988"/>
                  <a:gd name="connsiteY45" fmla="*/ 3437876 h 3474203"/>
                  <a:gd name="connsiteX46" fmla="*/ 0 w 3171988"/>
                  <a:gd name="connsiteY46" fmla="*/ 3216514 h 3474203"/>
                  <a:gd name="connsiteX47" fmla="*/ 230638 w 3171988"/>
                  <a:gd name="connsiteY47" fmla="*/ 3170754 h 3474203"/>
                  <a:gd name="connsiteX48" fmla="*/ 741059 w 3171988"/>
                  <a:gd name="connsiteY48" fmla="*/ 3031897 h 3474203"/>
                  <a:gd name="connsiteX49" fmla="*/ 1307558 w 3171988"/>
                  <a:gd name="connsiteY49" fmla="*/ 2785973 h 3474203"/>
                  <a:gd name="connsiteX50" fmla="*/ 1587861 w 3171988"/>
                  <a:gd name="connsiteY50" fmla="*/ 2605504 h 3474203"/>
                  <a:gd name="connsiteX51" fmla="*/ 1445165 w 3171988"/>
                  <a:gd name="connsiteY51" fmla="*/ 2519154 h 3474203"/>
                  <a:gd name="connsiteX52" fmla="*/ 1410607 w 3171988"/>
                  <a:gd name="connsiteY52" fmla="*/ 2512814 h 3474203"/>
                  <a:gd name="connsiteX53" fmla="*/ 1243979 w 3171988"/>
                  <a:gd name="connsiteY53" fmla="*/ 2648635 h 3474203"/>
                  <a:gd name="connsiteX54" fmla="*/ 1149502 w 3171988"/>
                  <a:gd name="connsiteY54" fmla="*/ 2565410 h 3474203"/>
                  <a:gd name="connsiteX55" fmla="*/ 971266 w 3171988"/>
                  <a:gd name="connsiteY55" fmla="*/ 2403961 h 3474203"/>
                  <a:gd name="connsiteX56" fmla="*/ 984125 w 3171988"/>
                  <a:gd name="connsiteY56" fmla="*/ 2371993 h 3474203"/>
                  <a:gd name="connsiteX57" fmla="*/ 1362565 w 3171988"/>
                  <a:gd name="connsiteY57" fmla="*/ 2054275 h 3474203"/>
                  <a:gd name="connsiteX58" fmla="*/ 1617507 w 3171988"/>
                  <a:gd name="connsiteY58" fmla="*/ 1789242 h 3474203"/>
                  <a:gd name="connsiteX59" fmla="*/ 1799138 w 3171988"/>
                  <a:gd name="connsiteY59" fmla="*/ 1816477 h 3474203"/>
                  <a:gd name="connsiteX60" fmla="*/ 1625009 w 3171988"/>
                  <a:gd name="connsiteY60" fmla="*/ 1598414 h 3474203"/>
                  <a:gd name="connsiteX61" fmla="*/ 1606524 w 3171988"/>
                  <a:gd name="connsiteY61" fmla="*/ 1538764 h 3474203"/>
                  <a:gd name="connsiteX62" fmla="*/ 1672425 w 3171988"/>
                  <a:gd name="connsiteY62" fmla="*/ 1462326 h 3474203"/>
                  <a:gd name="connsiteX63" fmla="*/ 1912366 w 3171988"/>
                  <a:gd name="connsiteY63" fmla="*/ 1246674 h 3474203"/>
                  <a:gd name="connsiteX64" fmla="*/ 2037471 w 3171988"/>
                  <a:gd name="connsiteY64" fmla="*/ 1130677 h 3474203"/>
                  <a:gd name="connsiteX65" fmla="*/ 2084262 w 3171988"/>
                  <a:gd name="connsiteY65" fmla="*/ 1069241 h 3474203"/>
                  <a:gd name="connsiteX66" fmla="*/ 2099621 w 3171988"/>
                  <a:gd name="connsiteY66" fmla="*/ 938153 h 3474203"/>
                  <a:gd name="connsiteX67" fmla="*/ 1892274 w 3171988"/>
                  <a:gd name="connsiteY67" fmla="*/ 988784 h 3474203"/>
                  <a:gd name="connsiteX68" fmla="*/ 1800120 w 3171988"/>
                  <a:gd name="connsiteY68" fmla="*/ 959406 h 3474203"/>
                  <a:gd name="connsiteX69" fmla="*/ 1744130 w 3171988"/>
                  <a:gd name="connsiteY69" fmla="*/ 765631 h 3474203"/>
                  <a:gd name="connsiteX70" fmla="*/ 1717877 w 3171988"/>
                  <a:gd name="connsiteY70" fmla="*/ 625078 h 3474203"/>
                  <a:gd name="connsiteX71" fmla="*/ 2151056 w 3171988"/>
                  <a:gd name="connsiteY71" fmla="*/ 482025 h 3474203"/>
                  <a:gd name="connsiteX72" fmla="*/ 2179542 w 3171988"/>
                  <a:gd name="connsiteY72" fmla="*/ 0 h 3474203"/>
                  <a:gd name="connsiteX0" fmla="*/ 2119535 w 3171988"/>
                  <a:gd name="connsiteY0" fmla="*/ 2154198 h 3474203"/>
                  <a:gd name="connsiteX1" fmla="*/ 1867807 w 3171988"/>
                  <a:gd name="connsiteY1" fmla="*/ 2185184 h 3474203"/>
                  <a:gd name="connsiteX2" fmla="*/ 1770473 w 3171988"/>
                  <a:gd name="connsiteY2" fmla="*/ 2212598 h 3474203"/>
                  <a:gd name="connsiteX3" fmla="*/ 1669300 w 3171988"/>
                  <a:gd name="connsiteY3" fmla="*/ 2303949 h 3474203"/>
                  <a:gd name="connsiteX4" fmla="*/ 1851555 w 3171988"/>
                  <a:gd name="connsiteY4" fmla="*/ 2398336 h 3474203"/>
                  <a:gd name="connsiteX5" fmla="*/ 2053098 w 3171988"/>
                  <a:gd name="connsiteY5" fmla="*/ 2218135 h 3474203"/>
                  <a:gd name="connsiteX6" fmla="*/ 2119535 w 3171988"/>
                  <a:gd name="connsiteY6" fmla="*/ 2154198 h 3474203"/>
                  <a:gd name="connsiteX7" fmla="*/ 2069886 w 3171988"/>
                  <a:gd name="connsiteY7" fmla="*/ 1507242 h 3474203"/>
                  <a:gd name="connsiteX8" fmla="*/ 1990768 w 3171988"/>
                  <a:gd name="connsiteY8" fmla="*/ 1601807 h 3474203"/>
                  <a:gd name="connsiteX9" fmla="*/ 1837714 w 3171988"/>
                  <a:gd name="connsiteY9" fmla="*/ 1806119 h 3474203"/>
                  <a:gd name="connsiteX10" fmla="*/ 1947103 w 3171988"/>
                  <a:gd name="connsiteY10" fmla="*/ 1795403 h 3474203"/>
                  <a:gd name="connsiteX11" fmla="*/ 1853965 w 3171988"/>
                  <a:gd name="connsiteY11" fmla="*/ 1897380 h 3474203"/>
                  <a:gd name="connsiteX12" fmla="*/ 2153199 w 3171988"/>
                  <a:gd name="connsiteY12" fmla="*/ 1893719 h 3474203"/>
                  <a:gd name="connsiteX13" fmla="*/ 2035239 w 3171988"/>
                  <a:gd name="connsiteY13" fmla="*/ 1792367 h 3474203"/>
                  <a:gd name="connsiteX14" fmla="*/ 2069886 w 3171988"/>
                  <a:gd name="connsiteY14" fmla="*/ 1507242 h 3474203"/>
                  <a:gd name="connsiteX15" fmla="*/ 2445021 w 3171988"/>
                  <a:gd name="connsiteY15" fmla="*/ 1293465 h 3474203"/>
                  <a:gd name="connsiteX16" fmla="*/ 2391771 w 3171988"/>
                  <a:gd name="connsiteY16" fmla="*/ 1715394 h 3474203"/>
                  <a:gd name="connsiteX17" fmla="*/ 2636207 w 3171988"/>
                  <a:gd name="connsiteY17" fmla="*/ 1409045 h 3474203"/>
                  <a:gd name="connsiteX18" fmla="*/ 2445021 w 3171988"/>
                  <a:gd name="connsiteY18" fmla="*/ 1293465 h 3474203"/>
                  <a:gd name="connsiteX19" fmla="*/ 2179542 w 3171988"/>
                  <a:gd name="connsiteY19" fmla="*/ 0 h 3474203"/>
                  <a:gd name="connsiteX20" fmla="*/ 2223833 w 3171988"/>
                  <a:gd name="connsiteY20" fmla="*/ 8215 h 3474203"/>
                  <a:gd name="connsiteX21" fmla="*/ 2502797 w 3171988"/>
                  <a:gd name="connsiteY21" fmla="*/ 104835 h 3474203"/>
                  <a:gd name="connsiteX22" fmla="*/ 2561107 w 3171988"/>
                  <a:gd name="connsiteY22" fmla="*/ 135553 h 3474203"/>
                  <a:gd name="connsiteX23" fmla="*/ 2542266 w 3171988"/>
                  <a:gd name="connsiteY23" fmla="*/ 385852 h 3474203"/>
                  <a:gd name="connsiteX24" fmla="*/ 2810960 w 3171988"/>
                  <a:gd name="connsiteY24" fmla="*/ 351026 h 3474203"/>
                  <a:gd name="connsiteX25" fmla="*/ 2796226 w 3171988"/>
                  <a:gd name="connsiteY25" fmla="*/ 506938 h 3474203"/>
                  <a:gd name="connsiteX26" fmla="*/ 2768276 w 3171988"/>
                  <a:gd name="connsiteY26" fmla="*/ 702588 h 3474203"/>
                  <a:gd name="connsiteX27" fmla="*/ 2734522 w 3171988"/>
                  <a:gd name="connsiteY27" fmla="*/ 735985 h 3474203"/>
                  <a:gd name="connsiteX28" fmla="*/ 2504850 w 3171988"/>
                  <a:gd name="connsiteY28" fmla="*/ 812155 h 3474203"/>
                  <a:gd name="connsiteX29" fmla="*/ 2488509 w 3171988"/>
                  <a:gd name="connsiteY29" fmla="*/ 936456 h 3474203"/>
                  <a:gd name="connsiteX30" fmla="*/ 2638617 w 3171988"/>
                  <a:gd name="connsiteY30" fmla="*/ 995571 h 3474203"/>
                  <a:gd name="connsiteX31" fmla="*/ 3110462 w 3171988"/>
                  <a:gd name="connsiteY31" fmla="*/ 1220063 h 3474203"/>
                  <a:gd name="connsiteX32" fmla="*/ 3171988 w 3171988"/>
                  <a:gd name="connsiteY32" fmla="*/ 1255603 h 3474203"/>
                  <a:gd name="connsiteX33" fmla="*/ 3072868 w 3171988"/>
                  <a:gd name="connsiteY33" fmla="*/ 1398300 h 3474203"/>
                  <a:gd name="connsiteX34" fmla="*/ 2949281 w 3171988"/>
                  <a:gd name="connsiteY34" fmla="*/ 1551355 h 3474203"/>
                  <a:gd name="connsiteX35" fmla="*/ 2394837 w 3171988"/>
                  <a:gd name="connsiteY35" fmla="*/ 1749147 h 3474203"/>
                  <a:gd name="connsiteX36" fmla="*/ 2383139 w 3171988"/>
                  <a:gd name="connsiteY36" fmla="*/ 1863804 h 3474203"/>
                  <a:gd name="connsiteX37" fmla="*/ 2615221 w 3171988"/>
                  <a:gd name="connsiteY37" fmla="*/ 1974265 h 3474203"/>
                  <a:gd name="connsiteX38" fmla="*/ 2737022 w 3171988"/>
                  <a:gd name="connsiteY38" fmla="*/ 2079457 h 3474203"/>
                  <a:gd name="connsiteX39" fmla="*/ 2712912 w 3171988"/>
                  <a:gd name="connsiteY39" fmla="*/ 2154734 h 3474203"/>
                  <a:gd name="connsiteX40" fmla="*/ 2385907 w 3171988"/>
                  <a:gd name="connsiteY40" fmla="*/ 2577644 h 3474203"/>
                  <a:gd name="connsiteX41" fmla="*/ 1864592 w 3171988"/>
                  <a:gd name="connsiteY41" fmla="*/ 3092172 h 3474203"/>
                  <a:gd name="connsiteX42" fmla="*/ 1679658 w 3171988"/>
                  <a:gd name="connsiteY42" fmla="*/ 3246388 h 3474203"/>
                  <a:gd name="connsiteX43" fmla="*/ 1302915 w 3171988"/>
                  <a:gd name="connsiteY43" fmla="*/ 3452485 h 3474203"/>
                  <a:gd name="connsiteX44" fmla="*/ 984125 w 3171988"/>
                  <a:gd name="connsiteY44" fmla="*/ 3466415 h 3474203"/>
                  <a:gd name="connsiteX45" fmla="*/ 0 w 3171988"/>
                  <a:gd name="connsiteY45" fmla="*/ 3216514 h 3474203"/>
                  <a:gd name="connsiteX46" fmla="*/ 230638 w 3171988"/>
                  <a:gd name="connsiteY46" fmla="*/ 3170754 h 3474203"/>
                  <a:gd name="connsiteX47" fmla="*/ 741059 w 3171988"/>
                  <a:gd name="connsiteY47" fmla="*/ 3031897 h 3474203"/>
                  <a:gd name="connsiteX48" fmla="*/ 1307558 w 3171988"/>
                  <a:gd name="connsiteY48" fmla="*/ 2785973 h 3474203"/>
                  <a:gd name="connsiteX49" fmla="*/ 1587861 w 3171988"/>
                  <a:gd name="connsiteY49" fmla="*/ 2605504 h 3474203"/>
                  <a:gd name="connsiteX50" fmla="*/ 1445165 w 3171988"/>
                  <a:gd name="connsiteY50" fmla="*/ 2519154 h 3474203"/>
                  <a:gd name="connsiteX51" fmla="*/ 1410607 w 3171988"/>
                  <a:gd name="connsiteY51" fmla="*/ 2512814 h 3474203"/>
                  <a:gd name="connsiteX52" fmla="*/ 1243979 w 3171988"/>
                  <a:gd name="connsiteY52" fmla="*/ 2648635 h 3474203"/>
                  <a:gd name="connsiteX53" fmla="*/ 1149502 w 3171988"/>
                  <a:gd name="connsiteY53" fmla="*/ 2565410 h 3474203"/>
                  <a:gd name="connsiteX54" fmla="*/ 971266 w 3171988"/>
                  <a:gd name="connsiteY54" fmla="*/ 2403961 h 3474203"/>
                  <a:gd name="connsiteX55" fmla="*/ 984125 w 3171988"/>
                  <a:gd name="connsiteY55" fmla="*/ 2371993 h 3474203"/>
                  <a:gd name="connsiteX56" fmla="*/ 1362565 w 3171988"/>
                  <a:gd name="connsiteY56" fmla="*/ 2054275 h 3474203"/>
                  <a:gd name="connsiteX57" fmla="*/ 1617507 w 3171988"/>
                  <a:gd name="connsiteY57" fmla="*/ 1789242 h 3474203"/>
                  <a:gd name="connsiteX58" fmla="*/ 1799138 w 3171988"/>
                  <a:gd name="connsiteY58" fmla="*/ 1816477 h 3474203"/>
                  <a:gd name="connsiteX59" fmla="*/ 1625009 w 3171988"/>
                  <a:gd name="connsiteY59" fmla="*/ 1598414 h 3474203"/>
                  <a:gd name="connsiteX60" fmla="*/ 1606524 w 3171988"/>
                  <a:gd name="connsiteY60" fmla="*/ 1538764 h 3474203"/>
                  <a:gd name="connsiteX61" fmla="*/ 1672425 w 3171988"/>
                  <a:gd name="connsiteY61" fmla="*/ 1462326 h 3474203"/>
                  <a:gd name="connsiteX62" fmla="*/ 1912366 w 3171988"/>
                  <a:gd name="connsiteY62" fmla="*/ 1246674 h 3474203"/>
                  <a:gd name="connsiteX63" fmla="*/ 2037471 w 3171988"/>
                  <a:gd name="connsiteY63" fmla="*/ 1130677 h 3474203"/>
                  <a:gd name="connsiteX64" fmla="*/ 2084262 w 3171988"/>
                  <a:gd name="connsiteY64" fmla="*/ 1069241 h 3474203"/>
                  <a:gd name="connsiteX65" fmla="*/ 2099621 w 3171988"/>
                  <a:gd name="connsiteY65" fmla="*/ 938153 h 3474203"/>
                  <a:gd name="connsiteX66" fmla="*/ 1892274 w 3171988"/>
                  <a:gd name="connsiteY66" fmla="*/ 988784 h 3474203"/>
                  <a:gd name="connsiteX67" fmla="*/ 1800120 w 3171988"/>
                  <a:gd name="connsiteY67" fmla="*/ 959406 h 3474203"/>
                  <a:gd name="connsiteX68" fmla="*/ 1744130 w 3171988"/>
                  <a:gd name="connsiteY68" fmla="*/ 765631 h 3474203"/>
                  <a:gd name="connsiteX69" fmla="*/ 1717877 w 3171988"/>
                  <a:gd name="connsiteY69" fmla="*/ 625078 h 3474203"/>
                  <a:gd name="connsiteX70" fmla="*/ 2151056 w 3171988"/>
                  <a:gd name="connsiteY70" fmla="*/ 482025 h 3474203"/>
                  <a:gd name="connsiteX71" fmla="*/ 2179542 w 3171988"/>
                  <a:gd name="connsiteY71" fmla="*/ 0 h 3474203"/>
                  <a:gd name="connsiteX0" fmla="*/ 2119535 w 3171988"/>
                  <a:gd name="connsiteY0" fmla="*/ 2154198 h 3452485"/>
                  <a:gd name="connsiteX1" fmla="*/ 1867807 w 3171988"/>
                  <a:gd name="connsiteY1" fmla="*/ 2185184 h 3452485"/>
                  <a:gd name="connsiteX2" fmla="*/ 1770473 w 3171988"/>
                  <a:gd name="connsiteY2" fmla="*/ 2212598 h 3452485"/>
                  <a:gd name="connsiteX3" fmla="*/ 1669300 w 3171988"/>
                  <a:gd name="connsiteY3" fmla="*/ 2303949 h 3452485"/>
                  <a:gd name="connsiteX4" fmla="*/ 1851555 w 3171988"/>
                  <a:gd name="connsiteY4" fmla="*/ 2398336 h 3452485"/>
                  <a:gd name="connsiteX5" fmla="*/ 2053098 w 3171988"/>
                  <a:gd name="connsiteY5" fmla="*/ 2218135 h 3452485"/>
                  <a:gd name="connsiteX6" fmla="*/ 2119535 w 3171988"/>
                  <a:gd name="connsiteY6" fmla="*/ 2154198 h 3452485"/>
                  <a:gd name="connsiteX7" fmla="*/ 2069886 w 3171988"/>
                  <a:gd name="connsiteY7" fmla="*/ 1507242 h 3452485"/>
                  <a:gd name="connsiteX8" fmla="*/ 1990768 w 3171988"/>
                  <a:gd name="connsiteY8" fmla="*/ 1601807 h 3452485"/>
                  <a:gd name="connsiteX9" fmla="*/ 1837714 w 3171988"/>
                  <a:gd name="connsiteY9" fmla="*/ 1806119 h 3452485"/>
                  <a:gd name="connsiteX10" fmla="*/ 1947103 w 3171988"/>
                  <a:gd name="connsiteY10" fmla="*/ 1795403 h 3452485"/>
                  <a:gd name="connsiteX11" fmla="*/ 1853965 w 3171988"/>
                  <a:gd name="connsiteY11" fmla="*/ 1897380 h 3452485"/>
                  <a:gd name="connsiteX12" fmla="*/ 2153199 w 3171988"/>
                  <a:gd name="connsiteY12" fmla="*/ 1893719 h 3452485"/>
                  <a:gd name="connsiteX13" fmla="*/ 2035239 w 3171988"/>
                  <a:gd name="connsiteY13" fmla="*/ 1792367 h 3452485"/>
                  <a:gd name="connsiteX14" fmla="*/ 2069886 w 3171988"/>
                  <a:gd name="connsiteY14" fmla="*/ 1507242 h 3452485"/>
                  <a:gd name="connsiteX15" fmla="*/ 2445021 w 3171988"/>
                  <a:gd name="connsiteY15" fmla="*/ 1293465 h 3452485"/>
                  <a:gd name="connsiteX16" fmla="*/ 2391771 w 3171988"/>
                  <a:gd name="connsiteY16" fmla="*/ 1715394 h 3452485"/>
                  <a:gd name="connsiteX17" fmla="*/ 2636207 w 3171988"/>
                  <a:gd name="connsiteY17" fmla="*/ 1409045 h 3452485"/>
                  <a:gd name="connsiteX18" fmla="*/ 2445021 w 3171988"/>
                  <a:gd name="connsiteY18" fmla="*/ 1293465 h 3452485"/>
                  <a:gd name="connsiteX19" fmla="*/ 2179542 w 3171988"/>
                  <a:gd name="connsiteY19" fmla="*/ 0 h 3452485"/>
                  <a:gd name="connsiteX20" fmla="*/ 2223833 w 3171988"/>
                  <a:gd name="connsiteY20" fmla="*/ 8215 h 3452485"/>
                  <a:gd name="connsiteX21" fmla="*/ 2502797 w 3171988"/>
                  <a:gd name="connsiteY21" fmla="*/ 104835 h 3452485"/>
                  <a:gd name="connsiteX22" fmla="*/ 2561107 w 3171988"/>
                  <a:gd name="connsiteY22" fmla="*/ 135553 h 3452485"/>
                  <a:gd name="connsiteX23" fmla="*/ 2542266 w 3171988"/>
                  <a:gd name="connsiteY23" fmla="*/ 385852 h 3452485"/>
                  <a:gd name="connsiteX24" fmla="*/ 2810960 w 3171988"/>
                  <a:gd name="connsiteY24" fmla="*/ 351026 h 3452485"/>
                  <a:gd name="connsiteX25" fmla="*/ 2796226 w 3171988"/>
                  <a:gd name="connsiteY25" fmla="*/ 506938 h 3452485"/>
                  <a:gd name="connsiteX26" fmla="*/ 2768276 w 3171988"/>
                  <a:gd name="connsiteY26" fmla="*/ 702588 h 3452485"/>
                  <a:gd name="connsiteX27" fmla="*/ 2734522 w 3171988"/>
                  <a:gd name="connsiteY27" fmla="*/ 735985 h 3452485"/>
                  <a:gd name="connsiteX28" fmla="*/ 2504850 w 3171988"/>
                  <a:gd name="connsiteY28" fmla="*/ 812155 h 3452485"/>
                  <a:gd name="connsiteX29" fmla="*/ 2488509 w 3171988"/>
                  <a:gd name="connsiteY29" fmla="*/ 936456 h 3452485"/>
                  <a:gd name="connsiteX30" fmla="*/ 2638617 w 3171988"/>
                  <a:gd name="connsiteY30" fmla="*/ 995571 h 3452485"/>
                  <a:gd name="connsiteX31" fmla="*/ 3110462 w 3171988"/>
                  <a:gd name="connsiteY31" fmla="*/ 1220063 h 3452485"/>
                  <a:gd name="connsiteX32" fmla="*/ 3171988 w 3171988"/>
                  <a:gd name="connsiteY32" fmla="*/ 1255603 h 3452485"/>
                  <a:gd name="connsiteX33" fmla="*/ 3072868 w 3171988"/>
                  <a:gd name="connsiteY33" fmla="*/ 1398300 h 3452485"/>
                  <a:gd name="connsiteX34" fmla="*/ 2949281 w 3171988"/>
                  <a:gd name="connsiteY34" fmla="*/ 1551355 h 3452485"/>
                  <a:gd name="connsiteX35" fmla="*/ 2394837 w 3171988"/>
                  <a:gd name="connsiteY35" fmla="*/ 1749147 h 3452485"/>
                  <a:gd name="connsiteX36" fmla="*/ 2383139 w 3171988"/>
                  <a:gd name="connsiteY36" fmla="*/ 1863804 h 3452485"/>
                  <a:gd name="connsiteX37" fmla="*/ 2615221 w 3171988"/>
                  <a:gd name="connsiteY37" fmla="*/ 1974265 h 3452485"/>
                  <a:gd name="connsiteX38" fmla="*/ 2737022 w 3171988"/>
                  <a:gd name="connsiteY38" fmla="*/ 2079457 h 3452485"/>
                  <a:gd name="connsiteX39" fmla="*/ 2712912 w 3171988"/>
                  <a:gd name="connsiteY39" fmla="*/ 2154734 h 3452485"/>
                  <a:gd name="connsiteX40" fmla="*/ 2385907 w 3171988"/>
                  <a:gd name="connsiteY40" fmla="*/ 2577644 h 3452485"/>
                  <a:gd name="connsiteX41" fmla="*/ 1864592 w 3171988"/>
                  <a:gd name="connsiteY41" fmla="*/ 3092172 h 3452485"/>
                  <a:gd name="connsiteX42" fmla="*/ 1679658 w 3171988"/>
                  <a:gd name="connsiteY42" fmla="*/ 3246388 h 3452485"/>
                  <a:gd name="connsiteX43" fmla="*/ 1302915 w 3171988"/>
                  <a:gd name="connsiteY43" fmla="*/ 3452485 h 3452485"/>
                  <a:gd name="connsiteX44" fmla="*/ 0 w 3171988"/>
                  <a:gd name="connsiteY44" fmla="*/ 3216514 h 3452485"/>
                  <a:gd name="connsiteX45" fmla="*/ 230638 w 3171988"/>
                  <a:gd name="connsiteY45" fmla="*/ 3170754 h 3452485"/>
                  <a:gd name="connsiteX46" fmla="*/ 741059 w 3171988"/>
                  <a:gd name="connsiteY46" fmla="*/ 3031897 h 3452485"/>
                  <a:gd name="connsiteX47" fmla="*/ 1307558 w 3171988"/>
                  <a:gd name="connsiteY47" fmla="*/ 2785973 h 3452485"/>
                  <a:gd name="connsiteX48" fmla="*/ 1587861 w 3171988"/>
                  <a:gd name="connsiteY48" fmla="*/ 2605504 h 3452485"/>
                  <a:gd name="connsiteX49" fmla="*/ 1445165 w 3171988"/>
                  <a:gd name="connsiteY49" fmla="*/ 2519154 h 3452485"/>
                  <a:gd name="connsiteX50" fmla="*/ 1410607 w 3171988"/>
                  <a:gd name="connsiteY50" fmla="*/ 2512814 h 3452485"/>
                  <a:gd name="connsiteX51" fmla="*/ 1243979 w 3171988"/>
                  <a:gd name="connsiteY51" fmla="*/ 2648635 h 3452485"/>
                  <a:gd name="connsiteX52" fmla="*/ 1149502 w 3171988"/>
                  <a:gd name="connsiteY52" fmla="*/ 2565410 h 3452485"/>
                  <a:gd name="connsiteX53" fmla="*/ 971266 w 3171988"/>
                  <a:gd name="connsiteY53" fmla="*/ 2403961 h 3452485"/>
                  <a:gd name="connsiteX54" fmla="*/ 984125 w 3171988"/>
                  <a:gd name="connsiteY54" fmla="*/ 2371993 h 3452485"/>
                  <a:gd name="connsiteX55" fmla="*/ 1362565 w 3171988"/>
                  <a:gd name="connsiteY55" fmla="*/ 2054275 h 3452485"/>
                  <a:gd name="connsiteX56" fmla="*/ 1617507 w 3171988"/>
                  <a:gd name="connsiteY56" fmla="*/ 1789242 h 3452485"/>
                  <a:gd name="connsiteX57" fmla="*/ 1799138 w 3171988"/>
                  <a:gd name="connsiteY57" fmla="*/ 1816477 h 3452485"/>
                  <a:gd name="connsiteX58" fmla="*/ 1625009 w 3171988"/>
                  <a:gd name="connsiteY58" fmla="*/ 1598414 h 3452485"/>
                  <a:gd name="connsiteX59" fmla="*/ 1606524 w 3171988"/>
                  <a:gd name="connsiteY59" fmla="*/ 1538764 h 3452485"/>
                  <a:gd name="connsiteX60" fmla="*/ 1672425 w 3171988"/>
                  <a:gd name="connsiteY60" fmla="*/ 1462326 h 3452485"/>
                  <a:gd name="connsiteX61" fmla="*/ 1912366 w 3171988"/>
                  <a:gd name="connsiteY61" fmla="*/ 1246674 h 3452485"/>
                  <a:gd name="connsiteX62" fmla="*/ 2037471 w 3171988"/>
                  <a:gd name="connsiteY62" fmla="*/ 1130677 h 3452485"/>
                  <a:gd name="connsiteX63" fmla="*/ 2084262 w 3171988"/>
                  <a:gd name="connsiteY63" fmla="*/ 1069241 h 3452485"/>
                  <a:gd name="connsiteX64" fmla="*/ 2099621 w 3171988"/>
                  <a:gd name="connsiteY64" fmla="*/ 938153 h 3452485"/>
                  <a:gd name="connsiteX65" fmla="*/ 1892274 w 3171988"/>
                  <a:gd name="connsiteY65" fmla="*/ 988784 h 3452485"/>
                  <a:gd name="connsiteX66" fmla="*/ 1800120 w 3171988"/>
                  <a:gd name="connsiteY66" fmla="*/ 959406 h 3452485"/>
                  <a:gd name="connsiteX67" fmla="*/ 1744130 w 3171988"/>
                  <a:gd name="connsiteY67" fmla="*/ 765631 h 3452485"/>
                  <a:gd name="connsiteX68" fmla="*/ 1717877 w 3171988"/>
                  <a:gd name="connsiteY68" fmla="*/ 625078 h 3452485"/>
                  <a:gd name="connsiteX69" fmla="*/ 2151056 w 3171988"/>
                  <a:gd name="connsiteY69" fmla="*/ 482025 h 3452485"/>
                  <a:gd name="connsiteX70" fmla="*/ 2179542 w 3171988"/>
                  <a:gd name="connsiteY70" fmla="*/ 0 h 345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171988" h="3452485">
                    <a:moveTo>
                      <a:pt x="2119535" y="2154198"/>
                    </a:moveTo>
                    <a:cubicBezTo>
                      <a:pt x="2035506" y="2162503"/>
                      <a:pt x="1952103" y="2177772"/>
                      <a:pt x="1867807" y="2185184"/>
                    </a:cubicBezTo>
                    <a:cubicBezTo>
                      <a:pt x="1835213" y="2192596"/>
                      <a:pt x="1794851" y="2185184"/>
                      <a:pt x="1770473" y="2212598"/>
                    </a:cubicBezTo>
                    <a:cubicBezTo>
                      <a:pt x="1738415" y="2244924"/>
                      <a:pt x="1704215" y="2274838"/>
                      <a:pt x="1669300" y="2303949"/>
                    </a:cubicBezTo>
                    <a:cubicBezTo>
                      <a:pt x="1729575" y="2336274"/>
                      <a:pt x="1790297" y="2367975"/>
                      <a:pt x="1851555" y="2398336"/>
                    </a:cubicBezTo>
                    <a:lnTo>
                      <a:pt x="2053098" y="2218135"/>
                    </a:lnTo>
                    <a:cubicBezTo>
                      <a:pt x="2075958" y="2197507"/>
                      <a:pt x="2101407" y="2179380"/>
                      <a:pt x="2119535" y="2154198"/>
                    </a:cubicBezTo>
                    <a:close/>
                    <a:moveTo>
                      <a:pt x="2069886" y="1507242"/>
                    </a:moveTo>
                    <a:cubicBezTo>
                      <a:pt x="2041042" y="1536621"/>
                      <a:pt x="2018004" y="1571000"/>
                      <a:pt x="1990768" y="1601807"/>
                    </a:cubicBezTo>
                    <a:cubicBezTo>
                      <a:pt x="1938083" y="1668602"/>
                      <a:pt x="1881648" y="1733074"/>
                      <a:pt x="1837714" y="1806119"/>
                    </a:cubicBezTo>
                    <a:cubicBezTo>
                      <a:pt x="1874147" y="1802190"/>
                      <a:pt x="1910223" y="1795224"/>
                      <a:pt x="1947103" y="1795403"/>
                    </a:cubicBezTo>
                    <a:cubicBezTo>
                      <a:pt x="1915045" y="1828443"/>
                      <a:pt x="1878433" y="1858000"/>
                      <a:pt x="1853965" y="1897380"/>
                    </a:cubicBezTo>
                    <a:lnTo>
                      <a:pt x="2153199" y="1893719"/>
                    </a:lnTo>
                    <a:cubicBezTo>
                      <a:pt x="2139358" y="1835676"/>
                      <a:pt x="2056491" y="1843623"/>
                      <a:pt x="2035239" y="1792367"/>
                    </a:cubicBezTo>
                    <a:cubicBezTo>
                      <a:pt x="2051579" y="1698159"/>
                      <a:pt x="2067475" y="1602968"/>
                      <a:pt x="2069886" y="1507242"/>
                    </a:cubicBezTo>
                    <a:close/>
                    <a:moveTo>
                      <a:pt x="2445021" y="1293465"/>
                    </a:moveTo>
                    <a:cubicBezTo>
                      <a:pt x="2431359" y="1390888"/>
                      <a:pt x="2400879" y="1617346"/>
                      <a:pt x="2391771" y="1715394"/>
                    </a:cubicBezTo>
                    <a:lnTo>
                      <a:pt x="2636207" y="1409045"/>
                    </a:lnTo>
                    <a:cubicBezTo>
                      <a:pt x="2594148" y="1390382"/>
                      <a:pt x="2483777" y="1317933"/>
                      <a:pt x="2445021" y="1293465"/>
                    </a:cubicBezTo>
                    <a:close/>
                    <a:moveTo>
                      <a:pt x="2179542" y="0"/>
                    </a:moveTo>
                    <a:cubicBezTo>
                      <a:pt x="2194454" y="1161"/>
                      <a:pt x="2209635" y="2768"/>
                      <a:pt x="2223833" y="8215"/>
                    </a:cubicBezTo>
                    <a:lnTo>
                      <a:pt x="2502797" y="104835"/>
                    </a:lnTo>
                    <a:cubicBezTo>
                      <a:pt x="2523424" y="112425"/>
                      <a:pt x="2542891" y="123051"/>
                      <a:pt x="2561107" y="135553"/>
                    </a:cubicBezTo>
                    <a:cubicBezTo>
                      <a:pt x="2566912" y="219581"/>
                      <a:pt x="2552089" y="302806"/>
                      <a:pt x="2542266" y="385852"/>
                    </a:cubicBezTo>
                    <a:cubicBezTo>
                      <a:pt x="2631116" y="370761"/>
                      <a:pt x="2720324" y="348883"/>
                      <a:pt x="2810960" y="351026"/>
                    </a:cubicBezTo>
                    <a:cubicBezTo>
                      <a:pt x="2817033" y="403622"/>
                      <a:pt x="2802120" y="455146"/>
                      <a:pt x="2796226" y="506938"/>
                    </a:cubicBezTo>
                    <a:cubicBezTo>
                      <a:pt x="2789708" y="572572"/>
                      <a:pt x="2776760" y="637223"/>
                      <a:pt x="2768276" y="702588"/>
                    </a:cubicBezTo>
                    <a:cubicBezTo>
                      <a:pt x="2768991" y="721608"/>
                      <a:pt x="2750238" y="731520"/>
                      <a:pt x="2734522" y="735985"/>
                    </a:cubicBezTo>
                    <a:cubicBezTo>
                      <a:pt x="2657548" y="760274"/>
                      <a:pt x="2582449" y="790010"/>
                      <a:pt x="2504850" y="812155"/>
                    </a:cubicBezTo>
                    <a:cubicBezTo>
                      <a:pt x="2496635" y="853142"/>
                      <a:pt x="2492617" y="894844"/>
                      <a:pt x="2488509" y="936456"/>
                    </a:cubicBezTo>
                    <a:cubicBezTo>
                      <a:pt x="2541463" y="947886"/>
                      <a:pt x="2588075" y="977086"/>
                      <a:pt x="2638617" y="995571"/>
                    </a:cubicBezTo>
                    <a:cubicBezTo>
                      <a:pt x="2796405" y="1069330"/>
                      <a:pt x="2955443" y="1140678"/>
                      <a:pt x="3110462" y="1220063"/>
                    </a:cubicBezTo>
                    <a:cubicBezTo>
                      <a:pt x="3131625" y="1230779"/>
                      <a:pt x="3152253" y="1242477"/>
                      <a:pt x="3171988" y="1255603"/>
                    </a:cubicBezTo>
                    <a:cubicBezTo>
                      <a:pt x="3146091" y="1307753"/>
                      <a:pt x="3107337" y="1351776"/>
                      <a:pt x="3072868" y="1398300"/>
                    </a:cubicBezTo>
                    <a:cubicBezTo>
                      <a:pt x="3031166" y="1448931"/>
                      <a:pt x="2994019" y="1503402"/>
                      <a:pt x="2949281" y="1551355"/>
                    </a:cubicBezTo>
                    <a:cubicBezTo>
                      <a:pt x="2836276" y="1609829"/>
                      <a:pt x="2489194" y="1697072"/>
                      <a:pt x="2394837" y="1749147"/>
                    </a:cubicBezTo>
                    <a:cubicBezTo>
                      <a:pt x="2390997" y="1787366"/>
                      <a:pt x="2383853" y="1825317"/>
                      <a:pt x="2383139" y="1863804"/>
                    </a:cubicBezTo>
                    <a:cubicBezTo>
                      <a:pt x="2468685" y="1879342"/>
                      <a:pt x="2542712" y="1928991"/>
                      <a:pt x="2615221" y="1974265"/>
                    </a:cubicBezTo>
                    <a:cubicBezTo>
                      <a:pt x="2657637" y="2006679"/>
                      <a:pt x="2710054" y="2031325"/>
                      <a:pt x="2737022" y="2079457"/>
                    </a:cubicBezTo>
                    <a:cubicBezTo>
                      <a:pt x="2744077" y="2106156"/>
                      <a:pt x="2723360" y="2131159"/>
                      <a:pt x="2712912" y="2154734"/>
                    </a:cubicBezTo>
                    <a:cubicBezTo>
                      <a:pt x="2623079" y="2309485"/>
                      <a:pt x="2501547" y="2442180"/>
                      <a:pt x="2385907" y="2577644"/>
                    </a:cubicBezTo>
                    <a:cubicBezTo>
                      <a:pt x="2220708" y="2757577"/>
                      <a:pt x="2048186" y="2930991"/>
                      <a:pt x="1864592" y="3092172"/>
                    </a:cubicBezTo>
                    <a:cubicBezTo>
                      <a:pt x="1806728" y="3147894"/>
                      <a:pt x="1741541" y="3195310"/>
                      <a:pt x="1679658" y="3246388"/>
                    </a:cubicBezTo>
                    <a:cubicBezTo>
                      <a:pt x="1568394" y="3337114"/>
                      <a:pt x="1445343" y="3421678"/>
                      <a:pt x="1302915" y="3452485"/>
                    </a:cubicBezTo>
                    <a:cubicBezTo>
                      <a:pt x="1022972" y="3447506"/>
                      <a:pt x="178713" y="3263469"/>
                      <a:pt x="0" y="3216514"/>
                    </a:cubicBezTo>
                    <a:lnTo>
                      <a:pt x="230638" y="3170754"/>
                    </a:lnTo>
                    <a:cubicBezTo>
                      <a:pt x="401463" y="3127266"/>
                      <a:pt x="572823" y="3084850"/>
                      <a:pt x="741059" y="3031897"/>
                    </a:cubicBezTo>
                    <a:cubicBezTo>
                      <a:pt x="937155" y="2968318"/>
                      <a:pt x="1128875" y="2889201"/>
                      <a:pt x="1307558" y="2785973"/>
                    </a:cubicBezTo>
                    <a:cubicBezTo>
                      <a:pt x="1405070" y="2732752"/>
                      <a:pt x="1499636" y="2673281"/>
                      <a:pt x="1587861" y="2605504"/>
                    </a:cubicBezTo>
                    <a:lnTo>
                      <a:pt x="1445165" y="2519154"/>
                    </a:lnTo>
                    <a:cubicBezTo>
                      <a:pt x="1434985" y="2514154"/>
                      <a:pt x="1421233" y="2503081"/>
                      <a:pt x="1410607" y="2512814"/>
                    </a:cubicBezTo>
                    <a:cubicBezTo>
                      <a:pt x="1356671" y="2560052"/>
                      <a:pt x="1301754" y="2606308"/>
                      <a:pt x="1243979" y="2648635"/>
                    </a:cubicBezTo>
                    <a:cubicBezTo>
                      <a:pt x="1212011" y="2621399"/>
                      <a:pt x="1179863" y="2594432"/>
                      <a:pt x="1149502" y="2565410"/>
                    </a:cubicBezTo>
                    <a:cubicBezTo>
                      <a:pt x="1086727" y="2515493"/>
                      <a:pt x="1025380" y="2463254"/>
                      <a:pt x="971266" y="2403961"/>
                    </a:cubicBezTo>
                    <a:cubicBezTo>
                      <a:pt x="961354" y="2392264"/>
                      <a:pt x="974838" y="2378958"/>
                      <a:pt x="984125" y="2371993"/>
                    </a:cubicBezTo>
                    <a:cubicBezTo>
                      <a:pt x="1112802" y="2269212"/>
                      <a:pt x="1238710" y="2162860"/>
                      <a:pt x="1362565" y="2054275"/>
                    </a:cubicBezTo>
                    <a:cubicBezTo>
                      <a:pt x="1452219" y="1970693"/>
                      <a:pt x="1542409" y="1886486"/>
                      <a:pt x="1617507" y="1789242"/>
                    </a:cubicBezTo>
                    <a:cubicBezTo>
                      <a:pt x="1677962" y="1798975"/>
                      <a:pt x="1737166" y="1820317"/>
                      <a:pt x="1799138" y="1816477"/>
                    </a:cubicBezTo>
                    <a:cubicBezTo>
                      <a:pt x="1742344" y="1742807"/>
                      <a:pt x="1680372" y="1673156"/>
                      <a:pt x="1625009" y="1598414"/>
                    </a:cubicBezTo>
                    <a:cubicBezTo>
                      <a:pt x="1614025" y="1581090"/>
                      <a:pt x="1596255" y="1560284"/>
                      <a:pt x="1606524" y="1538764"/>
                    </a:cubicBezTo>
                    <a:cubicBezTo>
                      <a:pt x="1623312" y="1509296"/>
                      <a:pt x="1648315" y="1485721"/>
                      <a:pt x="1672425" y="1462326"/>
                    </a:cubicBezTo>
                    <a:cubicBezTo>
                      <a:pt x="1750471" y="1388209"/>
                      <a:pt x="1830659" y="1316593"/>
                      <a:pt x="1912366" y="1246674"/>
                    </a:cubicBezTo>
                    <a:cubicBezTo>
                      <a:pt x="1954157" y="1208097"/>
                      <a:pt x="1994340" y="1167825"/>
                      <a:pt x="2037471" y="1130677"/>
                    </a:cubicBezTo>
                    <a:cubicBezTo>
                      <a:pt x="2056134" y="1112907"/>
                      <a:pt x="2081405" y="1097280"/>
                      <a:pt x="2084262" y="1069241"/>
                    </a:cubicBezTo>
                    <a:cubicBezTo>
                      <a:pt x="2089084" y="1025485"/>
                      <a:pt x="2097568" y="982176"/>
                      <a:pt x="2099621" y="938153"/>
                    </a:cubicBezTo>
                    <a:cubicBezTo>
                      <a:pt x="2034078" y="966728"/>
                      <a:pt x="1962283" y="976819"/>
                      <a:pt x="1892274" y="988784"/>
                    </a:cubicBezTo>
                    <a:cubicBezTo>
                      <a:pt x="1860306" y="993517"/>
                      <a:pt x="1814318" y="995928"/>
                      <a:pt x="1800120" y="959406"/>
                    </a:cubicBezTo>
                    <a:cubicBezTo>
                      <a:pt x="1773241" y="897612"/>
                      <a:pt x="1760204" y="830818"/>
                      <a:pt x="1744130" y="765631"/>
                    </a:cubicBezTo>
                    <a:cubicBezTo>
                      <a:pt x="1735469" y="718751"/>
                      <a:pt x="1720556" y="672852"/>
                      <a:pt x="1717877" y="625078"/>
                    </a:cubicBezTo>
                    <a:cubicBezTo>
                      <a:pt x="1858788" y="567660"/>
                      <a:pt x="2004877" y="523548"/>
                      <a:pt x="2151056" y="482025"/>
                    </a:cubicBezTo>
                    <a:cubicBezTo>
                      <a:pt x="2170880" y="322362"/>
                      <a:pt x="2179006" y="161002"/>
                      <a:pt x="2179542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82F11C7C-4052-324A-C573-A895D61F6D8D}"/>
                  </a:ext>
                </a:extLst>
              </p:cNvPr>
              <p:cNvSpPr/>
              <p:nvPr/>
            </p:nvSpPr>
            <p:spPr>
              <a:xfrm>
                <a:off x="3887955" y="965477"/>
                <a:ext cx="1344721" cy="1854395"/>
              </a:xfrm>
              <a:custGeom>
                <a:avLst/>
                <a:gdLst>
                  <a:gd name="connsiteX0" fmla="*/ 608379 w 1344721"/>
                  <a:gd name="connsiteY0" fmla="*/ 0 h 1854395"/>
                  <a:gd name="connsiteX1" fmla="*/ 913150 w 1344721"/>
                  <a:gd name="connsiteY1" fmla="*/ 92869 h 1854395"/>
                  <a:gd name="connsiteX2" fmla="*/ 983337 w 1344721"/>
                  <a:gd name="connsiteY2" fmla="*/ 129302 h 1854395"/>
                  <a:gd name="connsiteX3" fmla="*/ 983069 w 1344721"/>
                  <a:gd name="connsiteY3" fmla="*/ 335131 h 1854395"/>
                  <a:gd name="connsiteX4" fmla="*/ 1141571 w 1344721"/>
                  <a:gd name="connsiteY4" fmla="*/ 317808 h 1854395"/>
                  <a:gd name="connsiteX5" fmla="*/ 1199971 w 1344721"/>
                  <a:gd name="connsiteY5" fmla="*/ 341650 h 1854395"/>
                  <a:gd name="connsiteX6" fmla="*/ 1187202 w 1344721"/>
                  <a:gd name="connsiteY6" fmla="*/ 588645 h 1854395"/>
                  <a:gd name="connsiteX7" fmla="*/ 1163985 w 1344721"/>
                  <a:gd name="connsiteY7" fmla="*/ 646867 h 1854395"/>
                  <a:gd name="connsiteX8" fmla="*/ 972264 w 1344721"/>
                  <a:gd name="connsiteY8" fmla="*/ 703838 h 1854395"/>
                  <a:gd name="connsiteX9" fmla="*/ 963870 w 1344721"/>
                  <a:gd name="connsiteY9" fmla="*/ 838766 h 1854395"/>
                  <a:gd name="connsiteX10" fmla="*/ 1020306 w 1344721"/>
                  <a:gd name="connsiteY10" fmla="*/ 825907 h 1854395"/>
                  <a:gd name="connsiteX11" fmla="*/ 1289983 w 1344721"/>
                  <a:gd name="connsiteY11" fmla="*/ 957709 h 1854395"/>
                  <a:gd name="connsiteX12" fmla="*/ 1344722 w 1344721"/>
                  <a:gd name="connsiteY12" fmla="*/ 992624 h 1854395"/>
                  <a:gd name="connsiteX13" fmla="*/ 1330345 w 1344721"/>
                  <a:gd name="connsiteY13" fmla="*/ 1045488 h 1854395"/>
                  <a:gd name="connsiteX14" fmla="*/ 1168450 w 1344721"/>
                  <a:gd name="connsiteY14" fmla="*/ 1258907 h 1854395"/>
                  <a:gd name="connsiteX15" fmla="*/ 1143357 w 1344721"/>
                  <a:gd name="connsiteY15" fmla="*/ 1271677 h 1854395"/>
                  <a:gd name="connsiteX16" fmla="*/ 952530 w 1344721"/>
                  <a:gd name="connsiteY16" fmla="*/ 1139785 h 1854395"/>
                  <a:gd name="connsiteX17" fmla="*/ 939939 w 1344721"/>
                  <a:gd name="connsiteY17" fmla="*/ 1704499 h 1854395"/>
                  <a:gd name="connsiteX18" fmla="*/ 862965 w 1344721"/>
                  <a:gd name="connsiteY18" fmla="*/ 1828354 h 1854395"/>
                  <a:gd name="connsiteX19" fmla="*/ 782508 w 1344721"/>
                  <a:gd name="connsiteY19" fmla="*/ 1847463 h 1854395"/>
                  <a:gd name="connsiteX20" fmla="*/ 538906 w 1344721"/>
                  <a:gd name="connsiteY20" fmla="*/ 1734681 h 1854395"/>
                  <a:gd name="connsiteX21" fmla="*/ 572929 w 1344721"/>
                  <a:gd name="connsiteY21" fmla="*/ 1372850 h 1854395"/>
                  <a:gd name="connsiteX22" fmla="*/ 522744 w 1344721"/>
                  <a:gd name="connsiteY22" fmla="*/ 1434644 h 1854395"/>
                  <a:gd name="connsiteX23" fmla="*/ 398710 w 1344721"/>
                  <a:gd name="connsiteY23" fmla="*/ 1596271 h 1854395"/>
                  <a:gd name="connsiteX24" fmla="*/ 293162 w 1344721"/>
                  <a:gd name="connsiteY24" fmla="*/ 1721822 h 1854395"/>
                  <a:gd name="connsiteX25" fmla="*/ 233958 w 1344721"/>
                  <a:gd name="connsiteY25" fmla="*/ 1674049 h 1854395"/>
                  <a:gd name="connsiteX26" fmla="*/ 2679 w 1344721"/>
                  <a:gd name="connsiteY26" fmla="*/ 1436608 h 1854395"/>
                  <a:gd name="connsiteX27" fmla="*/ 43398 w 1344721"/>
                  <a:gd name="connsiteY27" fmla="*/ 1392853 h 1854395"/>
                  <a:gd name="connsiteX28" fmla="*/ 484257 w 1344721"/>
                  <a:gd name="connsiteY28" fmla="*/ 976283 h 1854395"/>
                  <a:gd name="connsiteX29" fmla="*/ 587305 w 1344721"/>
                  <a:gd name="connsiteY29" fmla="*/ 839212 h 1854395"/>
                  <a:gd name="connsiteX30" fmla="*/ 452378 w 1344721"/>
                  <a:gd name="connsiteY30" fmla="*/ 872609 h 1854395"/>
                  <a:gd name="connsiteX31" fmla="*/ 176629 w 1344721"/>
                  <a:gd name="connsiteY31" fmla="*/ 930384 h 1854395"/>
                  <a:gd name="connsiteX32" fmla="*/ 138053 w 1344721"/>
                  <a:gd name="connsiteY32" fmla="*/ 904131 h 1854395"/>
                  <a:gd name="connsiteX33" fmla="*/ 0 w 1344721"/>
                  <a:gd name="connsiteY33" fmla="*/ 602575 h 1854395"/>
                  <a:gd name="connsiteX34" fmla="*/ 103227 w 1344721"/>
                  <a:gd name="connsiteY34" fmla="*/ 567750 h 1854395"/>
                  <a:gd name="connsiteX35" fmla="*/ 611058 w 1344721"/>
                  <a:gd name="connsiteY35" fmla="*/ 425946 h 1854395"/>
                  <a:gd name="connsiteX36" fmla="*/ 615791 w 1344721"/>
                  <a:gd name="connsiteY36" fmla="*/ 275749 h 1854395"/>
                  <a:gd name="connsiteX37" fmla="*/ 608379 w 1344721"/>
                  <a:gd name="connsiteY37" fmla="*/ 0 h 185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44721" h="1854395">
                    <a:moveTo>
                      <a:pt x="608379" y="0"/>
                    </a:moveTo>
                    <a:cubicBezTo>
                      <a:pt x="710893" y="27861"/>
                      <a:pt x="812512" y="58936"/>
                      <a:pt x="913150" y="92869"/>
                    </a:cubicBezTo>
                    <a:cubicBezTo>
                      <a:pt x="937171" y="102870"/>
                      <a:pt x="965121" y="109389"/>
                      <a:pt x="983337" y="129302"/>
                    </a:cubicBezTo>
                    <a:cubicBezTo>
                      <a:pt x="1001911" y="196542"/>
                      <a:pt x="983069" y="266730"/>
                      <a:pt x="983069" y="335131"/>
                    </a:cubicBezTo>
                    <a:cubicBezTo>
                      <a:pt x="1035754" y="328434"/>
                      <a:pt x="1088708" y="323701"/>
                      <a:pt x="1141571" y="317808"/>
                    </a:cubicBezTo>
                    <a:cubicBezTo>
                      <a:pt x="1163717" y="314414"/>
                      <a:pt x="1185595" y="325219"/>
                      <a:pt x="1199971" y="341650"/>
                    </a:cubicBezTo>
                    <a:cubicBezTo>
                      <a:pt x="1205686" y="424071"/>
                      <a:pt x="1193274" y="506492"/>
                      <a:pt x="1187202" y="588645"/>
                    </a:cubicBezTo>
                    <a:cubicBezTo>
                      <a:pt x="1180951" y="607844"/>
                      <a:pt x="1187023" y="638294"/>
                      <a:pt x="1163985" y="646867"/>
                    </a:cubicBezTo>
                    <a:cubicBezTo>
                      <a:pt x="1101209" y="669369"/>
                      <a:pt x="1034594" y="680085"/>
                      <a:pt x="972264" y="703838"/>
                    </a:cubicBezTo>
                    <a:cubicBezTo>
                      <a:pt x="962442" y="747058"/>
                      <a:pt x="967799" y="794117"/>
                      <a:pt x="963870" y="838766"/>
                    </a:cubicBezTo>
                    <a:cubicBezTo>
                      <a:pt x="981462" y="831175"/>
                      <a:pt x="1000393" y="813673"/>
                      <a:pt x="1020306" y="825907"/>
                    </a:cubicBezTo>
                    <a:cubicBezTo>
                      <a:pt x="1110764" y="868591"/>
                      <a:pt x="1200507" y="912971"/>
                      <a:pt x="1289983" y="957709"/>
                    </a:cubicBezTo>
                    <a:cubicBezTo>
                      <a:pt x="1309360" y="967442"/>
                      <a:pt x="1327487" y="979497"/>
                      <a:pt x="1344722" y="992624"/>
                    </a:cubicBezTo>
                    <a:cubicBezTo>
                      <a:pt x="1342846" y="1010930"/>
                      <a:pt x="1340524" y="1029682"/>
                      <a:pt x="1330345" y="1045488"/>
                    </a:cubicBezTo>
                    <a:cubicBezTo>
                      <a:pt x="1285339" y="1122908"/>
                      <a:pt x="1230422" y="1194346"/>
                      <a:pt x="1168450" y="1258907"/>
                    </a:cubicBezTo>
                    <a:cubicBezTo>
                      <a:pt x="1161306" y="1264533"/>
                      <a:pt x="1153984" y="1276767"/>
                      <a:pt x="1143357" y="1271677"/>
                    </a:cubicBezTo>
                    <a:cubicBezTo>
                      <a:pt x="1077367" y="1231493"/>
                      <a:pt x="1017806" y="1181308"/>
                      <a:pt x="952530" y="1139785"/>
                    </a:cubicBezTo>
                    <a:cubicBezTo>
                      <a:pt x="948065" y="1327934"/>
                      <a:pt x="955298" y="1516618"/>
                      <a:pt x="939939" y="1704499"/>
                    </a:cubicBezTo>
                    <a:cubicBezTo>
                      <a:pt x="940296" y="1757720"/>
                      <a:pt x="893772" y="1791117"/>
                      <a:pt x="862965" y="1828354"/>
                    </a:cubicBezTo>
                    <a:cubicBezTo>
                      <a:pt x="844123" y="1853803"/>
                      <a:pt x="810816" y="1861483"/>
                      <a:pt x="782508" y="1847463"/>
                    </a:cubicBezTo>
                    <a:cubicBezTo>
                      <a:pt x="700713" y="1811209"/>
                      <a:pt x="618827" y="1774865"/>
                      <a:pt x="538906" y="1734681"/>
                    </a:cubicBezTo>
                    <a:cubicBezTo>
                      <a:pt x="556141" y="1614756"/>
                      <a:pt x="567124" y="1493758"/>
                      <a:pt x="572929" y="1372850"/>
                    </a:cubicBezTo>
                    <a:cubicBezTo>
                      <a:pt x="551408" y="1389192"/>
                      <a:pt x="539621" y="1414105"/>
                      <a:pt x="522744" y="1434644"/>
                    </a:cubicBezTo>
                    <a:cubicBezTo>
                      <a:pt x="481042" y="1488222"/>
                      <a:pt x="438805" y="1541443"/>
                      <a:pt x="398710" y="1596271"/>
                    </a:cubicBezTo>
                    <a:cubicBezTo>
                      <a:pt x="363885" y="1638419"/>
                      <a:pt x="333791" y="1684853"/>
                      <a:pt x="293162" y="1721822"/>
                    </a:cubicBezTo>
                    <a:cubicBezTo>
                      <a:pt x="271552" y="1708338"/>
                      <a:pt x="251996" y="1691997"/>
                      <a:pt x="233958" y="1674049"/>
                    </a:cubicBezTo>
                    <a:cubicBezTo>
                      <a:pt x="154216" y="1597878"/>
                      <a:pt x="66883" y="1527155"/>
                      <a:pt x="2679" y="1436608"/>
                    </a:cubicBezTo>
                    <a:cubicBezTo>
                      <a:pt x="15359" y="1421249"/>
                      <a:pt x="28486" y="1406158"/>
                      <a:pt x="43398" y="1392853"/>
                    </a:cubicBezTo>
                    <a:cubicBezTo>
                      <a:pt x="191720" y="1255514"/>
                      <a:pt x="339417" y="1117372"/>
                      <a:pt x="484257" y="976283"/>
                    </a:cubicBezTo>
                    <a:cubicBezTo>
                      <a:pt x="523815" y="935206"/>
                      <a:pt x="567482" y="894219"/>
                      <a:pt x="587305" y="839212"/>
                    </a:cubicBezTo>
                    <a:cubicBezTo>
                      <a:pt x="540871" y="843409"/>
                      <a:pt x="497651" y="862697"/>
                      <a:pt x="452378" y="872609"/>
                    </a:cubicBezTo>
                    <a:cubicBezTo>
                      <a:pt x="360581" y="892344"/>
                      <a:pt x="270123" y="919669"/>
                      <a:pt x="176629" y="930384"/>
                    </a:cubicBezTo>
                    <a:cubicBezTo>
                      <a:pt x="159931" y="929848"/>
                      <a:pt x="145197" y="918865"/>
                      <a:pt x="138053" y="904131"/>
                    </a:cubicBezTo>
                    <a:cubicBezTo>
                      <a:pt x="84296" y="807333"/>
                      <a:pt x="41523" y="704999"/>
                      <a:pt x="0" y="602575"/>
                    </a:cubicBezTo>
                    <a:cubicBezTo>
                      <a:pt x="32593" y="586145"/>
                      <a:pt x="68312" y="577929"/>
                      <a:pt x="103227" y="567750"/>
                    </a:cubicBezTo>
                    <a:cubicBezTo>
                      <a:pt x="271373" y="516850"/>
                      <a:pt x="440144" y="466576"/>
                      <a:pt x="611058" y="425946"/>
                    </a:cubicBezTo>
                    <a:cubicBezTo>
                      <a:pt x="612219" y="375851"/>
                      <a:pt x="618024" y="325844"/>
                      <a:pt x="615791" y="275749"/>
                    </a:cubicBezTo>
                    <a:cubicBezTo>
                      <a:pt x="609808" y="183952"/>
                      <a:pt x="610880" y="91886"/>
                      <a:pt x="608379" y="0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86AE2A81-1842-3D8F-D545-36C8DC64CD6A}"/>
                </a:ext>
              </a:extLst>
            </p:cNvPr>
            <p:cNvGrpSpPr/>
            <p:nvPr/>
          </p:nvGrpSpPr>
          <p:grpSpPr>
            <a:xfrm>
              <a:off x="3559474" y="1315482"/>
              <a:ext cx="1457731" cy="1520614"/>
              <a:chOff x="1528821" y="1136412"/>
              <a:chExt cx="2632919" cy="2746496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DE042456-9691-C71B-F890-874E7D099D64}"/>
                  </a:ext>
                </a:extLst>
              </p:cNvPr>
              <p:cNvSpPr/>
              <p:nvPr/>
            </p:nvSpPr>
            <p:spPr>
              <a:xfrm>
                <a:off x="1528821" y="1136412"/>
                <a:ext cx="2632919" cy="2746496"/>
              </a:xfrm>
              <a:custGeom>
                <a:avLst/>
                <a:gdLst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18337 w 2632919"/>
                  <a:gd name="connsiteY17" fmla="*/ 1067587 h 2746496"/>
                  <a:gd name="connsiteX18" fmla="*/ 1761177 w 2632919"/>
                  <a:gd name="connsiteY18" fmla="*/ 900985 h 2746496"/>
                  <a:gd name="connsiteX19" fmla="*/ 1761738 w 2632919"/>
                  <a:gd name="connsiteY19" fmla="*/ 900805 h 2746496"/>
                  <a:gd name="connsiteX20" fmla="*/ 1765837 w 2632919"/>
                  <a:gd name="connsiteY20" fmla="*/ 882863 h 2746496"/>
                  <a:gd name="connsiteX21" fmla="*/ 1773179 w 2632919"/>
                  <a:gd name="connsiteY21" fmla="*/ 854312 h 2746496"/>
                  <a:gd name="connsiteX22" fmla="*/ 1772327 w 2632919"/>
                  <a:gd name="connsiteY22" fmla="*/ 854460 h 2746496"/>
                  <a:gd name="connsiteX23" fmla="*/ 1774150 w 2632919"/>
                  <a:gd name="connsiteY23" fmla="*/ 846479 h 2746496"/>
                  <a:gd name="connsiteX24" fmla="*/ 1784419 w 2632919"/>
                  <a:gd name="connsiteY24" fmla="*/ 791684 h 2746496"/>
                  <a:gd name="connsiteX25" fmla="*/ 1519693 w 2632919"/>
                  <a:gd name="connsiteY25" fmla="*/ 404 h 2746496"/>
                  <a:gd name="connsiteX26" fmla="*/ 1588859 w 2632919"/>
                  <a:gd name="connsiteY26" fmla="*/ 24803 h 2746496"/>
                  <a:gd name="connsiteX27" fmla="*/ 1892737 w 2632919"/>
                  <a:gd name="connsiteY27" fmla="*/ 176161 h 2746496"/>
                  <a:gd name="connsiteX28" fmla="*/ 1926848 w 2632919"/>
                  <a:gd name="connsiteY28" fmla="*/ 235097 h 2746496"/>
                  <a:gd name="connsiteX29" fmla="*/ 1729859 w 2632919"/>
                  <a:gd name="connsiteY29" fmla="*/ 406279 h 2746496"/>
                  <a:gd name="connsiteX30" fmla="*/ 1321326 w 2632919"/>
                  <a:gd name="connsiteY30" fmla="*/ 666401 h 2746496"/>
                  <a:gd name="connsiteX31" fmla="*/ 1460272 w 2632919"/>
                  <a:gd name="connsiteY31" fmla="*/ 631039 h 2746496"/>
                  <a:gd name="connsiteX32" fmla="*/ 2062847 w 2632919"/>
                  <a:gd name="connsiteY32" fmla="*/ 411190 h 2746496"/>
                  <a:gd name="connsiteX33" fmla="*/ 2262337 w 2632919"/>
                  <a:gd name="connsiteY33" fmla="*/ 577997 h 2746496"/>
                  <a:gd name="connsiteX34" fmla="*/ 2237780 w 2632919"/>
                  <a:gd name="connsiteY34" fmla="*/ 691582 h 2746496"/>
                  <a:gd name="connsiteX35" fmla="*/ 2089190 w 2632919"/>
                  <a:gd name="connsiteY35" fmla="*/ 1214237 h 2746496"/>
                  <a:gd name="connsiteX36" fmla="*/ 2071509 w 2632919"/>
                  <a:gd name="connsiteY36" fmla="*/ 1256653 h 2746496"/>
                  <a:gd name="connsiteX37" fmla="*/ 2000339 w 2632919"/>
                  <a:gd name="connsiteY37" fmla="*/ 1272637 h 2746496"/>
                  <a:gd name="connsiteX38" fmla="*/ 1443573 w 2632919"/>
                  <a:gd name="connsiteY38" fmla="*/ 1396671 h 2746496"/>
                  <a:gd name="connsiteX39" fmla="*/ 1391335 w 2632919"/>
                  <a:gd name="connsiteY39" fmla="*/ 1418280 h 2746496"/>
                  <a:gd name="connsiteX40" fmla="*/ 1387406 w 2632919"/>
                  <a:gd name="connsiteY40" fmla="*/ 1505523 h 2746496"/>
                  <a:gd name="connsiteX41" fmla="*/ 1962835 w 2632919"/>
                  <a:gd name="connsiteY41" fmla="*/ 1338003 h 2746496"/>
                  <a:gd name="connsiteX42" fmla="*/ 2107228 w 2632919"/>
                  <a:gd name="connsiteY42" fmla="*/ 1312196 h 2746496"/>
                  <a:gd name="connsiteX43" fmla="*/ 2257961 w 2632919"/>
                  <a:gd name="connsiteY43" fmla="*/ 1357291 h 2746496"/>
                  <a:gd name="connsiteX44" fmla="*/ 2349758 w 2632919"/>
                  <a:gd name="connsiteY44" fmla="*/ 1418816 h 2746496"/>
                  <a:gd name="connsiteX45" fmla="*/ 2333506 w 2632919"/>
                  <a:gd name="connsiteY45" fmla="*/ 1518204 h 2746496"/>
                  <a:gd name="connsiteX46" fmla="*/ 2192328 w 2632919"/>
                  <a:gd name="connsiteY46" fmla="*/ 1856728 h 2746496"/>
                  <a:gd name="connsiteX47" fmla="*/ 2245817 w 2632919"/>
                  <a:gd name="connsiteY47" fmla="*/ 1899858 h 2746496"/>
                  <a:gd name="connsiteX48" fmla="*/ 2231886 w 2632919"/>
                  <a:gd name="connsiteY48" fmla="*/ 1971921 h 2746496"/>
                  <a:gd name="connsiteX49" fmla="*/ 2213491 w 2632919"/>
                  <a:gd name="connsiteY49" fmla="*/ 2036840 h 2746496"/>
                  <a:gd name="connsiteX50" fmla="*/ 2126516 w 2632919"/>
                  <a:gd name="connsiteY50" fmla="*/ 2050502 h 2746496"/>
                  <a:gd name="connsiteX51" fmla="*/ 1745307 w 2632919"/>
                  <a:gd name="connsiteY51" fmla="*/ 2105063 h 2746496"/>
                  <a:gd name="connsiteX52" fmla="*/ 1221849 w 2632919"/>
                  <a:gd name="connsiteY52" fmla="*/ 2206147 h 2746496"/>
                  <a:gd name="connsiteX53" fmla="*/ 1700570 w 2632919"/>
                  <a:gd name="connsiteY53" fmla="*/ 2212130 h 2746496"/>
                  <a:gd name="connsiteX54" fmla="*/ 2335024 w 2632919"/>
                  <a:gd name="connsiteY54" fmla="*/ 2124797 h 2746496"/>
                  <a:gd name="connsiteX55" fmla="*/ 2632919 w 2632919"/>
                  <a:gd name="connsiteY55" fmla="*/ 2090865 h 2746496"/>
                  <a:gd name="connsiteX56" fmla="*/ 2410212 w 2632919"/>
                  <a:gd name="connsiteY56" fmla="*/ 2408404 h 2746496"/>
                  <a:gd name="connsiteX57" fmla="*/ 1877199 w 2632919"/>
                  <a:gd name="connsiteY57" fmla="*/ 2734606 h 2746496"/>
                  <a:gd name="connsiteX58" fmla="*/ 1723966 w 2632919"/>
                  <a:gd name="connsiteY58" fmla="*/ 2741660 h 2746496"/>
                  <a:gd name="connsiteX59" fmla="*/ 1124248 w 2632919"/>
                  <a:gd name="connsiteY59" fmla="*/ 2605840 h 2746496"/>
                  <a:gd name="connsiteX60" fmla="*/ 747147 w 2632919"/>
                  <a:gd name="connsiteY60" fmla="*/ 2482610 h 2746496"/>
                  <a:gd name="connsiteX61" fmla="*/ 544800 w 2632919"/>
                  <a:gd name="connsiteY61" fmla="*/ 2719425 h 2746496"/>
                  <a:gd name="connsiteX62" fmla="*/ 246192 w 2632919"/>
                  <a:gd name="connsiteY62" fmla="*/ 2474305 h 2746496"/>
                  <a:gd name="connsiteX63" fmla="*/ 196453 w 2632919"/>
                  <a:gd name="connsiteY63" fmla="*/ 2426710 h 2746496"/>
                  <a:gd name="connsiteX64" fmla="*/ 194221 w 2632919"/>
                  <a:gd name="connsiteY64" fmla="*/ 2371346 h 2746496"/>
                  <a:gd name="connsiteX65" fmla="*/ 361563 w 2632919"/>
                  <a:gd name="connsiteY65" fmla="*/ 2234633 h 2746496"/>
                  <a:gd name="connsiteX66" fmla="*/ 597485 w 2632919"/>
                  <a:gd name="connsiteY66" fmla="*/ 2052020 h 2746496"/>
                  <a:gd name="connsiteX67" fmla="*/ 516493 w 2632919"/>
                  <a:gd name="connsiteY67" fmla="*/ 1927719 h 2746496"/>
                  <a:gd name="connsiteX68" fmla="*/ 458986 w 2632919"/>
                  <a:gd name="connsiteY68" fmla="*/ 1819223 h 2746496"/>
                  <a:gd name="connsiteX69" fmla="*/ 523458 w 2632919"/>
                  <a:gd name="connsiteY69" fmla="*/ 1647595 h 2746496"/>
                  <a:gd name="connsiteX70" fmla="*/ 287536 w 2632919"/>
                  <a:gd name="connsiteY70" fmla="*/ 1785112 h 2746496"/>
                  <a:gd name="connsiteX71" fmla="*/ 182076 w 2632919"/>
                  <a:gd name="connsiteY71" fmla="*/ 1825028 h 2746496"/>
                  <a:gd name="connsiteX72" fmla="*/ 136624 w 2632919"/>
                  <a:gd name="connsiteY72" fmla="*/ 1743500 h 2746496"/>
                  <a:gd name="connsiteX73" fmla="*/ 20628 w 2632919"/>
                  <a:gd name="connsiteY73" fmla="*/ 1521775 h 2746496"/>
                  <a:gd name="connsiteX74" fmla="*/ 0 w 2632919"/>
                  <a:gd name="connsiteY74" fmla="*/ 1447391 h 2746496"/>
                  <a:gd name="connsiteX75" fmla="*/ 222885 w 2632919"/>
                  <a:gd name="connsiteY75" fmla="*/ 1363273 h 2746496"/>
                  <a:gd name="connsiteX76" fmla="*/ 560070 w 2632919"/>
                  <a:gd name="connsiteY76" fmla="*/ 1227185 h 2746496"/>
                  <a:gd name="connsiteX77" fmla="*/ 714822 w 2632919"/>
                  <a:gd name="connsiteY77" fmla="*/ 1162356 h 2746496"/>
                  <a:gd name="connsiteX78" fmla="*/ 846892 w 2632919"/>
                  <a:gd name="connsiteY78" fmla="*/ 1230311 h 2746496"/>
                  <a:gd name="connsiteX79" fmla="*/ 943868 w 2632919"/>
                  <a:gd name="connsiteY79" fmla="*/ 1296122 h 2746496"/>
                  <a:gd name="connsiteX80" fmla="*/ 944939 w 2632919"/>
                  <a:gd name="connsiteY80" fmla="*/ 1354076 h 2746496"/>
                  <a:gd name="connsiteX81" fmla="*/ 739914 w 2632919"/>
                  <a:gd name="connsiteY81" fmla="*/ 1774664 h 2746496"/>
                  <a:gd name="connsiteX82" fmla="*/ 738753 w 2632919"/>
                  <a:gd name="connsiteY82" fmla="*/ 1812437 h 2746496"/>
                  <a:gd name="connsiteX83" fmla="*/ 962620 w 2632919"/>
                  <a:gd name="connsiteY83" fmla="*/ 1999603 h 2746496"/>
                  <a:gd name="connsiteX84" fmla="*/ 968246 w 2632919"/>
                  <a:gd name="connsiteY84" fmla="*/ 2029607 h 2746496"/>
                  <a:gd name="connsiteX85" fmla="*/ 902523 w 2632919"/>
                  <a:gd name="connsiteY85" fmla="*/ 2155248 h 2746496"/>
                  <a:gd name="connsiteX86" fmla="*/ 1084421 w 2632919"/>
                  <a:gd name="connsiteY86" fmla="*/ 2188913 h 2746496"/>
                  <a:gd name="connsiteX87" fmla="*/ 1180594 w 2632919"/>
                  <a:gd name="connsiteY87" fmla="*/ 2199807 h 2746496"/>
                  <a:gd name="connsiteX88" fmla="*/ 1126659 w 2632919"/>
                  <a:gd name="connsiteY88" fmla="*/ 2163552 h 2746496"/>
                  <a:gd name="connsiteX89" fmla="*/ 1121747 w 2632919"/>
                  <a:gd name="connsiteY89" fmla="*/ 2044966 h 2746496"/>
                  <a:gd name="connsiteX90" fmla="*/ 971014 w 2632919"/>
                  <a:gd name="connsiteY90" fmla="*/ 1862622 h 2746496"/>
                  <a:gd name="connsiteX91" fmla="*/ 983873 w 2632919"/>
                  <a:gd name="connsiteY91" fmla="*/ 1765645 h 2746496"/>
                  <a:gd name="connsiteX92" fmla="*/ 1042362 w 2632919"/>
                  <a:gd name="connsiteY92" fmla="*/ 1087078 h 2746496"/>
                  <a:gd name="connsiteX93" fmla="*/ 1047363 w 2632919"/>
                  <a:gd name="connsiteY93" fmla="*/ 811776 h 2746496"/>
                  <a:gd name="connsiteX94" fmla="*/ 987624 w 2632919"/>
                  <a:gd name="connsiteY94" fmla="*/ 834011 h 2746496"/>
                  <a:gd name="connsiteX95" fmla="*/ 918061 w 2632919"/>
                  <a:gd name="connsiteY95" fmla="*/ 713282 h 2746496"/>
                  <a:gd name="connsiteX96" fmla="*/ 1161127 w 2632919"/>
                  <a:gd name="connsiteY96" fmla="*/ 427174 h 2746496"/>
                  <a:gd name="connsiteX97" fmla="*/ 1427679 w 2632919"/>
                  <a:gd name="connsiteY97" fmla="*/ 86239 h 2746496"/>
                  <a:gd name="connsiteX98" fmla="*/ 1495276 w 2632919"/>
                  <a:gd name="connsiteY98" fmla="*/ 1853 h 2746496"/>
                  <a:gd name="connsiteX99" fmla="*/ 1519693 w 2632919"/>
                  <a:gd name="connsiteY99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018541 h 2746496"/>
                  <a:gd name="connsiteX12" fmla="*/ 1408054 w 2632919"/>
                  <a:gd name="connsiteY12" fmla="*/ 1177490 h 2746496"/>
                  <a:gd name="connsiteX13" fmla="*/ 1406158 w 2632919"/>
                  <a:gd name="connsiteY13" fmla="*/ 1178161 h 2746496"/>
                  <a:gd name="connsiteX14" fmla="*/ 1405087 w 2632919"/>
                  <a:gd name="connsiteY14" fmla="*/ 1228882 h 2746496"/>
                  <a:gd name="connsiteX15" fmla="*/ 1707892 w 2632919"/>
                  <a:gd name="connsiteY15" fmla="*/ 1144139 h 2746496"/>
                  <a:gd name="connsiteX16" fmla="*/ 1722805 w 2632919"/>
                  <a:gd name="connsiteY16" fmla="*/ 1066004 h 2746496"/>
                  <a:gd name="connsiteX17" fmla="*/ 1761177 w 2632919"/>
                  <a:gd name="connsiteY17" fmla="*/ 900985 h 2746496"/>
                  <a:gd name="connsiteX18" fmla="*/ 1761738 w 2632919"/>
                  <a:gd name="connsiteY18" fmla="*/ 900805 h 2746496"/>
                  <a:gd name="connsiteX19" fmla="*/ 1765837 w 2632919"/>
                  <a:gd name="connsiteY19" fmla="*/ 882863 h 2746496"/>
                  <a:gd name="connsiteX20" fmla="*/ 1773179 w 2632919"/>
                  <a:gd name="connsiteY20" fmla="*/ 854312 h 2746496"/>
                  <a:gd name="connsiteX21" fmla="*/ 1772327 w 2632919"/>
                  <a:gd name="connsiteY21" fmla="*/ 854460 h 2746496"/>
                  <a:gd name="connsiteX22" fmla="*/ 1774150 w 2632919"/>
                  <a:gd name="connsiteY22" fmla="*/ 846479 h 2746496"/>
                  <a:gd name="connsiteX23" fmla="*/ 1784419 w 2632919"/>
                  <a:gd name="connsiteY23" fmla="*/ 791684 h 2746496"/>
                  <a:gd name="connsiteX24" fmla="*/ 1519693 w 2632919"/>
                  <a:gd name="connsiteY24" fmla="*/ 404 h 2746496"/>
                  <a:gd name="connsiteX25" fmla="*/ 1588859 w 2632919"/>
                  <a:gd name="connsiteY25" fmla="*/ 24803 h 2746496"/>
                  <a:gd name="connsiteX26" fmla="*/ 1892737 w 2632919"/>
                  <a:gd name="connsiteY26" fmla="*/ 176161 h 2746496"/>
                  <a:gd name="connsiteX27" fmla="*/ 1926848 w 2632919"/>
                  <a:gd name="connsiteY27" fmla="*/ 235097 h 2746496"/>
                  <a:gd name="connsiteX28" fmla="*/ 1729859 w 2632919"/>
                  <a:gd name="connsiteY28" fmla="*/ 406279 h 2746496"/>
                  <a:gd name="connsiteX29" fmla="*/ 1321326 w 2632919"/>
                  <a:gd name="connsiteY29" fmla="*/ 666401 h 2746496"/>
                  <a:gd name="connsiteX30" fmla="*/ 1460272 w 2632919"/>
                  <a:gd name="connsiteY30" fmla="*/ 631039 h 2746496"/>
                  <a:gd name="connsiteX31" fmla="*/ 2062847 w 2632919"/>
                  <a:gd name="connsiteY31" fmla="*/ 411190 h 2746496"/>
                  <a:gd name="connsiteX32" fmla="*/ 2262337 w 2632919"/>
                  <a:gd name="connsiteY32" fmla="*/ 577997 h 2746496"/>
                  <a:gd name="connsiteX33" fmla="*/ 2237780 w 2632919"/>
                  <a:gd name="connsiteY33" fmla="*/ 691582 h 2746496"/>
                  <a:gd name="connsiteX34" fmla="*/ 2089190 w 2632919"/>
                  <a:gd name="connsiteY34" fmla="*/ 1214237 h 2746496"/>
                  <a:gd name="connsiteX35" fmla="*/ 2071509 w 2632919"/>
                  <a:gd name="connsiteY35" fmla="*/ 1256653 h 2746496"/>
                  <a:gd name="connsiteX36" fmla="*/ 2000339 w 2632919"/>
                  <a:gd name="connsiteY36" fmla="*/ 1272637 h 2746496"/>
                  <a:gd name="connsiteX37" fmla="*/ 1443573 w 2632919"/>
                  <a:gd name="connsiteY37" fmla="*/ 1396671 h 2746496"/>
                  <a:gd name="connsiteX38" fmla="*/ 1391335 w 2632919"/>
                  <a:gd name="connsiteY38" fmla="*/ 1418280 h 2746496"/>
                  <a:gd name="connsiteX39" fmla="*/ 1387406 w 2632919"/>
                  <a:gd name="connsiteY39" fmla="*/ 1505523 h 2746496"/>
                  <a:gd name="connsiteX40" fmla="*/ 1962835 w 2632919"/>
                  <a:gd name="connsiteY40" fmla="*/ 1338003 h 2746496"/>
                  <a:gd name="connsiteX41" fmla="*/ 2107228 w 2632919"/>
                  <a:gd name="connsiteY41" fmla="*/ 1312196 h 2746496"/>
                  <a:gd name="connsiteX42" fmla="*/ 2257961 w 2632919"/>
                  <a:gd name="connsiteY42" fmla="*/ 1357291 h 2746496"/>
                  <a:gd name="connsiteX43" fmla="*/ 2349758 w 2632919"/>
                  <a:gd name="connsiteY43" fmla="*/ 1418816 h 2746496"/>
                  <a:gd name="connsiteX44" fmla="*/ 2333506 w 2632919"/>
                  <a:gd name="connsiteY44" fmla="*/ 1518204 h 2746496"/>
                  <a:gd name="connsiteX45" fmla="*/ 2192328 w 2632919"/>
                  <a:gd name="connsiteY45" fmla="*/ 1856728 h 2746496"/>
                  <a:gd name="connsiteX46" fmla="*/ 2245817 w 2632919"/>
                  <a:gd name="connsiteY46" fmla="*/ 1899858 h 2746496"/>
                  <a:gd name="connsiteX47" fmla="*/ 2231886 w 2632919"/>
                  <a:gd name="connsiteY47" fmla="*/ 1971921 h 2746496"/>
                  <a:gd name="connsiteX48" fmla="*/ 2213491 w 2632919"/>
                  <a:gd name="connsiteY48" fmla="*/ 2036840 h 2746496"/>
                  <a:gd name="connsiteX49" fmla="*/ 2126516 w 2632919"/>
                  <a:gd name="connsiteY49" fmla="*/ 2050502 h 2746496"/>
                  <a:gd name="connsiteX50" fmla="*/ 1745307 w 2632919"/>
                  <a:gd name="connsiteY50" fmla="*/ 2105063 h 2746496"/>
                  <a:gd name="connsiteX51" fmla="*/ 1221849 w 2632919"/>
                  <a:gd name="connsiteY51" fmla="*/ 2206147 h 2746496"/>
                  <a:gd name="connsiteX52" fmla="*/ 1700570 w 2632919"/>
                  <a:gd name="connsiteY52" fmla="*/ 2212130 h 2746496"/>
                  <a:gd name="connsiteX53" fmla="*/ 2335024 w 2632919"/>
                  <a:gd name="connsiteY53" fmla="*/ 2124797 h 2746496"/>
                  <a:gd name="connsiteX54" fmla="*/ 2632919 w 2632919"/>
                  <a:gd name="connsiteY54" fmla="*/ 2090865 h 2746496"/>
                  <a:gd name="connsiteX55" fmla="*/ 2410212 w 2632919"/>
                  <a:gd name="connsiteY55" fmla="*/ 2408404 h 2746496"/>
                  <a:gd name="connsiteX56" fmla="*/ 1877199 w 2632919"/>
                  <a:gd name="connsiteY56" fmla="*/ 2734606 h 2746496"/>
                  <a:gd name="connsiteX57" fmla="*/ 1723966 w 2632919"/>
                  <a:gd name="connsiteY57" fmla="*/ 2741660 h 2746496"/>
                  <a:gd name="connsiteX58" fmla="*/ 1124248 w 2632919"/>
                  <a:gd name="connsiteY58" fmla="*/ 2605840 h 2746496"/>
                  <a:gd name="connsiteX59" fmla="*/ 747147 w 2632919"/>
                  <a:gd name="connsiteY59" fmla="*/ 2482610 h 2746496"/>
                  <a:gd name="connsiteX60" fmla="*/ 544800 w 2632919"/>
                  <a:gd name="connsiteY60" fmla="*/ 2719425 h 2746496"/>
                  <a:gd name="connsiteX61" fmla="*/ 246192 w 2632919"/>
                  <a:gd name="connsiteY61" fmla="*/ 2474305 h 2746496"/>
                  <a:gd name="connsiteX62" fmla="*/ 196453 w 2632919"/>
                  <a:gd name="connsiteY62" fmla="*/ 2426710 h 2746496"/>
                  <a:gd name="connsiteX63" fmla="*/ 194221 w 2632919"/>
                  <a:gd name="connsiteY63" fmla="*/ 2371346 h 2746496"/>
                  <a:gd name="connsiteX64" fmla="*/ 361563 w 2632919"/>
                  <a:gd name="connsiteY64" fmla="*/ 2234633 h 2746496"/>
                  <a:gd name="connsiteX65" fmla="*/ 597485 w 2632919"/>
                  <a:gd name="connsiteY65" fmla="*/ 2052020 h 2746496"/>
                  <a:gd name="connsiteX66" fmla="*/ 516493 w 2632919"/>
                  <a:gd name="connsiteY66" fmla="*/ 1927719 h 2746496"/>
                  <a:gd name="connsiteX67" fmla="*/ 458986 w 2632919"/>
                  <a:gd name="connsiteY67" fmla="*/ 1819223 h 2746496"/>
                  <a:gd name="connsiteX68" fmla="*/ 523458 w 2632919"/>
                  <a:gd name="connsiteY68" fmla="*/ 1647595 h 2746496"/>
                  <a:gd name="connsiteX69" fmla="*/ 287536 w 2632919"/>
                  <a:gd name="connsiteY69" fmla="*/ 1785112 h 2746496"/>
                  <a:gd name="connsiteX70" fmla="*/ 182076 w 2632919"/>
                  <a:gd name="connsiteY70" fmla="*/ 1825028 h 2746496"/>
                  <a:gd name="connsiteX71" fmla="*/ 136624 w 2632919"/>
                  <a:gd name="connsiteY71" fmla="*/ 1743500 h 2746496"/>
                  <a:gd name="connsiteX72" fmla="*/ 20628 w 2632919"/>
                  <a:gd name="connsiteY72" fmla="*/ 1521775 h 2746496"/>
                  <a:gd name="connsiteX73" fmla="*/ 0 w 2632919"/>
                  <a:gd name="connsiteY73" fmla="*/ 1447391 h 2746496"/>
                  <a:gd name="connsiteX74" fmla="*/ 222885 w 2632919"/>
                  <a:gd name="connsiteY74" fmla="*/ 1363273 h 2746496"/>
                  <a:gd name="connsiteX75" fmla="*/ 560070 w 2632919"/>
                  <a:gd name="connsiteY75" fmla="*/ 1227185 h 2746496"/>
                  <a:gd name="connsiteX76" fmla="*/ 714822 w 2632919"/>
                  <a:gd name="connsiteY76" fmla="*/ 1162356 h 2746496"/>
                  <a:gd name="connsiteX77" fmla="*/ 846892 w 2632919"/>
                  <a:gd name="connsiteY77" fmla="*/ 1230311 h 2746496"/>
                  <a:gd name="connsiteX78" fmla="*/ 943868 w 2632919"/>
                  <a:gd name="connsiteY78" fmla="*/ 1296122 h 2746496"/>
                  <a:gd name="connsiteX79" fmla="*/ 944939 w 2632919"/>
                  <a:gd name="connsiteY79" fmla="*/ 1354076 h 2746496"/>
                  <a:gd name="connsiteX80" fmla="*/ 739914 w 2632919"/>
                  <a:gd name="connsiteY80" fmla="*/ 1774664 h 2746496"/>
                  <a:gd name="connsiteX81" fmla="*/ 738753 w 2632919"/>
                  <a:gd name="connsiteY81" fmla="*/ 1812437 h 2746496"/>
                  <a:gd name="connsiteX82" fmla="*/ 962620 w 2632919"/>
                  <a:gd name="connsiteY82" fmla="*/ 1999603 h 2746496"/>
                  <a:gd name="connsiteX83" fmla="*/ 968246 w 2632919"/>
                  <a:gd name="connsiteY83" fmla="*/ 2029607 h 2746496"/>
                  <a:gd name="connsiteX84" fmla="*/ 902523 w 2632919"/>
                  <a:gd name="connsiteY84" fmla="*/ 2155248 h 2746496"/>
                  <a:gd name="connsiteX85" fmla="*/ 1084421 w 2632919"/>
                  <a:gd name="connsiteY85" fmla="*/ 2188913 h 2746496"/>
                  <a:gd name="connsiteX86" fmla="*/ 1180594 w 2632919"/>
                  <a:gd name="connsiteY86" fmla="*/ 2199807 h 2746496"/>
                  <a:gd name="connsiteX87" fmla="*/ 1126659 w 2632919"/>
                  <a:gd name="connsiteY87" fmla="*/ 2163552 h 2746496"/>
                  <a:gd name="connsiteX88" fmla="*/ 1121747 w 2632919"/>
                  <a:gd name="connsiteY88" fmla="*/ 2044966 h 2746496"/>
                  <a:gd name="connsiteX89" fmla="*/ 971014 w 2632919"/>
                  <a:gd name="connsiteY89" fmla="*/ 1862622 h 2746496"/>
                  <a:gd name="connsiteX90" fmla="*/ 983873 w 2632919"/>
                  <a:gd name="connsiteY90" fmla="*/ 1765645 h 2746496"/>
                  <a:gd name="connsiteX91" fmla="*/ 1042362 w 2632919"/>
                  <a:gd name="connsiteY91" fmla="*/ 1087078 h 2746496"/>
                  <a:gd name="connsiteX92" fmla="*/ 1047363 w 2632919"/>
                  <a:gd name="connsiteY92" fmla="*/ 811776 h 2746496"/>
                  <a:gd name="connsiteX93" fmla="*/ 987624 w 2632919"/>
                  <a:gd name="connsiteY93" fmla="*/ 834011 h 2746496"/>
                  <a:gd name="connsiteX94" fmla="*/ 918061 w 2632919"/>
                  <a:gd name="connsiteY94" fmla="*/ 713282 h 2746496"/>
                  <a:gd name="connsiteX95" fmla="*/ 1161127 w 2632919"/>
                  <a:gd name="connsiteY95" fmla="*/ 427174 h 2746496"/>
                  <a:gd name="connsiteX96" fmla="*/ 1427679 w 2632919"/>
                  <a:gd name="connsiteY96" fmla="*/ 86239 h 2746496"/>
                  <a:gd name="connsiteX97" fmla="*/ 1495276 w 2632919"/>
                  <a:gd name="connsiteY97" fmla="*/ 1853 h 2746496"/>
                  <a:gd name="connsiteX98" fmla="*/ 1519693 w 2632919"/>
                  <a:gd name="connsiteY98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2410212 w 2632919"/>
                  <a:gd name="connsiteY54" fmla="*/ 2408404 h 2746496"/>
                  <a:gd name="connsiteX55" fmla="*/ 1877199 w 2632919"/>
                  <a:gd name="connsiteY55" fmla="*/ 2734606 h 2746496"/>
                  <a:gd name="connsiteX56" fmla="*/ 1723966 w 2632919"/>
                  <a:gd name="connsiteY56" fmla="*/ 2741660 h 2746496"/>
                  <a:gd name="connsiteX57" fmla="*/ 1124248 w 2632919"/>
                  <a:gd name="connsiteY57" fmla="*/ 2605840 h 2746496"/>
                  <a:gd name="connsiteX58" fmla="*/ 747147 w 2632919"/>
                  <a:gd name="connsiteY58" fmla="*/ 2482610 h 2746496"/>
                  <a:gd name="connsiteX59" fmla="*/ 544800 w 2632919"/>
                  <a:gd name="connsiteY59" fmla="*/ 2719425 h 2746496"/>
                  <a:gd name="connsiteX60" fmla="*/ 246192 w 2632919"/>
                  <a:gd name="connsiteY60" fmla="*/ 2474305 h 2746496"/>
                  <a:gd name="connsiteX61" fmla="*/ 196453 w 2632919"/>
                  <a:gd name="connsiteY61" fmla="*/ 2426710 h 2746496"/>
                  <a:gd name="connsiteX62" fmla="*/ 194221 w 2632919"/>
                  <a:gd name="connsiteY62" fmla="*/ 2371346 h 2746496"/>
                  <a:gd name="connsiteX63" fmla="*/ 361563 w 2632919"/>
                  <a:gd name="connsiteY63" fmla="*/ 2234633 h 2746496"/>
                  <a:gd name="connsiteX64" fmla="*/ 597485 w 2632919"/>
                  <a:gd name="connsiteY64" fmla="*/ 2052020 h 2746496"/>
                  <a:gd name="connsiteX65" fmla="*/ 516493 w 2632919"/>
                  <a:gd name="connsiteY65" fmla="*/ 1927719 h 2746496"/>
                  <a:gd name="connsiteX66" fmla="*/ 458986 w 2632919"/>
                  <a:gd name="connsiteY66" fmla="*/ 1819223 h 2746496"/>
                  <a:gd name="connsiteX67" fmla="*/ 523458 w 2632919"/>
                  <a:gd name="connsiteY67" fmla="*/ 1647595 h 2746496"/>
                  <a:gd name="connsiteX68" fmla="*/ 287536 w 2632919"/>
                  <a:gd name="connsiteY68" fmla="*/ 1785112 h 2746496"/>
                  <a:gd name="connsiteX69" fmla="*/ 182076 w 2632919"/>
                  <a:gd name="connsiteY69" fmla="*/ 1825028 h 2746496"/>
                  <a:gd name="connsiteX70" fmla="*/ 136624 w 2632919"/>
                  <a:gd name="connsiteY70" fmla="*/ 1743500 h 2746496"/>
                  <a:gd name="connsiteX71" fmla="*/ 20628 w 2632919"/>
                  <a:gd name="connsiteY71" fmla="*/ 1521775 h 2746496"/>
                  <a:gd name="connsiteX72" fmla="*/ 0 w 2632919"/>
                  <a:gd name="connsiteY72" fmla="*/ 1447391 h 2746496"/>
                  <a:gd name="connsiteX73" fmla="*/ 222885 w 2632919"/>
                  <a:gd name="connsiteY73" fmla="*/ 1363273 h 2746496"/>
                  <a:gd name="connsiteX74" fmla="*/ 560070 w 2632919"/>
                  <a:gd name="connsiteY74" fmla="*/ 1227185 h 2746496"/>
                  <a:gd name="connsiteX75" fmla="*/ 714822 w 2632919"/>
                  <a:gd name="connsiteY75" fmla="*/ 1162356 h 2746496"/>
                  <a:gd name="connsiteX76" fmla="*/ 846892 w 2632919"/>
                  <a:gd name="connsiteY76" fmla="*/ 1230311 h 2746496"/>
                  <a:gd name="connsiteX77" fmla="*/ 943868 w 2632919"/>
                  <a:gd name="connsiteY77" fmla="*/ 1296122 h 2746496"/>
                  <a:gd name="connsiteX78" fmla="*/ 944939 w 2632919"/>
                  <a:gd name="connsiteY78" fmla="*/ 1354076 h 2746496"/>
                  <a:gd name="connsiteX79" fmla="*/ 739914 w 2632919"/>
                  <a:gd name="connsiteY79" fmla="*/ 1774664 h 2746496"/>
                  <a:gd name="connsiteX80" fmla="*/ 738753 w 2632919"/>
                  <a:gd name="connsiteY80" fmla="*/ 1812437 h 2746496"/>
                  <a:gd name="connsiteX81" fmla="*/ 962620 w 2632919"/>
                  <a:gd name="connsiteY81" fmla="*/ 1999603 h 2746496"/>
                  <a:gd name="connsiteX82" fmla="*/ 968246 w 2632919"/>
                  <a:gd name="connsiteY82" fmla="*/ 2029607 h 2746496"/>
                  <a:gd name="connsiteX83" fmla="*/ 902523 w 2632919"/>
                  <a:gd name="connsiteY83" fmla="*/ 2155248 h 2746496"/>
                  <a:gd name="connsiteX84" fmla="*/ 1084421 w 2632919"/>
                  <a:gd name="connsiteY84" fmla="*/ 2188913 h 2746496"/>
                  <a:gd name="connsiteX85" fmla="*/ 1180594 w 2632919"/>
                  <a:gd name="connsiteY85" fmla="*/ 2199807 h 2746496"/>
                  <a:gd name="connsiteX86" fmla="*/ 1126659 w 2632919"/>
                  <a:gd name="connsiteY86" fmla="*/ 2163552 h 2746496"/>
                  <a:gd name="connsiteX87" fmla="*/ 1121747 w 2632919"/>
                  <a:gd name="connsiteY87" fmla="*/ 2044966 h 2746496"/>
                  <a:gd name="connsiteX88" fmla="*/ 971014 w 2632919"/>
                  <a:gd name="connsiteY88" fmla="*/ 1862622 h 2746496"/>
                  <a:gd name="connsiteX89" fmla="*/ 983873 w 2632919"/>
                  <a:gd name="connsiteY89" fmla="*/ 1765645 h 2746496"/>
                  <a:gd name="connsiteX90" fmla="*/ 1042362 w 2632919"/>
                  <a:gd name="connsiteY90" fmla="*/ 1087078 h 2746496"/>
                  <a:gd name="connsiteX91" fmla="*/ 1047363 w 2632919"/>
                  <a:gd name="connsiteY91" fmla="*/ 811776 h 2746496"/>
                  <a:gd name="connsiteX92" fmla="*/ 987624 w 2632919"/>
                  <a:gd name="connsiteY92" fmla="*/ 834011 h 2746496"/>
                  <a:gd name="connsiteX93" fmla="*/ 918061 w 2632919"/>
                  <a:gd name="connsiteY93" fmla="*/ 713282 h 2746496"/>
                  <a:gd name="connsiteX94" fmla="*/ 1161127 w 2632919"/>
                  <a:gd name="connsiteY94" fmla="*/ 427174 h 2746496"/>
                  <a:gd name="connsiteX95" fmla="*/ 1427679 w 2632919"/>
                  <a:gd name="connsiteY95" fmla="*/ 86239 h 2746496"/>
                  <a:gd name="connsiteX96" fmla="*/ 1495276 w 2632919"/>
                  <a:gd name="connsiteY96" fmla="*/ 1853 h 2746496"/>
                  <a:gd name="connsiteX97" fmla="*/ 1519693 w 2632919"/>
                  <a:gd name="connsiteY97" fmla="*/ 404 h 2746496"/>
                  <a:gd name="connsiteX0" fmla="*/ 1856304 w 2632919"/>
                  <a:gd name="connsiteY0" fmla="*/ 1641433 h 2746496"/>
                  <a:gd name="connsiteX1" fmla="*/ 1733877 w 2632919"/>
                  <a:gd name="connsiteY1" fmla="*/ 1667597 h 2746496"/>
                  <a:gd name="connsiteX2" fmla="*/ 1495723 w 2632919"/>
                  <a:gd name="connsiteY2" fmla="*/ 1743142 h 2746496"/>
                  <a:gd name="connsiteX3" fmla="*/ 1381066 w 2632919"/>
                  <a:gd name="connsiteY3" fmla="*/ 1787702 h 2746496"/>
                  <a:gd name="connsiteX4" fmla="*/ 1371779 w 2632919"/>
                  <a:gd name="connsiteY4" fmla="*/ 1907091 h 2746496"/>
                  <a:gd name="connsiteX5" fmla="*/ 1782366 w 2632919"/>
                  <a:gd name="connsiteY5" fmla="*/ 1799489 h 2746496"/>
                  <a:gd name="connsiteX6" fmla="*/ 1811298 w 2632919"/>
                  <a:gd name="connsiteY6" fmla="*/ 1783772 h 2746496"/>
                  <a:gd name="connsiteX7" fmla="*/ 1856304 w 2632919"/>
                  <a:gd name="connsiteY7" fmla="*/ 1641433 h 2746496"/>
                  <a:gd name="connsiteX8" fmla="*/ 1784419 w 2632919"/>
                  <a:gd name="connsiteY8" fmla="*/ 791684 h 2746496"/>
                  <a:gd name="connsiteX9" fmla="*/ 1405533 w 2632919"/>
                  <a:gd name="connsiteY9" fmla="*/ 916968 h 2746496"/>
                  <a:gd name="connsiteX10" fmla="*/ 1404550 w 2632919"/>
                  <a:gd name="connsiteY10" fmla="*/ 1019748 h 2746496"/>
                  <a:gd name="connsiteX11" fmla="*/ 1408054 w 2632919"/>
                  <a:gd name="connsiteY11" fmla="*/ 1177490 h 2746496"/>
                  <a:gd name="connsiteX12" fmla="*/ 1406158 w 2632919"/>
                  <a:gd name="connsiteY12" fmla="*/ 1178161 h 2746496"/>
                  <a:gd name="connsiteX13" fmla="*/ 1405087 w 2632919"/>
                  <a:gd name="connsiteY13" fmla="*/ 1228882 h 2746496"/>
                  <a:gd name="connsiteX14" fmla="*/ 1707892 w 2632919"/>
                  <a:gd name="connsiteY14" fmla="*/ 1144139 h 2746496"/>
                  <a:gd name="connsiteX15" fmla="*/ 1722805 w 2632919"/>
                  <a:gd name="connsiteY15" fmla="*/ 1066004 h 2746496"/>
                  <a:gd name="connsiteX16" fmla="*/ 1761177 w 2632919"/>
                  <a:gd name="connsiteY16" fmla="*/ 900985 h 2746496"/>
                  <a:gd name="connsiteX17" fmla="*/ 1761738 w 2632919"/>
                  <a:gd name="connsiteY17" fmla="*/ 900805 h 2746496"/>
                  <a:gd name="connsiteX18" fmla="*/ 1765837 w 2632919"/>
                  <a:gd name="connsiteY18" fmla="*/ 882863 h 2746496"/>
                  <a:gd name="connsiteX19" fmla="*/ 1773179 w 2632919"/>
                  <a:gd name="connsiteY19" fmla="*/ 854312 h 2746496"/>
                  <a:gd name="connsiteX20" fmla="*/ 1772327 w 2632919"/>
                  <a:gd name="connsiteY20" fmla="*/ 854460 h 2746496"/>
                  <a:gd name="connsiteX21" fmla="*/ 1774150 w 2632919"/>
                  <a:gd name="connsiteY21" fmla="*/ 846479 h 2746496"/>
                  <a:gd name="connsiteX22" fmla="*/ 1784419 w 2632919"/>
                  <a:gd name="connsiteY22" fmla="*/ 791684 h 2746496"/>
                  <a:gd name="connsiteX23" fmla="*/ 1519693 w 2632919"/>
                  <a:gd name="connsiteY23" fmla="*/ 404 h 2746496"/>
                  <a:gd name="connsiteX24" fmla="*/ 1588859 w 2632919"/>
                  <a:gd name="connsiteY24" fmla="*/ 24803 h 2746496"/>
                  <a:gd name="connsiteX25" fmla="*/ 1892737 w 2632919"/>
                  <a:gd name="connsiteY25" fmla="*/ 176161 h 2746496"/>
                  <a:gd name="connsiteX26" fmla="*/ 1926848 w 2632919"/>
                  <a:gd name="connsiteY26" fmla="*/ 235097 h 2746496"/>
                  <a:gd name="connsiteX27" fmla="*/ 1729859 w 2632919"/>
                  <a:gd name="connsiteY27" fmla="*/ 406279 h 2746496"/>
                  <a:gd name="connsiteX28" fmla="*/ 1321326 w 2632919"/>
                  <a:gd name="connsiteY28" fmla="*/ 666401 h 2746496"/>
                  <a:gd name="connsiteX29" fmla="*/ 1460272 w 2632919"/>
                  <a:gd name="connsiteY29" fmla="*/ 631039 h 2746496"/>
                  <a:gd name="connsiteX30" fmla="*/ 2062847 w 2632919"/>
                  <a:gd name="connsiteY30" fmla="*/ 411190 h 2746496"/>
                  <a:gd name="connsiteX31" fmla="*/ 2262337 w 2632919"/>
                  <a:gd name="connsiteY31" fmla="*/ 577997 h 2746496"/>
                  <a:gd name="connsiteX32" fmla="*/ 2237780 w 2632919"/>
                  <a:gd name="connsiteY32" fmla="*/ 691582 h 2746496"/>
                  <a:gd name="connsiteX33" fmla="*/ 2089190 w 2632919"/>
                  <a:gd name="connsiteY33" fmla="*/ 1214237 h 2746496"/>
                  <a:gd name="connsiteX34" fmla="*/ 2071509 w 2632919"/>
                  <a:gd name="connsiteY34" fmla="*/ 1256653 h 2746496"/>
                  <a:gd name="connsiteX35" fmla="*/ 2000339 w 2632919"/>
                  <a:gd name="connsiteY35" fmla="*/ 1272637 h 2746496"/>
                  <a:gd name="connsiteX36" fmla="*/ 1443573 w 2632919"/>
                  <a:gd name="connsiteY36" fmla="*/ 1396671 h 2746496"/>
                  <a:gd name="connsiteX37" fmla="*/ 1391335 w 2632919"/>
                  <a:gd name="connsiteY37" fmla="*/ 1418280 h 2746496"/>
                  <a:gd name="connsiteX38" fmla="*/ 1387406 w 2632919"/>
                  <a:gd name="connsiteY38" fmla="*/ 1505523 h 2746496"/>
                  <a:gd name="connsiteX39" fmla="*/ 1962835 w 2632919"/>
                  <a:gd name="connsiteY39" fmla="*/ 1338003 h 2746496"/>
                  <a:gd name="connsiteX40" fmla="*/ 2107228 w 2632919"/>
                  <a:gd name="connsiteY40" fmla="*/ 1312196 h 2746496"/>
                  <a:gd name="connsiteX41" fmla="*/ 2257961 w 2632919"/>
                  <a:gd name="connsiteY41" fmla="*/ 1357291 h 2746496"/>
                  <a:gd name="connsiteX42" fmla="*/ 2349758 w 2632919"/>
                  <a:gd name="connsiteY42" fmla="*/ 1418816 h 2746496"/>
                  <a:gd name="connsiteX43" fmla="*/ 2333506 w 2632919"/>
                  <a:gd name="connsiteY43" fmla="*/ 1518204 h 2746496"/>
                  <a:gd name="connsiteX44" fmla="*/ 2192328 w 2632919"/>
                  <a:gd name="connsiteY44" fmla="*/ 1856728 h 2746496"/>
                  <a:gd name="connsiteX45" fmla="*/ 2245817 w 2632919"/>
                  <a:gd name="connsiteY45" fmla="*/ 1899858 h 2746496"/>
                  <a:gd name="connsiteX46" fmla="*/ 2231886 w 2632919"/>
                  <a:gd name="connsiteY46" fmla="*/ 1971921 h 2746496"/>
                  <a:gd name="connsiteX47" fmla="*/ 2213491 w 2632919"/>
                  <a:gd name="connsiteY47" fmla="*/ 2036840 h 2746496"/>
                  <a:gd name="connsiteX48" fmla="*/ 2126516 w 2632919"/>
                  <a:gd name="connsiteY48" fmla="*/ 2050502 h 2746496"/>
                  <a:gd name="connsiteX49" fmla="*/ 1745307 w 2632919"/>
                  <a:gd name="connsiteY49" fmla="*/ 2105063 h 2746496"/>
                  <a:gd name="connsiteX50" fmla="*/ 1221849 w 2632919"/>
                  <a:gd name="connsiteY50" fmla="*/ 2206147 h 2746496"/>
                  <a:gd name="connsiteX51" fmla="*/ 1700570 w 2632919"/>
                  <a:gd name="connsiteY51" fmla="*/ 2212130 h 2746496"/>
                  <a:gd name="connsiteX52" fmla="*/ 2335024 w 2632919"/>
                  <a:gd name="connsiteY52" fmla="*/ 2124797 h 2746496"/>
                  <a:gd name="connsiteX53" fmla="*/ 2632919 w 2632919"/>
                  <a:gd name="connsiteY53" fmla="*/ 2090865 h 2746496"/>
                  <a:gd name="connsiteX54" fmla="*/ 1877199 w 2632919"/>
                  <a:gd name="connsiteY54" fmla="*/ 2734606 h 2746496"/>
                  <a:gd name="connsiteX55" fmla="*/ 1723966 w 2632919"/>
                  <a:gd name="connsiteY55" fmla="*/ 2741660 h 2746496"/>
                  <a:gd name="connsiteX56" fmla="*/ 1124248 w 2632919"/>
                  <a:gd name="connsiteY56" fmla="*/ 2605840 h 2746496"/>
                  <a:gd name="connsiteX57" fmla="*/ 747147 w 2632919"/>
                  <a:gd name="connsiteY57" fmla="*/ 2482610 h 2746496"/>
                  <a:gd name="connsiteX58" fmla="*/ 544800 w 2632919"/>
                  <a:gd name="connsiteY58" fmla="*/ 2719425 h 2746496"/>
                  <a:gd name="connsiteX59" fmla="*/ 246192 w 2632919"/>
                  <a:gd name="connsiteY59" fmla="*/ 2474305 h 2746496"/>
                  <a:gd name="connsiteX60" fmla="*/ 196453 w 2632919"/>
                  <a:gd name="connsiteY60" fmla="*/ 2426710 h 2746496"/>
                  <a:gd name="connsiteX61" fmla="*/ 194221 w 2632919"/>
                  <a:gd name="connsiteY61" fmla="*/ 2371346 h 2746496"/>
                  <a:gd name="connsiteX62" fmla="*/ 361563 w 2632919"/>
                  <a:gd name="connsiteY62" fmla="*/ 2234633 h 2746496"/>
                  <a:gd name="connsiteX63" fmla="*/ 597485 w 2632919"/>
                  <a:gd name="connsiteY63" fmla="*/ 2052020 h 2746496"/>
                  <a:gd name="connsiteX64" fmla="*/ 516493 w 2632919"/>
                  <a:gd name="connsiteY64" fmla="*/ 1927719 h 2746496"/>
                  <a:gd name="connsiteX65" fmla="*/ 458986 w 2632919"/>
                  <a:gd name="connsiteY65" fmla="*/ 1819223 h 2746496"/>
                  <a:gd name="connsiteX66" fmla="*/ 523458 w 2632919"/>
                  <a:gd name="connsiteY66" fmla="*/ 1647595 h 2746496"/>
                  <a:gd name="connsiteX67" fmla="*/ 287536 w 2632919"/>
                  <a:gd name="connsiteY67" fmla="*/ 1785112 h 2746496"/>
                  <a:gd name="connsiteX68" fmla="*/ 182076 w 2632919"/>
                  <a:gd name="connsiteY68" fmla="*/ 1825028 h 2746496"/>
                  <a:gd name="connsiteX69" fmla="*/ 136624 w 2632919"/>
                  <a:gd name="connsiteY69" fmla="*/ 1743500 h 2746496"/>
                  <a:gd name="connsiteX70" fmla="*/ 20628 w 2632919"/>
                  <a:gd name="connsiteY70" fmla="*/ 1521775 h 2746496"/>
                  <a:gd name="connsiteX71" fmla="*/ 0 w 2632919"/>
                  <a:gd name="connsiteY71" fmla="*/ 1447391 h 2746496"/>
                  <a:gd name="connsiteX72" fmla="*/ 222885 w 2632919"/>
                  <a:gd name="connsiteY72" fmla="*/ 1363273 h 2746496"/>
                  <a:gd name="connsiteX73" fmla="*/ 560070 w 2632919"/>
                  <a:gd name="connsiteY73" fmla="*/ 1227185 h 2746496"/>
                  <a:gd name="connsiteX74" fmla="*/ 714822 w 2632919"/>
                  <a:gd name="connsiteY74" fmla="*/ 1162356 h 2746496"/>
                  <a:gd name="connsiteX75" fmla="*/ 846892 w 2632919"/>
                  <a:gd name="connsiteY75" fmla="*/ 1230311 h 2746496"/>
                  <a:gd name="connsiteX76" fmla="*/ 943868 w 2632919"/>
                  <a:gd name="connsiteY76" fmla="*/ 1296122 h 2746496"/>
                  <a:gd name="connsiteX77" fmla="*/ 944939 w 2632919"/>
                  <a:gd name="connsiteY77" fmla="*/ 1354076 h 2746496"/>
                  <a:gd name="connsiteX78" fmla="*/ 739914 w 2632919"/>
                  <a:gd name="connsiteY78" fmla="*/ 1774664 h 2746496"/>
                  <a:gd name="connsiteX79" fmla="*/ 738753 w 2632919"/>
                  <a:gd name="connsiteY79" fmla="*/ 1812437 h 2746496"/>
                  <a:gd name="connsiteX80" fmla="*/ 962620 w 2632919"/>
                  <a:gd name="connsiteY80" fmla="*/ 1999603 h 2746496"/>
                  <a:gd name="connsiteX81" fmla="*/ 968246 w 2632919"/>
                  <a:gd name="connsiteY81" fmla="*/ 2029607 h 2746496"/>
                  <a:gd name="connsiteX82" fmla="*/ 902523 w 2632919"/>
                  <a:gd name="connsiteY82" fmla="*/ 2155248 h 2746496"/>
                  <a:gd name="connsiteX83" fmla="*/ 1084421 w 2632919"/>
                  <a:gd name="connsiteY83" fmla="*/ 2188913 h 2746496"/>
                  <a:gd name="connsiteX84" fmla="*/ 1180594 w 2632919"/>
                  <a:gd name="connsiteY84" fmla="*/ 2199807 h 2746496"/>
                  <a:gd name="connsiteX85" fmla="*/ 1126659 w 2632919"/>
                  <a:gd name="connsiteY85" fmla="*/ 2163552 h 2746496"/>
                  <a:gd name="connsiteX86" fmla="*/ 1121747 w 2632919"/>
                  <a:gd name="connsiteY86" fmla="*/ 2044966 h 2746496"/>
                  <a:gd name="connsiteX87" fmla="*/ 971014 w 2632919"/>
                  <a:gd name="connsiteY87" fmla="*/ 1862622 h 2746496"/>
                  <a:gd name="connsiteX88" fmla="*/ 983873 w 2632919"/>
                  <a:gd name="connsiteY88" fmla="*/ 1765645 h 2746496"/>
                  <a:gd name="connsiteX89" fmla="*/ 1042362 w 2632919"/>
                  <a:gd name="connsiteY89" fmla="*/ 1087078 h 2746496"/>
                  <a:gd name="connsiteX90" fmla="*/ 1047363 w 2632919"/>
                  <a:gd name="connsiteY90" fmla="*/ 811776 h 2746496"/>
                  <a:gd name="connsiteX91" fmla="*/ 987624 w 2632919"/>
                  <a:gd name="connsiteY91" fmla="*/ 834011 h 2746496"/>
                  <a:gd name="connsiteX92" fmla="*/ 918061 w 2632919"/>
                  <a:gd name="connsiteY92" fmla="*/ 713282 h 2746496"/>
                  <a:gd name="connsiteX93" fmla="*/ 1161127 w 2632919"/>
                  <a:gd name="connsiteY93" fmla="*/ 427174 h 2746496"/>
                  <a:gd name="connsiteX94" fmla="*/ 1427679 w 2632919"/>
                  <a:gd name="connsiteY94" fmla="*/ 86239 h 2746496"/>
                  <a:gd name="connsiteX95" fmla="*/ 1495276 w 2632919"/>
                  <a:gd name="connsiteY95" fmla="*/ 1853 h 2746496"/>
                  <a:gd name="connsiteX96" fmla="*/ 1519693 w 2632919"/>
                  <a:gd name="connsiteY96" fmla="*/ 404 h 274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2632919" h="2746496">
                    <a:moveTo>
                      <a:pt x="1856304" y="1641433"/>
                    </a:moveTo>
                    <a:cubicBezTo>
                      <a:pt x="1814512" y="1644737"/>
                      <a:pt x="1773972" y="1656167"/>
                      <a:pt x="1733877" y="1667597"/>
                    </a:cubicBezTo>
                    <a:cubicBezTo>
                      <a:pt x="1654314" y="1692243"/>
                      <a:pt x="1573590" y="1713317"/>
                      <a:pt x="1495723" y="1743142"/>
                    </a:cubicBezTo>
                    <a:cubicBezTo>
                      <a:pt x="1457861" y="1758412"/>
                      <a:pt x="1415356" y="1765199"/>
                      <a:pt x="1381066" y="1787702"/>
                    </a:cubicBezTo>
                    <a:cubicBezTo>
                      <a:pt x="1374457" y="1827081"/>
                      <a:pt x="1371243" y="1867087"/>
                      <a:pt x="1371779" y="1907091"/>
                    </a:cubicBezTo>
                    <a:cubicBezTo>
                      <a:pt x="1507063" y="1865390"/>
                      <a:pt x="1645206" y="1834136"/>
                      <a:pt x="1782366" y="1799489"/>
                    </a:cubicBezTo>
                    <a:cubicBezTo>
                      <a:pt x="1792099" y="1795649"/>
                      <a:pt x="1808172" y="1796542"/>
                      <a:pt x="1811298" y="1783772"/>
                    </a:cubicBezTo>
                    <a:cubicBezTo>
                      <a:pt x="1826746" y="1736535"/>
                      <a:pt x="1841391" y="1688939"/>
                      <a:pt x="1856304" y="1641433"/>
                    </a:cubicBezTo>
                    <a:close/>
                    <a:moveTo>
                      <a:pt x="1784419" y="791684"/>
                    </a:moveTo>
                    <a:cubicBezTo>
                      <a:pt x="1655564" y="824546"/>
                      <a:pt x="1530459" y="871516"/>
                      <a:pt x="1405533" y="916968"/>
                    </a:cubicBezTo>
                    <a:cubicBezTo>
                      <a:pt x="1403033" y="951168"/>
                      <a:pt x="1403836" y="985458"/>
                      <a:pt x="1404550" y="1019748"/>
                    </a:cubicBezTo>
                    <a:lnTo>
                      <a:pt x="1408054" y="1177490"/>
                    </a:lnTo>
                    <a:lnTo>
                      <a:pt x="1406158" y="1178161"/>
                    </a:lnTo>
                    <a:cubicBezTo>
                      <a:pt x="1405711" y="1195038"/>
                      <a:pt x="1405176" y="1212005"/>
                      <a:pt x="1405087" y="1228882"/>
                    </a:cubicBezTo>
                    <a:cubicBezTo>
                      <a:pt x="1507331" y="1205486"/>
                      <a:pt x="1605826" y="1168428"/>
                      <a:pt x="1707892" y="1144139"/>
                    </a:cubicBezTo>
                    <a:cubicBezTo>
                      <a:pt x="1712982" y="1118064"/>
                      <a:pt x="1718965" y="1092258"/>
                      <a:pt x="1722805" y="1066004"/>
                    </a:cubicBezTo>
                    <a:lnTo>
                      <a:pt x="1761177" y="900985"/>
                    </a:lnTo>
                    <a:lnTo>
                      <a:pt x="1761738" y="900805"/>
                    </a:lnTo>
                    <a:lnTo>
                      <a:pt x="1765837" y="882863"/>
                    </a:lnTo>
                    <a:lnTo>
                      <a:pt x="1773179" y="854312"/>
                    </a:lnTo>
                    <a:lnTo>
                      <a:pt x="1772327" y="854460"/>
                    </a:lnTo>
                    <a:lnTo>
                      <a:pt x="1774150" y="846479"/>
                    </a:lnTo>
                    <a:cubicBezTo>
                      <a:pt x="1778325" y="828363"/>
                      <a:pt x="1782142" y="810169"/>
                      <a:pt x="1784419" y="791684"/>
                    </a:cubicBezTo>
                    <a:close/>
                    <a:moveTo>
                      <a:pt x="1519693" y="404"/>
                    </a:moveTo>
                    <a:cubicBezTo>
                      <a:pt x="1543804" y="2786"/>
                      <a:pt x="1566959" y="15226"/>
                      <a:pt x="1588859" y="24803"/>
                    </a:cubicBezTo>
                    <a:cubicBezTo>
                      <a:pt x="1690211" y="74988"/>
                      <a:pt x="1793260" y="122136"/>
                      <a:pt x="1892737" y="176161"/>
                    </a:cubicBezTo>
                    <a:cubicBezTo>
                      <a:pt x="1912025" y="187680"/>
                      <a:pt x="1945779" y="209558"/>
                      <a:pt x="1926848" y="235097"/>
                    </a:cubicBezTo>
                    <a:cubicBezTo>
                      <a:pt x="1873091" y="304391"/>
                      <a:pt x="1798975" y="353683"/>
                      <a:pt x="1729859" y="406279"/>
                    </a:cubicBezTo>
                    <a:cubicBezTo>
                      <a:pt x="1600736" y="503702"/>
                      <a:pt x="1460450" y="584337"/>
                      <a:pt x="1321326" y="666401"/>
                    </a:cubicBezTo>
                    <a:cubicBezTo>
                      <a:pt x="1370618" y="670955"/>
                      <a:pt x="1415177" y="646845"/>
                      <a:pt x="1460272" y="631039"/>
                    </a:cubicBezTo>
                    <a:cubicBezTo>
                      <a:pt x="1661011" y="557548"/>
                      <a:pt x="1859875" y="478699"/>
                      <a:pt x="2062847" y="411190"/>
                    </a:cubicBezTo>
                    <a:cubicBezTo>
                      <a:pt x="2133838" y="460661"/>
                      <a:pt x="2203401" y="514507"/>
                      <a:pt x="2262337" y="577997"/>
                    </a:cubicBezTo>
                    <a:cubicBezTo>
                      <a:pt x="2266712" y="616752"/>
                      <a:pt x="2246531" y="654167"/>
                      <a:pt x="2237780" y="691582"/>
                    </a:cubicBezTo>
                    <a:cubicBezTo>
                      <a:pt x="2187595" y="865622"/>
                      <a:pt x="2135624" y="1039126"/>
                      <a:pt x="2089190" y="1214237"/>
                    </a:cubicBezTo>
                    <a:cubicBezTo>
                      <a:pt x="2084636" y="1228882"/>
                      <a:pt x="2079278" y="1243348"/>
                      <a:pt x="2071509" y="1256653"/>
                    </a:cubicBezTo>
                    <a:cubicBezTo>
                      <a:pt x="2049185" y="1266833"/>
                      <a:pt x="2024271" y="1268530"/>
                      <a:pt x="2000339" y="1272637"/>
                    </a:cubicBezTo>
                    <a:cubicBezTo>
                      <a:pt x="1812816" y="1304695"/>
                      <a:pt x="1627168" y="1347021"/>
                      <a:pt x="1443573" y="1396671"/>
                    </a:cubicBezTo>
                    <a:cubicBezTo>
                      <a:pt x="1426607" y="1404261"/>
                      <a:pt x="1402765" y="1402743"/>
                      <a:pt x="1391335" y="1418280"/>
                    </a:cubicBezTo>
                    <a:cubicBezTo>
                      <a:pt x="1388031" y="1447212"/>
                      <a:pt x="1387584" y="1476413"/>
                      <a:pt x="1387406" y="1505523"/>
                    </a:cubicBezTo>
                    <a:cubicBezTo>
                      <a:pt x="1578055" y="1445873"/>
                      <a:pt x="1768257" y="1383901"/>
                      <a:pt x="1962835" y="1338003"/>
                    </a:cubicBezTo>
                    <a:cubicBezTo>
                      <a:pt x="2010430" y="1327198"/>
                      <a:pt x="2057936" y="1312285"/>
                      <a:pt x="2107228" y="1312196"/>
                    </a:cubicBezTo>
                    <a:cubicBezTo>
                      <a:pt x="2161074" y="1310142"/>
                      <a:pt x="2209919" y="1336752"/>
                      <a:pt x="2257961" y="1357291"/>
                    </a:cubicBezTo>
                    <a:cubicBezTo>
                      <a:pt x="2290197" y="1374614"/>
                      <a:pt x="2327613" y="1388098"/>
                      <a:pt x="2349758" y="1418816"/>
                    </a:cubicBezTo>
                    <a:cubicBezTo>
                      <a:pt x="2360384" y="1452302"/>
                      <a:pt x="2341721" y="1486057"/>
                      <a:pt x="2333506" y="1518204"/>
                    </a:cubicBezTo>
                    <a:cubicBezTo>
                      <a:pt x="2291983" y="1633129"/>
                      <a:pt x="2252871" y="1750197"/>
                      <a:pt x="2192328" y="1856728"/>
                    </a:cubicBezTo>
                    <a:cubicBezTo>
                      <a:pt x="2210187" y="1870748"/>
                      <a:pt x="2233940" y="1879499"/>
                      <a:pt x="2245817" y="1899858"/>
                    </a:cubicBezTo>
                    <a:cubicBezTo>
                      <a:pt x="2246441" y="1924594"/>
                      <a:pt x="2235190" y="1947632"/>
                      <a:pt x="2231886" y="1971921"/>
                    </a:cubicBezTo>
                    <a:cubicBezTo>
                      <a:pt x="2226886" y="1993620"/>
                      <a:pt x="2227154" y="2018266"/>
                      <a:pt x="2213491" y="2036840"/>
                    </a:cubicBezTo>
                    <a:cubicBezTo>
                      <a:pt x="2185273" y="2045859"/>
                      <a:pt x="2155537" y="2046216"/>
                      <a:pt x="2126516" y="2050502"/>
                    </a:cubicBezTo>
                    <a:cubicBezTo>
                      <a:pt x="1999446" y="2068808"/>
                      <a:pt x="1871663" y="2082292"/>
                      <a:pt x="1745307" y="2105063"/>
                    </a:cubicBezTo>
                    <a:cubicBezTo>
                      <a:pt x="1569839" y="2133370"/>
                      <a:pt x="1393388" y="2158909"/>
                      <a:pt x="1221849" y="2206147"/>
                    </a:cubicBezTo>
                    <a:cubicBezTo>
                      <a:pt x="1379547" y="2235436"/>
                      <a:pt x="1541889" y="2232400"/>
                      <a:pt x="1700570" y="2212130"/>
                    </a:cubicBezTo>
                    <a:cubicBezTo>
                      <a:pt x="1912382" y="2185787"/>
                      <a:pt x="2123569" y="2153908"/>
                      <a:pt x="2335024" y="2124797"/>
                    </a:cubicBezTo>
                    <a:cubicBezTo>
                      <a:pt x="2433965" y="2111314"/>
                      <a:pt x="2532995" y="2095151"/>
                      <a:pt x="2632919" y="2090865"/>
                    </a:cubicBezTo>
                    <a:cubicBezTo>
                      <a:pt x="2556615" y="2192500"/>
                      <a:pt x="2028691" y="2626140"/>
                      <a:pt x="1877199" y="2734606"/>
                    </a:cubicBezTo>
                    <a:cubicBezTo>
                      <a:pt x="1827639" y="2749965"/>
                      <a:pt x="1774865" y="2748268"/>
                      <a:pt x="1723966" y="2741660"/>
                    </a:cubicBezTo>
                    <a:cubicBezTo>
                      <a:pt x="1521619" y="2707995"/>
                      <a:pt x="1322308" y="2658882"/>
                      <a:pt x="1124248" y="2605840"/>
                    </a:cubicBezTo>
                    <a:cubicBezTo>
                      <a:pt x="997178" y="2569139"/>
                      <a:pt x="871806" y="2526723"/>
                      <a:pt x="747147" y="2482610"/>
                    </a:cubicBezTo>
                    <a:cubicBezTo>
                      <a:pt x="681157" y="2562531"/>
                      <a:pt x="625078" y="2652720"/>
                      <a:pt x="544800" y="2719425"/>
                    </a:cubicBezTo>
                    <a:cubicBezTo>
                      <a:pt x="439698" y="2644952"/>
                      <a:pt x="342900" y="2559227"/>
                      <a:pt x="246192" y="2474305"/>
                    </a:cubicBezTo>
                    <a:cubicBezTo>
                      <a:pt x="229047" y="2459036"/>
                      <a:pt x="211187" y="2444301"/>
                      <a:pt x="196453" y="2426710"/>
                    </a:cubicBezTo>
                    <a:cubicBezTo>
                      <a:pt x="184130" y="2411440"/>
                      <a:pt x="176272" y="2385723"/>
                      <a:pt x="194221" y="2371346"/>
                    </a:cubicBezTo>
                    <a:cubicBezTo>
                      <a:pt x="243513" y="2318304"/>
                      <a:pt x="305842" y="2280353"/>
                      <a:pt x="361563" y="2234633"/>
                    </a:cubicBezTo>
                    <a:cubicBezTo>
                      <a:pt x="441484" y="2175429"/>
                      <a:pt x="518815" y="2112832"/>
                      <a:pt x="597485" y="2052020"/>
                    </a:cubicBezTo>
                    <a:cubicBezTo>
                      <a:pt x="568821" y="2011658"/>
                      <a:pt x="538817" y="1972100"/>
                      <a:pt x="516493" y="1927719"/>
                    </a:cubicBezTo>
                    <a:cubicBezTo>
                      <a:pt x="498187" y="1891107"/>
                      <a:pt x="470863" y="1858693"/>
                      <a:pt x="458986" y="1819223"/>
                    </a:cubicBezTo>
                    <a:cubicBezTo>
                      <a:pt x="467380" y="1758323"/>
                      <a:pt x="499705" y="1703673"/>
                      <a:pt x="523458" y="1647595"/>
                    </a:cubicBezTo>
                    <a:cubicBezTo>
                      <a:pt x="445591" y="1694743"/>
                      <a:pt x="369153" y="1744571"/>
                      <a:pt x="287536" y="1785112"/>
                    </a:cubicBezTo>
                    <a:cubicBezTo>
                      <a:pt x="253871" y="1801096"/>
                      <a:pt x="221278" y="1827617"/>
                      <a:pt x="182076" y="1825028"/>
                    </a:cubicBezTo>
                    <a:cubicBezTo>
                      <a:pt x="159484" y="1803061"/>
                      <a:pt x="152341" y="1770199"/>
                      <a:pt x="136624" y="1743500"/>
                    </a:cubicBezTo>
                    <a:cubicBezTo>
                      <a:pt x="96709" y="1670187"/>
                      <a:pt x="57150" y="1596785"/>
                      <a:pt x="20628" y="1521775"/>
                    </a:cubicBezTo>
                    <a:cubicBezTo>
                      <a:pt x="9198" y="1498380"/>
                      <a:pt x="536" y="1473555"/>
                      <a:pt x="0" y="1447391"/>
                    </a:cubicBezTo>
                    <a:cubicBezTo>
                      <a:pt x="75813" y="1423460"/>
                      <a:pt x="147876" y="1389437"/>
                      <a:pt x="222885" y="1363273"/>
                    </a:cubicBezTo>
                    <a:cubicBezTo>
                      <a:pt x="336739" y="1321661"/>
                      <a:pt x="447467" y="1272101"/>
                      <a:pt x="560070" y="1227185"/>
                    </a:cubicBezTo>
                    <a:cubicBezTo>
                      <a:pt x="611862" y="1206111"/>
                      <a:pt x="664190" y="1186198"/>
                      <a:pt x="714822" y="1162356"/>
                    </a:cubicBezTo>
                    <a:cubicBezTo>
                      <a:pt x="760720" y="1181108"/>
                      <a:pt x="803404" y="1206647"/>
                      <a:pt x="846892" y="1230311"/>
                    </a:cubicBezTo>
                    <a:cubicBezTo>
                      <a:pt x="880646" y="1249867"/>
                      <a:pt x="917079" y="1267101"/>
                      <a:pt x="943868" y="1296122"/>
                    </a:cubicBezTo>
                    <a:cubicBezTo>
                      <a:pt x="958245" y="1312196"/>
                      <a:pt x="948422" y="1335681"/>
                      <a:pt x="944939" y="1354076"/>
                    </a:cubicBezTo>
                    <a:cubicBezTo>
                      <a:pt x="904488" y="1506506"/>
                      <a:pt x="807780" y="1634468"/>
                      <a:pt x="739914" y="1774664"/>
                    </a:cubicBezTo>
                    <a:cubicBezTo>
                      <a:pt x="735717" y="1786630"/>
                      <a:pt x="726073" y="1802168"/>
                      <a:pt x="738753" y="1812437"/>
                    </a:cubicBezTo>
                    <a:cubicBezTo>
                      <a:pt x="807154" y="1881910"/>
                      <a:pt x="896273" y="1927719"/>
                      <a:pt x="962620" y="1999603"/>
                    </a:cubicBezTo>
                    <a:cubicBezTo>
                      <a:pt x="971282" y="2007104"/>
                      <a:pt x="973068" y="2019427"/>
                      <a:pt x="968246" y="2029607"/>
                    </a:cubicBezTo>
                    <a:cubicBezTo>
                      <a:pt x="950565" y="2073541"/>
                      <a:pt x="925026" y="2113725"/>
                      <a:pt x="902523" y="2155248"/>
                    </a:cubicBezTo>
                    <a:cubicBezTo>
                      <a:pt x="962531" y="2169535"/>
                      <a:pt x="1023878" y="2177215"/>
                      <a:pt x="1084421" y="2188913"/>
                    </a:cubicBezTo>
                    <a:cubicBezTo>
                      <a:pt x="1116211" y="2194628"/>
                      <a:pt x="1148090" y="2200521"/>
                      <a:pt x="1180594" y="2199807"/>
                    </a:cubicBezTo>
                    <a:cubicBezTo>
                      <a:pt x="1171932" y="2177036"/>
                      <a:pt x="1146304" y="2172839"/>
                      <a:pt x="1126659" y="2163552"/>
                    </a:cubicBezTo>
                    <a:cubicBezTo>
                      <a:pt x="1119961" y="2124351"/>
                      <a:pt x="1122819" y="2084435"/>
                      <a:pt x="1121747" y="2044966"/>
                    </a:cubicBezTo>
                    <a:cubicBezTo>
                      <a:pt x="1059865" y="1994960"/>
                      <a:pt x="1009144" y="1932184"/>
                      <a:pt x="971014" y="1862622"/>
                    </a:cubicBezTo>
                    <a:cubicBezTo>
                      <a:pt x="970300" y="1830028"/>
                      <a:pt x="980748" y="1798060"/>
                      <a:pt x="983873" y="1765645"/>
                    </a:cubicBezTo>
                    <a:cubicBezTo>
                      <a:pt x="1002982" y="1539456"/>
                      <a:pt x="1042630" y="1314607"/>
                      <a:pt x="1042362" y="1087078"/>
                    </a:cubicBezTo>
                    <a:cubicBezTo>
                      <a:pt x="1047720" y="995460"/>
                      <a:pt x="1048792" y="903573"/>
                      <a:pt x="1047363" y="811776"/>
                    </a:cubicBezTo>
                    <a:cubicBezTo>
                      <a:pt x="1026468" y="816330"/>
                      <a:pt x="1006822" y="824903"/>
                      <a:pt x="987624" y="834011"/>
                    </a:cubicBezTo>
                    <a:cubicBezTo>
                      <a:pt x="981105" y="786237"/>
                      <a:pt x="935742" y="756858"/>
                      <a:pt x="918061" y="713282"/>
                    </a:cubicBezTo>
                    <a:cubicBezTo>
                      <a:pt x="997089" y="616305"/>
                      <a:pt x="1082635" y="524687"/>
                      <a:pt x="1161127" y="427174"/>
                    </a:cubicBezTo>
                    <a:cubicBezTo>
                      <a:pt x="1255246" y="317786"/>
                      <a:pt x="1339275" y="200271"/>
                      <a:pt x="1427679" y="86239"/>
                    </a:cubicBezTo>
                    <a:cubicBezTo>
                      <a:pt x="1450092" y="58110"/>
                      <a:pt x="1468130" y="25963"/>
                      <a:pt x="1495276" y="1853"/>
                    </a:cubicBezTo>
                    <a:cubicBezTo>
                      <a:pt x="1503514" y="-67"/>
                      <a:pt x="1511657" y="-390"/>
                      <a:pt x="1519693" y="404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BE58F29B-1506-D5D8-BF8B-C97E19AD3AF4}"/>
                  </a:ext>
                </a:extLst>
              </p:cNvPr>
              <p:cNvSpPr/>
              <p:nvPr/>
            </p:nvSpPr>
            <p:spPr>
              <a:xfrm>
                <a:off x="1834696" y="1645984"/>
                <a:ext cx="619576" cy="684485"/>
              </a:xfrm>
              <a:custGeom>
                <a:avLst/>
                <a:gdLst>
                  <a:gd name="connsiteX0" fmla="*/ 259910 w 619576"/>
                  <a:gd name="connsiteY0" fmla="*/ 10562 h 684485"/>
                  <a:gd name="connsiteX1" fmla="*/ 336794 w 619576"/>
                  <a:gd name="connsiteY1" fmla="*/ 14848 h 684485"/>
                  <a:gd name="connsiteX2" fmla="*/ 579950 w 619576"/>
                  <a:gd name="connsiteY2" fmla="*/ 289436 h 684485"/>
                  <a:gd name="connsiteX3" fmla="*/ 618169 w 619576"/>
                  <a:gd name="connsiteY3" fmla="*/ 384626 h 684485"/>
                  <a:gd name="connsiteX4" fmla="*/ 367870 w 619576"/>
                  <a:gd name="connsiteY4" fmla="*/ 519375 h 684485"/>
                  <a:gd name="connsiteX5" fmla="*/ 33989 w 619576"/>
                  <a:gd name="connsiteY5" fmla="*/ 684485 h 684485"/>
                  <a:gd name="connsiteX6" fmla="*/ 194991 w 619576"/>
                  <a:gd name="connsiteY6" fmla="*/ 453653 h 684485"/>
                  <a:gd name="connsiteX7" fmla="*/ 179007 w 619576"/>
                  <a:gd name="connsiteY7" fmla="*/ 405432 h 684485"/>
                  <a:gd name="connsiteX8" fmla="*/ 3628 w 619576"/>
                  <a:gd name="connsiteY8" fmla="*/ 161473 h 684485"/>
                  <a:gd name="connsiteX9" fmla="*/ 30506 w 619576"/>
                  <a:gd name="connsiteY9" fmla="*/ 119950 h 684485"/>
                  <a:gd name="connsiteX10" fmla="*/ 259910 w 619576"/>
                  <a:gd name="connsiteY10" fmla="*/ 10562 h 68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576" h="684485">
                    <a:moveTo>
                      <a:pt x="259910" y="10562"/>
                    </a:moveTo>
                    <a:cubicBezTo>
                      <a:pt x="284288" y="739"/>
                      <a:pt x="317060" y="-8994"/>
                      <a:pt x="336794" y="14848"/>
                    </a:cubicBezTo>
                    <a:cubicBezTo>
                      <a:pt x="426091" y="98519"/>
                      <a:pt x="505208" y="192727"/>
                      <a:pt x="579950" y="289436"/>
                    </a:cubicBezTo>
                    <a:cubicBezTo>
                      <a:pt x="597988" y="317743"/>
                      <a:pt x="626206" y="348461"/>
                      <a:pt x="618169" y="384626"/>
                    </a:cubicBezTo>
                    <a:cubicBezTo>
                      <a:pt x="538427" y="435793"/>
                      <a:pt x="450469" y="472941"/>
                      <a:pt x="367870" y="519375"/>
                    </a:cubicBezTo>
                    <a:cubicBezTo>
                      <a:pt x="257677" y="576615"/>
                      <a:pt x="147932" y="634836"/>
                      <a:pt x="33989" y="684485"/>
                    </a:cubicBezTo>
                    <a:cubicBezTo>
                      <a:pt x="91942" y="610726"/>
                      <a:pt x="148200" y="535092"/>
                      <a:pt x="194991" y="453653"/>
                    </a:cubicBezTo>
                    <a:cubicBezTo>
                      <a:pt x="208118" y="435704"/>
                      <a:pt x="187669" y="419720"/>
                      <a:pt x="179007" y="405432"/>
                    </a:cubicBezTo>
                    <a:cubicBezTo>
                      <a:pt x="120875" y="323905"/>
                      <a:pt x="60421" y="243894"/>
                      <a:pt x="3628" y="161473"/>
                    </a:cubicBezTo>
                    <a:cubicBezTo>
                      <a:pt x="-9409" y="140935"/>
                      <a:pt x="15772" y="128434"/>
                      <a:pt x="30506" y="119950"/>
                    </a:cubicBezTo>
                    <a:cubicBezTo>
                      <a:pt x="105962" y="81374"/>
                      <a:pt x="181507" y="42798"/>
                      <a:pt x="259910" y="10562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9C197C4A-FEAB-9C76-1974-4BA10ACE5C87}"/>
                </a:ext>
              </a:extLst>
            </p:cNvPr>
            <p:cNvGrpSpPr/>
            <p:nvPr/>
          </p:nvGrpSpPr>
          <p:grpSpPr>
            <a:xfrm>
              <a:off x="5753545" y="2217612"/>
              <a:ext cx="2539053" cy="1401888"/>
              <a:chOff x="5227855" y="3001000"/>
              <a:chExt cx="5017881" cy="2770524"/>
            </a:xfrm>
            <a:solidFill>
              <a:schemeClr val="tx1">
                <a:lumMod val="95000"/>
                <a:lumOff val="5000"/>
              </a:schemeClr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73B6C580-0F1D-535E-0C12-251032EB687E}"/>
                  </a:ext>
                </a:extLst>
              </p:cNvPr>
              <p:cNvGrpSpPr/>
              <p:nvPr/>
            </p:nvGrpSpPr>
            <p:grpSpPr>
              <a:xfrm>
                <a:off x="7594543" y="3001000"/>
                <a:ext cx="2651193" cy="2770524"/>
                <a:chOff x="7594543" y="3001000"/>
                <a:chExt cx="2651193" cy="2770524"/>
              </a:xfrm>
              <a:grpFill/>
            </p:grpSpPr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15BFB511-F10B-C446-3848-DD68F8EF6F46}"/>
                    </a:ext>
                  </a:extLst>
                </p:cNvPr>
                <p:cNvSpPr/>
                <p:nvPr/>
              </p:nvSpPr>
              <p:spPr>
                <a:xfrm>
                  <a:off x="7594543" y="3001000"/>
                  <a:ext cx="2651193" cy="2770524"/>
                </a:xfrm>
                <a:custGeom>
                  <a:avLst/>
                  <a:gdLst>
                    <a:gd name="connsiteX0" fmla="*/ 804334 w 2651193"/>
                    <a:gd name="connsiteY0" fmla="*/ 0 h 2770524"/>
                    <a:gd name="connsiteX1" fmla="*/ 1025433 w 2651193"/>
                    <a:gd name="connsiteY1" fmla="*/ 114657 h 2770524"/>
                    <a:gd name="connsiteX2" fmla="*/ 1228494 w 2651193"/>
                    <a:gd name="connsiteY2" fmla="*/ 235208 h 2770524"/>
                    <a:gd name="connsiteX3" fmla="*/ 1163753 w 2651193"/>
                    <a:gd name="connsiteY3" fmla="*/ 344239 h 2770524"/>
                    <a:gd name="connsiteX4" fmla="*/ 976676 w 2651193"/>
                    <a:gd name="connsiteY4" fmla="*/ 585966 h 2770524"/>
                    <a:gd name="connsiteX5" fmla="*/ 735039 w 2651193"/>
                    <a:gd name="connsiteY5" fmla="*/ 853232 h 2770524"/>
                    <a:gd name="connsiteX6" fmla="*/ 699945 w 2651193"/>
                    <a:gd name="connsiteY6" fmla="*/ 901273 h 2770524"/>
                    <a:gd name="connsiteX7" fmla="*/ 916937 w 2651193"/>
                    <a:gd name="connsiteY7" fmla="*/ 751076 h 2770524"/>
                    <a:gd name="connsiteX8" fmla="*/ 1215277 w 2651193"/>
                    <a:gd name="connsiteY8" fmla="*/ 933778 h 2770524"/>
                    <a:gd name="connsiteX9" fmla="*/ 1223314 w 2651193"/>
                    <a:gd name="connsiteY9" fmla="*/ 967085 h 2770524"/>
                    <a:gd name="connsiteX10" fmla="*/ 1094905 w 2651193"/>
                    <a:gd name="connsiteY10" fmla="*/ 1168896 h 2770524"/>
                    <a:gd name="connsiteX11" fmla="*/ 1254301 w 2651193"/>
                    <a:gd name="connsiteY11" fmla="*/ 1113175 h 2770524"/>
                    <a:gd name="connsiteX12" fmla="*/ 2427572 w 2651193"/>
                    <a:gd name="connsiteY12" fmla="*/ 760631 h 2770524"/>
                    <a:gd name="connsiteX13" fmla="*/ 2539729 w 2651193"/>
                    <a:gd name="connsiteY13" fmla="*/ 733574 h 2770524"/>
                    <a:gd name="connsiteX14" fmla="*/ 2649386 w 2651193"/>
                    <a:gd name="connsiteY14" fmla="*/ 1162109 h 2770524"/>
                    <a:gd name="connsiteX15" fmla="*/ 2624382 w 2651193"/>
                    <a:gd name="connsiteY15" fmla="*/ 1206490 h 2770524"/>
                    <a:gd name="connsiteX16" fmla="*/ 2446503 w 2651193"/>
                    <a:gd name="connsiteY16" fmla="*/ 1262122 h 2770524"/>
                    <a:gd name="connsiteX17" fmla="*/ 2230762 w 2651193"/>
                    <a:gd name="connsiteY17" fmla="*/ 1326594 h 2770524"/>
                    <a:gd name="connsiteX18" fmla="*/ 2242103 w 2651193"/>
                    <a:gd name="connsiteY18" fmla="*/ 1544300 h 2770524"/>
                    <a:gd name="connsiteX19" fmla="*/ 2250943 w 2651193"/>
                    <a:gd name="connsiteY19" fmla="*/ 1838891 h 2770524"/>
                    <a:gd name="connsiteX20" fmla="*/ 2226744 w 2651193"/>
                    <a:gd name="connsiteY20" fmla="*/ 2330827 h 2770524"/>
                    <a:gd name="connsiteX21" fmla="*/ 2131464 w 2651193"/>
                    <a:gd name="connsiteY21" fmla="*/ 2624882 h 2770524"/>
                    <a:gd name="connsiteX22" fmla="*/ 1899381 w 2651193"/>
                    <a:gd name="connsiteY22" fmla="*/ 2766953 h 2770524"/>
                    <a:gd name="connsiteX23" fmla="*/ 1698553 w 2651193"/>
                    <a:gd name="connsiteY23" fmla="*/ 2709714 h 2770524"/>
                    <a:gd name="connsiteX24" fmla="*/ 1553088 w 2651193"/>
                    <a:gd name="connsiteY24" fmla="*/ 2586931 h 2770524"/>
                    <a:gd name="connsiteX25" fmla="*/ 1248407 w 2651193"/>
                    <a:gd name="connsiteY25" fmla="*/ 2181701 h 2770524"/>
                    <a:gd name="connsiteX26" fmla="*/ 1646581 w 2651193"/>
                    <a:gd name="connsiteY26" fmla="*/ 2236708 h 2770524"/>
                    <a:gd name="connsiteX27" fmla="*/ 1752577 w 2651193"/>
                    <a:gd name="connsiteY27" fmla="*/ 1475095 h 2770524"/>
                    <a:gd name="connsiteX28" fmla="*/ 1092941 w 2651193"/>
                    <a:gd name="connsiteY28" fmla="*/ 1700837 h 2770524"/>
                    <a:gd name="connsiteX29" fmla="*/ 1031058 w 2651193"/>
                    <a:gd name="connsiteY29" fmla="*/ 1689229 h 2770524"/>
                    <a:gd name="connsiteX30" fmla="*/ 961049 w 2651193"/>
                    <a:gd name="connsiteY30" fmla="*/ 1383119 h 2770524"/>
                    <a:gd name="connsiteX31" fmla="*/ 873896 w 2651193"/>
                    <a:gd name="connsiteY31" fmla="*/ 1492865 h 2770524"/>
                    <a:gd name="connsiteX32" fmla="*/ 873628 w 2651193"/>
                    <a:gd name="connsiteY32" fmla="*/ 1847820 h 2770524"/>
                    <a:gd name="connsiteX33" fmla="*/ 868895 w 2651193"/>
                    <a:gd name="connsiteY33" fmla="*/ 2452092 h 2770524"/>
                    <a:gd name="connsiteX34" fmla="*/ 822818 w 2651193"/>
                    <a:gd name="connsiteY34" fmla="*/ 2486650 h 2770524"/>
                    <a:gd name="connsiteX35" fmla="*/ 448039 w 2651193"/>
                    <a:gd name="connsiteY35" fmla="*/ 2486025 h 2770524"/>
                    <a:gd name="connsiteX36" fmla="*/ 446967 w 2651193"/>
                    <a:gd name="connsiteY36" fmla="*/ 2357348 h 2770524"/>
                    <a:gd name="connsiteX37" fmla="*/ 457862 w 2651193"/>
                    <a:gd name="connsiteY37" fmla="*/ 2053292 h 2770524"/>
                    <a:gd name="connsiteX38" fmla="*/ 466166 w 2651193"/>
                    <a:gd name="connsiteY38" fmla="*/ 1931491 h 2770524"/>
                    <a:gd name="connsiteX39" fmla="*/ 309629 w 2651193"/>
                    <a:gd name="connsiteY39" fmla="*/ 2106781 h 2770524"/>
                    <a:gd name="connsiteX40" fmla="*/ 267748 w 2651193"/>
                    <a:gd name="connsiteY40" fmla="*/ 2095351 h 2770524"/>
                    <a:gd name="connsiteX41" fmla="*/ 58347 w 2651193"/>
                    <a:gd name="connsiteY41" fmla="*/ 1911846 h 2770524"/>
                    <a:gd name="connsiteX42" fmla="*/ 3072 w 2651193"/>
                    <a:gd name="connsiteY42" fmla="*/ 1856035 h 2770524"/>
                    <a:gd name="connsiteX43" fmla="*/ 24236 w 2651193"/>
                    <a:gd name="connsiteY43" fmla="*/ 1821121 h 2770524"/>
                    <a:gd name="connsiteX44" fmla="*/ 705035 w 2651193"/>
                    <a:gd name="connsiteY44" fmla="*/ 1019324 h 2770524"/>
                    <a:gd name="connsiteX45" fmla="*/ 825318 w 2651193"/>
                    <a:gd name="connsiteY45" fmla="*/ 855375 h 2770524"/>
                    <a:gd name="connsiteX46" fmla="*/ 582342 w 2651193"/>
                    <a:gd name="connsiteY46" fmla="*/ 1075492 h 2770524"/>
                    <a:gd name="connsiteX47" fmla="*/ 361778 w 2651193"/>
                    <a:gd name="connsiteY47" fmla="*/ 1275427 h 2770524"/>
                    <a:gd name="connsiteX48" fmla="*/ 323470 w 2651193"/>
                    <a:gd name="connsiteY48" fmla="*/ 1272034 h 2770524"/>
                    <a:gd name="connsiteX49" fmla="*/ 23164 w 2651193"/>
                    <a:gd name="connsiteY49" fmla="*/ 1027539 h 2770524"/>
                    <a:gd name="connsiteX50" fmla="*/ 8073 w 2651193"/>
                    <a:gd name="connsiteY50" fmla="*/ 967710 h 2770524"/>
                    <a:gd name="connsiteX51" fmla="*/ 279893 w 2651193"/>
                    <a:gd name="connsiteY51" fmla="*/ 648920 h 2770524"/>
                    <a:gd name="connsiteX52" fmla="*/ 740397 w 2651193"/>
                    <a:gd name="connsiteY52" fmla="*/ 81796 h 2770524"/>
                    <a:gd name="connsiteX53" fmla="*/ 804334 w 2651193"/>
                    <a:gd name="connsiteY53" fmla="*/ 0 h 277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651193" h="2770524">
                      <a:moveTo>
                        <a:pt x="804334" y="0"/>
                      </a:moveTo>
                      <a:cubicBezTo>
                        <a:pt x="881575" y="30718"/>
                        <a:pt x="952299" y="75456"/>
                        <a:pt x="1025433" y="114657"/>
                      </a:cubicBezTo>
                      <a:cubicBezTo>
                        <a:pt x="1093209" y="154483"/>
                        <a:pt x="1165540" y="187702"/>
                        <a:pt x="1228494" y="235208"/>
                      </a:cubicBezTo>
                      <a:cubicBezTo>
                        <a:pt x="1222957" y="278874"/>
                        <a:pt x="1187506" y="309592"/>
                        <a:pt x="1163753" y="344239"/>
                      </a:cubicBezTo>
                      <a:cubicBezTo>
                        <a:pt x="1105889" y="428178"/>
                        <a:pt x="1039899" y="506045"/>
                        <a:pt x="976676" y="585966"/>
                      </a:cubicBezTo>
                      <a:cubicBezTo>
                        <a:pt x="896756" y="675531"/>
                        <a:pt x="816478" y="765006"/>
                        <a:pt x="735039" y="853232"/>
                      </a:cubicBezTo>
                      <a:cubicBezTo>
                        <a:pt x="722002" y="868233"/>
                        <a:pt x="710304" y="884396"/>
                        <a:pt x="699945" y="901273"/>
                      </a:cubicBezTo>
                      <a:cubicBezTo>
                        <a:pt x="779419" y="862072"/>
                        <a:pt x="840588" y="795278"/>
                        <a:pt x="916937" y="751076"/>
                      </a:cubicBezTo>
                      <a:cubicBezTo>
                        <a:pt x="1017039" y="810994"/>
                        <a:pt x="1115533" y="873413"/>
                        <a:pt x="1215277" y="933778"/>
                      </a:cubicBezTo>
                      <a:cubicBezTo>
                        <a:pt x="1230012" y="938957"/>
                        <a:pt x="1231262" y="955477"/>
                        <a:pt x="1223314" y="967085"/>
                      </a:cubicBezTo>
                      <a:cubicBezTo>
                        <a:pt x="1186345" y="1037897"/>
                        <a:pt x="1134464" y="1099602"/>
                        <a:pt x="1094905" y="1168896"/>
                      </a:cubicBezTo>
                      <a:cubicBezTo>
                        <a:pt x="1150359" y="1157466"/>
                        <a:pt x="1200722" y="1130499"/>
                        <a:pt x="1254301" y="1113175"/>
                      </a:cubicBezTo>
                      <a:cubicBezTo>
                        <a:pt x="1639705" y="977622"/>
                        <a:pt x="2033237" y="866894"/>
                        <a:pt x="2427572" y="760631"/>
                      </a:cubicBezTo>
                      <a:cubicBezTo>
                        <a:pt x="2464630" y="750808"/>
                        <a:pt x="2501064" y="736520"/>
                        <a:pt x="2539729" y="733574"/>
                      </a:cubicBezTo>
                      <a:cubicBezTo>
                        <a:pt x="2579912" y="875377"/>
                        <a:pt x="2612685" y="1019324"/>
                        <a:pt x="2649386" y="1162109"/>
                      </a:cubicBezTo>
                      <a:cubicBezTo>
                        <a:pt x="2656618" y="1181130"/>
                        <a:pt x="2640903" y="1199168"/>
                        <a:pt x="2624382" y="1206490"/>
                      </a:cubicBezTo>
                      <a:cubicBezTo>
                        <a:pt x="2568393" y="1234351"/>
                        <a:pt x="2505797" y="1243905"/>
                        <a:pt x="2446503" y="1262122"/>
                      </a:cubicBezTo>
                      <a:cubicBezTo>
                        <a:pt x="2374440" y="1283017"/>
                        <a:pt x="2303271" y="1307396"/>
                        <a:pt x="2230762" y="1326594"/>
                      </a:cubicBezTo>
                      <a:cubicBezTo>
                        <a:pt x="2228708" y="1399103"/>
                        <a:pt x="2240405" y="1471612"/>
                        <a:pt x="2242103" y="1544300"/>
                      </a:cubicBezTo>
                      <a:cubicBezTo>
                        <a:pt x="2243709" y="1642616"/>
                        <a:pt x="2252104" y="1740575"/>
                        <a:pt x="2250943" y="1838891"/>
                      </a:cubicBezTo>
                      <a:cubicBezTo>
                        <a:pt x="2252372" y="2003108"/>
                        <a:pt x="2253086" y="2168218"/>
                        <a:pt x="2226744" y="2330827"/>
                      </a:cubicBezTo>
                      <a:cubicBezTo>
                        <a:pt x="2210402" y="2432625"/>
                        <a:pt x="2191560" y="2538531"/>
                        <a:pt x="2131464" y="2624882"/>
                      </a:cubicBezTo>
                      <a:cubicBezTo>
                        <a:pt x="2080207" y="2704088"/>
                        <a:pt x="1989124" y="2747754"/>
                        <a:pt x="1899381" y="2766953"/>
                      </a:cubicBezTo>
                      <a:cubicBezTo>
                        <a:pt x="1827051" y="2782223"/>
                        <a:pt x="1758470" y="2745790"/>
                        <a:pt x="1698553" y="2709714"/>
                      </a:cubicBezTo>
                      <a:cubicBezTo>
                        <a:pt x="1642563" y="2678549"/>
                        <a:pt x="1598272" y="2631400"/>
                        <a:pt x="1553088" y="2586931"/>
                      </a:cubicBezTo>
                      <a:cubicBezTo>
                        <a:pt x="1436912" y="2463701"/>
                        <a:pt x="1337436" y="2325290"/>
                        <a:pt x="1248407" y="2181701"/>
                      </a:cubicBezTo>
                      <a:cubicBezTo>
                        <a:pt x="1380655" y="2202865"/>
                        <a:pt x="1511743" y="2236172"/>
                        <a:pt x="1646581" y="2236708"/>
                      </a:cubicBezTo>
                      <a:cubicBezTo>
                        <a:pt x="1707572" y="1987123"/>
                        <a:pt x="1731234" y="1730484"/>
                        <a:pt x="1752577" y="1475095"/>
                      </a:cubicBezTo>
                      <a:cubicBezTo>
                        <a:pt x="1531121" y="1545729"/>
                        <a:pt x="1314487" y="1630561"/>
                        <a:pt x="1092941" y="1700837"/>
                      </a:cubicBezTo>
                      <a:cubicBezTo>
                        <a:pt x="1072581" y="1707535"/>
                        <a:pt x="1039452" y="1717268"/>
                        <a:pt x="1031058" y="1689229"/>
                      </a:cubicBezTo>
                      <a:cubicBezTo>
                        <a:pt x="1002840" y="1588413"/>
                        <a:pt x="985160" y="1484918"/>
                        <a:pt x="961049" y="1383119"/>
                      </a:cubicBezTo>
                      <a:cubicBezTo>
                        <a:pt x="930688" y="1418481"/>
                        <a:pt x="898542" y="1453217"/>
                        <a:pt x="873896" y="1492865"/>
                      </a:cubicBezTo>
                      <a:cubicBezTo>
                        <a:pt x="879164" y="1611094"/>
                        <a:pt x="872645" y="1729502"/>
                        <a:pt x="873628" y="1847820"/>
                      </a:cubicBezTo>
                      <a:cubicBezTo>
                        <a:pt x="867198" y="2049185"/>
                        <a:pt x="873181" y="2250728"/>
                        <a:pt x="868895" y="2452092"/>
                      </a:cubicBezTo>
                      <a:cubicBezTo>
                        <a:pt x="871038" y="2477363"/>
                        <a:pt x="844160" y="2488794"/>
                        <a:pt x="822818" y="2486650"/>
                      </a:cubicBezTo>
                      <a:cubicBezTo>
                        <a:pt x="697981" y="2489508"/>
                        <a:pt x="572876" y="2488704"/>
                        <a:pt x="448039" y="2486025"/>
                      </a:cubicBezTo>
                      <a:cubicBezTo>
                        <a:pt x="431073" y="2444681"/>
                        <a:pt x="446788" y="2400032"/>
                        <a:pt x="446967" y="2357348"/>
                      </a:cubicBezTo>
                      <a:cubicBezTo>
                        <a:pt x="448753" y="2255818"/>
                        <a:pt x="459111" y="2154823"/>
                        <a:pt x="457862" y="2053292"/>
                      </a:cubicBezTo>
                      <a:cubicBezTo>
                        <a:pt x="459201" y="2012662"/>
                        <a:pt x="455361" y="1971229"/>
                        <a:pt x="466166" y="1931491"/>
                      </a:cubicBezTo>
                      <a:cubicBezTo>
                        <a:pt x="412766" y="1988820"/>
                        <a:pt x="365439" y="2051775"/>
                        <a:pt x="309629" y="2106781"/>
                      </a:cubicBezTo>
                      <a:cubicBezTo>
                        <a:pt x="295609" y="2121872"/>
                        <a:pt x="279446" y="2103834"/>
                        <a:pt x="267748" y="2095351"/>
                      </a:cubicBezTo>
                      <a:cubicBezTo>
                        <a:pt x="196757" y="2035522"/>
                        <a:pt x="127731" y="1973461"/>
                        <a:pt x="58347" y="1911846"/>
                      </a:cubicBezTo>
                      <a:cubicBezTo>
                        <a:pt x="38613" y="1894612"/>
                        <a:pt x="17360" y="1878360"/>
                        <a:pt x="3072" y="1856035"/>
                      </a:cubicBezTo>
                      <a:cubicBezTo>
                        <a:pt x="5037" y="1842105"/>
                        <a:pt x="15485" y="1831389"/>
                        <a:pt x="24236" y="1821121"/>
                      </a:cubicBezTo>
                      <a:cubicBezTo>
                        <a:pt x="264534" y="1565642"/>
                        <a:pt x="485275" y="1292572"/>
                        <a:pt x="705035" y="1019324"/>
                      </a:cubicBezTo>
                      <a:cubicBezTo>
                        <a:pt x="744058" y="963871"/>
                        <a:pt x="792011" y="914757"/>
                        <a:pt x="825318" y="855375"/>
                      </a:cubicBezTo>
                      <a:cubicBezTo>
                        <a:pt x="743522" y="927884"/>
                        <a:pt x="663245" y="1002000"/>
                        <a:pt x="582342" y="1075492"/>
                      </a:cubicBezTo>
                      <a:cubicBezTo>
                        <a:pt x="509832" y="1143268"/>
                        <a:pt x="440270" y="1214527"/>
                        <a:pt x="361778" y="1275427"/>
                      </a:cubicBezTo>
                      <a:cubicBezTo>
                        <a:pt x="350080" y="1286143"/>
                        <a:pt x="333471" y="1282928"/>
                        <a:pt x="323470" y="1272034"/>
                      </a:cubicBezTo>
                      <a:cubicBezTo>
                        <a:pt x="223725" y="1190149"/>
                        <a:pt x="119694" y="1113264"/>
                        <a:pt x="23164" y="1027539"/>
                      </a:cubicBezTo>
                      <a:cubicBezTo>
                        <a:pt x="5394" y="1013698"/>
                        <a:pt x="-9965" y="987802"/>
                        <a:pt x="8073" y="967710"/>
                      </a:cubicBezTo>
                      <a:cubicBezTo>
                        <a:pt x="95227" y="858589"/>
                        <a:pt x="189882" y="755720"/>
                        <a:pt x="279893" y="648920"/>
                      </a:cubicBezTo>
                      <a:cubicBezTo>
                        <a:pt x="437859" y="463540"/>
                        <a:pt x="593146" y="275838"/>
                        <a:pt x="740397" y="81796"/>
                      </a:cubicBezTo>
                      <a:cubicBezTo>
                        <a:pt x="761203" y="54114"/>
                        <a:pt x="780580" y="25360"/>
                        <a:pt x="804334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55F6DCEA-D71C-D603-5973-67E5421F6610}"/>
                    </a:ext>
                  </a:extLst>
                </p:cNvPr>
                <p:cNvSpPr/>
                <p:nvPr/>
              </p:nvSpPr>
              <p:spPr>
                <a:xfrm>
                  <a:off x="8899447" y="3109943"/>
                  <a:ext cx="1072203" cy="703122"/>
                </a:xfrm>
                <a:custGeom>
                  <a:avLst/>
                  <a:gdLst>
                    <a:gd name="connsiteX0" fmla="*/ 36371 w 1072203"/>
                    <a:gd name="connsiteY0" fmla="*/ 218687 h 703122"/>
                    <a:gd name="connsiteX1" fmla="*/ 989615 w 1072203"/>
                    <a:gd name="connsiteY1" fmla="*/ 2231 h 703122"/>
                    <a:gd name="connsiteX2" fmla="*/ 1036406 w 1072203"/>
                    <a:gd name="connsiteY2" fmla="*/ 534 h 703122"/>
                    <a:gd name="connsiteX3" fmla="*/ 1061498 w 1072203"/>
                    <a:gd name="connsiteY3" fmla="*/ 265657 h 703122"/>
                    <a:gd name="connsiteX4" fmla="*/ 1071322 w 1072203"/>
                    <a:gd name="connsiteY4" fmla="*/ 443268 h 703122"/>
                    <a:gd name="connsiteX5" fmla="*/ 826380 w 1072203"/>
                    <a:gd name="connsiteY5" fmla="*/ 524439 h 703122"/>
                    <a:gd name="connsiteX6" fmla="*/ 465175 w 1072203"/>
                    <a:gd name="connsiteY6" fmla="*/ 636864 h 703122"/>
                    <a:gd name="connsiteX7" fmla="*/ 254969 w 1072203"/>
                    <a:gd name="connsiteY7" fmla="*/ 703122 h 703122"/>
                    <a:gd name="connsiteX8" fmla="*/ 443475 w 1072203"/>
                    <a:gd name="connsiteY8" fmla="*/ 589894 h 703122"/>
                    <a:gd name="connsiteX9" fmla="*/ 121560 w 1072203"/>
                    <a:gd name="connsiteY9" fmla="*/ 679905 h 703122"/>
                    <a:gd name="connsiteX10" fmla="*/ 65839 w 1072203"/>
                    <a:gd name="connsiteY10" fmla="*/ 671690 h 703122"/>
                    <a:gd name="connsiteX11" fmla="*/ 473 w 1072203"/>
                    <a:gd name="connsiteY11" fmla="*/ 246547 h 703122"/>
                    <a:gd name="connsiteX12" fmla="*/ 36371 w 1072203"/>
                    <a:gd name="connsiteY12" fmla="*/ 218687 h 70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72203" h="703122">
                      <a:moveTo>
                        <a:pt x="36371" y="218687"/>
                      </a:moveTo>
                      <a:cubicBezTo>
                        <a:pt x="351232" y="134301"/>
                        <a:pt x="671985" y="74651"/>
                        <a:pt x="989615" y="2231"/>
                      </a:cubicBezTo>
                      <a:cubicBezTo>
                        <a:pt x="1004974" y="-626"/>
                        <a:pt x="1020690" y="-180"/>
                        <a:pt x="1036406" y="534"/>
                      </a:cubicBezTo>
                      <a:cubicBezTo>
                        <a:pt x="1048908" y="88403"/>
                        <a:pt x="1052123" y="177342"/>
                        <a:pt x="1061498" y="265657"/>
                      </a:cubicBezTo>
                      <a:cubicBezTo>
                        <a:pt x="1064981" y="324861"/>
                        <a:pt x="1075250" y="383797"/>
                        <a:pt x="1071322" y="443268"/>
                      </a:cubicBezTo>
                      <a:cubicBezTo>
                        <a:pt x="993454" y="480684"/>
                        <a:pt x="907998" y="497293"/>
                        <a:pt x="826380" y="524439"/>
                      </a:cubicBezTo>
                      <a:cubicBezTo>
                        <a:pt x="704847" y="558283"/>
                        <a:pt x="584475" y="596055"/>
                        <a:pt x="465175" y="636864"/>
                      </a:cubicBezTo>
                      <a:cubicBezTo>
                        <a:pt x="395433" y="659992"/>
                        <a:pt x="326496" y="686335"/>
                        <a:pt x="254969" y="703122"/>
                      </a:cubicBezTo>
                      <a:cubicBezTo>
                        <a:pt x="317924" y="665618"/>
                        <a:pt x="380343" y="627220"/>
                        <a:pt x="443475" y="589894"/>
                      </a:cubicBezTo>
                      <a:cubicBezTo>
                        <a:pt x="335961" y="619272"/>
                        <a:pt x="228806" y="649723"/>
                        <a:pt x="121560" y="679905"/>
                      </a:cubicBezTo>
                      <a:cubicBezTo>
                        <a:pt x="103344" y="682852"/>
                        <a:pt x="71821" y="699372"/>
                        <a:pt x="65839" y="671690"/>
                      </a:cubicBezTo>
                      <a:cubicBezTo>
                        <a:pt x="45926" y="529708"/>
                        <a:pt x="16368" y="389065"/>
                        <a:pt x="473" y="246547"/>
                      </a:cubicBezTo>
                      <a:cubicBezTo>
                        <a:pt x="-3902" y="225741"/>
                        <a:pt x="23155" y="224848"/>
                        <a:pt x="36371" y="218687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CF797899-FA7F-1DF1-E9CF-B4335CD742CF}"/>
                  </a:ext>
                </a:extLst>
              </p:cNvPr>
              <p:cNvSpPr/>
              <p:nvPr/>
            </p:nvSpPr>
            <p:spPr>
              <a:xfrm>
                <a:off x="5892938" y="3188681"/>
                <a:ext cx="578197" cy="586879"/>
              </a:xfrm>
              <a:custGeom>
                <a:avLst/>
                <a:gdLst>
                  <a:gd name="connsiteX0" fmla="*/ 401390 w 578197"/>
                  <a:gd name="connsiteY0" fmla="*/ 4753 h 586879"/>
                  <a:gd name="connsiteX1" fmla="*/ 431572 w 578197"/>
                  <a:gd name="connsiteY1" fmla="*/ 8771 h 586879"/>
                  <a:gd name="connsiteX2" fmla="*/ 539353 w 578197"/>
                  <a:gd name="connsiteY2" fmla="*/ 308898 h 586879"/>
                  <a:gd name="connsiteX3" fmla="*/ 578197 w 578197"/>
                  <a:gd name="connsiteY3" fmla="*/ 445344 h 586879"/>
                  <a:gd name="connsiteX4" fmla="*/ 351829 w 578197"/>
                  <a:gd name="connsiteY4" fmla="*/ 529997 h 586879"/>
                  <a:gd name="connsiteX5" fmla="*/ 173950 w 578197"/>
                  <a:gd name="connsiteY5" fmla="*/ 586879 h 586879"/>
                  <a:gd name="connsiteX6" fmla="*/ 150554 w 578197"/>
                  <a:gd name="connsiteY6" fmla="*/ 548392 h 586879"/>
                  <a:gd name="connsiteX7" fmla="*/ 31611 w 578197"/>
                  <a:gd name="connsiteY7" fmla="*/ 256481 h 586879"/>
                  <a:gd name="connsiteX8" fmla="*/ 0 w 578197"/>
                  <a:gd name="connsiteY8" fmla="*/ 169238 h 586879"/>
                  <a:gd name="connsiteX9" fmla="*/ 94744 w 578197"/>
                  <a:gd name="connsiteY9" fmla="*/ 125929 h 586879"/>
                  <a:gd name="connsiteX10" fmla="*/ 401390 w 578197"/>
                  <a:gd name="connsiteY10" fmla="*/ 4753 h 586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8197" h="586879">
                    <a:moveTo>
                      <a:pt x="401390" y="4753"/>
                    </a:moveTo>
                    <a:cubicBezTo>
                      <a:pt x="410855" y="2520"/>
                      <a:pt x="428000" y="-6677"/>
                      <a:pt x="431572" y="8771"/>
                    </a:cubicBezTo>
                    <a:cubicBezTo>
                      <a:pt x="468183" y="108516"/>
                      <a:pt x="502295" y="209243"/>
                      <a:pt x="539353" y="308898"/>
                    </a:cubicBezTo>
                    <a:cubicBezTo>
                      <a:pt x="554176" y="353725"/>
                      <a:pt x="574268" y="397659"/>
                      <a:pt x="578197" y="445344"/>
                    </a:cubicBezTo>
                    <a:cubicBezTo>
                      <a:pt x="504527" y="478205"/>
                      <a:pt x="427018" y="501065"/>
                      <a:pt x="351829" y="529997"/>
                    </a:cubicBezTo>
                    <a:cubicBezTo>
                      <a:pt x="292537" y="548928"/>
                      <a:pt x="234226" y="571252"/>
                      <a:pt x="173950" y="586879"/>
                    </a:cubicBezTo>
                    <a:cubicBezTo>
                      <a:pt x="165289" y="574556"/>
                      <a:pt x="156716" y="562055"/>
                      <a:pt x="150554" y="548392"/>
                    </a:cubicBezTo>
                    <a:cubicBezTo>
                      <a:pt x="113496" y="450076"/>
                      <a:pt x="72330" y="353368"/>
                      <a:pt x="31611" y="256481"/>
                    </a:cubicBezTo>
                    <a:cubicBezTo>
                      <a:pt x="18931" y="228174"/>
                      <a:pt x="6965" y="199509"/>
                      <a:pt x="0" y="169238"/>
                    </a:cubicBezTo>
                    <a:cubicBezTo>
                      <a:pt x="30004" y="151468"/>
                      <a:pt x="62329" y="138609"/>
                      <a:pt x="94744" y="125929"/>
                    </a:cubicBezTo>
                    <a:cubicBezTo>
                      <a:pt x="195828" y="82888"/>
                      <a:pt x="297984" y="42079"/>
                      <a:pt x="401390" y="4753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5C57670C-273E-D1D0-5646-6D206F20F639}"/>
                  </a:ext>
                </a:extLst>
              </p:cNvPr>
              <p:cNvGrpSpPr/>
              <p:nvPr/>
            </p:nvGrpSpPr>
            <p:grpSpPr>
              <a:xfrm>
                <a:off x="5227855" y="3010286"/>
                <a:ext cx="2405883" cy="2666348"/>
                <a:chOff x="5227855" y="3010286"/>
                <a:chExt cx="2405883" cy="2666348"/>
              </a:xfrm>
              <a:grpFill/>
            </p:grpSpPr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341A9075-A730-4328-7058-CFE51BC318D6}"/>
                    </a:ext>
                  </a:extLst>
                </p:cNvPr>
                <p:cNvSpPr/>
                <p:nvPr/>
              </p:nvSpPr>
              <p:spPr>
                <a:xfrm>
                  <a:off x="5227855" y="3010286"/>
                  <a:ext cx="2405883" cy="1379370"/>
                </a:xfrm>
                <a:custGeom>
                  <a:avLst/>
                  <a:gdLst>
                    <a:gd name="connsiteX0" fmla="*/ 1583680 w 2405883"/>
                    <a:gd name="connsiteY0" fmla="*/ 0 h 1379370"/>
                    <a:gd name="connsiteX1" fmla="*/ 1667262 w 2405883"/>
                    <a:gd name="connsiteY1" fmla="*/ 25985 h 1379370"/>
                    <a:gd name="connsiteX2" fmla="*/ 1911489 w 2405883"/>
                    <a:gd name="connsiteY2" fmla="*/ 129391 h 1379370"/>
                    <a:gd name="connsiteX3" fmla="*/ 2039540 w 2405883"/>
                    <a:gd name="connsiteY3" fmla="*/ 193417 h 1379370"/>
                    <a:gd name="connsiteX4" fmla="*/ 1824692 w 2405883"/>
                    <a:gd name="connsiteY4" fmla="*/ 521494 h 1379370"/>
                    <a:gd name="connsiteX5" fmla="*/ 2112585 w 2405883"/>
                    <a:gd name="connsiteY5" fmla="*/ 449610 h 1379370"/>
                    <a:gd name="connsiteX6" fmla="*/ 2343685 w 2405883"/>
                    <a:gd name="connsiteY6" fmla="*/ 392817 h 1379370"/>
                    <a:gd name="connsiteX7" fmla="*/ 2405479 w 2405883"/>
                    <a:gd name="connsiteY7" fmla="*/ 383977 h 1379370"/>
                    <a:gd name="connsiteX8" fmla="*/ 2384227 w 2405883"/>
                    <a:gd name="connsiteY8" fmla="*/ 659458 h 1379370"/>
                    <a:gd name="connsiteX9" fmla="*/ 2366010 w 2405883"/>
                    <a:gd name="connsiteY9" fmla="*/ 785277 h 1379370"/>
                    <a:gd name="connsiteX10" fmla="*/ 2332434 w 2405883"/>
                    <a:gd name="connsiteY10" fmla="*/ 808316 h 1379370"/>
                    <a:gd name="connsiteX11" fmla="*/ 1306413 w 2405883"/>
                    <a:gd name="connsiteY11" fmla="*/ 1037808 h 1379370"/>
                    <a:gd name="connsiteX12" fmla="*/ 812690 w 2405883"/>
                    <a:gd name="connsiteY12" fmla="*/ 1189524 h 1379370"/>
                    <a:gd name="connsiteX13" fmla="*/ 328791 w 2405883"/>
                    <a:gd name="connsiteY13" fmla="*/ 1349097 h 1379370"/>
                    <a:gd name="connsiteX14" fmla="*/ 220563 w 2405883"/>
                    <a:gd name="connsiteY14" fmla="*/ 1378923 h 1379370"/>
                    <a:gd name="connsiteX15" fmla="*/ 173950 w 2405883"/>
                    <a:gd name="connsiteY15" fmla="*/ 1340168 h 1379370"/>
                    <a:gd name="connsiteX16" fmla="*/ 0 w 2405883"/>
                    <a:gd name="connsiteY16" fmla="*/ 1033076 h 1379370"/>
                    <a:gd name="connsiteX17" fmla="*/ 446216 w 2405883"/>
                    <a:gd name="connsiteY17" fmla="*/ 902524 h 1379370"/>
                    <a:gd name="connsiteX18" fmla="*/ 1260782 w 2405883"/>
                    <a:gd name="connsiteY18" fmla="*/ 674817 h 1379370"/>
                    <a:gd name="connsiteX19" fmla="*/ 1295340 w 2405883"/>
                    <a:gd name="connsiteY19" fmla="*/ 654636 h 1379370"/>
                    <a:gd name="connsiteX20" fmla="*/ 1583680 w 2405883"/>
                    <a:gd name="connsiteY20" fmla="*/ 0 h 1379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405883" h="1379370">
                      <a:moveTo>
                        <a:pt x="1583680" y="0"/>
                      </a:moveTo>
                      <a:cubicBezTo>
                        <a:pt x="1613148" y="2322"/>
                        <a:pt x="1640116" y="15091"/>
                        <a:pt x="1667262" y="25985"/>
                      </a:cubicBezTo>
                      <a:cubicBezTo>
                        <a:pt x="1749594" y="58132"/>
                        <a:pt x="1830854" y="93137"/>
                        <a:pt x="1911489" y="129391"/>
                      </a:cubicBezTo>
                      <a:cubicBezTo>
                        <a:pt x="1953905" y="151180"/>
                        <a:pt x="2000518" y="165199"/>
                        <a:pt x="2039540" y="193417"/>
                      </a:cubicBezTo>
                      <a:cubicBezTo>
                        <a:pt x="1979533" y="309860"/>
                        <a:pt x="1897469" y="413087"/>
                        <a:pt x="1824692" y="521494"/>
                      </a:cubicBezTo>
                      <a:cubicBezTo>
                        <a:pt x="1921579" y="501313"/>
                        <a:pt x="2015788" y="470416"/>
                        <a:pt x="2112585" y="449610"/>
                      </a:cubicBezTo>
                      <a:cubicBezTo>
                        <a:pt x="2189470" y="430143"/>
                        <a:pt x="2267069" y="413534"/>
                        <a:pt x="2343685" y="392817"/>
                      </a:cubicBezTo>
                      <a:cubicBezTo>
                        <a:pt x="2363688" y="387102"/>
                        <a:pt x="2384584" y="384513"/>
                        <a:pt x="2405479" y="383977"/>
                      </a:cubicBezTo>
                      <a:cubicBezTo>
                        <a:pt x="2408515" y="476310"/>
                        <a:pt x="2393781" y="567928"/>
                        <a:pt x="2384227" y="659458"/>
                      </a:cubicBezTo>
                      <a:cubicBezTo>
                        <a:pt x="2376993" y="701249"/>
                        <a:pt x="2377976" y="744379"/>
                        <a:pt x="2366010" y="785277"/>
                      </a:cubicBezTo>
                      <a:cubicBezTo>
                        <a:pt x="2362795" y="801172"/>
                        <a:pt x="2345203" y="803851"/>
                        <a:pt x="2332434" y="808316"/>
                      </a:cubicBezTo>
                      <a:cubicBezTo>
                        <a:pt x="1986498" y="864483"/>
                        <a:pt x="1642705" y="938242"/>
                        <a:pt x="1306413" y="1037808"/>
                      </a:cubicBezTo>
                      <a:cubicBezTo>
                        <a:pt x="1142196" y="1089690"/>
                        <a:pt x="976104" y="1135053"/>
                        <a:pt x="812690" y="1189524"/>
                      </a:cubicBezTo>
                      <a:cubicBezTo>
                        <a:pt x="650617" y="1240512"/>
                        <a:pt x="490597" y="1297484"/>
                        <a:pt x="328791" y="1349097"/>
                      </a:cubicBezTo>
                      <a:cubicBezTo>
                        <a:pt x="293161" y="1360438"/>
                        <a:pt x="258425" y="1377851"/>
                        <a:pt x="220563" y="1378923"/>
                      </a:cubicBezTo>
                      <a:cubicBezTo>
                        <a:pt x="196006" y="1383119"/>
                        <a:pt x="185112" y="1356866"/>
                        <a:pt x="173950" y="1340168"/>
                      </a:cubicBezTo>
                      <a:cubicBezTo>
                        <a:pt x="116443" y="1237566"/>
                        <a:pt x="47595" y="1140857"/>
                        <a:pt x="0" y="1033076"/>
                      </a:cubicBezTo>
                      <a:cubicBezTo>
                        <a:pt x="146982" y="984052"/>
                        <a:pt x="297001" y="944493"/>
                        <a:pt x="446216" y="902524"/>
                      </a:cubicBezTo>
                      <a:cubicBezTo>
                        <a:pt x="717321" y="825014"/>
                        <a:pt x="989320" y="750808"/>
                        <a:pt x="1260782" y="674817"/>
                      </a:cubicBezTo>
                      <a:cubicBezTo>
                        <a:pt x="1273284" y="670263"/>
                        <a:pt x="1290429" y="669637"/>
                        <a:pt x="1295340" y="654636"/>
                      </a:cubicBezTo>
                      <a:cubicBezTo>
                        <a:pt x="1392317" y="436840"/>
                        <a:pt x="1498937" y="223064"/>
                        <a:pt x="158368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705B4C00-B83E-2B71-8A01-C9ABDA26D30B}"/>
                    </a:ext>
                  </a:extLst>
                </p:cNvPr>
                <p:cNvSpPr/>
                <p:nvPr/>
              </p:nvSpPr>
              <p:spPr>
                <a:xfrm>
                  <a:off x="6725542" y="3968840"/>
                  <a:ext cx="844337" cy="1707762"/>
                </a:xfrm>
                <a:custGeom>
                  <a:avLst/>
                  <a:gdLst>
                    <a:gd name="connsiteX0" fmla="*/ 321558 w 844337"/>
                    <a:gd name="connsiteY0" fmla="*/ 7996 h 1707762"/>
                    <a:gd name="connsiteX1" fmla="*/ 560338 w 844337"/>
                    <a:gd name="connsiteY1" fmla="*/ 2727 h 1707762"/>
                    <a:gd name="connsiteX2" fmla="*/ 737771 w 844337"/>
                    <a:gd name="connsiteY2" fmla="*/ 17729 h 1707762"/>
                    <a:gd name="connsiteX3" fmla="*/ 779383 w 844337"/>
                    <a:gd name="connsiteY3" fmla="*/ 96400 h 1707762"/>
                    <a:gd name="connsiteX4" fmla="*/ 792599 w 844337"/>
                    <a:gd name="connsiteY4" fmla="*/ 442604 h 1707762"/>
                    <a:gd name="connsiteX5" fmla="*/ 806172 w 844337"/>
                    <a:gd name="connsiteY5" fmla="*/ 718977 h 1707762"/>
                    <a:gd name="connsiteX6" fmla="*/ 837426 w 844337"/>
                    <a:gd name="connsiteY6" fmla="*/ 1344324 h 1707762"/>
                    <a:gd name="connsiteX7" fmla="*/ 841534 w 844337"/>
                    <a:gd name="connsiteY7" fmla="*/ 1513631 h 1707762"/>
                    <a:gd name="connsiteX8" fmla="*/ 749379 w 844337"/>
                    <a:gd name="connsiteY8" fmla="*/ 1573817 h 1707762"/>
                    <a:gd name="connsiteX9" fmla="*/ 150644 w 844337"/>
                    <a:gd name="connsiteY9" fmla="*/ 1679723 h 1707762"/>
                    <a:gd name="connsiteX10" fmla="*/ 0 w 844337"/>
                    <a:gd name="connsiteY10" fmla="*/ 1707762 h 1707762"/>
                    <a:gd name="connsiteX11" fmla="*/ 118408 w 844337"/>
                    <a:gd name="connsiteY11" fmla="*/ 1569888 h 1707762"/>
                    <a:gd name="connsiteX12" fmla="*/ 295841 w 844337"/>
                    <a:gd name="connsiteY12" fmla="*/ 1336734 h 1707762"/>
                    <a:gd name="connsiteX13" fmla="*/ 338078 w 844337"/>
                    <a:gd name="connsiteY13" fmla="*/ 1246901 h 1707762"/>
                    <a:gd name="connsiteX14" fmla="*/ 346651 w 844337"/>
                    <a:gd name="connsiteY14" fmla="*/ 951328 h 1707762"/>
                    <a:gd name="connsiteX15" fmla="*/ 351294 w 844337"/>
                    <a:gd name="connsiteY15" fmla="*/ 594230 h 1707762"/>
                    <a:gd name="connsiteX16" fmla="*/ 351472 w 844337"/>
                    <a:gd name="connsiteY16" fmla="*/ 245972 h 1707762"/>
                    <a:gd name="connsiteX17" fmla="*/ 341204 w 844337"/>
                    <a:gd name="connsiteY17" fmla="*/ 72468 h 1707762"/>
                    <a:gd name="connsiteX18" fmla="*/ 321558 w 844337"/>
                    <a:gd name="connsiteY18" fmla="*/ 7996 h 170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44337" h="1707762">
                      <a:moveTo>
                        <a:pt x="321558" y="7996"/>
                      </a:moveTo>
                      <a:cubicBezTo>
                        <a:pt x="400139" y="-6024"/>
                        <a:pt x="480863" y="2638"/>
                        <a:pt x="560338" y="2727"/>
                      </a:cubicBezTo>
                      <a:cubicBezTo>
                        <a:pt x="619185" y="11300"/>
                        <a:pt x="679907" y="2817"/>
                        <a:pt x="737771" y="17729"/>
                      </a:cubicBezTo>
                      <a:cubicBezTo>
                        <a:pt x="771257" y="27820"/>
                        <a:pt x="777508" y="66307"/>
                        <a:pt x="779383" y="96400"/>
                      </a:cubicBezTo>
                      <a:cubicBezTo>
                        <a:pt x="784205" y="211861"/>
                        <a:pt x="792063" y="327054"/>
                        <a:pt x="792599" y="442604"/>
                      </a:cubicBezTo>
                      <a:cubicBezTo>
                        <a:pt x="800904" y="534490"/>
                        <a:pt x="797421" y="627091"/>
                        <a:pt x="806172" y="718977"/>
                      </a:cubicBezTo>
                      <a:cubicBezTo>
                        <a:pt x="812602" y="927665"/>
                        <a:pt x="829479" y="1135726"/>
                        <a:pt x="837426" y="1344324"/>
                      </a:cubicBezTo>
                      <a:cubicBezTo>
                        <a:pt x="841534" y="1400491"/>
                        <a:pt x="848142" y="1457373"/>
                        <a:pt x="841534" y="1513631"/>
                      </a:cubicBezTo>
                      <a:cubicBezTo>
                        <a:pt x="831443" y="1553725"/>
                        <a:pt x="785098" y="1566851"/>
                        <a:pt x="749379" y="1573817"/>
                      </a:cubicBezTo>
                      <a:cubicBezTo>
                        <a:pt x="548997" y="1604267"/>
                        <a:pt x="348526" y="1635610"/>
                        <a:pt x="150644" y="1679723"/>
                      </a:cubicBezTo>
                      <a:cubicBezTo>
                        <a:pt x="100816" y="1690795"/>
                        <a:pt x="51524" y="1707494"/>
                        <a:pt x="0" y="1707762"/>
                      </a:cubicBezTo>
                      <a:cubicBezTo>
                        <a:pt x="34915" y="1658113"/>
                        <a:pt x="80814" y="1617483"/>
                        <a:pt x="118408" y="1569888"/>
                      </a:cubicBezTo>
                      <a:cubicBezTo>
                        <a:pt x="179130" y="1493450"/>
                        <a:pt x="239762" y="1416743"/>
                        <a:pt x="295841" y="1336734"/>
                      </a:cubicBezTo>
                      <a:cubicBezTo>
                        <a:pt x="313075" y="1308516"/>
                        <a:pt x="337721" y="1281816"/>
                        <a:pt x="338078" y="1246901"/>
                      </a:cubicBezTo>
                      <a:cubicBezTo>
                        <a:pt x="346918" y="1148674"/>
                        <a:pt x="344597" y="1049823"/>
                        <a:pt x="346651" y="951328"/>
                      </a:cubicBezTo>
                      <a:cubicBezTo>
                        <a:pt x="354687" y="832474"/>
                        <a:pt x="349062" y="713263"/>
                        <a:pt x="351294" y="594230"/>
                      </a:cubicBezTo>
                      <a:cubicBezTo>
                        <a:pt x="351205" y="478144"/>
                        <a:pt x="352187" y="362058"/>
                        <a:pt x="351472" y="245972"/>
                      </a:cubicBezTo>
                      <a:cubicBezTo>
                        <a:pt x="351026" y="188018"/>
                        <a:pt x="351830" y="129618"/>
                        <a:pt x="341204" y="72468"/>
                      </a:cubicBezTo>
                      <a:cubicBezTo>
                        <a:pt x="333435" y="51305"/>
                        <a:pt x="320397" y="31481"/>
                        <a:pt x="321558" y="7996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CB73F0A6-20A8-BCEC-FE0E-59D9422009C1}"/>
                    </a:ext>
                  </a:extLst>
                </p:cNvPr>
                <p:cNvSpPr/>
                <p:nvPr/>
              </p:nvSpPr>
              <p:spPr>
                <a:xfrm>
                  <a:off x="5581151" y="4120034"/>
                  <a:ext cx="1080249" cy="1556600"/>
                </a:xfrm>
                <a:custGeom>
                  <a:avLst/>
                  <a:gdLst>
                    <a:gd name="connsiteX0" fmla="*/ 819350 w 1080249"/>
                    <a:gd name="connsiteY0" fmla="*/ 4588 h 1556600"/>
                    <a:gd name="connsiteX1" fmla="*/ 858641 w 1080249"/>
                    <a:gd name="connsiteY1" fmla="*/ 5927 h 1556600"/>
                    <a:gd name="connsiteX2" fmla="*/ 1080097 w 1080249"/>
                    <a:gd name="connsiteY2" fmla="*/ 151214 h 1556600"/>
                    <a:gd name="connsiteX3" fmla="*/ 1070275 w 1080249"/>
                    <a:gd name="connsiteY3" fmla="*/ 397941 h 1556600"/>
                    <a:gd name="connsiteX4" fmla="*/ 1057058 w 1080249"/>
                    <a:gd name="connsiteY4" fmla="*/ 763522 h 1556600"/>
                    <a:gd name="connsiteX5" fmla="*/ 1044468 w 1080249"/>
                    <a:gd name="connsiteY5" fmla="*/ 1076508 h 1556600"/>
                    <a:gd name="connsiteX6" fmla="*/ 1034645 w 1080249"/>
                    <a:gd name="connsiteY6" fmla="*/ 1344934 h 1556600"/>
                    <a:gd name="connsiteX7" fmla="*/ 987496 w 1080249"/>
                    <a:gd name="connsiteY7" fmla="*/ 1509419 h 1556600"/>
                    <a:gd name="connsiteX8" fmla="*/ 851765 w 1080249"/>
                    <a:gd name="connsiteY8" fmla="*/ 1555675 h 1556600"/>
                    <a:gd name="connsiteX9" fmla="*/ 755860 w 1080249"/>
                    <a:gd name="connsiteY9" fmla="*/ 1492274 h 1556600"/>
                    <a:gd name="connsiteX10" fmla="*/ 538423 w 1080249"/>
                    <a:gd name="connsiteY10" fmla="*/ 1229830 h 1556600"/>
                    <a:gd name="connsiteX11" fmla="*/ 675493 w 1080249"/>
                    <a:gd name="connsiteY11" fmla="*/ 1274122 h 1556600"/>
                    <a:gd name="connsiteX12" fmla="*/ 678083 w 1080249"/>
                    <a:gd name="connsiteY12" fmla="*/ 1015429 h 1556600"/>
                    <a:gd name="connsiteX13" fmla="*/ 472521 w 1080249"/>
                    <a:gd name="connsiteY13" fmla="*/ 1111066 h 1556600"/>
                    <a:gd name="connsiteX14" fmla="*/ 454573 w 1080249"/>
                    <a:gd name="connsiteY14" fmla="*/ 1156875 h 1556600"/>
                    <a:gd name="connsiteX15" fmla="*/ 444393 w 1080249"/>
                    <a:gd name="connsiteY15" fmla="*/ 1461377 h 1556600"/>
                    <a:gd name="connsiteX16" fmla="*/ 407781 w 1080249"/>
                    <a:gd name="connsiteY16" fmla="*/ 1511205 h 1556600"/>
                    <a:gd name="connsiteX17" fmla="*/ 126407 w 1080249"/>
                    <a:gd name="connsiteY17" fmla="*/ 1516652 h 1556600"/>
                    <a:gd name="connsiteX18" fmla="*/ 3355 w 1080249"/>
                    <a:gd name="connsiteY18" fmla="*/ 1511562 h 1556600"/>
                    <a:gd name="connsiteX19" fmla="*/ 7284 w 1080249"/>
                    <a:gd name="connsiteY19" fmla="*/ 1417086 h 1556600"/>
                    <a:gd name="connsiteX20" fmla="*/ 46843 w 1080249"/>
                    <a:gd name="connsiteY20" fmla="*/ 1035610 h 1556600"/>
                    <a:gd name="connsiteX21" fmla="*/ 86759 w 1080249"/>
                    <a:gd name="connsiteY21" fmla="*/ 567783 h 1556600"/>
                    <a:gd name="connsiteX22" fmla="*/ 95867 w 1080249"/>
                    <a:gd name="connsiteY22" fmla="*/ 361776 h 1556600"/>
                    <a:gd name="connsiteX23" fmla="*/ 74079 w 1080249"/>
                    <a:gd name="connsiteY23" fmla="*/ 262388 h 1556600"/>
                    <a:gd name="connsiteX24" fmla="*/ 182038 w 1080249"/>
                    <a:gd name="connsiteY24" fmla="*/ 211132 h 1556600"/>
                    <a:gd name="connsiteX25" fmla="*/ 334290 w 1080249"/>
                    <a:gd name="connsiteY25" fmla="*/ 196130 h 1556600"/>
                    <a:gd name="connsiteX26" fmla="*/ 819350 w 1080249"/>
                    <a:gd name="connsiteY26" fmla="*/ 4588 h 1556600"/>
                    <a:gd name="connsiteX27" fmla="*/ 505114 w 1080249"/>
                    <a:gd name="connsiteY27" fmla="*/ 401602 h 1556600"/>
                    <a:gd name="connsiteX28" fmla="*/ 496542 w 1080249"/>
                    <a:gd name="connsiteY28" fmla="*/ 522063 h 1556600"/>
                    <a:gd name="connsiteX29" fmla="*/ 699514 w 1080249"/>
                    <a:gd name="connsiteY29" fmla="*/ 435267 h 1556600"/>
                    <a:gd name="connsiteX30" fmla="*/ 703800 w 1080249"/>
                    <a:gd name="connsiteY30" fmla="*/ 318110 h 1556600"/>
                    <a:gd name="connsiteX31" fmla="*/ 505114 w 1080249"/>
                    <a:gd name="connsiteY31" fmla="*/ 401602 h 1556600"/>
                    <a:gd name="connsiteX32" fmla="*/ 481005 w 1080249"/>
                    <a:gd name="connsiteY32" fmla="*/ 742180 h 1556600"/>
                    <a:gd name="connsiteX33" fmla="*/ 472075 w 1080249"/>
                    <a:gd name="connsiteY33" fmla="*/ 881126 h 1556600"/>
                    <a:gd name="connsiteX34" fmla="*/ 683976 w 1080249"/>
                    <a:gd name="connsiteY34" fmla="*/ 785221 h 1556600"/>
                    <a:gd name="connsiteX35" fmla="*/ 693799 w 1080249"/>
                    <a:gd name="connsiteY35" fmla="*/ 641989 h 1556600"/>
                    <a:gd name="connsiteX36" fmla="*/ 481005 w 1080249"/>
                    <a:gd name="connsiteY36" fmla="*/ 742180 h 1556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080249" h="1556600">
                      <a:moveTo>
                        <a:pt x="819350" y="4588"/>
                      </a:moveTo>
                      <a:cubicBezTo>
                        <a:pt x="831852" y="-948"/>
                        <a:pt x="846854" y="-2556"/>
                        <a:pt x="858641" y="5927"/>
                      </a:cubicBezTo>
                      <a:cubicBezTo>
                        <a:pt x="935526" y="49504"/>
                        <a:pt x="1009195" y="98529"/>
                        <a:pt x="1080097" y="151214"/>
                      </a:cubicBezTo>
                      <a:cubicBezTo>
                        <a:pt x="1081079" y="233545"/>
                        <a:pt x="1077240" y="315966"/>
                        <a:pt x="1070275" y="397941"/>
                      </a:cubicBezTo>
                      <a:cubicBezTo>
                        <a:pt x="1066524" y="519831"/>
                        <a:pt x="1058131" y="641543"/>
                        <a:pt x="1057058" y="763522"/>
                      </a:cubicBezTo>
                      <a:cubicBezTo>
                        <a:pt x="1048129" y="867642"/>
                        <a:pt x="1052862" y="972388"/>
                        <a:pt x="1044468" y="1076508"/>
                      </a:cubicBezTo>
                      <a:cubicBezTo>
                        <a:pt x="1041789" y="1165984"/>
                        <a:pt x="1040092" y="1255548"/>
                        <a:pt x="1034645" y="1344934"/>
                      </a:cubicBezTo>
                      <a:cubicBezTo>
                        <a:pt x="1033038" y="1401549"/>
                        <a:pt x="1034467" y="1469057"/>
                        <a:pt x="987496" y="1509419"/>
                      </a:cubicBezTo>
                      <a:cubicBezTo>
                        <a:pt x="949188" y="1538530"/>
                        <a:pt x="900968" y="1561569"/>
                        <a:pt x="851765" y="1555675"/>
                      </a:cubicBezTo>
                      <a:cubicBezTo>
                        <a:pt x="815154" y="1543084"/>
                        <a:pt x="783721" y="1518527"/>
                        <a:pt x="755860" y="1492274"/>
                      </a:cubicBezTo>
                      <a:cubicBezTo>
                        <a:pt x="674243" y="1412889"/>
                        <a:pt x="602270" y="1323950"/>
                        <a:pt x="538423" y="1229830"/>
                      </a:cubicBezTo>
                      <a:cubicBezTo>
                        <a:pt x="583874" y="1245011"/>
                        <a:pt x="627184" y="1268853"/>
                        <a:pt x="675493" y="1274122"/>
                      </a:cubicBezTo>
                      <a:cubicBezTo>
                        <a:pt x="675047" y="1187861"/>
                        <a:pt x="678172" y="1101600"/>
                        <a:pt x="678083" y="1015429"/>
                      </a:cubicBezTo>
                      <a:cubicBezTo>
                        <a:pt x="608878" y="1045790"/>
                        <a:pt x="542262" y="1081865"/>
                        <a:pt x="472521" y="1111066"/>
                      </a:cubicBezTo>
                      <a:cubicBezTo>
                        <a:pt x="451626" y="1116156"/>
                        <a:pt x="455198" y="1140534"/>
                        <a:pt x="454573" y="1156875"/>
                      </a:cubicBezTo>
                      <a:cubicBezTo>
                        <a:pt x="455019" y="1258495"/>
                        <a:pt x="446447" y="1359847"/>
                        <a:pt x="444393" y="1461377"/>
                      </a:cubicBezTo>
                      <a:cubicBezTo>
                        <a:pt x="446268" y="1483613"/>
                        <a:pt x="430284" y="1507722"/>
                        <a:pt x="407781" y="1511205"/>
                      </a:cubicBezTo>
                      <a:cubicBezTo>
                        <a:pt x="314109" y="1516563"/>
                        <a:pt x="220258" y="1517010"/>
                        <a:pt x="126407" y="1516652"/>
                      </a:cubicBezTo>
                      <a:cubicBezTo>
                        <a:pt x="85330" y="1515759"/>
                        <a:pt x="43718" y="1520939"/>
                        <a:pt x="3355" y="1511562"/>
                      </a:cubicBezTo>
                      <a:cubicBezTo>
                        <a:pt x="-5485" y="1480219"/>
                        <a:pt x="5767" y="1448518"/>
                        <a:pt x="7284" y="1417086"/>
                      </a:cubicBezTo>
                      <a:cubicBezTo>
                        <a:pt x="26037" y="1290463"/>
                        <a:pt x="31127" y="1162501"/>
                        <a:pt x="46843" y="1035610"/>
                      </a:cubicBezTo>
                      <a:cubicBezTo>
                        <a:pt x="60595" y="879698"/>
                        <a:pt x="74079" y="723785"/>
                        <a:pt x="86759" y="567783"/>
                      </a:cubicBezTo>
                      <a:cubicBezTo>
                        <a:pt x="89616" y="499114"/>
                        <a:pt x="101136" y="430623"/>
                        <a:pt x="95867" y="361776"/>
                      </a:cubicBezTo>
                      <a:cubicBezTo>
                        <a:pt x="92295" y="327932"/>
                        <a:pt x="81758" y="295428"/>
                        <a:pt x="74079" y="262388"/>
                      </a:cubicBezTo>
                      <a:cubicBezTo>
                        <a:pt x="112298" y="250512"/>
                        <a:pt x="154267" y="242654"/>
                        <a:pt x="182038" y="211132"/>
                      </a:cubicBezTo>
                      <a:cubicBezTo>
                        <a:pt x="230259" y="195326"/>
                        <a:pt x="286516" y="219347"/>
                        <a:pt x="334290" y="196130"/>
                      </a:cubicBezTo>
                      <a:cubicBezTo>
                        <a:pt x="496096" y="132640"/>
                        <a:pt x="658169" y="69686"/>
                        <a:pt x="819350" y="4588"/>
                      </a:cubicBezTo>
                      <a:moveTo>
                        <a:pt x="505114" y="401602"/>
                      </a:moveTo>
                      <a:cubicBezTo>
                        <a:pt x="497703" y="441250"/>
                        <a:pt x="496810" y="481701"/>
                        <a:pt x="496542" y="522063"/>
                      </a:cubicBezTo>
                      <a:cubicBezTo>
                        <a:pt x="564051" y="492774"/>
                        <a:pt x="632452" y="465539"/>
                        <a:pt x="699514" y="435267"/>
                      </a:cubicBezTo>
                      <a:cubicBezTo>
                        <a:pt x="701836" y="396244"/>
                        <a:pt x="702729" y="357132"/>
                        <a:pt x="703800" y="318110"/>
                      </a:cubicBezTo>
                      <a:cubicBezTo>
                        <a:pt x="636739" y="344006"/>
                        <a:pt x="572534" y="376599"/>
                        <a:pt x="505114" y="401602"/>
                      </a:cubicBezTo>
                      <a:moveTo>
                        <a:pt x="481005" y="742180"/>
                      </a:moveTo>
                      <a:cubicBezTo>
                        <a:pt x="480737" y="788615"/>
                        <a:pt x="476540" y="834871"/>
                        <a:pt x="472075" y="881126"/>
                      </a:cubicBezTo>
                      <a:cubicBezTo>
                        <a:pt x="543959" y="852105"/>
                        <a:pt x="612985" y="816297"/>
                        <a:pt x="683976" y="785221"/>
                      </a:cubicBezTo>
                      <a:cubicBezTo>
                        <a:pt x="700139" y="740484"/>
                        <a:pt x="690941" y="689227"/>
                        <a:pt x="693799" y="641989"/>
                      </a:cubicBezTo>
                      <a:cubicBezTo>
                        <a:pt x="621558" y="672707"/>
                        <a:pt x="551995" y="708962"/>
                        <a:pt x="481005" y="74218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5883E3C3-3EDE-000D-1EDD-BC85A8668210}"/>
                    </a:ext>
                  </a:extLst>
                </p:cNvPr>
                <p:cNvSpPr/>
                <p:nvPr/>
              </p:nvSpPr>
              <p:spPr>
                <a:xfrm>
                  <a:off x="6675447" y="4241958"/>
                  <a:ext cx="324095" cy="924396"/>
                </a:xfrm>
                <a:custGeom>
                  <a:avLst/>
                  <a:gdLst>
                    <a:gd name="connsiteX0" fmla="*/ 72420 w 324095"/>
                    <a:gd name="connsiteY0" fmla="*/ 0 h 924396"/>
                    <a:gd name="connsiteX1" fmla="*/ 277713 w 324095"/>
                    <a:gd name="connsiteY1" fmla="*/ 57686 h 924396"/>
                    <a:gd name="connsiteX2" fmla="*/ 319326 w 324095"/>
                    <a:gd name="connsiteY2" fmla="*/ 91440 h 924396"/>
                    <a:gd name="connsiteX3" fmla="*/ 321379 w 324095"/>
                    <a:gd name="connsiteY3" fmla="*/ 866269 h 924396"/>
                    <a:gd name="connsiteX4" fmla="*/ 273427 w 324095"/>
                    <a:gd name="connsiteY4" fmla="*/ 924222 h 924396"/>
                    <a:gd name="connsiteX5" fmla="*/ 137160 w 324095"/>
                    <a:gd name="connsiteY5" fmla="*/ 888057 h 924396"/>
                    <a:gd name="connsiteX6" fmla="*/ 0 w 324095"/>
                    <a:gd name="connsiteY6" fmla="*/ 844659 h 924396"/>
                    <a:gd name="connsiteX7" fmla="*/ 39648 w 324095"/>
                    <a:gd name="connsiteY7" fmla="*/ 355938 h 924396"/>
                    <a:gd name="connsiteX8" fmla="*/ 72420 w 324095"/>
                    <a:gd name="connsiteY8" fmla="*/ 0 h 92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095" h="924396">
                      <a:moveTo>
                        <a:pt x="72420" y="0"/>
                      </a:moveTo>
                      <a:cubicBezTo>
                        <a:pt x="142250" y="13484"/>
                        <a:pt x="209937" y="36433"/>
                        <a:pt x="277713" y="57686"/>
                      </a:cubicBezTo>
                      <a:cubicBezTo>
                        <a:pt x="293876" y="64026"/>
                        <a:pt x="320308" y="68937"/>
                        <a:pt x="319326" y="91440"/>
                      </a:cubicBezTo>
                      <a:cubicBezTo>
                        <a:pt x="325040" y="349687"/>
                        <a:pt x="325487" y="608022"/>
                        <a:pt x="321379" y="866269"/>
                      </a:cubicBezTo>
                      <a:cubicBezTo>
                        <a:pt x="324148" y="894308"/>
                        <a:pt x="304413" y="927080"/>
                        <a:pt x="273427" y="924222"/>
                      </a:cubicBezTo>
                      <a:cubicBezTo>
                        <a:pt x="226546" y="919132"/>
                        <a:pt x="182969" y="898416"/>
                        <a:pt x="137160" y="888057"/>
                      </a:cubicBezTo>
                      <a:cubicBezTo>
                        <a:pt x="91708" y="872698"/>
                        <a:pt x="42148" y="868591"/>
                        <a:pt x="0" y="844659"/>
                      </a:cubicBezTo>
                      <a:cubicBezTo>
                        <a:pt x="22324" y="682585"/>
                        <a:pt x="30896" y="519172"/>
                        <a:pt x="39648" y="355938"/>
                      </a:cubicBezTo>
                      <a:cubicBezTo>
                        <a:pt x="51346" y="237530"/>
                        <a:pt x="50452" y="117247"/>
                        <a:pt x="72420" y="0"/>
                      </a:cubicBezTo>
                      <a:close/>
                    </a:path>
                  </a:pathLst>
                </a:custGeom>
                <a:grpFill/>
                <a:ln w="89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001C16B-CE80-0596-405E-345A9F7CFFC0}"/>
              </a:ext>
            </a:extLst>
          </p:cNvPr>
          <p:cNvSpPr txBox="1"/>
          <p:nvPr/>
        </p:nvSpPr>
        <p:spPr>
          <a:xfrm>
            <a:off x="6725909" y="2006658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演示斜黑体" panose="00000A08000000000000" pitchFamily="50" charset="-122"/>
                <a:ea typeface="演示斜黑体" panose="00000A08000000000000" pitchFamily="50" charset="-122"/>
              </a:rPr>
              <a:t>职业规划</a:t>
            </a:r>
          </a:p>
        </p:txBody>
      </p:sp>
    </p:spTree>
    <p:extLst>
      <p:ext uri="{BB962C8B-B14F-4D97-AF65-F5344CB8AC3E}">
        <p14:creationId xmlns:p14="http://schemas.microsoft.com/office/powerpoint/2010/main" val="168905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F3773D-1A08-5FE5-E954-78522110419C}"/>
              </a:ext>
            </a:extLst>
          </p:cNvPr>
          <p:cNvSpPr txBox="1"/>
          <p:nvPr/>
        </p:nvSpPr>
        <p:spPr>
          <a:xfrm>
            <a:off x="993792" y="4799615"/>
            <a:ext cx="9927083" cy="1420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51PPT模板网，幻灯片演示模板及素材 </a:t>
            </a: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免费 </a:t>
            </a: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下载！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 唯一访问网址：www.51pptmoban.com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270F3C-DD99-28EE-69F4-9F827B82C657}"/>
              </a:ext>
            </a:extLst>
          </p:cNvPr>
          <p:cNvSpPr txBox="1"/>
          <p:nvPr/>
        </p:nvSpPr>
        <p:spPr>
          <a:xfrm>
            <a:off x="993792" y="1504133"/>
            <a:ext cx="109873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cs typeface="+mn-ea"/>
                <a:sym typeface="+mn-lt"/>
              </a:rPr>
              <a:t>©51PPT</a:t>
            </a:r>
            <a:r>
              <a:rPr lang="zh-CN" altLang="en-US" sz="1400" dirty="0">
                <a:solidFill>
                  <a:srgbClr val="FF0000"/>
                </a:solidFill>
                <a:cs typeface="+mn-ea"/>
                <a:sym typeface="+mn-lt"/>
              </a:rPr>
              <a:t>模板网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www.51pptmoban.com 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原创作品。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仅供学习参考之用！未经许可</a:t>
            </a:r>
            <a:r>
              <a:rPr lang="en-US" altLang="zh-CN" sz="1400" b="1" dirty="0">
                <a:solidFill>
                  <a:srgbClr val="FF0000"/>
                </a:solidFill>
                <a:cs typeface="+mn-ea"/>
                <a:sym typeface="+mn-lt"/>
              </a:rPr>
              <a:t>PPT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源文件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禁止在网站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( PC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M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端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) / App 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小程序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各自媒体等平台擅自更改作品归属并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传播、贩卖、转载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B5D94C-4B58-72F2-C389-BFDBEFD17544}"/>
              </a:ext>
            </a:extLst>
          </p:cNvPr>
          <p:cNvGrpSpPr/>
          <p:nvPr/>
        </p:nvGrpSpPr>
        <p:grpSpPr>
          <a:xfrm>
            <a:off x="1051327" y="2542919"/>
            <a:ext cx="5486926" cy="2072285"/>
            <a:chOff x="5864446" y="2755192"/>
            <a:chExt cx="5413154" cy="204442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C742F94-3F34-64B9-2538-76AAC745F6D1}"/>
                </a:ext>
              </a:extLst>
            </p:cNvPr>
            <p:cNvSpPr/>
            <p:nvPr/>
          </p:nvSpPr>
          <p:spPr>
            <a:xfrm>
              <a:off x="5864446" y="2755192"/>
              <a:ext cx="5413154" cy="2044423"/>
            </a:xfrm>
            <a:prstGeom prst="roundRect">
              <a:avLst>
                <a:gd name="adj" fmla="val 9348"/>
              </a:avLst>
            </a:prstGeom>
            <a:solidFill>
              <a:srgbClr val="07C1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8E05D50-75C5-239B-14E8-BBB73E2F93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2898774"/>
              <a:ext cx="4911664" cy="1768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654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17213141"/>
  <p:tag name="MH_LIBRARY" val="GRAPHIC"/>
  <p:tag name="MH_TYPE" val="Other"/>
  <p:tag name="MH_ORDER" val="11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q3m3s5i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2414</Words>
  <Application>Microsoft Office PowerPoint</Application>
  <PresentationFormat>宽屏</PresentationFormat>
  <Paragraphs>261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Coolvetica Rg</vt:lpstr>
      <vt:lpstr>HarmonyOS Sans SC Black</vt:lpstr>
      <vt:lpstr>HarmonyOS Sans SC Light</vt:lpstr>
      <vt:lpstr>Helvetica Light</vt:lpstr>
      <vt:lpstr>MiSans Semibold</vt:lpstr>
      <vt:lpstr>等线</vt:lpstr>
      <vt:lpstr>微软雅黑</vt:lpstr>
      <vt:lpstr>演示斜黑体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追梦前行——励志风职业生涯规划PPT模板</dc:title>
  <dc:creator>©51PPT模板网（www.51pptmoban.com）</dc:creator>
  <cp:keywords>版权归属：51PPT模板网</cp:keywords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2025-11-19T02:57:30Z</dcterms:created>
  <dcterms:modified xsi:type="dcterms:W3CDTF">2025-11-19T13:18:24Z</dcterms:modified>
  <cp:contentStatus>追梦前行——励志风职业生涯规划PPT模板，www.51pptmoban.com</cp:contentStatus>
  <cp:version>51pptmoban.com（V51PPT-25111902版）</cp:version>
</cp:coreProperties>
</file>
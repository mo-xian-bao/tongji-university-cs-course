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84" y="1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43C29DC-6A4C-A157-D715-03D8F83D628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8AE6840-2C08-D494-62BB-BB02B5747A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7528C50-B387-803E-ECBA-D58AD9B34A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6188B08-0779-8348-516E-1C72D54B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2D67422-F705-8AD8-A47B-87D32D4F8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69535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CFF8F57-6861-26BB-3AFD-21B94C62AD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DDC76A8-7BF2-AC63-3EDD-DA2FDB3B36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8705B23-9F84-C851-2DE6-CA93BFA55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C771C66-1837-1F67-9E93-4663C570F6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8D84006-3D14-CBEF-EC9F-107AB257A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13266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9BBFA9C-0B7D-5A7F-0B00-D7934D3370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A022574-15D8-4D70-FB3D-622AB7160D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8523D45-B9B4-F3BA-12A9-68A453489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68EA4E2-29B4-9387-47B2-F00CEAC285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7E3936C-7F86-C3DA-B18E-DE032EB92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98972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26CB09-C61D-E1F6-80A0-A3152FE7C5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EA55DF-6A7B-24EB-6AD0-7942773CE1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68144029-42A9-E4A8-7763-A386EAB9799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C68D0BE-CC6A-BB44-293B-D06C462C31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28E0361-B57C-FA41-5ADC-0B2E0F825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D4D8E81E-F969-C125-B053-48AA8F438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97059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677AE3C-BC47-3F77-2494-E6B6B193F5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0CA0CD0-BEA6-9A1A-7E48-C1CB8184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64BAF4D-7A63-88CC-AF97-417CCF1980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5B6C8B26-E9E3-F339-E05F-743F47BAD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5B78545F-3C6D-F1A4-BC5D-2E8643F00B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9ABD2F9B-6640-75C5-9A35-E723F6B4D5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C27A27E5-1697-CC71-216F-13A659B18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5DD47CB-4533-AAB6-6069-CBCB6AF7A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5275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9E28673-3B7A-404C-23A2-987B309C85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D141C96-0476-F4DC-3507-12AF5F6420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39F6DA9-4431-9DBF-C5C7-233882319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3D2BD3-77F1-A5D8-7FD6-6BA007FC1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6749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BEB7C0B3-F0DD-EF93-4BC4-68C6D95C5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7BAD69-3047-DE17-89CD-AC78F51C8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1E224E-D306-9B1A-AA71-505073120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57584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B1EC26-C049-D0DF-6E9E-207AEC44F3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156FF93-C61B-DDEA-E9F9-A45D62CFAE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CED0759-E882-1A55-840F-2BE054E10A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D9C7AEE-E3E4-A832-50AB-B0102C5465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FCC6B85-12A0-62B8-0735-FD89483E6F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C8A896C-B5EA-9253-5B0A-B82F3FA396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2542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BFAACB4-6A81-A6C4-F469-960B5F76B3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58AA1C5-76A3-C8A1-2AA2-DECAEC1987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E8F9EB3-EC49-9E4F-53DA-E818BFF4E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DDFDEE0-8506-4FC8-B93A-FD70EE40B4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28F9EA3-9778-5B6E-7858-F42FEDE155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39C87BC-A4FB-9C3A-2837-5CF516D2E8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51297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D10460A-5BFA-782F-AD6A-9FDC8493A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347DFF6C-C0CA-A95D-7B7E-ACC0DB223E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A9C65EC-399C-E210-6577-23068DEC95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F2E254C-BA99-EB28-357E-6D993661F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A44679B-FCB0-F905-009D-C59BCE8B7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5538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AE319BD-22AB-2BD8-7A7E-9DB5607C0BD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A40E758-429A-71EA-8A76-1C9FB9C23C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60AABFA-3F46-F430-821B-B88A756551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D03F574-284A-84E4-D76D-16C42A0A3F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82882AD-6FC2-CFBE-674E-505AAA2992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85289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6302885-A262-D7DD-98A7-C796C3C2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D6040BF-9592-D11B-191E-F6C5CE34FA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EA9BFC0-17A4-11CA-52F0-2E9F9BA45F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088B817-625A-42CA-B2E0-7D0B23DD179F}" type="datetimeFigureOut">
              <a:rPr lang="zh-CN" altLang="en-US" smtClean="0"/>
              <a:t>2024/11/9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6D1AB54-00A5-30B1-01E6-EEEC8A3B895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60B661B-20DE-3691-F6C4-7B968E65DE8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8D1BED-80F8-46DF-A41B-EBC1C127363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51759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61A1A86C-0F96-B0AB-0E64-90DC4E11BE47}"/>
              </a:ext>
            </a:extLst>
          </p:cNvPr>
          <p:cNvSpPr/>
          <p:nvPr/>
        </p:nvSpPr>
        <p:spPr>
          <a:xfrm>
            <a:off x="1174595" y="869795"/>
            <a:ext cx="1509132" cy="996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A7456072-4BA3-C7BB-5400-637F24D320D0}"/>
              </a:ext>
            </a:extLst>
          </p:cNvPr>
          <p:cNvSpPr/>
          <p:nvPr/>
        </p:nvSpPr>
        <p:spPr>
          <a:xfrm>
            <a:off x="2081561" y="1672683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810A482E-BE23-DA2F-E9BF-4A09686F87D0}"/>
              </a:ext>
            </a:extLst>
          </p:cNvPr>
          <p:cNvSpPr/>
          <p:nvPr/>
        </p:nvSpPr>
        <p:spPr>
          <a:xfrm>
            <a:off x="2683727" y="2300869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97F3DB00-16F1-5B6A-EB1E-79D51F34E650}"/>
              </a:ext>
            </a:extLst>
          </p:cNvPr>
          <p:cNvSpPr/>
          <p:nvPr/>
        </p:nvSpPr>
        <p:spPr>
          <a:xfrm>
            <a:off x="3285893" y="2929055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22DC2FD9-5A28-B2F2-CC26-D6560A1D0D8C}"/>
              </a:ext>
            </a:extLst>
          </p:cNvPr>
          <p:cNvSpPr/>
          <p:nvPr/>
        </p:nvSpPr>
        <p:spPr>
          <a:xfrm>
            <a:off x="3817435" y="3429000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BC9A0CB-57FA-C1B9-3412-36FC10B1A595}"/>
              </a:ext>
            </a:extLst>
          </p:cNvPr>
          <p:cNvSpPr/>
          <p:nvPr/>
        </p:nvSpPr>
        <p:spPr>
          <a:xfrm>
            <a:off x="4430752" y="3928945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88405B01-A370-26AD-7038-7137F0E82259}"/>
              </a:ext>
            </a:extLst>
          </p:cNvPr>
          <p:cNvSpPr/>
          <p:nvPr/>
        </p:nvSpPr>
        <p:spPr>
          <a:xfrm>
            <a:off x="4954859" y="4428890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1851206B-DFCD-2C59-CFBD-0E24A81D4703}"/>
              </a:ext>
            </a:extLst>
          </p:cNvPr>
          <p:cNvSpPr/>
          <p:nvPr/>
        </p:nvSpPr>
        <p:spPr>
          <a:xfrm>
            <a:off x="5382322" y="3928944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FDF30A1-E28C-C633-CE6C-94E0AE35B32A}"/>
              </a:ext>
            </a:extLst>
          </p:cNvPr>
          <p:cNvSpPr/>
          <p:nvPr/>
        </p:nvSpPr>
        <p:spPr>
          <a:xfrm>
            <a:off x="5898996" y="3429000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8FAFFFB-F94D-F36E-CF0F-6EB0B0BA6323}"/>
              </a:ext>
            </a:extLst>
          </p:cNvPr>
          <p:cNvSpPr/>
          <p:nvPr/>
        </p:nvSpPr>
        <p:spPr>
          <a:xfrm>
            <a:off x="6415670" y="2929055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A2D445A5-65F4-F1EF-5E85-FDE7DBA8B322}"/>
              </a:ext>
            </a:extLst>
          </p:cNvPr>
          <p:cNvSpPr/>
          <p:nvPr/>
        </p:nvSpPr>
        <p:spPr>
          <a:xfrm>
            <a:off x="6843134" y="2300869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67DBE0A-59DF-0EA2-EB63-699A3BDF9A44}"/>
              </a:ext>
            </a:extLst>
          </p:cNvPr>
          <p:cNvSpPr/>
          <p:nvPr/>
        </p:nvSpPr>
        <p:spPr>
          <a:xfrm>
            <a:off x="7270598" y="1672683"/>
            <a:ext cx="854927" cy="862361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3AD8DB75-9407-6C1B-7DFA-50D8B27EB122}"/>
              </a:ext>
            </a:extLst>
          </p:cNvPr>
          <p:cNvSpPr/>
          <p:nvPr/>
        </p:nvSpPr>
        <p:spPr>
          <a:xfrm>
            <a:off x="7798423" y="869795"/>
            <a:ext cx="1509132" cy="99617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1803DAC-5E00-EF6B-79F0-7A7FE50F6689}"/>
              </a:ext>
            </a:extLst>
          </p:cNvPr>
          <p:cNvSpPr txBox="1"/>
          <p:nvPr/>
        </p:nvSpPr>
        <p:spPr>
          <a:xfrm>
            <a:off x="3538654" y="843474"/>
            <a:ext cx="4159407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800" dirty="0">
                <a:latin typeface="Cambria Math" panose="02040503050406030204" pitchFamily="18" charset="0"/>
                <a:ea typeface="Cambria Math" panose="02040503050406030204" pitchFamily="18" charset="0"/>
              </a:rPr>
              <a:t>Just </a:t>
            </a:r>
            <a:r>
              <a:rPr lang="en-US" altLang="zh-CN" sz="8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a </a:t>
            </a:r>
            <a:r>
              <a:rPr lang="en-US" altLang="zh-CN" sz="4800" dirty="0">
                <a:solidFill>
                  <a:srgbClr val="FF0000"/>
                </a:solidFill>
                <a:latin typeface="Cambria Math" panose="02040503050406030204" pitchFamily="18" charset="0"/>
                <a:ea typeface="Cambria Math" panose="02040503050406030204" pitchFamily="18" charset="0"/>
              </a:rPr>
              <a:t>te</a:t>
            </a:r>
            <a:r>
              <a:rPr lang="en-US" altLang="zh-CN" sz="6600" dirty="0">
                <a:latin typeface="Cambria Math" panose="02040503050406030204" pitchFamily="18" charset="0"/>
                <a:ea typeface="Cambria Math" panose="02040503050406030204" pitchFamily="18" charset="0"/>
              </a:rPr>
              <a:t>st</a:t>
            </a:r>
            <a:endParaRPr lang="zh-CN" altLang="en-US" sz="4800" dirty="0">
              <a:latin typeface="Cambria Math" panose="020405030504060302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07075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</Words>
  <Application>Microsoft Office PowerPoint</Application>
  <PresentationFormat>宽屏</PresentationFormat>
  <Paragraphs>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6" baseType="lpstr">
      <vt:lpstr>等线</vt:lpstr>
      <vt:lpstr>等线 Light</vt:lpstr>
      <vt:lpstr>Arial</vt:lpstr>
      <vt:lpstr>Cambria Math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meng Yu</dc:creator>
  <cp:lastModifiedBy>meng Yu</cp:lastModifiedBy>
  <cp:revision>1</cp:revision>
  <dcterms:created xsi:type="dcterms:W3CDTF">2024-11-09T02:29:13Z</dcterms:created>
  <dcterms:modified xsi:type="dcterms:W3CDTF">2024-11-09T02:30:44Z</dcterms:modified>
</cp:coreProperties>
</file>
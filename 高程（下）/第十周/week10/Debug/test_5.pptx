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4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8B817-625A-42CA-B2E0-7D0B23DD17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D1BED-80F8-46DF-A41B-EBC1C127363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74595" y="869795"/>
            <a:ext cx="1509132" cy="996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81561" y="1672683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683727" y="2300869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285893" y="2929055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17435" y="3429000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30752" y="3928945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954859" y="4428890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382322" y="3928944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898996" y="3429000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15670" y="2929055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843134" y="2300869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270598" y="1672683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798423" y="869795"/>
            <a:ext cx="1509132" cy="996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538654" y="843474"/>
            <a:ext cx="41594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Just </a:t>
            </a:r>
            <a:r>
              <a:rPr lang="en-US" altLang="zh-CN" sz="8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altLang="zh-CN" sz="4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</a:t>
            </a:r>
            <a:r>
              <a:rPr lang="en-US" altLang="zh-CN" sz="6600" dirty="0">
                <a:latin typeface="Cambria Math" panose="02040503050406030204" pitchFamily="18" charset="0"/>
                <a:ea typeface="Cambria Math" panose="02040503050406030204" pitchFamily="18" charset="0"/>
              </a:rPr>
              <a:t>st</a:t>
            </a:r>
            <a:endParaRPr lang="zh-CN" altLang="en-US" sz="4800" dirty="0">
              <a:latin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阿萨洒洒水</a:t>
            </a:r>
            <a:r>
              <a:rPr lang="en-US" altLang="zh-CN"/>
              <a:t>As</a:t>
            </a:r>
            <a:r>
              <a:rPr lang="zh-CN" altLang="en-US"/>
              <a:t>啊</a:t>
            </a:r>
            <a:r>
              <a:rPr lang="en-US" altLang="zh-CN"/>
              <a:t>SaSa</a:t>
            </a:r>
            <a:r>
              <a:rPr lang="zh-CN" altLang="en-US"/>
              <a:t>撒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Dc1ZjNmMDk0NWFhNjg2YWU2ZDlmOThlYjIyMWYxMz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Cambria Math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Yu</dc:creator>
  <cp:lastModifiedBy>染墨相思</cp:lastModifiedBy>
  <cp:revision>2</cp:revision>
  <dcterms:created xsi:type="dcterms:W3CDTF">2024-11-09T02:29:00Z</dcterms:created>
  <dcterms:modified xsi:type="dcterms:W3CDTF">2024-11-09T08:37:49Z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869220EA6AE04FA89129F96D6E380509_12</vt:lpwstr>
  </property>
  <property fmtid="{D5CDD505-2E9C-101B-9397-08002B2CF9AE}" pid="3" name="KSOProductBuildVer">
    <vt:lpwstr>2052-12.1.0.18608</vt:lpwstr>
  </property>
</Properties>
</file>
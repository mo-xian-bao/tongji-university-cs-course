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66" r:id="rId4"/>
    <p:sldId id="1238" r:id="rId6"/>
    <p:sldId id="814" r:id="rId7"/>
    <p:sldId id="800" r:id="rId8"/>
    <p:sldId id="801" r:id="rId9"/>
    <p:sldId id="802" r:id="rId10"/>
    <p:sldId id="803" r:id="rId11"/>
    <p:sldId id="804" r:id="rId12"/>
    <p:sldId id="805" r:id="rId13"/>
    <p:sldId id="806" r:id="rId14"/>
    <p:sldId id="807" r:id="rId15"/>
    <p:sldId id="809" r:id="rId16"/>
    <p:sldId id="810" r:id="rId17"/>
    <p:sldId id="812" r:id="rId18"/>
    <p:sldId id="813" r:id="rId19"/>
    <p:sldId id="815" r:id="rId20"/>
    <p:sldId id="816" r:id="rId21"/>
    <p:sldId id="817" r:id="rId22"/>
    <p:sldId id="818" r:id="rId23"/>
    <p:sldId id="819" r:id="rId24"/>
    <p:sldId id="822" r:id="rId25"/>
    <p:sldId id="821" r:id="rId26"/>
    <p:sldId id="1267" r:id="rId27"/>
    <p:sldId id="1268" r:id="rId28"/>
    <p:sldId id="1269" r:id="rId29"/>
    <p:sldId id="1270" r:id="rId30"/>
    <p:sldId id="1272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gs" Target="tags/tag3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tags" Target="../tags/tag12.xml"/><Relationship Id="rId6" Type="http://schemas.openxmlformats.org/officeDocument/2006/relationships/image" Target="../media/image15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、完成本文档中所有的测试程序并填写运行结果，从而体会二进制与十进制文件的差异，掌握与文件有关的流函数的正确用法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（不强制要求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建议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试一试）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后再次运行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___7___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字节（有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字节（无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VSCode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等其他软件的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进制查看方式的截图也可以，下同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" y="4852035"/>
            <a:ext cx="4145280" cy="523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" y="5791200"/>
            <a:ext cx="4145915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去掉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后再次运行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字节（有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字节（无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在十进制和二进制方式下有无区别？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有区别，十进制下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字节，二进制下占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70" y="4883785"/>
            <a:ext cx="4443095" cy="5346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" y="5793105"/>
            <a:ext cx="4184650" cy="508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：十进制方式写，十进制方式读，</a:t>
            </a:r>
            <a:r>
              <a:rPr lang="en-US" altLang="zh-CN" sz="1600" b="1" dirty="0">
                <a:latin typeface="+mn-ea"/>
              </a:rPr>
              <a:t>0D0A(</a:t>
            </a:r>
            <a:r>
              <a:rPr lang="zh-CN" altLang="en-US" sz="1600" b="1" dirty="0">
                <a:latin typeface="+mn-ea"/>
              </a:rPr>
              <a:t>即</a:t>
            </a:r>
            <a:r>
              <a:rPr lang="en-US" altLang="zh-CN" sz="1600" b="1" dirty="0">
                <a:latin typeface="+mn-ea"/>
              </a:rPr>
              <a:t>"\r\n")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445224"/>
            <a:ext cx="9642757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的十进制方式下被当做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3305" y="5445125"/>
            <a:ext cx="325755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：十进制方式写，二进制方式读，</a:t>
            </a:r>
            <a:r>
              <a:rPr lang="en-US" altLang="zh-CN" sz="1600" b="1" dirty="0">
                <a:latin typeface="+mn-ea"/>
              </a:rPr>
              <a:t>0D0A(</a:t>
            </a:r>
            <a:r>
              <a:rPr lang="zh-CN" altLang="en-US" sz="1600" b="1" dirty="0">
                <a:latin typeface="+mn-ea"/>
              </a:rPr>
              <a:t>即</a:t>
            </a:r>
            <a:r>
              <a:rPr lang="en-US" altLang="zh-CN" sz="1600" b="1" dirty="0">
                <a:latin typeface="+mn-ea"/>
              </a:rPr>
              <a:t>"\r\n")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445224"/>
            <a:ext cx="9642757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的二进制方式下被当做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___\r\n___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985" y="5445125"/>
            <a:ext cx="345757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：十进制方式写，十进制方式读，不同读方式在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3723" y="980728"/>
            <a:ext cx="483577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577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9493" y="980728"/>
            <a:ext cx="480351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9492" y="5085185"/>
            <a:ext cx="4803514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15690" y="4878705"/>
            <a:ext cx="866775" cy="933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61680" y="4947285"/>
            <a:ext cx="650875" cy="864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：二进制方式写，十进制方式读，不同读方式在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3724" y="980728"/>
            <a:ext cx="483577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577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9493" y="980728"/>
            <a:ext cx="480351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9493" y="5085185"/>
            <a:ext cx="480351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57905" y="4923155"/>
            <a:ext cx="723900" cy="895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57870" y="4923155"/>
            <a:ext cx="65722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：二进制方式写，二进制方式读，不同读方式在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2665" y="4878705"/>
            <a:ext cx="790575" cy="933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270" y="4926330"/>
            <a:ext cx="7429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：十进制方式写，二进制方式读，不同读方式在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4" y="980728"/>
            <a:ext cx="483229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4" y="5085184"/>
            <a:ext cx="483229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606020" y="980728"/>
            <a:ext cx="48069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06020" y="5085185"/>
            <a:ext cx="48069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985" y="4892675"/>
            <a:ext cx="676275" cy="904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230" y="4845050"/>
            <a:ext cx="65722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"ABC\0\x61\x62\x63"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字节，为什么？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"ABC\0\x61\x62\x63"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这一字符串时，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被视为字符串的终止标志。因此，字符串在遇到\0时即被视为结束，后面的字符不会被写入。因此，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out.txt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中只有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和后面的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在十进制下占两个字节，所以一共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5438775"/>
            <a:ext cx="6974840" cy="8934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____6______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在十进制读取中被认为是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文件结束标志，所以在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为真，循环结束，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____21______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程序中第一个字符为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时，还没读取到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为假，循环会多做一遍，直到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才会终止。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的文件，并用十进制不同方式读取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在十进制读取中被认为是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文件结束标志，所以在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时，循环结束，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和左边相同，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的返回值就是读取到的字符，赋值给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，都是不超过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字节的正数，结果还是一样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的文件，并进行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正确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错误</a:t>
            </a:r>
            <a:r>
              <a:rPr lang="zh-CN" altLang="en-US" sz="1600" b="1" dirty="0">
                <a:latin typeface="+mn-ea"/>
              </a:rPr>
              <a:t>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200" b="1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</a:t>
            </a:r>
            <a:r>
              <a:rPr kumimoji="1" lang="en-US" altLang="zh-CN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::binary</a:t>
            </a:r>
            <a:r>
              <a:rPr kumimoji="1"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r>
              <a:rPr kumimoji="1"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 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0xff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的返回值为无符号数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，不会被当成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。十进制读，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0D0A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当成一个字符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比文件大小小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；二进制读，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0D0A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当成两字符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\r\n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和文件大小相同。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8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 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0xff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的返回值为无符号数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，赋值给有符号字符类型的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时，无符号的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-1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，被当成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，循环直接结束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70250" y="6237312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11~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__0x1A__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时，不能用十进制方式读取，而当文件中含字符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__0xFF___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时，是可以用二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：比较格式化读和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读的区别，并观察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在不同读入方式时值的差别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name;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(name[26])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70255" y="5085080"/>
            <a:ext cx="4836160" cy="1403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__ABCDEFGHIJKLMNOPQRSTUVWXYZ__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&gt;&gt;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方式读入字符串时，和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方式相同，都是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停止，并在数组最后加入一个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605780" y="980440"/>
            <a:ext cx="5937885" cy="4104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26);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(name[26])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5780" y="5085080"/>
            <a:ext cx="5937250" cy="1403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_ABCDEFGHIJKLMNOPQRSTUVWXYZ烫烫烫烫烫烫烫?5_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_____-52______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读入时，是读到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70255" y="6489065"/>
            <a:ext cx="10772140" cy="280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综合左右：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仅对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__read()__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方式读时有效，可返回最后读取的字节数；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则对两种读入方式均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：比较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读超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不超过文件长度时的区别，并观察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()/good()</a:t>
            </a:r>
            <a:r>
              <a:rPr lang="zh-CN" altLang="en-US" sz="1600" b="1" dirty="0">
                <a:latin typeface="+mn-ea"/>
              </a:rPr>
              <a:t>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356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(name[20])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336976"/>
            <a:ext cx="4835769" cy="12603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_ABCDEFGHIJKLMNOPQRST000000000_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name[20]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_____48______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______20______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good()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_______1______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3562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336974"/>
            <a:ext cx="4806987" cy="12603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_ABCDEFGHIJKLMNOPQRSTUVWXYZ000_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______-1______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good()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移动文件指针，观察</a:t>
            </a:r>
            <a:r>
              <a:rPr lang="en-US" altLang="zh-CN" sz="1600" b="1" dirty="0" err="1">
                <a:latin typeface="+mn-ea"/>
              </a:rPr>
              <a:t>gcont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在不同情况下的返回值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3724" y="980728"/>
            <a:ext cx="483229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(-5,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::cur);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229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*ABCDEFGHIJ*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5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15 10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*FGHIJKLMNO*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20" y="980728"/>
            <a:ext cx="48069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20" y="5085185"/>
            <a:ext cx="48069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-1 26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*ABCDEFGHIJKLMNOPQRSTUVWXYZ烫烫*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-1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-1 0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*ABCDEFGHIJKLMNOPQRSTUVWXYZ烫烫*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73723" y="6119445"/>
            <a:ext cx="9639283" cy="477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综合左右：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仅在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情况下返回正确值，因此，每次操作完成后，最好判断流对象自身状态，正确才可继续下一步。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()/good()</a:t>
            </a:r>
            <a:r>
              <a:rPr lang="zh-CN" altLang="en-US" sz="1600" b="1" dirty="0">
                <a:latin typeface="+mn-ea"/>
              </a:rPr>
              <a:t>后判断流对象状态是否正确，若不正确则恢复正确状态后再继续使用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3724" y="980727"/>
            <a:ext cx="4832296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in.clear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in.clear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20" y="5085185"/>
            <a:ext cx="4806986" cy="162041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-1 26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*ABCDEFGHIJKLMNOPQRSTUVWXYZ烫烫*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-1 21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*FGHIJKLMNOPQRSTUVWXYZVWXYZ烫烫*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：读写方式打开时的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同步移动问题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7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(12,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26 -1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*ABCDEFGHIJKLMNOPQRSTUVWXYZ烫烫*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5 5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12 12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42 42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、读写方式打开时，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均可以使用，且读写后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两个函数的返回值均相同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、文件指针的移动，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：读写方式打开时加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::app</a:t>
            </a:r>
            <a:r>
              <a:rPr lang="zh-CN" altLang="en-US" sz="1600" b="1" dirty="0">
                <a:latin typeface="+mn-ea"/>
              </a:rPr>
              <a:t>方式后，读写指针移动及写入问题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3724" y="980727"/>
            <a:ext cx="4832296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binary|ios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(12,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20" y="4437113"/>
            <a:ext cx="4810460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26 -1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*ABCDEFGHIJKLMNOPQRSTUVWXYZ烫烫*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5 5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12 12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56 56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后，虽然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可以移动文件指针，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但是写入的位置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_____</a:t>
            </a:r>
            <a:r>
              <a:rPr kumimoji="1"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从文件末尾开始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、自行测试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方式打开加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的情况，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与本例的结论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：读写方式打开时加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::app</a:t>
            </a:r>
            <a:r>
              <a:rPr lang="zh-CN" altLang="en-US" sz="1600" b="1" dirty="0">
                <a:latin typeface="+mn-ea"/>
              </a:rPr>
              <a:t>方式后，读写指针移动及写入问题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7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binary|ios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 26 -1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*ABCDEFGHIJKLMNOPQRSTUVWXYZ烫烫*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5 5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56 56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后，读写方式打开时，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均可以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使用，且无论读写，两个函数的返回值均相同，表示两个文件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指针是同步移动的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::app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____36______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___0__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_____10_____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ate = at end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::app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、同时加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ate|ios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____36______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结论：结合本例及前两例，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方式的输出文件上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实用价值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、正常读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peek()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___0__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___65___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表示从文件的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位置读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后，读方式打开，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peek()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_26_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__-1__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表示从文件的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位置读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、结合本例及上例，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方式的输出文件上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实用价值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、为了避免细节记忆错误，另一种做法是，舍弃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特性不同，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在需要读写时直接用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自行移动文件开头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结尾，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你是否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赞成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赞成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反对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这种做法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2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3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4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5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6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7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8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9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0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1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2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3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4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5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6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7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8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9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0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1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2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3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4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5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6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7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8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9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0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1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2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3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22899</Words>
  <Application>WPS 演示</Application>
  <PresentationFormat>宽屏</PresentationFormat>
  <Paragraphs>1197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42</cp:revision>
  <dcterms:created xsi:type="dcterms:W3CDTF">2020-08-13T13:39:00Z</dcterms:created>
  <dcterms:modified xsi:type="dcterms:W3CDTF">2024-11-05T07:06:32Z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B7849315D68B4A8097DFF10E241102FD_12</vt:lpwstr>
  </property>
  <property fmtid="{D5CDD505-2E9C-101B-9397-08002B2CF9AE}" pid="3" name="KSOProductBuildVer">
    <vt:lpwstr>2052-12.1.0.18608</vt:lpwstr>
  </property>
</Properties>
</file>
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4" r:id="rId2"/>
    <p:sldId id="353" r:id="rId3"/>
    <p:sldId id="329" r:id="rId4"/>
    <p:sldId id="344" r:id="rId5"/>
    <p:sldId id="345" r:id="rId6"/>
    <p:sldId id="348" r:id="rId7"/>
    <p:sldId id="347" r:id="rId8"/>
    <p:sldId id="346" r:id="rId9"/>
    <p:sldId id="258" r:id="rId10"/>
    <p:sldId id="361" r:id="rId11"/>
    <p:sldId id="364" r:id="rId12"/>
    <p:sldId id="362" r:id="rId13"/>
    <p:sldId id="259" r:id="rId14"/>
    <p:sldId id="262" r:id="rId15"/>
    <p:sldId id="322" r:id="rId16"/>
    <p:sldId id="356" r:id="rId17"/>
    <p:sldId id="323" r:id="rId18"/>
    <p:sldId id="260" r:id="rId19"/>
    <p:sldId id="324" r:id="rId20"/>
    <p:sldId id="261" r:id="rId21"/>
    <p:sldId id="330" r:id="rId22"/>
    <p:sldId id="263" r:id="rId23"/>
    <p:sldId id="332" r:id="rId24"/>
    <p:sldId id="265" r:id="rId25"/>
    <p:sldId id="266" r:id="rId26"/>
    <p:sldId id="296" r:id="rId27"/>
    <p:sldId id="267" r:id="rId28"/>
    <p:sldId id="268" r:id="rId29"/>
    <p:sldId id="269" r:id="rId30"/>
    <p:sldId id="270" r:id="rId31"/>
    <p:sldId id="271" r:id="rId32"/>
    <p:sldId id="272" r:id="rId33"/>
    <p:sldId id="325" r:id="rId34"/>
    <p:sldId id="273" r:id="rId35"/>
    <p:sldId id="274" r:id="rId36"/>
    <p:sldId id="326" r:id="rId37"/>
    <p:sldId id="276" r:id="rId38"/>
    <p:sldId id="277" r:id="rId39"/>
    <p:sldId id="275" r:id="rId40"/>
    <p:sldId id="278" r:id="rId41"/>
    <p:sldId id="279" r:id="rId42"/>
    <p:sldId id="334" r:id="rId43"/>
    <p:sldId id="281" r:id="rId44"/>
    <p:sldId id="282" r:id="rId45"/>
    <p:sldId id="283" r:id="rId46"/>
    <p:sldId id="284" r:id="rId47"/>
    <p:sldId id="338" r:id="rId48"/>
    <p:sldId id="299" r:id="rId49"/>
    <p:sldId id="349" r:id="rId50"/>
    <p:sldId id="350" r:id="rId51"/>
    <p:sldId id="351" r:id="rId52"/>
    <p:sldId id="352" r:id="rId53"/>
    <p:sldId id="286" r:id="rId54"/>
    <p:sldId id="287" r:id="rId55"/>
    <p:sldId id="288" r:id="rId56"/>
    <p:sldId id="289" r:id="rId57"/>
    <p:sldId id="290" r:id="rId58"/>
    <p:sldId id="291" r:id="rId59"/>
    <p:sldId id="292" r:id="rId60"/>
    <p:sldId id="293" r:id="rId61"/>
    <p:sldId id="294" r:id="rId62"/>
    <p:sldId id="336" r:id="rId63"/>
    <p:sldId id="295" r:id="rId64"/>
    <p:sldId id="357" r:id="rId65"/>
    <p:sldId id="297" r:id="rId66"/>
    <p:sldId id="337" r:id="rId67"/>
    <p:sldId id="298" r:id="rId68"/>
    <p:sldId id="328" r:id="rId69"/>
    <p:sldId id="300" r:id="rId70"/>
    <p:sldId id="301" r:id="rId71"/>
    <p:sldId id="302" r:id="rId72"/>
    <p:sldId id="339" r:id="rId73"/>
    <p:sldId id="303" r:id="rId74"/>
    <p:sldId id="358" r:id="rId75"/>
    <p:sldId id="340" r:id="rId76"/>
    <p:sldId id="306" r:id="rId77"/>
    <p:sldId id="307" r:id="rId78"/>
    <p:sldId id="308" r:id="rId79"/>
    <p:sldId id="309" r:id="rId80"/>
    <p:sldId id="310" r:id="rId81"/>
    <p:sldId id="313" r:id="rId82"/>
    <p:sldId id="312" r:id="rId83"/>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rgbClr val="FFFF00"/>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990033"/>
    <a:srgbClr val="FF3300"/>
    <a:srgbClr val="FFCC00"/>
    <a:srgbClr val="FF9900"/>
    <a:srgbClr val="00FFFF"/>
    <a:srgbClr val="3399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678"/>
  </p:normalViewPr>
  <p:slideViewPr>
    <p:cSldViewPr showGuides="1">
      <p:cViewPr varScale="1">
        <p:scale>
          <a:sx n="104" d="100"/>
          <a:sy n="104" d="100"/>
        </p:scale>
        <p:origin x="1276"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rgbClr val="000099"/>
        </a:solidFill>
        <a:effectLst/>
      </p:bgPr>
    </p:bg>
    <p:spTree>
      <p:nvGrpSpPr>
        <p:cNvPr id="1" name=""/>
        <p:cNvGrpSpPr/>
        <p:nvPr/>
      </p:nvGrpSpPr>
      <p:grpSpPr>
        <a:xfrm>
          <a:off x="0" y="0"/>
          <a:ext cx="0" cy="0"/>
          <a:chOff x="0" y="0"/>
          <a:chExt cx="0" cy="0"/>
        </a:xfrm>
      </p:grpSpPr>
      <p:pic>
        <p:nvPicPr>
          <p:cNvPr id="2050" name="Picture 2"/>
          <p:cNvPicPr>
            <a:picLocks noChangeAspect="1"/>
          </p:cNvPicPr>
          <p:nvPr userDrawn="1"/>
        </p:nvPicPr>
        <p:blipFill>
          <a:blip r:embed="rId2"/>
          <a:stretch>
            <a:fillRect/>
          </a:stretch>
        </p:blipFill>
        <p:spPr>
          <a:xfrm>
            <a:off x="0" y="-1587"/>
            <a:ext cx="9180513" cy="6886575"/>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99"/>
        </a:solidFill>
        <a:effectLst/>
      </p:bgPr>
    </p:bg>
    <p:spTree>
      <p:nvGrpSpPr>
        <p:cNvPr id="1" name=""/>
        <p:cNvGrpSpPr/>
        <p:nvPr/>
      </p:nvGrpSpPr>
      <p:grpSpPr>
        <a:xfrm>
          <a:off x="0" y="0"/>
          <a:ext cx="0" cy="0"/>
          <a:chOff x="0" y="0"/>
          <a:chExt cx="0" cy="0"/>
        </a:xfrm>
      </p:grpSpPr>
      <p:pic>
        <p:nvPicPr>
          <p:cNvPr id="1026" name="Picture 7"/>
          <p:cNvPicPr>
            <a:picLocks noChangeAspect="1"/>
          </p:cNvPicPr>
          <p:nvPr userDrawn="1"/>
        </p:nvPicPr>
        <p:blipFill>
          <a:blip r:embed="rId13"/>
          <a:stretch>
            <a:fillRect/>
          </a:stretch>
        </p:blipFill>
        <p:spPr>
          <a:xfrm>
            <a:off x="0" y="-1587"/>
            <a:ext cx="9180513" cy="6886575"/>
          </a:xfrm>
          <a:prstGeom prst="rect">
            <a:avLst/>
          </a:prstGeom>
          <a:noFill/>
          <a:ln w="9525">
            <a:noFill/>
          </a:ln>
        </p:spPr>
      </p:pic>
      <p:sp>
        <p:nvSpPr>
          <p:cNvPr id="1027" name="WordArt 8"/>
          <p:cNvSpPr>
            <a:spLocks noTextEdit="1"/>
          </p:cNvSpPr>
          <p:nvPr userDrawn="1"/>
        </p:nvSpPr>
        <p:spPr>
          <a:xfrm>
            <a:off x="5140325" y="90488"/>
            <a:ext cx="2744788" cy="314325"/>
          </a:xfrm>
          <a:prstGeom prst="rect">
            <a:avLst/>
          </a:prstGeom>
        </p:spPr>
        <p:txBody>
          <a:bodyPr wrap="none" fromWordArt="1">
            <a:prstTxWarp prst="textPlain">
              <a:avLst>
                <a:gd name="adj" fmla="val 50037"/>
              </a:avLst>
            </a:prstTxWarp>
            <a:normAutofit fontScale="70000" lnSpcReduction="20000"/>
          </a:bodyPr>
          <a:lstStyle/>
          <a:p>
            <a:pPr algn="ctr"/>
            <a:r>
              <a:rPr lang="zh-CN" altLang="en-US" sz="2400" b="1">
                <a:gradFill rotWithShape="1">
                  <a:gsLst>
                    <a:gs pos="0">
                      <a:srgbClr val="AAAAAA"/>
                    </a:gs>
                    <a:gs pos="100000">
                      <a:srgbClr val="FFFFFF"/>
                    </a:gs>
                  </a:gsLst>
                  <a:lin ang="5400000" scaled="1"/>
                  <a:tileRect/>
                </a:gradFill>
                <a:effectLst>
                  <a:outerShdw dist="45791" dir="3378595" algn="ctr" rotWithShape="0">
                    <a:srgbClr val="4D4D4D">
                      <a:alpha val="79999"/>
                    </a:srgbClr>
                  </a:outerShdw>
                </a:effectLst>
                <a:latin typeface="华文行楷" panose="02010800040101010101" pitchFamily="2" charset="-122"/>
                <a:ea typeface="华文行楷" panose="02010800040101010101" pitchFamily="2" charset="-122"/>
              </a:rPr>
              <a:t>含有耦合电感的电路</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2.xml"/><Relationship Id="rId7" Type="http://schemas.openxmlformats.org/officeDocument/2006/relationships/slide" Target="slide29.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slide" Target="slide3.xml"/><Relationship Id="rId10" Type="http://schemas.openxmlformats.org/officeDocument/2006/relationships/slide" Target="slide71.xml"/><Relationship Id="rId4" Type="http://schemas.openxmlformats.org/officeDocument/2006/relationships/image" Target="../media/image3.png"/><Relationship Id="rId9" Type="http://schemas.openxmlformats.org/officeDocument/2006/relationships/slide" Target="slide53.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24.w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emf"/><Relationship Id="rId7" Type="http://schemas.openxmlformats.org/officeDocument/2006/relationships/image" Target="../media/image32.png"/><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1.e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33.emf"/><Relationship Id="rId7" Type="http://schemas.openxmlformats.org/officeDocument/2006/relationships/image" Target="../media/image35.emf"/><Relationship Id="rId2" Type="http://schemas.openxmlformats.org/officeDocument/2006/relationships/oleObject" Target="../embeddings/oleObject6.bin"/><Relationship Id="rId1" Type="http://schemas.openxmlformats.org/officeDocument/2006/relationships/slideLayout" Target="../slideLayouts/slideLayout7.xml"/><Relationship Id="rId6" Type="http://schemas.openxmlformats.org/officeDocument/2006/relationships/oleObject" Target="../embeddings/oleObject8.bin"/><Relationship Id="rId11" Type="http://schemas.openxmlformats.org/officeDocument/2006/relationships/image" Target="../media/image37.png"/><Relationship Id="rId5" Type="http://schemas.openxmlformats.org/officeDocument/2006/relationships/image" Target="../media/image34.emf"/><Relationship Id="rId10" Type="http://schemas.openxmlformats.org/officeDocument/2006/relationships/image" Target="../media/image5.png"/><Relationship Id="rId4" Type="http://schemas.openxmlformats.org/officeDocument/2006/relationships/oleObject" Target="../embeddings/oleObject7.bin"/><Relationship Id="rId9" Type="http://schemas.openxmlformats.org/officeDocument/2006/relationships/image" Target="../media/image36.emf"/></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10.bin"/><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11.bin"/><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40.jpeg"/><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5.png"/><Relationship Id="rId4" Type="http://schemas.openxmlformats.org/officeDocument/2006/relationships/image" Target="../media/image41.emf"/></Relationships>
</file>

<file path=ppt/slides/_rels/slide2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4.emf"/><Relationship Id="rId4" Type="http://schemas.openxmlformats.org/officeDocument/2006/relationships/oleObject" Target="../embeddings/oleObject14.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45.emf"/><Relationship Id="rId7" Type="http://schemas.openxmlformats.org/officeDocument/2006/relationships/image" Target="../media/image47.emf"/><Relationship Id="rId2" Type="http://schemas.openxmlformats.org/officeDocument/2006/relationships/oleObject" Target="../embeddings/oleObject15.bin"/><Relationship Id="rId1" Type="http://schemas.openxmlformats.org/officeDocument/2006/relationships/slideLayout" Target="../slideLayouts/slideLayout7.xml"/><Relationship Id="rId6" Type="http://schemas.openxmlformats.org/officeDocument/2006/relationships/oleObject" Target="../embeddings/oleObject17.bin"/><Relationship Id="rId5" Type="http://schemas.openxmlformats.org/officeDocument/2006/relationships/image" Target="../media/image46.emf"/><Relationship Id="rId10" Type="http://schemas.openxmlformats.org/officeDocument/2006/relationships/image" Target="../media/image5.png"/><Relationship Id="rId4" Type="http://schemas.openxmlformats.org/officeDocument/2006/relationships/oleObject" Target="../embeddings/oleObject16.bin"/><Relationship Id="rId9" Type="http://schemas.openxmlformats.org/officeDocument/2006/relationships/image" Target="../media/image48.emf"/></Relationships>
</file>

<file path=ppt/slides/_rels/slide2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9.emf"/><Relationship Id="rId7" Type="http://schemas.openxmlformats.org/officeDocument/2006/relationships/image" Target="../media/image51.emf"/><Relationship Id="rId2"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oleObject" Target="../embeddings/oleObject21.bin"/><Relationship Id="rId5" Type="http://schemas.openxmlformats.org/officeDocument/2006/relationships/image" Target="../media/image50.emf"/><Relationship Id="rId10" Type="http://schemas.openxmlformats.org/officeDocument/2006/relationships/image" Target="../media/image52.emf"/><Relationship Id="rId4" Type="http://schemas.openxmlformats.org/officeDocument/2006/relationships/oleObject" Target="../embeddings/oleObject20.bin"/><Relationship Id="rId9" Type="http://schemas.openxmlformats.org/officeDocument/2006/relationships/oleObject" Target="../embeddings/oleObject22.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53.emf"/><Relationship Id="rId7" Type="http://schemas.openxmlformats.org/officeDocument/2006/relationships/image" Target="../media/image5.png"/><Relationship Id="rId2" Type="http://schemas.openxmlformats.org/officeDocument/2006/relationships/oleObject" Target="../embeddings/oleObject23.bin"/><Relationship Id="rId1" Type="http://schemas.openxmlformats.org/officeDocument/2006/relationships/slideLayout" Target="../slideLayouts/slideLayout7.xml"/><Relationship Id="rId6" Type="http://schemas.openxmlformats.org/officeDocument/2006/relationships/image" Target="../media/image40.jpeg"/><Relationship Id="rId11" Type="http://schemas.openxmlformats.org/officeDocument/2006/relationships/image" Target="../media/image56.emf"/><Relationship Id="rId5" Type="http://schemas.openxmlformats.org/officeDocument/2006/relationships/image" Target="../media/image54.emf"/><Relationship Id="rId10" Type="http://schemas.openxmlformats.org/officeDocument/2006/relationships/oleObject" Target="../embeddings/oleObject26.bin"/><Relationship Id="rId4" Type="http://schemas.openxmlformats.org/officeDocument/2006/relationships/oleObject" Target="../embeddings/oleObject24.bin"/><Relationship Id="rId9" Type="http://schemas.openxmlformats.org/officeDocument/2006/relationships/image" Target="../media/image55.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57.emf"/><Relationship Id="rId7" Type="http://schemas.openxmlformats.org/officeDocument/2006/relationships/image" Target="../media/image21.png"/><Relationship Id="rId2" Type="http://schemas.openxmlformats.org/officeDocument/2006/relationships/oleObject" Target="../embeddings/oleObject27.bin"/><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60.emf"/><Relationship Id="rId5" Type="http://schemas.openxmlformats.org/officeDocument/2006/relationships/image" Target="../media/image58.emf"/><Relationship Id="rId10" Type="http://schemas.openxmlformats.org/officeDocument/2006/relationships/oleObject" Target="../embeddings/oleObject30.bin"/><Relationship Id="rId4" Type="http://schemas.openxmlformats.org/officeDocument/2006/relationships/oleObject" Target="../embeddings/oleObject28.bin"/><Relationship Id="rId9" Type="http://schemas.openxmlformats.org/officeDocument/2006/relationships/image" Target="../media/image59.emf"/></Relationships>
</file>

<file path=ppt/slides/_rels/slide3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1.emf"/><Relationship Id="rId7" Type="http://schemas.openxmlformats.org/officeDocument/2006/relationships/image" Target="../media/image63.emf"/><Relationship Id="rId2" Type="http://schemas.openxmlformats.org/officeDocument/2006/relationships/oleObject" Target="../embeddings/oleObject31.bin"/><Relationship Id="rId1" Type="http://schemas.openxmlformats.org/officeDocument/2006/relationships/slideLayout" Target="../slideLayouts/slideLayout7.xml"/><Relationship Id="rId6" Type="http://schemas.openxmlformats.org/officeDocument/2006/relationships/oleObject" Target="../embeddings/oleObject33.bin"/><Relationship Id="rId5" Type="http://schemas.openxmlformats.org/officeDocument/2006/relationships/image" Target="../media/image62.emf"/><Relationship Id="rId4" Type="http://schemas.openxmlformats.org/officeDocument/2006/relationships/oleObject" Target="../embeddings/oleObject32.bin"/></Relationships>
</file>

<file path=ppt/slides/_rels/slide32.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image" Target="../media/image64.emf"/><Relationship Id="rId7" Type="http://schemas.openxmlformats.org/officeDocument/2006/relationships/oleObject" Target="../embeddings/oleObject36.bin"/><Relationship Id="rId12" Type="http://schemas.openxmlformats.org/officeDocument/2006/relationships/image" Target="../media/image68.emf"/><Relationship Id="rId2" Type="http://schemas.openxmlformats.org/officeDocument/2006/relationships/oleObject" Target="../embeddings/oleObject34.bin"/><Relationship Id="rId1" Type="http://schemas.openxmlformats.org/officeDocument/2006/relationships/slideLayout" Target="../slideLayouts/slideLayout7.xml"/><Relationship Id="rId6" Type="http://schemas.openxmlformats.org/officeDocument/2006/relationships/image" Target="../media/image65.e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67.emf"/><Relationship Id="rId4" Type="http://schemas.openxmlformats.org/officeDocument/2006/relationships/image" Target="../media/image5.png"/><Relationship Id="rId9" Type="http://schemas.openxmlformats.org/officeDocument/2006/relationships/oleObject" Target="../embeddings/oleObject37.bin"/></Relationships>
</file>

<file path=ppt/slides/_rels/slide33.xml.rels><?xml version="1.0" encoding="UTF-8" standalone="yes"?>
<Relationships xmlns="http://schemas.openxmlformats.org/package/2006/relationships"><Relationship Id="rId13" Type="http://schemas.openxmlformats.org/officeDocument/2006/relationships/image" Target="../media/image74.emf"/><Relationship Id="rId18" Type="http://schemas.openxmlformats.org/officeDocument/2006/relationships/oleObject" Target="../embeddings/oleObject47.bin"/><Relationship Id="rId26" Type="http://schemas.openxmlformats.org/officeDocument/2006/relationships/oleObject" Target="../embeddings/oleObject51.bin"/><Relationship Id="rId39" Type="http://schemas.openxmlformats.org/officeDocument/2006/relationships/image" Target="../media/image87.emf"/><Relationship Id="rId21" Type="http://schemas.openxmlformats.org/officeDocument/2006/relationships/image" Target="../media/image78.emf"/><Relationship Id="rId34" Type="http://schemas.openxmlformats.org/officeDocument/2006/relationships/oleObject" Target="../embeddings/oleObject55.bin"/><Relationship Id="rId42" Type="http://schemas.openxmlformats.org/officeDocument/2006/relationships/image" Target="../media/image5.png"/><Relationship Id="rId47" Type="http://schemas.openxmlformats.org/officeDocument/2006/relationships/oleObject" Target="../embeddings/oleObject61.bin"/><Relationship Id="rId50" Type="http://schemas.openxmlformats.org/officeDocument/2006/relationships/image" Target="../media/image92.emf"/><Relationship Id="rId7" Type="http://schemas.openxmlformats.org/officeDocument/2006/relationships/image" Target="../media/image71.emf"/><Relationship Id="rId2" Type="http://schemas.openxmlformats.org/officeDocument/2006/relationships/oleObject" Target="../embeddings/oleObject39.bin"/><Relationship Id="rId16" Type="http://schemas.openxmlformats.org/officeDocument/2006/relationships/oleObject" Target="../embeddings/oleObject46.bin"/><Relationship Id="rId29" Type="http://schemas.openxmlformats.org/officeDocument/2006/relationships/image" Target="../media/image82.emf"/><Relationship Id="rId11" Type="http://schemas.openxmlformats.org/officeDocument/2006/relationships/image" Target="../media/image73.emf"/><Relationship Id="rId24" Type="http://schemas.openxmlformats.org/officeDocument/2006/relationships/oleObject" Target="../embeddings/oleObject50.bin"/><Relationship Id="rId32" Type="http://schemas.openxmlformats.org/officeDocument/2006/relationships/oleObject" Target="../embeddings/oleObject54.bin"/><Relationship Id="rId37" Type="http://schemas.openxmlformats.org/officeDocument/2006/relationships/image" Target="../media/image86.emf"/><Relationship Id="rId40" Type="http://schemas.openxmlformats.org/officeDocument/2006/relationships/oleObject" Target="../embeddings/oleObject58.bin"/><Relationship Id="rId45" Type="http://schemas.openxmlformats.org/officeDocument/2006/relationships/oleObject" Target="../embeddings/oleObject60.bin"/><Relationship Id="rId5" Type="http://schemas.openxmlformats.org/officeDocument/2006/relationships/image" Target="../media/image70.emf"/><Relationship Id="rId15" Type="http://schemas.openxmlformats.org/officeDocument/2006/relationships/image" Target="../media/image75.emf"/><Relationship Id="rId23" Type="http://schemas.openxmlformats.org/officeDocument/2006/relationships/image" Target="../media/image79.emf"/><Relationship Id="rId28" Type="http://schemas.openxmlformats.org/officeDocument/2006/relationships/oleObject" Target="../embeddings/oleObject52.bin"/><Relationship Id="rId36" Type="http://schemas.openxmlformats.org/officeDocument/2006/relationships/oleObject" Target="../embeddings/oleObject56.bin"/><Relationship Id="rId49" Type="http://schemas.openxmlformats.org/officeDocument/2006/relationships/oleObject" Target="../embeddings/oleObject62.bin"/><Relationship Id="rId10" Type="http://schemas.openxmlformats.org/officeDocument/2006/relationships/oleObject" Target="../embeddings/oleObject43.bin"/><Relationship Id="rId19" Type="http://schemas.openxmlformats.org/officeDocument/2006/relationships/image" Target="../media/image77.emf"/><Relationship Id="rId31" Type="http://schemas.openxmlformats.org/officeDocument/2006/relationships/image" Target="../media/image83.emf"/><Relationship Id="rId44" Type="http://schemas.openxmlformats.org/officeDocument/2006/relationships/image" Target="../media/image89.emf"/><Relationship Id="rId4" Type="http://schemas.openxmlformats.org/officeDocument/2006/relationships/oleObject" Target="../embeddings/oleObject40.bin"/><Relationship Id="rId9" Type="http://schemas.openxmlformats.org/officeDocument/2006/relationships/image" Target="../media/image72.emf"/><Relationship Id="rId14" Type="http://schemas.openxmlformats.org/officeDocument/2006/relationships/oleObject" Target="../embeddings/oleObject45.bin"/><Relationship Id="rId22" Type="http://schemas.openxmlformats.org/officeDocument/2006/relationships/oleObject" Target="../embeddings/oleObject49.bin"/><Relationship Id="rId27" Type="http://schemas.openxmlformats.org/officeDocument/2006/relationships/image" Target="../media/image81.emf"/><Relationship Id="rId30" Type="http://schemas.openxmlformats.org/officeDocument/2006/relationships/oleObject" Target="../embeddings/oleObject53.bin"/><Relationship Id="rId35" Type="http://schemas.openxmlformats.org/officeDocument/2006/relationships/image" Target="../media/image85.emf"/><Relationship Id="rId43" Type="http://schemas.openxmlformats.org/officeDocument/2006/relationships/oleObject" Target="../embeddings/oleObject59.bin"/><Relationship Id="rId48" Type="http://schemas.openxmlformats.org/officeDocument/2006/relationships/image" Target="../media/image91.emf"/><Relationship Id="rId8" Type="http://schemas.openxmlformats.org/officeDocument/2006/relationships/oleObject" Target="../embeddings/oleObject42.bin"/><Relationship Id="rId3" Type="http://schemas.openxmlformats.org/officeDocument/2006/relationships/image" Target="../media/image69.emf"/><Relationship Id="rId12" Type="http://schemas.openxmlformats.org/officeDocument/2006/relationships/oleObject" Target="../embeddings/oleObject44.bin"/><Relationship Id="rId17" Type="http://schemas.openxmlformats.org/officeDocument/2006/relationships/image" Target="../media/image76.emf"/><Relationship Id="rId25" Type="http://schemas.openxmlformats.org/officeDocument/2006/relationships/image" Target="../media/image80.emf"/><Relationship Id="rId33" Type="http://schemas.openxmlformats.org/officeDocument/2006/relationships/image" Target="../media/image84.emf"/><Relationship Id="rId38" Type="http://schemas.openxmlformats.org/officeDocument/2006/relationships/oleObject" Target="../embeddings/oleObject57.bin"/><Relationship Id="rId46" Type="http://schemas.openxmlformats.org/officeDocument/2006/relationships/image" Target="../media/image90.emf"/><Relationship Id="rId20" Type="http://schemas.openxmlformats.org/officeDocument/2006/relationships/oleObject" Target="../embeddings/oleObject48.bin"/><Relationship Id="rId41" Type="http://schemas.openxmlformats.org/officeDocument/2006/relationships/image" Target="../media/image88.emf"/><Relationship Id="rId1" Type="http://schemas.openxmlformats.org/officeDocument/2006/relationships/slideLayout" Target="../slideLayouts/slideLayout7.xml"/><Relationship Id="rId6" Type="http://schemas.openxmlformats.org/officeDocument/2006/relationships/oleObject" Target="../embeddings/oleObject41.bin"/></Relationships>
</file>

<file path=ppt/slides/_rels/slide3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3.emf"/><Relationship Id="rId7" Type="http://schemas.openxmlformats.org/officeDocument/2006/relationships/image" Target="../media/image95.emf"/><Relationship Id="rId2"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oleObject" Target="../embeddings/oleObject65.bin"/><Relationship Id="rId5" Type="http://schemas.openxmlformats.org/officeDocument/2006/relationships/image" Target="../media/image94.emf"/><Relationship Id="rId4" Type="http://schemas.openxmlformats.org/officeDocument/2006/relationships/oleObject" Target="../embeddings/oleObject64.bin"/></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jpeg"/><Relationship Id="rId1" Type="http://schemas.openxmlformats.org/officeDocument/2006/relationships/slideLayout" Target="../slideLayouts/slideLayout7.xml"/><Relationship Id="rId5" Type="http://schemas.openxmlformats.org/officeDocument/2006/relationships/image" Target="../media/image96.emf"/><Relationship Id="rId4" Type="http://schemas.openxmlformats.org/officeDocument/2006/relationships/oleObject" Target="../embeddings/oleObject66.bin"/></Relationships>
</file>

<file path=ppt/slides/_rels/slide3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7.emf"/><Relationship Id="rId7" Type="http://schemas.openxmlformats.org/officeDocument/2006/relationships/image" Target="../media/image99.emf"/><Relationship Id="rId2" Type="http://schemas.openxmlformats.org/officeDocument/2006/relationships/oleObject" Target="../embeddings/oleObject67.bin"/><Relationship Id="rId1" Type="http://schemas.openxmlformats.org/officeDocument/2006/relationships/slideLayout" Target="../slideLayouts/slideLayout7.xml"/><Relationship Id="rId6" Type="http://schemas.openxmlformats.org/officeDocument/2006/relationships/oleObject" Target="../embeddings/oleObject69.bin"/><Relationship Id="rId5" Type="http://schemas.openxmlformats.org/officeDocument/2006/relationships/image" Target="../media/image98.emf"/><Relationship Id="rId10" Type="http://schemas.openxmlformats.org/officeDocument/2006/relationships/image" Target="../media/image100.emf"/><Relationship Id="rId4" Type="http://schemas.openxmlformats.org/officeDocument/2006/relationships/oleObject" Target="../embeddings/oleObject68.bin"/><Relationship Id="rId9" Type="http://schemas.openxmlformats.org/officeDocument/2006/relationships/oleObject" Target="../embeddings/oleObject70.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oleObject" Target="../embeddings/oleObject76.bin"/><Relationship Id="rId18" Type="http://schemas.openxmlformats.org/officeDocument/2006/relationships/image" Target="../media/image108.emf"/><Relationship Id="rId3" Type="http://schemas.openxmlformats.org/officeDocument/2006/relationships/image" Target="../media/image101.emf"/><Relationship Id="rId21" Type="http://schemas.openxmlformats.org/officeDocument/2006/relationships/oleObject" Target="../embeddings/oleObject80.bin"/><Relationship Id="rId7" Type="http://schemas.openxmlformats.org/officeDocument/2006/relationships/image" Target="../media/image103.emf"/><Relationship Id="rId12" Type="http://schemas.openxmlformats.org/officeDocument/2006/relationships/image" Target="../media/image5.png"/><Relationship Id="rId17" Type="http://schemas.openxmlformats.org/officeDocument/2006/relationships/oleObject" Target="../embeddings/oleObject78.bin"/><Relationship Id="rId2" Type="http://schemas.openxmlformats.org/officeDocument/2006/relationships/oleObject" Target="../embeddings/oleObject71.bin"/><Relationship Id="rId16" Type="http://schemas.openxmlformats.org/officeDocument/2006/relationships/image" Target="../media/image107.emf"/><Relationship Id="rId20" Type="http://schemas.openxmlformats.org/officeDocument/2006/relationships/image" Target="../media/image109.emf"/><Relationship Id="rId1" Type="http://schemas.openxmlformats.org/officeDocument/2006/relationships/slideLayout" Target="../slideLayouts/slideLayout7.xml"/><Relationship Id="rId6" Type="http://schemas.openxmlformats.org/officeDocument/2006/relationships/oleObject" Target="../embeddings/oleObject73.bin"/><Relationship Id="rId11" Type="http://schemas.openxmlformats.org/officeDocument/2006/relationships/image" Target="../media/image105.emf"/><Relationship Id="rId24" Type="http://schemas.openxmlformats.org/officeDocument/2006/relationships/image" Target="../media/image111.emf"/><Relationship Id="rId5" Type="http://schemas.openxmlformats.org/officeDocument/2006/relationships/image" Target="../media/image102.emf"/><Relationship Id="rId15" Type="http://schemas.openxmlformats.org/officeDocument/2006/relationships/oleObject" Target="../embeddings/oleObject77.bin"/><Relationship Id="rId23" Type="http://schemas.openxmlformats.org/officeDocument/2006/relationships/oleObject" Target="../embeddings/oleObject81.bin"/><Relationship Id="rId10" Type="http://schemas.openxmlformats.org/officeDocument/2006/relationships/oleObject" Target="../embeddings/oleObject75.bin"/><Relationship Id="rId19" Type="http://schemas.openxmlformats.org/officeDocument/2006/relationships/oleObject" Target="../embeddings/oleObject79.bin"/><Relationship Id="rId4" Type="http://schemas.openxmlformats.org/officeDocument/2006/relationships/oleObject" Target="../embeddings/oleObject72.bin"/><Relationship Id="rId9" Type="http://schemas.openxmlformats.org/officeDocument/2006/relationships/image" Target="../media/image104.emf"/><Relationship Id="rId14" Type="http://schemas.openxmlformats.org/officeDocument/2006/relationships/image" Target="../media/image106.emf"/><Relationship Id="rId22" Type="http://schemas.openxmlformats.org/officeDocument/2006/relationships/image" Target="../media/image110.e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oleObject" Target="../embeddings/oleObject87.bin"/><Relationship Id="rId18" Type="http://schemas.openxmlformats.org/officeDocument/2006/relationships/image" Target="../media/image119.emf"/><Relationship Id="rId3" Type="http://schemas.openxmlformats.org/officeDocument/2006/relationships/image" Target="../media/image112.emf"/><Relationship Id="rId21" Type="http://schemas.openxmlformats.org/officeDocument/2006/relationships/oleObject" Target="../embeddings/oleObject91.bin"/><Relationship Id="rId7" Type="http://schemas.openxmlformats.org/officeDocument/2006/relationships/image" Target="../media/image114.emf"/><Relationship Id="rId12" Type="http://schemas.openxmlformats.org/officeDocument/2006/relationships/image" Target="../media/image5.png"/><Relationship Id="rId17" Type="http://schemas.openxmlformats.org/officeDocument/2006/relationships/oleObject" Target="../embeddings/oleObject89.bin"/><Relationship Id="rId2" Type="http://schemas.openxmlformats.org/officeDocument/2006/relationships/oleObject" Target="../embeddings/oleObject82.bin"/><Relationship Id="rId16" Type="http://schemas.openxmlformats.org/officeDocument/2006/relationships/image" Target="../media/image118.emf"/><Relationship Id="rId20" Type="http://schemas.openxmlformats.org/officeDocument/2006/relationships/image" Target="../media/image120.emf"/><Relationship Id="rId1" Type="http://schemas.openxmlformats.org/officeDocument/2006/relationships/slideLayout" Target="../slideLayouts/slideLayout7.xml"/><Relationship Id="rId6" Type="http://schemas.openxmlformats.org/officeDocument/2006/relationships/oleObject" Target="../embeddings/oleObject84.bin"/><Relationship Id="rId11" Type="http://schemas.openxmlformats.org/officeDocument/2006/relationships/image" Target="../media/image116.emf"/><Relationship Id="rId24" Type="http://schemas.openxmlformats.org/officeDocument/2006/relationships/image" Target="../media/image122.emf"/><Relationship Id="rId5" Type="http://schemas.openxmlformats.org/officeDocument/2006/relationships/image" Target="../media/image113.emf"/><Relationship Id="rId15" Type="http://schemas.openxmlformats.org/officeDocument/2006/relationships/oleObject" Target="../embeddings/oleObject88.bin"/><Relationship Id="rId23" Type="http://schemas.openxmlformats.org/officeDocument/2006/relationships/oleObject" Target="../embeddings/oleObject92.bin"/><Relationship Id="rId10" Type="http://schemas.openxmlformats.org/officeDocument/2006/relationships/oleObject" Target="../embeddings/oleObject86.bin"/><Relationship Id="rId19" Type="http://schemas.openxmlformats.org/officeDocument/2006/relationships/oleObject" Target="../embeddings/oleObject90.bin"/><Relationship Id="rId4" Type="http://schemas.openxmlformats.org/officeDocument/2006/relationships/oleObject" Target="../embeddings/oleObject83.bin"/><Relationship Id="rId9" Type="http://schemas.openxmlformats.org/officeDocument/2006/relationships/image" Target="../media/image115.emf"/><Relationship Id="rId14" Type="http://schemas.openxmlformats.org/officeDocument/2006/relationships/image" Target="../media/image117.emf"/><Relationship Id="rId22" Type="http://schemas.openxmlformats.org/officeDocument/2006/relationships/image" Target="../media/image121.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24.emf"/><Relationship Id="rId5" Type="http://schemas.openxmlformats.org/officeDocument/2006/relationships/oleObject" Target="../embeddings/oleObject94.bin"/><Relationship Id="rId4" Type="http://schemas.openxmlformats.org/officeDocument/2006/relationships/image" Target="../media/image123.emf"/></Relationships>
</file>

<file path=ppt/slides/_rels/slide40.xml.rels><?xml version="1.0" encoding="UTF-8" standalone="yes"?>
<Relationships xmlns="http://schemas.openxmlformats.org/package/2006/relationships"><Relationship Id="rId8" Type="http://schemas.openxmlformats.org/officeDocument/2006/relationships/image" Target="../media/image127.emf"/><Relationship Id="rId13" Type="http://schemas.openxmlformats.org/officeDocument/2006/relationships/oleObject" Target="../embeddings/oleObject100.bin"/><Relationship Id="rId18" Type="http://schemas.openxmlformats.org/officeDocument/2006/relationships/image" Target="../media/image132.emf"/><Relationship Id="rId3" Type="http://schemas.openxmlformats.org/officeDocument/2006/relationships/image" Target="../media/image125.emf"/><Relationship Id="rId7" Type="http://schemas.openxmlformats.org/officeDocument/2006/relationships/oleObject" Target="../embeddings/oleObject97.bin"/><Relationship Id="rId12" Type="http://schemas.openxmlformats.org/officeDocument/2006/relationships/image" Target="../media/image129.emf"/><Relationship Id="rId17" Type="http://schemas.openxmlformats.org/officeDocument/2006/relationships/oleObject" Target="../embeddings/oleObject102.bin"/><Relationship Id="rId2" Type="http://schemas.openxmlformats.org/officeDocument/2006/relationships/oleObject" Target="../embeddings/oleObject95.bin"/><Relationship Id="rId16" Type="http://schemas.openxmlformats.org/officeDocument/2006/relationships/image" Target="../media/image131.emf"/><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oleObject" Target="../embeddings/oleObject99.bin"/><Relationship Id="rId5" Type="http://schemas.openxmlformats.org/officeDocument/2006/relationships/image" Target="../media/image126.emf"/><Relationship Id="rId15" Type="http://schemas.openxmlformats.org/officeDocument/2006/relationships/oleObject" Target="../embeddings/oleObject101.bin"/><Relationship Id="rId10" Type="http://schemas.openxmlformats.org/officeDocument/2006/relationships/image" Target="../media/image128.emf"/><Relationship Id="rId4" Type="http://schemas.openxmlformats.org/officeDocument/2006/relationships/oleObject" Target="../embeddings/oleObject96.bin"/><Relationship Id="rId9" Type="http://schemas.openxmlformats.org/officeDocument/2006/relationships/oleObject" Target="../embeddings/oleObject98.bin"/><Relationship Id="rId14" Type="http://schemas.openxmlformats.org/officeDocument/2006/relationships/image" Target="../media/image130.emf"/></Relationships>
</file>

<file path=ppt/slides/_rels/slide41.xml.rels><?xml version="1.0" encoding="UTF-8" standalone="yes"?>
<Relationships xmlns="http://schemas.openxmlformats.org/package/2006/relationships"><Relationship Id="rId3" Type="http://schemas.openxmlformats.org/officeDocument/2006/relationships/image" Target="../media/image133.emf"/><Relationship Id="rId2" Type="http://schemas.openxmlformats.org/officeDocument/2006/relationships/oleObject" Target="../embeddings/oleObject103.bin"/><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34.emf"/><Relationship Id="rId7" Type="http://schemas.openxmlformats.org/officeDocument/2006/relationships/image" Target="../media/image136.emf"/><Relationship Id="rId2" Type="http://schemas.openxmlformats.org/officeDocument/2006/relationships/oleObject" Target="../embeddings/oleObject104.bin"/><Relationship Id="rId1" Type="http://schemas.openxmlformats.org/officeDocument/2006/relationships/slideLayout" Target="../slideLayouts/slideLayout7.xml"/><Relationship Id="rId6" Type="http://schemas.openxmlformats.org/officeDocument/2006/relationships/oleObject" Target="../embeddings/oleObject106.bin"/><Relationship Id="rId5" Type="http://schemas.openxmlformats.org/officeDocument/2006/relationships/image" Target="../media/image135.emf"/><Relationship Id="rId4" Type="http://schemas.openxmlformats.org/officeDocument/2006/relationships/oleObject" Target="../embeddings/oleObject105.bin"/></Relationships>
</file>

<file path=ppt/slides/_rels/slide44.xml.rels><?xml version="1.0" encoding="UTF-8" standalone="yes"?>
<Relationships xmlns="http://schemas.openxmlformats.org/package/2006/relationships"><Relationship Id="rId8" Type="http://schemas.openxmlformats.org/officeDocument/2006/relationships/image" Target="../media/image139.emf"/><Relationship Id="rId3" Type="http://schemas.openxmlformats.org/officeDocument/2006/relationships/image" Target="../media/image137.emf"/><Relationship Id="rId7" Type="http://schemas.openxmlformats.org/officeDocument/2006/relationships/oleObject" Target="../embeddings/oleObject109.bin"/><Relationship Id="rId12" Type="http://schemas.openxmlformats.org/officeDocument/2006/relationships/image" Target="../media/image141.emf"/><Relationship Id="rId2" Type="http://schemas.openxmlformats.org/officeDocument/2006/relationships/oleObject" Target="../embeddings/oleObject107.bin"/><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oleObject" Target="../embeddings/oleObject111.bin"/><Relationship Id="rId5" Type="http://schemas.openxmlformats.org/officeDocument/2006/relationships/image" Target="../media/image138.emf"/><Relationship Id="rId10" Type="http://schemas.openxmlformats.org/officeDocument/2006/relationships/image" Target="../media/image140.emf"/><Relationship Id="rId4" Type="http://schemas.openxmlformats.org/officeDocument/2006/relationships/oleObject" Target="../embeddings/oleObject108.bin"/><Relationship Id="rId9" Type="http://schemas.openxmlformats.org/officeDocument/2006/relationships/oleObject" Target="../embeddings/oleObject110.bin"/></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144.emf"/><Relationship Id="rId3" Type="http://schemas.openxmlformats.org/officeDocument/2006/relationships/image" Target="../media/image142.emf"/><Relationship Id="rId7" Type="http://schemas.openxmlformats.org/officeDocument/2006/relationships/oleObject" Target="../embeddings/oleObject114.bin"/><Relationship Id="rId12" Type="http://schemas.openxmlformats.org/officeDocument/2006/relationships/image" Target="../media/image146.emf"/><Relationship Id="rId2" Type="http://schemas.openxmlformats.org/officeDocument/2006/relationships/oleObject" Target="../embeddings/oleObject112.bin"/><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oleObject" Target="../embeddings/oleObject116.bin"/><Relationship Id="rId5" Type="http://schemas.openxmlformats.org/officeDocument/2006/relationships/image" Target="../media/image143.emf"/><Relationship Id="rId10" Type="http://schemas.openxmlformats.org/officeDocument/2006/relationships/image" Target="../media/image145.emf"/><Relationship Id="rId4" Type="http://schemas.openxmlformats.org/officeDocument/2006/relationships/oleObject" Target="../embeddings/oleObject113.bin"/><Relationship Id="rId9" Type="http://schemas.openxmlformats.org/officeDocument/2006/relationships/oleObject" Target="../embeddings/oleObject115.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47.e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image" Target="../media/image153.emf"/><Relationship Id="rId3" Type="http://schemas.openxmlformats.org/officeDocument/2006/relationships/image" Target="../media/image148.emf"/><Relationship Id="rId7" Type="http://schemas.openxmlformats.org/officeDocument/2006/relationships/image" Target="../media/image150.emf"/><Relationship Id="rId12" Type="http://schemas.openxmlformats.org/officeDocument/2006/relationships/oleObject" Target="../embeddings/oleObject123.bin"/><Relationship Id="rId2" Type="http://schemas.openxmlformats.org/officeDocument/2006/relationships/oleObject" Target="../embeddings/oleObject118.bin"/><Relationship Id="rId1" Type="http://schemas.openxmlformats.org/officeDocument/2006/relationships/slideLayout" Target="../slideLayouts/slideLayout7.xml"/><Relationship Id="rId6" Type="http://schemas.openxmlformats.org/officeDocument/2006/relationships/oleObject" Target="../embeddings/oleObject120.bin"/><Relationship Id="rId11" Type="http://schemas.openxmlformats.org/officeDocument/2006/relationships/image" Target="../media/image152.emf"/><Relationship Id="rId5" Type="http://schemas.openxmlformats.org/officeDocument/2006/relationships/image" Target="../media/image149.emf"/><Relationship Id="rId10" Type="http://schemas.openxmlformats.org/officeDocument/2006/relationships/oleObject" Target="../embeddings/oleObject122.bin"/><Relationship Id="rId4" Type="http://schemas.openxmlformats.org/officeDocument/2006/relationships/oleObject" Target="../embeddings/oleObject119.bin"/><Relationship Id="rId9" Type="http://schemas.openxmlformats.org/officeDocument/2006/relationships/image" Target="../media/image151.emf"/><Relationship Id="rId14" Type="http://schemas.openxmlformats.org/officeDocument/2006/relationships/image" Target="../media/image5.png"/></Relationships>
</file>

<file path=ppt/slides/_rels/slide49.xml.rels><?xml version="1.0" encoding="UTF-8" standalone="yes"?>
<Relationships xmlns="http://schemas.openxmlformats.org/package/2006/relationships"><Relationship Id="rId8" Type="http://schemas.openxmlformats.org/officeDocument/2006/relationships/image" Target="../media/image156.emf"/><Relationship Id="rId3" Type="http://schemas.openxmlformats.org/officeDocument/2006/relationships/oleObject" Target="../embeddings/oleObject124.bin"/><Relationship Id="rId7" Type="http://schemas.openxmlformats.org/officeDocument/2006/relationships/oleObject" Target="../embeddings/oleObject126.bin"/><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55.emf"/><Relationship Id="rId5" Type="http://schemas.openxmlformats.org/officeDocument/2006/relationships/oleObject" Target="../embeddings/oleObject125.bin"/><Relationship Id="rId4" Type="http://schemas.openxmlformats.org/officeDocument/2006/relationships/image" Target="../media/image154.emf"/></Relationships>
</file>

<file path=ppt/slides/_rels/slide50.xml.rels><?xml version="1.0" encoding="UTF-8" standalone="yes"?>
<Relationships xmlns="http://schemas.openxmlformats.org/package/2006/relationships"><Relationship Id="rId8" Type="http://schemas.openxmlformats.org/officeDocument/2006/relationships/image" Target="../media/image159.emf"/><Relationship Id="rId13" Type="http://schemas.openxmlformats.org/officeDocument/2006/relationships/oleObject" Target="../embeddings/oleObject132.bin"/><Relationship Id="rId18" Type="http://schemas.openxmlformats.org/officeDocument/2006/relationships/image" Target="../media/image164.emf"/><Relationship Id="rId3" Type="http://schemas.openxmlformats.org/officeDocument/2006/relationships/image" Target="../media/image157.emf"/><Relationship Id="rId7" Type="http://schemas.openxmlformats.org/officeDocument/2006/relationships/oleObject" Target="../embeddings/oleObject129.bin"/><Relationship Id="rId12" Type="http://schemas.openxmlformats.org/officeDocument/2006/relationships/image" Target="../media/image161.emf"/><Relationship Id="rId17" Type="http://schemas.openxmlformats.org/officeDocument/2006/relationships/oleObject" Target="../embeddings/oleObject134.bin"/><Relationship Id="rId2" Type="http://schemas.openxmlformats.org/officeDocument/2006/relationships/oleObject" Target="../embeddings/oleObject127.bin"/><Relationship Id="rId16" Type="http://schemas.openxmlformats.org/officeDocument/2006/relationships/image" Target="../media/image163.emf"/><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oleObject" Target="../embeddings/oleObject131.bin"/><Relationship Id="rId5" Type="http://schemas.openxmlformats.org/officeDocument/2006/relationships/image" Target="../media/image158.emf"/><Relationship Id="rId15" Type="http://schemas.openxmlformats.org/officeDocument/2006/relationships/oleObject" Target="../embeddings/oleObject133.bin"/><Relationship Id="rId10" Type="http://schemas.openxmlformats.org/officeDocument/2006/relationships/image" Target="../media/image160.emf"/><Relationship Id="rId4" Type="http://schemas.openxmlformats.org/officeDocument/2006/relationships/oleObject" Target="../embeddings/oleObject128.bin"/><Relationship Id="rId9" Type="http://schemas.openxmlformats.org/officeDocument/2006/relationships/oleObject" Target="../embeddings/oleObject130.bin"/><Relationship Id="rId14" Type="http://schemas.openxmlformats.org/officeDocument/2006/relationships/image" Target="../media/image162.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35.bin"/><Relationship Id="rId7"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6.emf"/><Relationship Id="rId5" Type="http://schemas.openxmlformats.org/officeDocument/2006/relationships/oleObject" Target="../embeddings/oleObject136.bin"/><Relationship Id="rId4" Type="http://schemas.openxmlformats.org/officeDocument/2006/relationships/image" Target="../media/image165.emf"/></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image" Target="../media/image5.png"/><Relationship Id="rId7" Type="http://schemas.openxmlformats.org/officeDocument/2006/relationships/image" Target="../media/image168.emf"/><Relationship Id="rId2" Type="http://schemas.openxmlformats.org/officeDocument/2006/relationships/image" Target="../media/image40.jpeg"/><Relationship Id="rId1" Type="http://schemas.openxmlformats.org/officeDocument/2006/relationships/slideLayout" Target="../slideLayouts/slideLayout7.xml"/><Relationship Id="rId6" Type="http://schemas.openxmlformats.org/officeDocument/2006/relationships/oleObject" Target="../embeddings/oleObject138.bin"/><Relationship Id="rId5" Type="http://schemas.openxmlformats.org/officeDocument/2006/relationships/image" Target="../media/image167.emf"/><Relationship Id="rId4" Type="http://schemas.openxmlformats.org/officeDocument/2006/relationships/oleObject" Target="../embeddings/oleObject137.bin"/><Relationship Id="rId9" Type="http://schemas.openxmlformats.org/officeDocument/2006/relationships/image" Target="../media/image169.emf"/></Relationships>
</file>

<file path=ppt/slides/_rels/slide54.xml.rels><?xml version="1.0" encoding="UTF-8" standalone="yes"?>
<Relationships xmlns="http://schemas.openxmlformats.org/package/2006/relationships"><Relationship Id="rId8" Type="http://schemas.openxmlformats.org/officeDocument/2006/relationships/image" Target="../media/image172.emf"/><Relationship Id="rId13" Type="http://schemas.openxmlformats.org/officeDocument/2006/relationships/oleObject" Target="../embeddings/oleObject145.bin"/><Relationship Id="rId3" Type="http://schemas.openxmlformats.org/officeDocument/2006/relationships/image" Target="../media/image170.emf"/><Relationship Id="rId7" Type="http://schemas.openxmlformats.org/officeDocument/2006/relationships/oleObject" Target="../embeddings/oleObject142.bin"/><Relationship Id="rId12" Type="http://schemas.openxmlformats.org/officeDocument/2006/relationships/image" Target="../media/image174.emf"/><Relationship Id="rId2" Type="http://schemas.openxmlformats.org/officeDocument/2006/relationships/oleObject" Target="../embeddings/oleObject140.bin"/><Relationship Id="rId16" Type="http://schemas.openxmlformats.org/officeDocument/2006/relationships/image" Target="../media/image176.emf"/><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oleObject" Target="../embeddings/oleObject144.bin"/><Relationship Id="rId5" Type="http://schemas.openxmlformats.org/officeDocument/2006/relationships/image" Target="../media/image171.emf"/><Relationship Id="rId15" Type="http://schemas.openxmlformats.org/officeDocument/2006/relationships/oleObject" Target="../embeddings/oleObject146.bin"/><Relationship Id="rId10" Type="http://schemas.openxmlformats.org/officeDocument/2006/relationships/image" Target="../media/image173.emf"/><Relationship Id="rId4" Type="http://schemas.openxmlformats.org/officeDocument/2006/relationships/oleObject" Target="../embeddings/oleObject141.bin"/><Relationship Id="rId9" Type="http://schemas.openxmlformats.org/officeDocument/2006/relationships/oleObject" Target="../embeddings/oleObject143.bin"/><Relationship Id="rId14" Type="http://schemas.openxmlformats.org/officeDocument/2006/relationships/image" Target="../media/image175.emf"/></Relationships>
</file>

<file path=ppt/slides/_rels/slide5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oleObject" Target="../embeddings/oleObject152.bin"/><Relationship Id="rId18" Type="http://schemas.openxmlformats.org/officeDocument/2006/relationships/image" Target="../media/image184.emf"/><Relationship Id="rId3" Type="http://schemas.openxmlformats.org/officeDocument/2006/relationships/image" Target="../media/image177.emf"/><Relationship Id="rId21" Type="http://schemas.openxmlformats.org/officeDocument/2006/relationships/image" Target="../media/image40.jpeg"/><Relationship Id="rId7" Type="http://schemas.openxmlformats.org/officeDocument/2006/relationships/image" Target="../media/image179.emf"/><Relationship Id="rId12" Type="http://schemas.openxmlformats.org/officeDocument/2006/relationships/image" Target="../media/image181.emf"/><Relationship Id="rId17" Type="http://schemas.openxmlformats.org/officeDocument/2006/relationships/oleObject" Target="../embeddings/oleObject154.bin"/><Relationship Id="rId2" Type="http://schemas.openxmlformats.org/officeDocument/2006/relationships/oleObject" Target="../embeddings/oleObject147.bin"/><Relationship Id="rId16" Type="http://schemas.openxmlformats.org/officeDocument/2006/relationships/image" Target="../media/image183.emf"/><Relationship Id="rId20" Type="http://schemas.openxmlformats.org/officeDocument/2006/relationships/image" Target="../media/image185.emf"/><Relationship Id="rId1" Type="http://schemas.openxmlformats.org/officeDocument/2006/relationships/slideLayout" Target="../slideLayouts/slideLayout7.xml"/><Relationship Id="rId6" Type="http://schemas.openxmlformats.org/officeDocument/2006/relationships/oleObject" Target="../embeddings/oleObject149.bin"/><Relationship Id="rId11" Type="http://schemas.openxmlformats.org/officeDocument/2006/relationships/oleObject" Target="../embeddings/oleObject151.bin"/><Relationship Id="rId5" Type="http://schemas.openxmlformats.org/officeDocument/2006/relationships/image" Target="../media/image178.emf"/><Relationship Id="rId15" Type="http://schemas.openxmlformats.org/officeDocument/2006/relationships/oleObject" Target="../embeddings/oleObject153.bin"/><Relationship Id="rId10" Type="http://schemas.openxmlformats.org/officeDocument/2006/relationships/image" Target="../media/image180.emf"/><Relationship Id="rId19" Type="http://schemas.openxmlformats.org/officeDocument/2006/relationships/oleObject" Target="../embeddings/oleObject155.bin"/><Relationship Id="rId4" Type="http://schemas.openxmlformats.org/officeDocument/2006/relationships/oleObject" Target="../embeddings/oleObject148.bin"/><Relationship Id="rId9" Type="http://schemas.openxmlformats.org/officeDocument/2006/relationships/oleObject" Target="../embeddings/oleObject150.bin"/><Relationship Id="rId14" Type="http://schemas.openxmlformats.org/officeDocument/2006/relationships/image" Target="../media/image182.e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59.bin"/><Relationship Id="rId13" Type="http://schemas.openxmlformats.org/officeDocument/2006/relationships/oleObject" Target="../embeddings/oleObject161.bin"/><Relationship Id="rId18" Type="http://schemas.openxmlformats.org/officeDocument/2006/relationships/image" Target="../media/image193.emf"/><Relationship Id="rId3" Type="http://schemas.openxmlformats.org/officeDocument/2006/relationships/image" Target="../media/image186.emf"/><Relationship Id="rId7" Type="http://schemas.openxmlformats.org/officeDocument/2006/relationships/image" Target="../media/image188.emf"/><Relationship Id="rId12" Type="http://schemas.openxmlformats.org/officeDocument/2006/relationships/image" Target="../media/image190.emf"/><Relationship Id="rId17" Type="http://schemas.openxmlformats.org/officeDocument/2006/relationships/oleObject" Target="../embeddings/oleObject163.bin"/><Relationship Id="rId2" Type="http://schemas.openxmlformats.org/officeDocument/2006/relationships/oleObject" Target="../embeddings/oleObject156.bin"/><Relationship Id="rId16" Type="http://schemas.openxmlformats.org/officeDocument/2006/relationships/image" Target="../media/image192.emf"/><Relationship Id="rId20"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oleObject" Target="../embeddings/oleObject158.bin"/><Relationship Id="rId11" Type="http://schemas.openxmlformats.org/officeDocument/2006/relationships/oleObject" Target="../embeddings/oleObject160.bin"/><Relationship Id="rId5" Type="http://schemas.openxmlformats.org/officeDocument/2006/relationships/image" Target="../media/image187.emf"/><Relationship Id="rId15" Type="http://schemas.openxmlformats.org/officeDocument/2006/relationships/oleObject" Target="../embeddings/oleObject162.bin"/><Relationship Id="rId10" Type="http://schemas.openxmlformats.org/officeDocument/2006/relationships/image" Target="../media/image5.png"/><Relationship Id="rId19" Type="http://schemas.openxmlformats.org/officeDocument/2006/relationships/image" Target="../media/image40.jpeg"/><Relationship Id="rId4" Type="http://schemas.openxmlformats.org/officeDocument/2006/relationships/oleObject" Target="../embeddings/oleObject157.bin"/><Relationship Id="rId9" Type="http://schemas.openxmlformats.org/officeDocument/2006/relationships/image" Target="../media/image189.emf"/><Relationship Id="rId14" Type="http://schemas.openxmlformats.org/officeDocument/2006/relationships/image" Target="../media/image191.emf"/></Relationships>
</file>

<file path=ppt/slides/_rels/slide5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4.emf"/><Relationship Id="rId7" Type="http://schemas.openxmlformats.org/officeDocument/2006/relationships/image" Target="../media/image196.emf"/><Relationship Id="rId2" Type="http://schemas.openxmlformats.org/officeDocument/2006/relationships/oleObject" Target="../embeddings/oleObject164.bin"/><Relationship Id="rId1" Type="http://schemas.openxmlformats.org/officeDocument/2006/relationships/slideLayout" Target="../slideLayouts/slideLayout7.xml"/><Relationship Id="rId6" Type="http://schemas.openxmlformats.org/officeDocument/2006/relationships/oleObject" Target="../embeddings/oleObject166.bin"/><Relationship Id="rId5" Type="http://schemas.openxmlformats.org/officeDocument/2006/relationships/image" Target="../media/image195.emf"/><Relationship Id="rId4" Type="http://schemas.openxmlformats.org/officeDocument/2006/relationships/oleObject" Target="../embeddings/oleObject165.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69.bin"/><Relationship Id="rId13" Type="http://schemas.openxmlformats.org/officeDocument/2006/relationships/image" Target="../media/image201.emf"/><Relationship Id="rId3" Type="http://schemas.openxmlformats.org/officeDocument/2006/relationships/image" Target="../media/image197.emf"/><Relationship Id="rId7" Type="http://schemas.openxmlformats.org/officeDocument/2006/relationships/image" Target="../media/image40.jpeg"/><Relationship Id="rId12" Type="http://schemas.openxmlformats.org/officeDocument/2006/relationships/oleObject" Target="../embeddings/oleObject171.bin"/><Relationship Id="rId2" Type="http://schemas.openxmlformats.org/officeDocument/2006/relationships/oleObject" Target="../embeddings/oleObject167.bin"/><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00.emf"/><Relationship Id="rId5" Type="http://schemas.openxmlformats.org/officeDocument/2006/relationships/image" Target="../media/image198.emf"/><Relationship Id="rId10" Type="http://schemas.openxmlformats.org/officeDocument/2006/relationships/oleObject" Target="../embeddings/oleObject170.bin"/><Relationship Id="rId4" Type="http://schemas.openxmlformats.org/officeDocument/2006/relationships/oleObject" Target="../embeddings/oleObject168.bin"/><Relationship Id="rId9" Type="http://schemas.openxmlformats.org/officeDocument/2006/relationships/image" Target="../media/image199.emf"/><Relationship Id="rId14" Type="http://schemas.openxmlformats.org/officeDocument/2006/relationships/image" Target="../media/image21.png"/></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75.bin"/><Relationship Id="rId13" Type="http://schemas.openxmlformats.org/officeDocument/2006/relationships/oleObject" Target="../embeddings/oleObject177.bin"/><Relationship Id="rId3" Type="http://schemas.openxmlformats.org/officeDocument/2006/relationships/image" Target="../media/image202.emf"/><Relationship Id="rId7" Type="http://schemas.openxmlformats.org/officeDocument/2006/relationships/image" Target="../media/image204.emf"/><Relationship Id="rId12" Type="http://schemas.openxmlformats.org/officeDocument/2006/relationships/image" Target="../media/image206.emf"/><Relationship Id="rId2" Type="http://schemas.openxmlformats.org/officeDocument/2006/relationships/oleObject" Target="../embeddings/oleObject172.bin"/><Relationship Id="rId16" Type="http://schemas.openxmlformats.org/officeDocument/2006/relationships/image" Target="../media/image208.emf"/><Relationship Id="rId1" Type="http://schemas.openxmlformats.org/officeDocument/2006/relationships/slideLayout" Target="../slideLayouts/slideLayout7.xml"/><Relationship Id="rId6" Type="http://schemas.openxmlformats.org/officeDocument/2006/relationships/oleObject" Target="../embeddings/oleObject174.bin"/><Relationship Id="rId11" Type="http://schemas.openxmlformats.org/officeDocument/2006/relationships/oleObject" Target="../embeddings/oleObject176.bin"/><Relationship Id="rId5" Type="http://schemas.openxmlformats.org/officeDocument/2006/relationships/image" Target="../media/image203.emf"/><Relationship Id="rId15" Type="http://schemas.openxmlformats.org/officeDocument/2006/relationships/oleObject" Target="../embeddings/oleObject178.bin"/><Relationship Id="rId10" Type="http://schemas.openxmlformats.org/officeDocument/2006/relationships/image" Target="../media/image5.png"/><Relationship Id="rId4" Type="http://schemas.openxmlformats.org/officeDocument/2006/relationships/oleObject" Target="../embeddings/oleObject173.bin"/><Relationship Id="rId9" Type="http://schemas.openxmlformats.org/officeDocument/2006/relationships/image" Target="../media/image205.emf"/><Relationship Id="rId14" Type="http://schemas.openxmlformats.org/officeDocument/2006/relationships/image" Target="../media/image207.emf"/></Relationships>
</file>

<file path=ppt/slides/_rels/slide6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oleObject" Target="../embeddings/oleObject184.bin"/><Relationship Id="rId18" Type="http://schemas.openxmlformats.org/officeDocument/2006/relationships/image" Target="../media/image216.emf"/><Relationship Id="rId3" Type="http://schemas.openxmlformats.org/officeDocument/2006/relationships/image" Target="../media/image209.emf"/><Relationship Id="rId21" Type="http://schemas.openxmlformats.org/officeDocument/2006/relationships/oleObject" Target="../embeddings/oleObject188.bin"/><Relationship Id="rId7" Type="http://schemas.openxmlformats.org/officeDocument/2006/relationships/image" Target="../media/image211.emf"/><Relationship Id="rId12" Type="http://schemas.openxmlformats.org/officeDocument/2006/relationships/image" Target="../media/image213.emf"/><Relationship Id="rId17" Type="http://schemas.openxmlformats.org/officeDocument/2006/relationships/oleObject" Target="../embeddings/oleObject186.bin"/><Relationship Id="rId2" Type="http://schemas.openxmlformats.org/officeDocument/2006/relationships/oleObject" Target="../embeddings/oleObject179.bin"/><Relationship Id="rId16" Type="http://schemas.openxmlformats.org/officeDocument/2006/relationships/image" Target="../media/image215.emf"/><Relationship Id="rId20" Type="http://schemas.openxmlformats.org/officeDocument/2006/relationships/image" Target="../media/image217.emf"/><Relationship Id="rId1" Type="http://schemas.openxmlformats.org/officeDocument/2006/relationships/slideLayout" Target="../slideLayouts/slideLayout7.xml"/><Relationship Id="rId6" Type="http://schemas.openxmlformats.org/officeDocument/2006/relationships/oleObject" Target="../embeddings/oleObject181.bin"/><Relationship Id="rId11" Type="http://schemas.openxmlformats.org/officeDocument/2006/relationships/oleObject" Target="../embeddings/oleObject183.bin"/><Relationship Id="rId24" Type="http://schemas.openxmlformats.org/officeDocument/2006/relationships/image" Target="../media/image219.emf"/><Relationship Id="rId5" Type="http://schemas.openxmlformats.org/officeDocument/2006/relationships/image" Target="../media/image210.emf"/><Relationship Id="rId15" Type="http://schemas.openxmlformats.org/officeDocument/2006/relationships/oleObject" Target="../embeddings/oleObject185.bin"/><Relationship Id="rId23" Type="http://schemas.openxmlformats.org/officeDocument/2006/relationships/oleObject" Target="../embeddings/oleObject189.bin"/><Relationship Id="rId10" Type="http://schemas.openxmlformats.org/officeDocument/2006/relationships/image" Target="../media/image212.emf"/><Relationship Id="rId19" Type="http://schemas.openxmlformats.org/officeDocument/2006/relationships/oleObject" Target="../embeddings/oleObject187.bin"/><Relationship Id="rId4" Type="http://schemas.openxmlformats.org/officeDocument/2006/relationships/oleObject" Target="../embeddings/oleObject180.bin"/><Relationship Id="rId9" Type="http://schemas.openxmlformats.org/officeDocument/2006/relationships/oleObject" Target="../embeddings/oleObject182.bin"/><Relationship Id="rId14" Type="http://schemas.openxmlformats.org/officeDocument/2006/relationships/image" Target="../media/image214.emf"/><Relationship Id="rId22" Type="http://schemas.openxmlformats.org/officeDocument/2006/relationships/image" Target="../media/image218.emf"/></Relationships>
</file>

<file path=ppt/slides/_rels/slide61.xml.rels><?xml version="1.0" encoding="UTF-8" standalone="yes"?>
<Relationships xmlns="http://schemas.openxmlformats.org/package/2006/relationships"><Relationship Id="rId8" Type="http://schemas.openxmlformats.org/officeDocument/2006/relationships/image" Target="../media/image222.emf"/><Relationship Id="rId3" Type="http://schemas.openxmlformats.org/officeDocument/2006/relationships/oleObject" Target="../embeddings/oleObject190.bin"/><Relationship Id="rId7" Type="http://schemas.openxmlformats.org/officeDocument/2006/relationships/oleObject" Target="../embeddings/oleObject192.bin"/><Relationship Id="rId12" Type="http://schemas.openxmlformats.org/officeDocument/2006/relationships/image" Target="../media/image224.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21.emf"/><Relationship Id="rId11" Type="http://schemas.openxmlformats.org/officeDocument/2006/relationships/oleObject" Target="../embeddings/oleObject194.bin"/><Relationship Id="rId5" Type="http://schemas.openxmlformats.org/officeDocument/2006/relationships/oleObject" Target="../embeddings/oleObject191.bin"/><Relationship Id="rId10" Type="http://schemas.openxmlformats.org/officeDocument/2006/relationships/image" Target="../media/image223.emf"/><Relationship Id="rId4" Type="http://schemas.openxmlformats.org/officeDocument/2006/relationships/image" Target="../media/image220.emf"/><Relationship Id="rId9" Type="http://schemas.openxmlformats.org/officeDocument/2006/relationships/oleObject" Target="../embeddings/oleObject193.bin"/></Relationships>
</file>

<file path=ppt/slides/_rels/slide62.xml.rels><?xml version="1.0" encoding="UTF-8" standalone="yes"?>
<Relationships xmlns="http://schemas.openxmlformats.org/package/2006/relationships"><Relationship Id="rId8" Type="http://schemas.openxmlformats.org/officeDocument/2006/relationships/image" Target="../media/image227.emf"/><Relationship Id="rId13" Type="http://schemas.openxmlformats.org/officeDocument/2006/relationships/oleObject" Target="../embeddings/oleObject200.bin"/><Relationship Id="rId3" Type="http://schemas.openxmlformats.org/officeDocument/2006/relationships/oleObject" Target="../embeddings/oleObject195.bin"/><Relationship Id="rId7" Type="http://schemas.openxmlformats.org/officeDocument/2006/relationships/oleObject" Target="../embeddings/oleObject197.bin"/><Relationship Id="rId12" Type="http://schemas.openxmlformats.org/officeDocument/2006/relationships/image" Target="../media/image229.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26.emf"/><Relationship Id="rId11" Type="http://schemas.openxmlformats.org/officeDocument/2006/relationships/oleObject" Target="../embeddings/oleObject199.bin"/><Relationship Id="rId5" Type="http://schemas.openxmlformats.org/officeDocument/2006/relationships/oleObject" Target="../embeddings/oleObject196.bin"/><Relationship Id="rId10" Type="http://schemas.openxmlformats.org/officeDocument/2006/relationships/image" Target="../media/image228.emf"/><Relationship Id="rId4" Type="http://schemas.openxmlformats.org/officeDocument/2006/relationships/image" Target="../media/image225.emf"/><Relationship Id="rId9" Type="http://schemas.openxmlformats.org/officeDocument/2006/relationships/oleObject" Target="../embeddings/oleObject198.bin"/><Relationship Id="rId14" Type="http://schemas.openxmlformats.org/officeDocument/2006/relationships/image" Target="../media/image230.e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04.bin"/><Relationship Id="rId3" Type="http://schemas.openxmlformats.org/officeDocument/2006/relationships/image" Target="../media/image231.emf"/><Relationship Id="rId7" Type="http://schemas.openxmlformats.org/officeDocument/2006/relationships/image" Target="../media/image233.emf"/><Relationship Id="rId12" Type="http://schemas.openxmlformats.org/officeDocument/2006/relationships/image" Target="../media/image235.emf"/><Relationship Id="rId2" Type="http://schemas.openxmlformats.org/officeDocument/2006/relationships/oleObject" Target="../embeddings/oleObject201.bin"/><Relationship Id="rId1" Type="http://schemas.openxmlformats.org/officeDocument/2006/relationships/slideLayout" Target="../slideLayouts/slideLayout7.xml"/><Relationship Id="rId6" Type="http://schemas.openxmlformats.org/officeDocument/2006/relationships/oleObject" Target="../embeddings/oleObject203.bin"/><Relationship Id="rId11" Type="http://schemas.openxmlformats.org/officeDocument/2006/relationships/oleObject" Target="../embeddings/oleObject205.bin"/><Relationship Id="rId5" Type="http://schemas.openxmlformats.org/officeDocument/2006/relationships/image" Target="../media/image232.emf"/><Relationship Id="rId10" Type="http://schemas.openxmlformats.org/officeDocument/2006/relationships/image" Target="../media/image5.png"/><Relationship Id="rId4" Type="http://schemas.openxmlformats.org/officeDocument/2006/relationships/oleObject" Target="../embeddings/oleObject202.bin"/><Relationship Id="rId9" Type="http://schemas.openxmlformats.org/officeDocument/2006/relationships/image" Target="../media/image234.emf"/></Relationships>
</file>

<file path=ppt/slides/_rels/slide64.xml.rels><?xml version="1.0" encoding="UTF-8" standalone="yes"?>
<Relationships xmlns="http://schemas.openxmlformats.org/package/2006/relationships"><Relationship Id="rId8" Type="http://schemas.openxmlformats.org/officeDocument/2006/relationships/image" Target="../media/image238.emf"/><Relationship Id="rId3" Type="http://schemas.openxmlformats.org/officeDocument/2006/relationships/image" Target="../media/image236.emf"/><Relationship Id="rId7" Type="http://schemas.openxmlformats.org/officeDocument/2006/relationships/oleObject" Target="../embeddings/oleObject208.bin"/><Relationship Id="rId12" Type="http://schemas.openxmlformats.org/officeDocument/2006/relationships/image" Target="../media/image240.emf"/><Relationship Id="rId2" Type="http://schemas.openxmlformats.org/officeDocument/2006/relationships/oleObject" Target="../embeddings/oleObject206.bin"/><Relationship Id="rId1" Type="http://schemas.openxmlformats.org/officeDocument/2006/relationships/slideLayout" Target="../slideLayouts/slideLayout7.xml"/><Relationship Id="rId6" Type="http://schemas.openxmlformats.org/officeDocument/2006/relationships/image" Target="../media/image237.emf"/><Relationship Id="rId11" Type="http://schemas.openxmlformats.org/officeDocument/2006/relationships/oleObject" Target="../embeddings/oleObject210.bin"/><Relationship Id="rId5" Type="http://schemas.openxmlformats.org/officeDocument/2006/relationships/oleObject" Target="../embeddings/oleObject207.bin"/><Relationship Id="rId10" Type="http://schemas.openxmlformats.org/officeDocument/2006/relationships/image" Target="../media/image239.emf"/><Relationship Id="rId4" Type="http://schemas.openxmlformats.org/officeDocument/2006/relationships/image" Target="../media/image5.png"/><Relationship Id="rId9" Type="http://schemas.openxmlformats.org/officeDocument/2006/relationships/oleObject" Target="../embeddings/oleObject209.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14.bin"/><Relationship Id="rId13" Type="http://schemas.openxmlformats.org/officeDocument/2006/relationships/image" Target="../media/image246.emf"/><Relationship Id="rId3" Type="http://schemas.openxmlformats.org/officeDocument/2006/relationships/image" Target="../media/image241.emf"/><Relationship Id="rId7" Type="http://schemas.openxmlformats.org/officeDocument/2006/relationships/image" Target="../media/image243.emf"/><Relationship Id="rId12" Type="http://schemas.openxmlformats.org/officeDocument/2006/relationships/oleObject" Target="../embeddings/oleObject216.bin"/><Relationship Id="rId2" Type="http://schemas.openxmlformats.org/officeDocument/2006/relationships/oleObject" Target="../embeddings/oleObject211.bin"/><Relationship Id="rId16" Type="http://schemas.openxmlformats.org/officeDocument/2006/relationships/image" Target="../media/image247.emf"/><Relationship Id="rId1" Type="http://schemas.openxmlformats.org/officeDocument/2006/relationships/slideLayout" Target="../slideLayouts/slideLayout7.xml"/><Relationship Id="rId6" Type="http://schemas.openxmlformats.org/officeDocument/2006/relationships/oleObject" Target="../embeddings/oleObject213.bin"/><Relationship Id="rId11" Type="http://schemas.openxmlformats.org/officeDocument/2006/relationships/image" Target="../media/image245.emf"/><Relationship Id="rId5" Type="http://schemas.openxmlformats.org/officeDocument/2006/relationships/image" Target="../media/image242.emf"/><Relationship Id="rId15" Type="http://schemas.openxmlformats.org/officeDocument/2006/relationships/oleObject" Target="../embeddings/oleObject217.bin"/><Relationship Id="rId10" Type="http://schemas.openxmlformats.org/officeDocument/2006/relationships/oleObject" Target="../embeddings/oleObject215.bin"/><Relationship Id="rId4" Type="http://schemas.openxmlformats.org/officeDocument/2006/relationships/oleObject" Target="../embeddings/oleObject212.bin"/><Relationship Id="rId9" Type="http://schemas.openxmlformats.org/officeDocument/2006/relationships/image" Target="../media/image244.emf"/><Relationship Id="rId14" Type="http://schemas.openxmlformats.org/officeDocument/2006/relationships/image" Target="../media/image5.png"/></Relationships>
</file>

<file path=ppt/slides/_rels/slide6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oleObject" Target="../embeddings/oleObject223.bin"/><Relationship Id="rId3" Type="http://schemas.openxmlformats.org/officeDocument/2006/relationships/image" Target="../media/image248.emf"/><Relationship Id="rId7" Type="http://schemas.openxmlformats.org/officeDocument/2006/relationships/image" Target="../media/image250.emf"/><Relationship Id="rId12" Type="http://schemas.openxmlformats.org/officeDocument/2006/relationships/image" Target="../media/image252.emf"/><Relationship Id="rId2" Type="http://schemas.openxmlformats.org/officeDocument/2006/relationships/oleObject" Target="../embeddings/oleObject218.bin"/><Relationship Id="rId1" Type="http://schemas.openxmlformats.org/officeDocument/2006/relationships/slideLayout" Target="../slideLayouts/slideLayout7.xml"/><Relationship Id="rId6" Type="http://schemas.openxmlformats.org/officeDocument/2006/relationships/oleObject" Target="../embeddings/oleObject220.bin"/><Relationship Id="rId11" Type="http://schemas.openxmlformats.org/officeDocument/2006/relationships/oleObject" Target="../embeddings/oleObject222.bin"/><Relationship Id="rId5" Type="http://schemas.openxmlformats.org/officeDocument/2006/relationships/image" Target="../media/image249.emf"/><Relationship Id="rId10" Type="http://schemas.openxmlformats.org/officeDocument/2006/relationships/image" Target="../media/image251.emf"/><Relationship Id="rId4" Type="http://schemas.openxmlformats.org/officeDocument/2006/relationships/oleObject" Target="../embeddings/oleObject219.bin"/><Relationship Id="rId9" Type="http://schemas.openxmlformats.org/officeDocument/2006/relationships/oleObject" Target="../embeddings/oleObject221.bin"/><Relationship Id="rId14" Type="http://schemas.openxmlformats.org/officeDocument/2006/relationships/image" Target="../media/image253.emf"/></Relationships>
</file>

<file path=ppt/slides/_rels/slide6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oleObject" Target="../embeddings/oleObject229.bin"/><Relationship Id="rId3" Type="http://schemas.openxmlformats.org/officeDocument/2006/relationships/image" Target="../media/image254.emf"/><Relationship Id="rId7" Type="http://schemas.openxmlformats.org/officeDocument/2006/relationships/image" Target="../media/image256.emf"/><Relationship Id="rId12" Type="http://schemas.openxmlformats.org/officeDocument/2006/relationships/image" Target="../media/image258.emf"/><Relationship Id="rId2" Type="http://schemas.openxmlformats.org/officeDocument/2006/relationships/oleObject" Target="../embeddings/oleObject224.bin"/><Relationship Id="rId16" Type="http://schemas.openxmlformats.org/officeDocument/2006/relationships/image" Target="../media/image260.emf"/><Relationship Id="rId1" Type="http://schemas.openxmlformats.org/officeDocument/2006/relationships/slideLayout" Target="../slideLayouts/slideLayout7.xml"/><Relationship Id="rId6" Type="http://schemas.openxmlformats.org/officeDocument/2006/relationships/oleObject" Target="../embeddings/oleObject226.bin"/><Relationship Id="rId11" Type="http://schemas.openxmlformats.org/officeDocument/2006/relationships/oleObject" Target="../embeddings/oleObject228.bin"/><Relationship Id="rId5" Type="http://schemas.openxmlformats.org/officeDocument/2006/relationships/image" Target="../media/image255.emf"/><Relationship Id="rId15" Type="http://schemas.openxmlformats.org/officeDocument/2006/relationships/oleObject" Target="../embeddings/oleObject230.bin"/><Relationship Id="rId10" Type="http://schemas.openxmlformats.org/officeDocument/2006/relationships/image" Target="../media/image257.emf"/><Relationship Id="rId4" Type="http://schemas.openxmlformats.org/officeDocument/2006/relationships/oleObject" Target="../embeddings/oleObject225.bin"/><Relationship Id="rId9" Type="http://schemas.openxmlformats.org/officeDocument/2006/relationships/oleObject" Target="../embeddings/oleObject227.bin"/><Relationship Id="rId14" Type="http://schemas.openxmlformats.org/officeDocument/2006/relationships/image" Target="../media/image259.emf"/></Relationships>
</file>

<file path=ppt/slides/_rels/slide68.xml.rels><?xml version="1.0" encoding="UTF-8" standalone="yes"?>
<Relationships xmlns="http://schemas.openxmlformats.org/package/2006/relationships"><Relationship Id="rId8" Type="http://schemas.openxmlformats.org/officeDocument/2006/relationships/image" Target="../media/image263.emf"/><Relationship Id="rId3" Type="http://schemas.openxmlformats.org/officeDocument/2006/relationships/image" Target="../media/image261.emf"/><Relationship Id="rId7" Type="http://schemas.openxmlformats.org/officeDocument/2006/relationships/oleObject" Target="../embeddings/oleObject233.bin"/><Relationship Id="rId2" Type="http://schemas.openxmlformats.org/officeDocument/2006/relationships/oleObject" Target="../embeddings/oleObject231.bin"/><Relationship Id="rId1" Type="http://schemas.openxmlformats.org/officeDocument/2006/relationships/slideLayout" Target="../slideLayouts/slideLayout7.xml"/><Relationship Id="rId6" Type="http://schemas.openxmlformats.org/officeDocument/2006/relationships/image" Target="../media/image262.emf"/><Relationship Id="rId5" Type="http://schemas.openxmlformats.org/officeDocument/2006/relationships/oleObject" Target="../embeddings/oleObject232.bin"/><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8" Type="http://schemas.openxmlformats.org/officeDocument/2006/relationships/image" Target="../media/image266.emf"/><Relationship Id="rId3" Type="http://schemas.openxmlformats.org/officeDocument/2006/relationships/oleObject" Target="../embeddings/oleObject234.bin"/><Relationship Id="rId7" Type="http://schemas.openxmlformats.org/officeDocument/2006/relationships/oleObject" Target="../embeddings/oleObject236.bin"/><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65.emf"/><Relationship Id="rId5" Type="http://schemas.openxmlformats.org/officeDocument/2006/relationships/oleObject" Target="../embeddings/oleObject235.bin"/><Relationship Id="rId10" Type="http://schemas.openxmlformats.org/officeDocument/2006/relationships/image" Target="../media/image267.emf"/><Relationship Id="rId4" Type="http://schemas.openxmlformats.org/officeDocument/2006/relationships/image" Target="../media/image264.emf"/><Relationship Id="rId9" Type="http://schemas.openxmlformats.org/officeDocument/2006/relationships/oleObject" Target="../embeddings/oleObject237.bin"/></Relationships>
</file>

<file path=ppt/slides/_rels/slide7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68.emf"/><Relationship Id="rId7" Type="http://schemas.openxmlformats.org/officeDocument/2006/relationships/image" Target="../media/image270.emf"/><Relationship Id="rId12" Type="http://schemas.openxmlformats.org/officeDocument/2006/relationships/image" Target="../media/image272.emf"/><Relationship Id="rId2" Type="http://schemas.openxmlformats.org/officeDocument/2006/relationships/oleObject" Target="../embeddings/oleObject238.bin"/><Relationship Id="rId1" Type="http://schemas.openxmlformats.org/officeDocument/2006/relationships/slideLayout" Target="../slideLayouts/slideLayout7.xml"/><Relationship Id="rId6" Type="http://schemas.openxmlformats.org/officeDocument/2006/relationships/oleObject" Target="../embeddings/oleObject240.bin"/><Relationship Id="rId11" Type="http://schemas.openxmlformats.org/officeDocument/2006/relationships/oleObject" Target="../embeddings/oleObject242.bin"/><Relationship Id="rId5" Type="http://schemas.openxmlformats.org/officeDocument/2006/relationships/image" Target="../media/image269.emf"/><Relationship Id="rId10" Type="http://schemas.openxmlformats.org/officeDocument/2006/relationships/image" Target="../media/image271.emf"/><Relationship Id="rId4" Type="http://schemas.openxmlformats.org/officeDocument/2006/relationships/oleObject" Target="../embeddings/oleObject239.bin"/><Relationship Id="rId9" Type="http://schemas.openxmlformats.org/officeDocument/2006/relationships/oleObject" Target="../embeddings/oleObject241.bin"/></Relationships>
</file>

<file path=ppt/slides/_rels/slide71.xml.rels><?xml version="1.0" encoding="UTF-8" standalone="yes"?>
<Relationships xmlns="http://schemas.openxmlformats.org/package/2006/relationships"><Relationship Id="rId3" Type="http://schemas.openxmlformats.org/officeDocument/2006/relationships/image" Target="../media/image273.emf"/><Relationship Id="rId2" Type="http://schemas.openxmlformats.org/officeDocument/2006/relationships/oleObject" Target="../embeddings/oleObject243.bin"/><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74.emf"/><Relationship Id="rId4" Type="http://schemas.openxmlformats.org/officeDocument/2006/relationships/oleObject" Target="../embeddings/oleObject244.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247.bin"/><Relationship Id="rId3" Type="http://schemas.openxmlformats.org/officeDocument/2006/relationships/image" Target="../media/image21.png"/><Relationship Id="rId7" Type="http://schemas.openxmlformats.org/officeDocument/2006/relationships/image" Target="../media/image276.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oleObject" Target="../embeddings/oleObject246.bin"/><Relationship Id="rId11" Type="http://schemas.openxmlformats.org/officeDocument/2006/relationships/image" Target="../media/image278.emf"/><Relationship Id="rId5" Type="http://schemas.openxmlformats.org/officeDocument/2006/relationships/image" Target="../media/image275.emf"/><Relationship Id="rId10" Type="http://schemas.openxmlformats.org/officeDocument/2006/relationships/oleObject" Target="../embeddings/oleObject248.bin"/><Relationship Id="rId4" Type="http://schemas.openxmlformats.org/officeDocument/2006/relationships/oleObject" Target="../embeddings/oleObject245.bin"/><Relationship Id="rId9" Type="http://schemas.openxmlformats.org/officeDocument/2006/relationships/image" Target="../media/image277.emf"/></Relationships>
</file>

<file path=ppt/slides/_rels/slide73.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279.emf"/><Relationship Id="rId7" Type="http://schemas.openxmlformats.org/officeDocument/2006/relationships/image" Target="../media/image280.emf"/><Relationship Id="rId2" Type="http://schemas.openxmlformats.org/officeDocument/2006/relationships/oleObject" Target="../embeddings/oleObject249.bin"/><Relationship Id="rId1" Type="http://schemas.openxmlformats.org/officeDocument/2006/relationships/slideLayout" Target="../slideLayouts/slideLayout7.xml"/><Relationship Id="rId6" Type="http://schemas.openxmlformats.org/officeDocument/2006/relationships/oleObject" Target="../embeddings/oleObject250.bin"/><Relationship Id="rId5" Type="http://schemas.openxmlformats.org/officeDocument/2006/relationships/image" Target="../media/image21.png"/><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254.bin"/><Relationship Id="rId13" Type="http://schemas.openxmlformats.org/officeDocument/2006/relationships/oleObject" Target="../embeddings/oleObject256.bin"/><Relationship Id="rId3" Type="http://schemas.openxmlformats.org/officeDocument/2006/relationships/image" Target="../media/image281.emf"/><Relationship Id="rId7" Type="http://schemas.openxmlformats.org/officeDocument/2006/relationships/image" Target="../media/image283.emf"/><Relationship Id="rId12" Type="http://schemas.openxmlformats.org/officeDocument/2006/relationships/image" Target="../media/image5.png"/><Relationship Id="rId2" Type="http://schemas.openxmlformats.org/officeDocument/2006/relationships/oleObject" Target="../embeddings/oleObject251.bin"/><Relationship Id="rId1" Type="http://schemas.openxmlformats.org/officeDocument/2006/relationships/slideLayout" Target="../slideLayouts/slideLayout7.xml"/><Relationship Id="rId6" Type="http://schemas.openxmlformats.org/officeDocument/2006/relationships/oleObject" Target="../embeddings/oleObject253.bin"/><Relationship Id="rId11" Type="http://schemas.openxmlformats.org/officeDocument/2006/relationships/image" Target="../media/image285.emf"/><Relationship Id="rId5" Type="http://schemas.openxmlformats.org/officeDocument/2006/relationships/image" Target="../media/image282.emf"/><Relationship Id="rId15" Type="http://schemas.openxmlformats.org/officeDocument/2006/relationships/image" Target="../media/image40.jpeg"/><Relationship Id="rId10" Type="http://schemas.openxmlformats.org/officeDocument/2006/relationships/oleObject" Target="../embeddings/oleObject255.bin"/><Relationship Id="rId4" Type="http://schemas.openxmlformats.org/officeDocument/2006/relationships/oleObject" Target="../embeddings/oleObject252.bin"/><Relationship Id="rId9" Type="http://schemas.openxmlformats.org/officeDocument/2006/relationships/image" Target="../media/image284.emf"/><Relationship Id="rId14" Type="http://schemas.openxmlformats.org/officeDocument/2006/relationships/image" Target="../media/image286.emf"/></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259.bin"/><Relationship Id="rId13" Type="http://schemas.openxmlformats.org/officeDocument/2006/relationships/image" Target="../media/image291.emf"/><Relationship Id="rId3" Type="http://schemas.openxmlformats.org/officeDocument/2006/relationships/image" Target="../media/image21.png"/><Relationship Id="rId7" Type="http://schemas.openxmlformats.org/officeDocument/2006/relationships/image" Target="../media/image288.emf"/><Relationship Id="rId12" Type="http://schemas.openxmlformats.org/officeDocument/2006/relationships/oleObject" Target="../embeddings/oleObject261.bin"/><Relationship Id="rId17" Type="http://schemas.openxmlformats.org/officeDocument/2006/relationships/image" Target="../media/image293.emf"/><Relationship Id="rId2" Type="http://schemas.openxmlformats.org/officeDocument/2006/relationships/image" Target="../media/image5.png"/><Relationship Id="rId16" Type="http://schemas.openxmlformats.org/officeDocument/2006/relationships/oleObject" Target="../embeddings/oleObject263.bin"/><Relationship Id="rId1" Type="http://schemas.openxmlformats.org/officeDocument/2006/relationships/slideLayout" Target="../slideLayouts/slideLayout7.xml"/><Relationship Id="rId6" Type="http://schemas.openxmlformats.org/officeDocument/2006/relationships/oleObject" Target="../embeddings/oleObject258.bin"/><Relationship Id="rId11" Type="http://schemas.openxmlformats.org/officeDocument/2006/relationships/image" Target="../media/image290.emf"/><Relationship Id="rId5" Type="http://schemas.openxmlformats.org/officeDocument/2006/relationships/image" Target="../media/image287.emf"/><Relationship Id="rId15" Type="http://schemas.openxmlformats.org/officeDocument/2006/relationships/image" Target="../media/image292.emf"/><Relationship Id="rId10" Type="http://schemas.openxmlformats.org/officeDocument/2006/relationships/oleObject" Target="../embeddings/oleObject260.bin"/><Relationship Id="rId4" Type="http://schemas.openxmlformats.org/officeDocument/2006/relationships/oleObject" Target="../embeddings/oleObject257.bin"/><Relationship Id="rId9" Type="http://schemas.openxmlformats.org/officeDocument/2006/relationships/image" Target="../media/image289.emf"/><Relationship Id="rId14" Type="http://schemas.openxmlformats.org/officeDocument/2006/relationships/oleObject" Target="../embeddings/oleObject262.bin"/></Relationships>
</file>

<file path=ppt/slides/_rels/slide7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94.emf"/><Relationship Id="rId7" Type="http://schemas.openxmlformats.org/officeDocument/2006/relationships/image" Target="../media/image296.emf"/><Relationship Id="rId2" Type="http://schemas.openxmlformats.org/officeDocument/2006/relationships/oleObject" Target="../embeddings/oleObject264.bin"/><Relationship Id="rId1" Type="http://schemas.openxmlformats.org/officeDocument/2006/relationships/slideLayout" Target="../slideLayouts/slideLayout7.xml"/><Relationship Id="rId6" Type="http://schemas.openxmlformats.org/officeDocument/2006/relationships/oleObject" Target="../embeddings/oleObject266.bin"/><Relationship Id="rId5" Type="http://schemas.openxmlformats.org/officeDocument/2006/relationships/image" Target="../media/image295.emf"/><Relationship Id="rId4" Type="http://schemas.openxmlformats.org/officeDocument/2006/relationships/oleObject" Target="../embeddings/oleObject265.bin"/><Relationship Id="rId9" Type="http://schemas.openxmlformats.org/officeDocument/2006/relationships/image" Target="../media/image21.png"/></Relationships>
</file>

<file path=ppt/slides/_rels/slide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270.bin"/><Relationship Id="rId13" Type="http://schemas.openxmlformats.org/officeDocument/2006/relationships/oleObject" Target="../embeddings/oleObject272.bin"/><Relationship Id="rId18" Type="http://schemas.openxmlformats.org/officeDocument/2006/relationships/image" Target="../media/image304.emf"/><Relationship Id="rId3" Type="http://schemas.openxmlformats.org/officeDocument/2006/relationships/image" Target="../media/image297.emf"/><Relationship Id="rId21" Type="http://schemas.openxmlformats.org/officeDocument/2006/relationships/oleObject" Target="../embeddings/oleObject276.bin"/><Relationship Id="rId7" Type="http://schemas.openxmlformats.org/officeDocument/2006/relationships/image" Target="../media/image299.emf"/><Relationship Id="rId12" Type="http://schemas.openxmlformats.org/officeDocument/2006/relationships/image" Target="../media/image301.emf"/><Relationship Id="rId17" Type="http://schemas.openxmlformats.org/officeDocument/2006/relationships/oleObject" Target="../embeddings/oleObject274.bin"/><Relationship Id="rId2" Type="http://schemas.openxmlformats.org/officeDocument/2006/relationships/oleObject" Target="../embeddings/oleObject267.bin"/><Relationship Id="rId16" Type="http://schemas.openxmlformats.org/officeDocument/2006/relationships/image" Target="../media/image303.emf"/><Relationship Id="rId20" Type="http://schemas.openxmlformats.org/officeDocument/2006/relationships/image" Target="../media/image305.emf"/><Relationship Id="rId1" Type="http://schemas.openxmlformats.org/officeDocument/2006/relationships/slideLayout" Target="../slideLayouts/slideLayout7.xml"/><Relationship Id="rId6" Type="http://schemas.openxmlformats.org/officeDocument/2006/relationships/oleObject" Target="../embeddings/oleObject269.bin"/><Relationship Id="rId11" Type="http://schemas.openxmlformats.org/officeDocument/2006/relationships/oleObject" Target="../embeddings/oleObject271.bin"/><Relationship Id="rId5" Type="http://schemas.openxmlformats.org/officeDocument/2006/relationships/image" Target="../media/image298.emf"/><Relationship Id="rId15" Type="http://schemas.openxmlformats.org/officeDocument/2006/relationships/oleObject" Target="../embeddings/oleObject273.bin"/><Relationship Id="rId10" Type="http://schemas.openxmlformats.org/officeDocument/2006/relationships/image" Target="../media/image5.png"/><Relationship Id="rId19" Type="http://schemas.openxmlformats.org/officeDocument/2006/relationships/oleObject" Target="../embeddings/oleObject275.bin"/><Relationship Id="rId4" Type="http://schemas.openxmlformats.org/officeDocument/2006/relationships/oleObject" Target="../embeddings/oleObject268.bin"/><Relationship Id="rId9" Type="http://schemas.openxmlformats.org/officeDocument/2006/relationships/image" Target="../media/image300.emf"/><Relationship Id="rId14" Type="http://schemas.openxmlformats.org/officeDocument/2006/relationships/image" Target="../media/image302.emf"/><Relationship Id="rId22" Type="http://schemas.openxmlformats.org/officeDocument/2006/relationships/image" Target="../media/image306.emf"/></Relationships>
</file>

<file path=ppt/slides/_rels/slide7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oleObject" Target="../embeddings/oleObject282.bin"/><Relationship Id="rId18" Type="http://schemas.openxmlformats.org/officeDocument/2006/relationships/image" Target="../media/image314.emf"/><Relationship Id="rId26" Type="http://schemas.openxmlformats.org/officeDocument/2006/relationships/image" Target="../media/image318.emf"/><Relationship Id="rId3" Type="http://schemas.openxmlformats.org/officeDocument/2006/relationships/image" Target="../media/image307.emf"/><Relationship Id="rId21" Type="http://schemas.openxmlformats.org/officeDocument/2006/relationships/oleObject" Target="../embeddings/oleObject286.bin"/><Relationship Id="rId7" Type="http://schemas.openxmlformats.org/officeDocument/2006/relationships/image" Target="../media/image309.emf"/><Relationship Id="rId12" Type="http://schemas.openxmlformats.org/officeDocument/2006/relationships/image" Target="../media/image311.emf"/><Relationship Id="rId17" Type="http://schemas.openxmlformats.org/officeDocument/2006/relationships/oleObject" Target="../embeddings/oleObject284.bin"/><Relationship Id="rId25" Type="http://schemas.openxmlformats.org/officeDocument/2006/relationships/oleObject" Target="../embeddings/oleObject288.bin"/><Relationship Id="rId2" Type="http://schemas.openxmlformats.org/officeDocument/2006/relationships/oleObject" Target="../embeddings/oleObject277.bin"/><Relationship Id="rId16" Type="http://schemas.openxmlformats.org/officeDocument/2006/relationships/image" Target="../media/image313.emf"/><Relationship Id="rId20" Type="http://schemas.openxmlformats.org/officeDocument/2006/relationships/image" Target="../media/image315.emf"/><Relationship Id="rId1" Type="http://schemas.openxmlformats.org/officeDocument/2006/relationships/slideLayout" Target="../slideLayouts/slideLayout7.xml"/><Relationship Id="rId6" Type="http://schemas.openxmlformats.org/officeDocument/2006/relationships/oleObject" Target="../embeddings/oleObject279.bin"/><Relationship Id="rId11" Type="http://schemas.openxmlformats.org/officeDocument/2006/relationships/oleObject" Target="../embeddings/oleObject281.bin"/><Relationship Id="rId24" Type="http://schemas.openxmlformats.org/officeDocument/2006/relationships/image" Target="../media/image317.emf"/><Relationship Id="rId5" Type="http://schemas.openxmlformats.org/officeDocument/2006/relationships/image" Target="../media/image308.emf"/><Relationship Id="rId15" Type="http://schemas.openxmlformats.org/officeDocument/2006/relationships/oleObject" Target="../embeddings/oleObject283.bin"/><Relationship Id="rId23" Type="http://schemas.openxmlformats.org/officeDocument/2006/relationships/oleObject" Target="../embeddings/oleObject287.bin"/><Relationship Id="rId28" Type="http://schemas.openxmlformats.org/officeDocument/2006/relationships/image" Target="../media/image319.emf"/><Relationship Id="rId10" Type="http://schemas.openxmlformats.org/officeDocument/2006/relationships/image" Target="../media/image310.emf"/><Relationship Id="rId19" Type="http://schemas.openxmlformats.org/officeDocument/2006/relationships/oleObject" Target="../embeddings/oleObject285.bin"/><Relationship Id="rId4" Type="http://schemas.openxmlformats.org/officeDocument/2006/relationships/oleObject" Target="../embeddings/oleObject278.bin"/><Relationship Id="rId9" Type="http://schemas.openxmlformats.org/officeDocument/2006/relationships/oleObject" Target="../embeddings/oleObject280.bin"/><Relationship Id="rId14" Type="http://schemas.openxmlformats.org/officeDocument/2006/relationships/image" Target="../media/image312.emf"/><Relationship Id="rId22" Type="http://schemas.openxmlformats.org/officeDocument/2006/relationships/image" Target="../media/image316.emf"/><Relationship Id="rId27" Type="http://schemas.openxmlformats.org/officeDocument/2006/relationships/oleObject" Target="../embeddings/oleObject289.bin"/></Relationships>
</file>

<file path=ppt/slides/_rels/slide80.xml.rels><?xml version="1.0" encoding="UTF-8" standalone="yes"?>
<Relationships xmlns="http://schemas.openxmlformats.org/package/2006/relationships"><Relationship Id="rId8" Type="http://schemas.openxmlformats.org/officeDocument/2006/relationships/image" Target="../media/image322.emf"/><Relationship Id="rId3" Type="http://schemas.openxmlformats.org/officeDocument/2006/relationships/oleObject" Target="../embeddings/oleObject290.bin"/><Relationship Id="rId7" Type="http://schemas.openxmlformats.org/officeDocument/2006/relationships/oleObject" Target="../embeddings/oleObject292.bin"/><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21.emf"/><Relationship Id="rId5" Type="http://schemas.openxmlformats.org/officeDocument/2006/relationships/oleObject" Target="../embeddings/oleObject291.bin"/><Relationship Id="rId4" Type="http://schemas.openxmlformats.org/officeDocument/2006/relationships/image" Target="../media/image320.emf"/></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296.bin"/><Relationship Id="rId13" Type="http://schemas.openxmlformats.org/officeDocument/2006/relationships/image" Target="../media/image328.emf"/><Relationship Id="rId18" Type="http://schemas.openxmlformats.org/officeDocument/2006/relationships/image" Target="../media/image5.png"/><Relationship Id="rId26" Type="http://schemas.openxmlformats.org/officeDocument/2006/relationships/image" Target="../media/image334.emf"/><Relationship Id="rId3" Type="http://schemas.openxmlformats.org/officeDocument/2006/relationships/image" Target="../media/image323.emf"/><Relationship Id="rId21" Type="http://schemas.openxmlformats.org/officeDocument/2006/relationships/oleObject" Target="../embeddings/oleObject302.bin"/><Relationship Id="rId7" Type="http://schemas.openxmlformats.org/officeDocument/2006/relationships/image" Target="../media/image325.emf"/><Relationship Id="rId12" Type="http://schemas.openxmlformats.org/officeDocument/2006/relationships/oleObject" Target="../embeddings/oleObject298.bin"/><Relationship Id="rId17" Type="http://schemas.openxmlformats.org/officeDocument/2006/relationships/image" Target="../media/image330.emf"/><Relationship Id="rId25" Type="http://schemas.openxmlformats.org/officeDocument/2006/relationships/oleObject" Target="../embeddings/oleObject304.bin"/><Relationship Id="rId2" Type="http://schemas.openxmlformats.org/officeDocument/2006/relationships/oleObject" Target="../embeddings/oleObject293.bin"/><Relationship Id="rId16" Type="http://schemas.openxmlformats.org/officeDocument/2006/relationships/oleObject" Target="../embeddings/oleObject300.bin"/><Relationship Id="rId20" Type="http://schemas.openxmlformats.org/officeDocument/2006/relationships/image" Target="../media/image331.emf"/><Relationship Id="rId1" Type="http://schemas.openxmlformats.org/officeDocument/2006/relationships/slideLayout" Target="../slideLayouts/slideLayout7.xml"/><Relationship Id="rId6" Type="http://schemas.openxmlformats.org/officeDocument/2006/relationships/oleObject" Target="../embeddings/oleObject295.bin"/><Relationship Id="rId11" Type="http://schemas.openxmlformats.org/officeDocument/2006/relationships/image" Target="../media/image327.emf"/><Relationship Id="rId24" Type="http://schemas.openxmlformats.org/officeDocument/2006/relationships/image" Target="../media/image333.emf"/><Relationship Id="rId5" Type="http://schemas.openxmlformats.org/officeDocument/2006/relationships/image" Target="../media/image324.emf"/><Relationship Id="rId15" Type="http://schemas.openxmlformats.org/officeDocument/2006/relationships/image" Target="../media/image329.emf"/><Relationship Id="rId23" Type="http://schemas.openxmlformats.org/officeDocument/2006/relationships/oleObject" Target="../embeddings/oleObject303.bin"/><Relationship Id="rId10" Type="http://schemas.openxmlformats.org/officeDocument/2006/relationships/oleObject" Target="../embeddings/oleObject297.bin"/><Relationship Id="rId19" Type="http://schemas.openxmlformats.org/officeDocument/2006/relationships/oleObject" Target="../embeddings/oleObject301.bin"/><Relationship Id="rId4" Type="http://schemas.openxmlformats.org/officeDocument/2006/relationships/oleObject" Target="../embeddings/oleObject294.bin"/><Relationship Id="rId9" Type="http://schemas.openxmlformats.org/officeDocument/2006/relationships/image" Target="../media/image326.emf"/><Relationship Id="rId14" Type="http://schemas.openxmlformats.org/officeDocument/2006/relationships/oleObject" Target="../embeddings/oleObject299.bin"/><Relationship Id="rId22" Type="http://schemas.openxmlformats.org/officeDocument/2006/relationships/image" Target="../media/image332.emf"/></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308.bin"/><Relationship Id="rId13" Type="http://schemas.openxmlformats.org/officeDocument/2006/relationships/image" Target="../media/image340.emf"/><Relationship Id="rId18" Type="http://schemas.openxmlformats.org/officeDocument/2006/relationships/oleObject" Target="../embeddings/oleObject313.bin"/><Relationship Id="rId26" Type="http://schemas.openxmlformats.org/officeDocument/2006/relationships/image" Target="../media/image346.emf"/><Relationship Id="rId3" Type="http://schemas.openxmlformats.org/officeDocument/2006/relationships/image" Target="../media/image335.emf"/><Relationship Id="rId21" Type="http://schemas.openxmlformats.org/officeDocument/2006/relationships/oleObject" Target="../embeddings/oleObject314.bin"/><Relationship Id="rId7" Type="http://schemas.openxmlformats.org/officeDocument/2006/relationships/image" Target="../media/image337.emf"/><Relationship Id="rId12" Type="http://schemas.openxmlformats.org/officeDocument/2006/relationships/oleObject" Target="../embeddings/oleObject310.bin"/><Relationship Id="rId17" Type="http://schemas.openxmlformats.org/officeDocument/2006/relationships/image" Target="../media/image342.emf"/><Relationship Id="rId25" Type="http://schemas.openxmlformats.org/officeDocument/2006/relationships/oleObject" Target="../embeddings/oleObject316.bin"/><Relationship Id="rId2" Type="http://schemas.openxmlformats.org/officeDocument/2006/relationships/oleObject" Target="../embeddings/oleObject305.bin"/><Relationship Id="rId16" Type="http://schemas.openxmlformats.org/officeDocument/2006/relationships/oleObject" Target="../embeddings/oleObject312.bin"/><Relationship Id="rId20" Type="http://schemas.openxmlformats.org/officeDocument/2006/relationships/image" Target="../media/image5.png"/><Relationship Id="rId29" Type="http://schemas.openxmlformats.org/officeDocument/2006/relationships/oleObject" Target="../embeddings/oleObject318.bin"/><Relationship Id="rId1" Type="http://schemas.openxmlformats.org/officeDocument/2006/relationships/slideLayout" Target="../slideLayouts/slideLayout7.xml"/><Relationship Id="rId6" Type="http://schemas.openxmlformats.org/officeDocument/2006/relationships/oleObject" Target="../embeddings/oleObject307.bin"/><Relationship Id="rId11" Type="http://schemas.openxmlformats.org/officeDocument/2006/relationships/image" Target="../media/image339.emf"/><Relationship Id="rId24" Type="http://schemas.openxmlformats.org/officeDocument/2006/relationships/image" Target="../media/image345.emf"/><Relationship Id="rId5" Type="http://schemas.openxmlformats.org/officeDocument/2006/relationships/image" Target="../media/image336.emf"/><Relationship Id="rId15" Type="http://schemas.openxmlformats.org/officeDocument/2006/relationships/image" Target="../media/image341.emf"/><Relationship Id="rId23" Type="http://schemas.openxmlformats.org/officeDocument/2006/relationships/oleObject" Target="../embeddings/oleObject315.bin"/><Relationship Id="rId28" Type="http://schemas.openxmlformats.org/officeDocument/2006/relationships/image" Target="../media/image347.emf"/><Relationship Id="rId10" Type="http://schemas.openxmlformats.org/officeDocument/2006/relationships/oleObject" Target="../embeddings/oleObject309.bin"/><Relationship Id="rId19" Type="http://schemas.openxmlformats.org/officeDocument/2006/relationships/image" Target="../media/image343.emf"/><Relationship Id="rId4" Type="http://schemas.openxmlformats.org/officeDocument/2006/relationships/oleObject" Target="../embeddings/oleObject306.bin"/><Relationship Id="rId9" Type="http://schemas.openxmlformats.org/officeDocument/2006/relationships/image" Target="../media/image338.emf"/><Relationship Id="rId14" Type="http://schemas.openxmlformats.org/officeDocument/2006/relationships/oleObject" Target="../embeddings/oleObject311.bin"/><Relationship Id="rId22" Type="http://schemas.openxmlformats.org/officeDocument/2006/relationships/image" Target="../media/image344.emf"/><Relationship Id="rId27" Type="http://schemas.openxmlformats.org/officeDocument/2006/relationships/oleObject" Target="../embeddings/oleObject317.bin"/><Relationship Id="rId30" Type="http://schemas.openxmlformats.org/officeDocument/2006/relationships/image" Target="../media/image34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Text Box 4"/>
          <p:cNvSpPr txBox="1"/>
          <p:nvPr/>
        </p:nvSpPr>
        <p:spPr>
          <a:xfrm>
            <a:off x="468313" y="476250"/>
            <a:ext cx="8316912" cy="823913"/>
          </a:xfrm>
          <a:prstGeom prst="rect">
            <a:avLst/>
          </a:prstGeom>
          <a:noFill/>
          <a:ln w="9525">
            <a:noFill/>
          </a:ln>
        </p:spPr>
        <p:txBody>
          <a:bodyPr>
            <a:spAutoFit/>
          </a:bodyPr>
          <a:lstStyle/>
          <a:p>
            <a:pPr eaLnBrk="1" hangingPunct="1"/>
            <a:r>
              <a:rPr lang="zh-CN" altLang="en-US" sz="4800" b="1" dirty="0">
                <a:solidFill>
                  <a:schemeClr val="bg1"/>
                </a:solidFill>
                <a:latin typeface="隶书" panose="02010509060101010101" pitchFamily="49" charset="-122"/>
                <a:ea typeface="隶书" panose="02010509060101010101" pitchFamily="49" charset="-122"/>
              </a:rPr>
              <a:t>第十章 含有耦合电感的电路</a:t>
            </a:r>
          </a:p>
        </p:txBody>
      </p:sp>
      <p:grpSp>
        <p:nvGrpSpPr>
          <p:cNvPr id="116741" name="Group 5"/>
          <p:cNvGrpSpPr/>
          <p:nvPr/>
        </p:nvGrpSpPr>
        <p:grpSpPr>
          <a:xfrm>
            <a:off x="7596188" y="6021388"/>
            <a:ext cx="1368425" cy="647700"/>
            <a:chOff x="2971" y="3113"/>
            <a:chExt cx="1043" cy="499"/>
          </a:xfrm>
        </p:grpSpPr>
        <p:sp>
          <p:nvSpPr>
            <p:cNvPr id="3105" name="Oval 6"/>
            <p:cNvSpPr/>
            <p:nvPr/>
          </p:nvSpPr>
          <p:spPr>
            <a:xfrm>
              <a:off x="2971" y="3113"/>
              <a:ext cx="1043" cy="499"/>
            </a:xfrm>
            <a:prstGeom prst="ellipse">
              <a:avLst/>
            </a:prstGeom>
            <a:gradFill rotWithShape="0">
              <a:gsLst>
                <a:gs pos="0">
                  <a:srgbClr val="3366FF"/>
                </a:gs>
                <a:gs pos="50000">
                  <a:srgbClr val="7799FF"/>
                </a:gs>
                <a:gs pos="100000">
                  <a:srgbClr val="3366FF"/>
                </a:gs>
              </a:gsLst>
              <a:lin ang="5400000" scaled="1"/>
              <a:tileRect/>
            </a:gradFill>
            <a:ln w="28575" cap="sq" cmpd="sng">
              <a:solidFill>
                <a:srgbClr val="0033CC"/>
              </a:solidFill>
              <a:prstDash val="solid"/>
              <a:headEnd type="none" w="med" len="med"/>
              <a:tailEnd type="none" w="med" len="med"/>
            </a:ln>
            <a:effectLst>
              <a:prstShdw prst="shdw17" dist="17961" dir="2699999">
                <a:schemeClr val="bg2"/>
              </a:prstShdw>
            </a:effectLst>
          </p:spPr>
          <p:txBody>
            <a:bodyPr wrap="none" anchor="ctr" anchorCtr="0"/>
            <a:lstStyle/>
            <a:p>
              <a:pPr eaLnBrk="1" hangingPunct="1"/>
              <a:endParaRPr lang="zh-CN" altLang="en-US" dirty="0">
                <a:latin typeface="Times New Roman" panose="02020603050405020304" pitchFamily="18" charset="0"/>
              </a:endParaRPr>
            </a:p>
          </p:txBody>
        </p:sp>
        <p:sp>
          <p:nvSpPr>
            <p:cNvPr id="3106" name="Oval 7">
              <a:hlinkClick r:id="" action="ppaction://hlinkshowjump?jump=endshow"/>
            </p:cNvPr>
            <p:cNvSpPr/>
            <p:nvPr/>
          </p:nvSpPr>
          <p:spPr>
            <a:xfrm>
              <a:off x="3016" y="3158"/>
              <a:ext cx="953" cy="408"/>
            </a:xfrm>
            <a:prstGeom prst="ellipse">
              <a:avLst/>
            </a:prstGeom>
            <a:gradFill rotWithShape="0">
              <a:gsLst>
                <a:gs pos="0">
                  <a:srgbClr val="0033CC"/>
                </a:gs>
                <a:gs pos="50000">
                  <a:srgbClr val="87DAED"/>
                </a:gs>
                <a:gs pos="100000">
                  <a:srgbClr val="0033CC"/>
                </a:gs>
              </a:gsLst>
              <a:lin ang="5400000" scaled="1"/>
              <a:tileRect/>
            </a:gradFill>
            <a:ln w="28575" cap="sq" cmpd="sng">
              <a:solidFill>
                <a:srgbClr val="0033CC"/>
              </a:solidFill>
              <a:prstDash val="solid"/>
              <a:headEnd type="none" w="med" len="med"/>
              <a:tailEnd type="none" w="med" len="med"/>
            </a:ln>
            <a:effectLst>
              <a:prstShdw prst="shdw17" dist="17961" dir="2699999">
                <a:schemeClr val="bg2"/>
              </a:prstShdw>
            </a:effectLst>
          </p:spPr>
          <p:txBody>
            <a:bodyPr wrap="none" anchor="ctr" anchorCtr="0"/>
            <a:lstStyle/>
            <a:p>
              <a:pPr algn="ctr" eaLnBrk="1" hangingPunct="1"/>
              <a:r>
                <a:rPr lang="zh-CN" altLang="en-US" b="1" dirty="0">
                  <a:solidFill>
                    <a:srgbClr val="CC0000"/>
                  </a:solidFill>
                  <a:latin typeface="Arial" panose="020B0604020202020204" pitchFamily="34" charset="0"/>
                  <a:ea typeface="隶书" panose="02010509060101010101" pitchFamily="49" charset="-122"/>
                </a:rPr>
                <a:t>首 页</a:t>
              </a:r>
            </a:p>
          </p:txBody>
        </p:sp>
      </p:grpSp>
      <p:grpSp>
        <p:nvGrpSpPr>
          <p:cNvPr id="116744" name="Group 8"/>
          <p:cNvGrpSpPr/>
          <p:nvPr/>
        </p:nvGrpSpPr>
        <p:grpSpPr>
          <a:xfrm>
            <a:off x="3203575" y="1412875"/>
            <a:ext cx="3024188" cy="1079500"/>
            <a:chOff x="1928" y="890"/>
            <a:chExt cx="1905" cy="680"/>
          </a:xfrm>
        </p:grpSpPr>
        <p:pic>
          <p:nvPicPr>
            <p:cNvPr id="3102" name="Picture 9"/>
            <p:cNvPicPr preferRelativeResize="0"/>
            <p:nvPr/>
          </p:nvPicPr>
          <p:blipFill>
            <a:blip r:embed="rId2"/>
            <a:stretch>
              <a:fillRect/>
            </a:stretch>
          </p:blipFill>
          <p:spPr>
            <a:xfrm>
              <a:off x="1928" y="890"/>
              <a:ext cx="1905" cy="680"/>
            </a:xfrm>
            <a:prstGeom prst="rect">
              <a:avLst/>
            </a:prstGeom>
            <a:noFill/>
            <a:ln w="9525">
              <a:noFill/>
            </a:ln>
          </p:spPr>
        </p:pic>
        <p:pic>
          <p:nvPicPr>
            <p:cNvPr id="3103" name="Picture 10">
              <a:hlinkClick r:id="rId3" action="ppaction://hlinksldjump"/>
            </p:cNvPr>
            <p:cNvPicPr/>
            <p:nvPr/>
          </p:nvPicPr>
          <p:blipFill>
            <a:blip r:embed="rId4"/>
            <a:stretch>
              <a:fillRect/>
            </a:stretch>
          </p:blipFill>
          <p:spPr>
            <a:xfrm>
              <a:off x="2018" y="981"/>
              <a:ext cx="1715" cy="499"/>
            </a:xfrm>
            <a:prstGeom prst="rect">
              <a:avLst/>
            </a:prstGeom>
            <a:noFill/>
            <a:ln w="9525">
              <a:noFill/>
            </a:ln>
          </p:spPr>
        </p:pic>
        <p:sp>
          <p:nvSpPr>
            <p:cNvPr id="3104" name="Text Box 11">
              <a:hlinkClick r:id="rId3" action="ppaction://hlinksldjump"/>
            </p:cNvPr>
            <p:cNvSpPr txBox="1"/>
            <p:nvPr/>
          </p:nvSpPr>
          <p:spPr>
            <a:xfrm>
              <a:off x="2291" y="1062"/>
              <a:ext cx="1238" cy="365"/>
            </a:xfrm>
            <a:prstGeom prst="rect">
              <a:avLst/>
            </a:prstGeom>
            <a:noFill/>
            <a:ln w="28575">
              <a:noFill/>
            </a:ln>
            <a:effectLst>
              <a:prstShdw prst="shdw17" dist="17961" dir="2699999">
                <a:schemeClr val="bg2"/>
              </a:prstShdw>
            </a:effectLst>
          </p:spPr>
          <p:txBody>
            <a:bodyPr>
              <a:spAutoFit/>
            </a:bodyPr>
            <a:lstStyle/>
            <a:p>
              <a:pPr algn="ctr" eaLnBrk="1" hangingPunct="1">
                <a:spcBef>
                  <a:spcPct val="50000"/>
                </a:spcBef>
              </a:pPr>
              <a:r>
                <a:rPr lang="zh-CN" altLang="en-US" sz="3200" b="1" dirty="0">
                  <a:solidFill>
                    <a:srgbClr val="CC0000"/>
                  </a:solidFill>
                  <a:latin typeface="Times New Roman" panose="02020603050405020304" pitchFamily="18" charset="0"/>
                </a:rPr>
                <a:t>本章重点</a:t>
              </a:r>
            </a:p>
          </p:txBody>
        </p:sp>
      </p:grpSp>
      <p:grpSp>
        <p:nvGrpSpPr>
          <p:cNvPr id="116748" name="Group 12"/>
          <p:cNvGrpSpPr/>
          <p:nvPr/>
        </p:nvGrpSpPr>
        <p:grpSpPr>
          <a:xfrm>
            <a:off x="1331913" y="2706688"/>
            <a:ext cx="6624637" cy="577850"/>
            <a:chOff x="839" y="1705"/>
            <a:chExt cx="4173" cy="364"/>
          </a:xfrm>
        </p:grpSpPr>
        <p:pic>
          <p:nvPicPr>
            <p:cNvPr id="3098" name="Picture 13">
              <a:hlinkClick r:id="rId5" action="ppaction://hlinksldjump"/>
            </p:cNvPr>
            <p:cNvPicPr/>
            <p:nvPr/>
          </p:nvPicPr>
          <p:blipFill>
            <a:blip r:embed="rId6"/>
            <a:stretch>
              <a:fillRect/>
            </a:stretch>
          </p:blipFill>
          <p:spPr>
            <a:xfrm>
              <a:off x="1610" y="1715"/>
              <a:ext cx="3402" cy="354"/>
            </a:xfrm>
            <a:prstGeom prst="rect">
              <a:avLst/>
            </a:prstGeom>
            <a:noFill/>
            <a:ln w="9525">
              <a:noFill/>
            </a:ln>
          </p:spPr>
        </p:pic>
        <p:sp>
          <p:nvSpPr>
            <p:cNvPr id="3099" name="Text Box 14">
              <a:hlinkClick r:id="rId5" action="ppaction://hlinksldjump"/>
            </p:cNvPr>
            <p:cNvSpPr txBox="1"/>
            <p:nvPr/>
          </p:nvSpPr>
          <p:spPr>
            <a:xfrm>
              <a:off x="1792" y="1705"/>
              <a:ext cx="3129" cy="327"/>
            </a:xfrm>
            <a:prstGeom prst="rect">
              <a:avLst/>
            </a:prstGeom>
            <a:noFill/>
            <a:ln w="9525">
              <a:noFill/>
            </a:ln>
          </p:spPr>
          <p:txBody>
            <a:bodyPr>
              <a:spAutoFit/>
            </a:bodyPr>
            <a:lstStyle/>
            <a:p>
              <a:pPr eaLnBrk="1" hangingPunct="1">
                <a:spcBef>
                  <a:spcPct val="50000"/>
                </a:spcBef>
              </a:pPr>
              <a:r>
                <a:rPr lang="zh-CN" altLang="en-US" b="1" dirty="0">
                  <a:solidFill>
                    <a:srgbClr val="CC0000"/>
                  </a:solidFill>
                  <a:latin typeface="Times New Roman" panose="02020603050405020304" pitchFamily="18" charset="0"/>
                  <a:ea typeface="隶书" panose="02010509060101010101" pitchFamily="49" charset="-122"/>
                </a:rPr>
                <a:t>互感</a:t>
              </a:r>
            </a:p>
          </p:txBody>
        </p:sp>
        <p:pic>
          <p:nvPicPr>
            <p:cNvPr id="3100" name="Picture 15">
              <a:hlinkClick r:id="rId5" action="ppaction://hlinksldjump"/>
            </p:cNvPr>
            <p:cNvPicPr/>
            <p:nvPr/>
          </p:nvPicPr>
          <p:blipFill>
            <a:blip r:embed="rId6"/>
            <a:stretch>
              <a:fillRect/>
            </a:stretch>
          </p:blipFill>
          <p:spPr>
            <a:xfrm>
              <a:off x="839" y="1715"/>
              <a:ext cx="862" cy="354"/>
            </a:xfrm>
            <a:prstGeom prst="rect">
              <a:avLst/>
            </a:prstGeom>
            <a:noFill/>
            <a:ln w="9525">
              <a:noFill/>
            </a:ln>
          </p:spPr>
        </p:pic>
        <p:sp>
          <p:nvSpPr>
            <p:cNvPr id="3101" name="Text Box 16">
              <a:hlinkClick r:id="rId5" action="ppaction://hlinksldjump"/>
            </p:cNvPr>
            <p:cNvSpPr txBox="1"/>
            <p:nvPr/>
          </p:nvSpPr>
          <p:spPr>
            <a:xfrm>
              <a:off x="1020" y="1741"/>
              <a:ext cx="627" cy="327"/>
            </a:xfrm>
            <a:prstGeom prst="rect">
              <a:avLst/>
            </a:prstGeom>
            <a:noFill/>
            <a:ln w="9525">
              <a:noFill/>
            </a:ln>
          </p:spPr>
          <p:txBody>
            <a:bodyPr>
              <a:spAutoFit/>
            </a:bodyPr>
            <a:lstStyle/>
            <a:p>
              <a:pPr eaLnBrk="1" hangingPunct="1">
                <a:spcBef>
                  <a:spcPct val="50000"/>
                </a:spcBef>
              </a:pPr>
              <a:r>
                <a:rPr lang="en-US" altLang="zh-CN" b="1" dirty="0">
                  <a:solidFill>
                    <a:srgbClr val="CC0000"/>
                  </a:solidFill>
                  <a:latin typeface="Times New Roman" panose="02020603050405020304" pitchFamily="18" charset="0"/>
                </a:rPr>
                <a:t>10-1</a:t>
              </a:r>
            </a:p>
          </p:txBody>
        </p:sp>
      </p:grpSp>
      <p:grpSp>
        <p:nvGrpSpPr>
          <p:cNvPr id="116753" name="Group 17"/>
          <p:cNvGrpSpPr/>
          <p:nvPr/>
        </p:nvGrpSpPr>
        <p:grpSpPr>
          <a:xfrm>
            <a:off x="1331913" y="3351213"/>
            <a:ext cx="6624637" cy="577850"/>
            <a:chOff x="839" y="2111"/>
            <a:chExt cx="4173" cy="364"/>
          </a:xfrm>
        </p:grpSpPr>
        <p:pic>
          <p:nvPicPr>
            <p:cNvPr id="3094" name="Picture 18">
              <a:hlinkClick r:id="rId7" action="ppaction://hlinksldjump"/>
            </p:cNvPr>
            <p:cNvPicPr/>
            <p:nvPr/>
          </p:nvPicPr>
          <p:blipFill>
            <a:blip r:embed="rId6"/>
            <a:stretch>
              <a:fillRect/>
            </a:stretch>
          </p:blipFill>
          <p:spPr>
            <a:xfrm>
              <a:off x="1610" y="2121"/>
              <a:ext cx="3402" cy="354"/>
            </a:xfrm>
            <a:prstGeom prst="rect">
              <a:avLst/>
            </a:prstGeom>
            <a:noFill/>
            <a:ln w="9525">
              <a:noFill/>
            </a:ln>
          </p:spPr>
        </p:pic>
        <p:sp>
          <p:nvSpPr>
            <p:cNvPr id="3095" name="Text Box 19">
              <a:hlinkClick r:id="rId7" action="ppaction://hlinksldjump"/>
            </p:cNvPr>
            <p:cNvSpPr txBox="1"/>
            <p:nvPr/>
          </p:nvSpPr>
          <p:spPr>
            <a:xfrm>
              <a:off x="1792" y="2111"/>
              <a:ext cx="3129" cy="327"/>
            </a:xfrm>
            <a:prstGeom prst="rect">
              <a:avLst/>
            </a:prstGeom>
            <a:noFill/>
            <a:ln w="9525">
              <a:noFill/>
            </a:ln>
          </p:spPr>
          <p:txBody>
            <a:bodyPr>
              <a:spAutoFit/>
            </a:bodyPr>
            <a:lstStyle/>
            <a:p>
              <a:pPr eaLnBrk="1" hangingPunct="1">
                <a:spcBef>
                  <a:spcPct val="50000"/>
                </a:spcBef>
              </a:pPr>
              <a:r>
                <a:rPr lang="zh-CN" altLang="en-US" b="1" dirty="0">
                  <a:solidFill>
                    <a:srgbClr val="CC0000"/>
                  </a:solidFill>
                  <a:latin typeface="Times New Roman" panose="02020603050405020304" pitchFamily="18" charset="0"/>
                  <a:ea typeface="隶书" panose="02010509060101010101" pitchFamily="49" charset="-122"/>
                </a:rPr>
                <a:t>含有耦合电感电路的计算</a:t>
              </a:r>
            </a:p>
          </p:txBody>
        </p:sp>
        <p:pic>
          <p:nvPicPr>
            <p:cNvPr id="3096" name="Picture 20">
              <a:hlinkClick r:id="rId7" action="ppaction://hlinksldjump"/>
            </p:cNvPr>
            <p:cNvPicPr/>
            <p:nvPr/>
          </p:nvPicPr>
          <p:blipFill>
            <a:blip r:embed="rId6"/>
            <a:stretch>
              <a:fillRect/>
            </a:stretch>
          </p:blipFill>
          <p:spPr>
            <a:xfrm>
              <a:off x="839" y="2121"/>
              <a:ext cx="862" cy="354"/>
            </a:xfrm>
            <a:prstGeom prst="rect">
              <a:avLst/>
            </a:prstGeom>
            <a:noFill/>
            <a:ln w="9525">
              <a:noFill/>
            </a:ln>
          </p:spPr>
        </p:pic>
        <p:sp>
          <p:nvSpPr>
            <p:cNvPr id="3097" name="Text Box 21">
              <a:hlinkClick r:id="rId7" action="ppaction://hlinksldjump"/>
            </p:cNvPr>
            <p:cNvSpPr txBox="1"/>
            <p:nvPr/>
          </p:nvSpPr>
          <p:spPr>
            <a:xfrm>
              <a:off x="1020" y="2147"/>
              <a:ext cx="627" cy="327"/>
            </a:xfrm>
            <a:prstGeom prst="rect">
              <a:avLst/>
            </a:prstGeom>
            <a:noFill/>
            <a:ln w="9525">
              <a:noFill/>
            </a:ln>
          </p:spPr>
          <p:txBody>
            <a:bodyPr>
              <a:spAutoFit/>
            </a:bodyPr>
            <a:lstStyle/>
            <a:p>
              <a:pPr eaLnBrk="1" hangingPunct="1">
                <a:spcBef>
                  <a:spcPct val="50000"/>
                </a:spcBef>
              </a:pPr>
              <a:r>
                <a:rPr lang="en-US" altLang="zh-CN" b="1" dirty="0">
                  <a:solidFill>
                    <a:srgbClr val="CC0000"/>
                  </a:solidFill>
                  <a:latin typeface="Times New Roman" panose="02020603050405020304" pitchFamily="18" charset="0"/>
                </a:rPr>
                <a:t>10-2</a:t>
              </a:r>
            </a:p>
          </p:txBody>
        </p:sp>
      </p:grpSp>
      <p:grpSp>
        <p:nvGrpSpPr>
          <p:cNvPr id="116758" name="Group 22"/>
          <p:cNvGrpSpPr/>
          <p:nvPr/>
        </p:nvGrpSpPr>
        <p:grpSpPr>
          <a:xfrm>
            <a:off x="1331913" y="3998913"/>
            <a:ext cx="6624637" cy="577850"/>
            <a:chOff x="839" y="2519"/>
            <a:chExt cx="4173" cy="364"/>
          </a:xfrm>
        </p:grpSpPr>
        <p:pic>
          <p:nvPicPr>
            <p:cNvPr id="3090" name="Picture 23">
              <a:hlinkClick r:id="rId8" action="ppaction://hlinksldjump"/>
            </p:cNvPr>
            <p:cNvPicPr/>
            <p:nvPr/>
          </p:nvPicPr>
          <p:blipFill>
            <a:blip r:embed="rId6"/>
            <a:stretch>
              <a:fillRect/>
            </a:stretch>
          </p:blipFill>
          <p:spPr>
            <a:xfrm>
              <a:off x="1610" y="2529"/>
              <a:ext cx="3402" cy="354"/>
            </a:xfrm>
            <a:prstGeom prst="rect">
              <a:avLst/>
            </a:prstGeom>
            <a:noFill/>
            <a:ln w="9525">
              <a:noFill/>
            </a:ln>
          </p:spPr>
        </p:pic>
        <p:sp>
          <p:nvSpPr>
            <p:cNvPr id="3091" name="Text Box 24">
              <a:hlinkClick r:id="rId8" action="ppaction://hlinksldjump"/>
            </p:cNvPr>
            <p:cNvSpPr txBox="1"/>
            <p:nvPr/>
          </p:nvSpPr>
          <p:spPr>
            <a:xfrm>
              <a:off x="1792" y="2519"/>
              <a:ext cx="3129" cy="327"/>
            </a:xfrm>
            <a:prstGeom prst="rect">
              <a:avLst/>
            </a:prstGeom>
            <a:noFill/>
            <a:ln w="9525">
              <a:noFill/>
            </a:ln>
          </p:spPr>
          <p:txBody>
            <a:bodyPr>
              <a:spAutoFit/>
            </a:bodyPr>
            <a:lstStyle/>
            <a:p>
              <a:pPr eaLnBrk="1" hangingPunct="1">
                <a:spcBef>
                  <a:spcPct val="50000"/>
                </a:spcBef>
              </a:pPr>
              <a:r>
                <a:rPr lang="zh-CN" altLang="en-US" b="1" dirty="0">
                  <a:solidFill>
                    <a:srgbClr val="CC0000"/>
                  </a:solidFill>
                  <a:latin typeface="Times New Roman" panose="02020603050405020304" pitchFamily="18" charset="0"/>
                  <a:ea typeface="隶书" panose="02010509060101010101" pitchFamily="49" charset="-122"/>
                </a:rPr>
                <a:t>耦合电感的功率</a:t>
              </a:r>
            </a:p>
          </p:txBody>
        </p:sp>
        <p:pic>
          <p:nvPicPr>
            <p:cNvPr id="3092" name="Picture 25">
              <a:hlinkClick r:id="rId8" action="ppaction://hlinksldjump"/>
            </p:cNvPr>
            <p:cNvPicPr/>
            <p:nvPr/>
          </p:nvPicPr>
          <p:blipFill>
            <a:blip r:embed="rId6"/>
            <a:stretch>
              <a:fillRect/>
            </a:stretch>
          </p:blipFill>
          <p:spPr>
            <a:xfrm>
              <a:off x="839" y="2529"/>
              <a:ext cx="862" cy="354"/>
            </a:xfrm>
            <a:prstGeom prst="rect">
              <a:avLst/>
            </a:prstGeom>
            <a:noFill/>
            <a:ln w="9525">
              <a:noFill/>
            </a:ln>
          </p:spPr>
        </p:pic>
        <p:sp>
          <p:nvSpPr>
            <p:cNvPr id="3093" name="Text Box 26">
              <a:hlinkClick r:id="rId8" action="ppaction://hlinksldjump"/>
            </p:cNvPr>
            <p:cNvSpPr txBox="1"/>
            <p:nvPr/>
          </p:nvSpPr>
          <p:spPr>
            <a:xfrm>
              <a:off x="1020" y="2555"/>
              <a:ext cx="627" cy="327"/>
            </a:xfrm>
            <a:prstGeom prst="rect">
              <a:avLst/>
            </a:prstGeom>
            <a:noFill/>
            <a:ln w="9525">
              <a:noFill/>
            </a:ln>
          </p:spPr>
          <p:txBody>
            <a:bodyPr>
              <a:spAutoFit/>
            </a:bodyPr>
            <a:lstStyle/>
            <a:p>
              <a:pPr eaLnBrk="1" hangingPunct="1">
                <a:spcBef>
                  <a:spcPct val="50000"/>
                </a:spcBef>
              </a:pPr>
              <a:r>
                <a:rPr lang="en-US" altLang="zh-CN" b="1" dirty="0">
                  <a:solidFill>
                    <a:srgbClr val="CC0000"/>
                  </a:solidFill>
                  <a:latin typeface="Times New Roman" panose="02020603050405020304" pitchFamily="18" charset="0"/>
                </a:rPr>
                <a:t>10-3</a:t>
              </a:r>
            </a:p>
          </p:txBody>
        </p:sp>
      </p:grpSp>
      <p:grpSp>
        <p:nvGrpSpPr>
          <p:cNvPr id="116763" name="Group 27"/>
          <p:cNvGrpSpPr/>
          <p:nvPr/>
        </p:nvGrpSpPr>
        <p:grpSpPr>
          <a:xfrm>
            <a:off x="1331913" y="4652963"/>
            <a:ext cx="6624637" cy="577850"/>
            <a:chOff x="839" y="2931"/>
            <a:chExt cx="4173" cy="364"/>
          </a:xfrm>
        </p:grpSpPr>
        <p:pic>
          <p:nvPicPr>
            <p:cNvPr id="3086" name="Picture 28">
              <a:hlinkClick r:id="rId9" action="ppaction://hlinksldjump"/>
            </p:cNvPr>
            <p:cNvPicPr/>
            <p:nvPr/>
          </p:nvPicPr>
          <p:blipFill>
            <a:blip r:embed="rId6"/>
            <a:stretch>
              <a:fillRect/>
            </a:stretch>
          </p:blipFill>
          <p:spPr>
            <a:xfrm>
              <a:off x="1610" y="2941"/>
              <a:ext cx="3402" cy="354"/>
            </a:xfrm>
            <a:prstGeom prst="rect">
              <a:avLst/>
            </a:prstGeom>
            <a:noFill/>
            <a:ln w="9525">
              <a:noFill/>
            </a:ln>
          </p:spPr>
        </p:pic>
        <p:sp>
          <p:nvSpPr>
            <p:cNvPr id="3087" name="Text Box 29">
              <a:hlinkClick r:id="rId9" action="ppaction://hlinksldjump"/>
            </p:cNvPr>
            <p:cNvSpPr txBox="1"/>
            <p:nvPr/>
          </p:nvSpPr>
          <p:spPr>
            <a:xfrm>
              <a:off x="1792" y="2931"/>
              <a:ext cx="3129" cy="327"/>
            </a:xfrm>
            <a:prstGeom prst="rect">
              <a:avLst/>
            </a:prstGeom>
            <a:noFill/>
            <a:ln w="9525">
              <a:noFill/>
            </a:ln>
          </p:spPr>
          <p:txBody>
            <a:bodyPr>
              <a:spAutoFit/>
            </a:bodyPr>
            <a:lstStyle/>
            <a:p>
              <a:pPr eaLnBrk="1" hangingPunct="1">
                <a:spcBef>
                  <a:spcPct val="50000"/>
                </a:spcBef>
              </a:pPr>
              <a:r>
                <a:rPr lang="zh-CN" altLang="en-US" b="1" dirty="0">
                  <a:solidFill>
                    <a:srgbClr val="CC0000"/>
                  </a:solidFill>
                  <a:latin typeface="Times New Roman" panose="02020603050405020304" pitchFamily="18" charset="0"/>
                  <a:ea typeface="隶书" panose="02010509060101010101" pitchFamily="49" charset="-122"/>
                </a:rPr>
                <a:t>变压器原理</a:t>
              </a:r>
            </a:p>
          </p:txBody>
        </p:sp>
        <p:pic>
          <p:nvPicPr>
            <p:cNvPr id="3088" name="Picture 30">
              <a:hlinkClick r:id="rId9" action="ppaction://hlinksldjump"/>
            </p:cNvPr>
            <p:cNvPicPr/>
            <p:nvPr/>
          </p:nvPicPr>
          <p:blipFill>
            <a:blip r:embed="rId6"/>
            <a:stretch>
              <a:fillRect/>
            </a:stretch>
          </p:blipFill>
          <p:spPr>
            <a:xfrm>
              <a:off x="839" y="2941"/>
              <a:ext cx="862" cy="354"/>
            </a:xfrm>
            <a:prstGeom prst="rect">
              <a:avLst/>
            </a:prstGeom>
            <a:noFill/>
            <a:ln w="9525">
              <a:noFill/>
            </a:ln>
          </p:spPr>
        </p:pic>
        <p:sp>
          <p:nvSpPr>
            <p:cNvPr id="3089" name="Text Box 31">
              <a:hlinkClick r:id="rId9" action="ppaction://hlinksldjump"/>
            </p:cNvPr>
            <p:cNvSpPr txBox="1"/>
            <p:nvPr/>
          </p:nvSpPr>
          <p:spPr>
            <a:xfrm>
              <a:off x="1020" y="2967"/>
              <a:ext cx="627" cy="327"/>
            </a:xfrm>
            <a:prstGeom prst="rect">
              <a:avLst/>
            </a:prstGeom>
            <a:noFill/>
            <a:ln w="9525">
              <a:noFill/>
            </a:ln>
          </p:spPr>
          <p:txBody>
            <a:bodyPr>
              <a:spAutoFit/>
            </a:bodyPr>
            <a:lstStyle/>
            <a:p>
              <a:pPr eaLnBrk="1" hangingPunct="1">
                <a:spcBef>
                  <a:spcPct val="50000"/>
                </a:spcBef>
              </a:pPr>
              <a:r>
                <a:rPr lang="en-US" altLang="zh-CN" b="1" dirty="0">
                  <a:solidFill>
                    <a:srgbClr val="CC0000"/>
                  </a:solidFill>
                  <a:latin typeface="Times New Roman" panose="02020603050405020304" pitchFamily="18" charset="0"/>
                </a:rPr>
                <a:t>10-4</a:t>
              </a:r>
            </a:p>
          </p:txBody>
        </p:sp>
      </p:grpSp>
      <p:grpSp>
        <p:nvGrpSpPr>
          <p:cNvPr id="116768" name="Group 32"/>
          <p:cNvGrpSpPr/>
          <p:nvPr/>
        </p:nvGrpSpPr>
        <p:grpSpPr>
          <a:xfrm>
            <a:off x="1331913" y="5297488"/>
            <a:ext cx="6624637" cy="577850"/>
            <a:chOff x="839" y="3337"/>
            <a:chExt cx="4173" cy="364"/>
          </a:xfrm>
        </p:grpSpPr>
        <p:pic>
          <p:nvPicPr>
            <p:cNvPr id="3082" name="Picture 33">
              <a:hlinkClick r:id="rId10" action="ppaction://hlinksldjump"/>
            </p:cNvPr>
            <p:cNvPicPr/>
            <p:nvPr/>
          </p:nvPicPr>
          <p:blipFill>
            <a:blip r:embed="rId6"/>
            <a:stretch>
              <a:fillRect/>
            </a:stretch>
          </p:blipFill>
          <p:spPr>
            <a:xfrm>
              <a:off x="1610" y="3347"/>
              <a:ext cx="3402" cy="354"/>
            </a:xfrm>
            <a:prstGeom prst="rect">
              <a:avLst/>
            </a:prstGeom>
            <a:noFill/>
            <a:ln w="9525">
              <a:noFill/>
            </a:ln>
          </p:spPr>
        </p:pic>
        <p:sp>
          <p:nvSpPr>
            <p:cNvPr id="3083" name="Text Box 34">
              <a:hlinkClick r:id="rId10" action="ppaction://hlinksldjump"/>
            </p:cNvPr>
            <p:cNvSpPr txBox="1"/>
            <p:nvPr/>
          </p:nvSpPr>
          <p:spPr>
            <a:xfrm>
              <a:off x="1792" y="3337"/>
              <a:ext cx="3129" cy="327"/>
            </a:xfrm>
            <a:prstGeom prst="rect">
              <a:avLst/>
            </a:prstGeom>
            <a:noFill/>
            <a:ln w="9525">
              <a:noFill/>
            </a:ln>
          </p:spPr>
          <p:txBody>
            <a:bodyPr>
              <a:spAutoFit/>
            </a:bodyPr>
            <a:lstStyle/>
            <a:p>
              <a:pPr eaLnBrk="1" hangingPunct="1">
                <a:spcBef>
                  <a:spcPct val="50000"/>
                </a:spcBef>
              </a:pPr>
              <a:r>
                <a:rPr lang="zh-CN" altLang="en-US" b="1" dirty="0">
                  <a:solidFill>
                    <a:srgbClr val="CC0000"/>
                  </a:solidFill>
                  <a:latin typeface="Times New Roman" panose="02020603050405020304" pitchFamily="18" charset="0"/>
                  <a:ea typeface="隶书" panose="02010509060101010101" pitchFamily="49" charset="-122"/>
                </a:rPr>
                <a:t>理想变压器</a:t>
              </a:r>
            </a:p>
          </p:txBody>
        </p:sp>
        <p:pic>
          <p:nvPicPr>
            <p:cNvPr id="3084" name="Picture 35">
              <a:hlinkClick r:id="rId10" action="ppaction://hlinksldjump"/>
            </p:cNvPr>
            <p:cNvPicPr/>
            <p:nvPr/>
          </p:nvPicPr>
          <p:blipFill>
            <a:blip r:embed="rId6"/>
            <a:stretch>
              <a:fillRect/>
            </a:stretch>
          </p:blipFill>
          <p:spPr>
            <a:xfrm>
              <a:off x="839" y="3347"/>
              <a:ext cx="862" cy="354"/>
            </a:xfrm>
            <a:prstGeom prst="rect">
              <a:avLst/>
            </a:prstGeom>
            <a:noFill/>
            <a:ln w="9525">
              <a:noFill/>
            </a:ln>
          </p:spPr>
        </p:pic>
        <p:sp>
          <p:nvSpPr>
            <p:cNvPr id="3085" name="Text Box 36">
              <a:hlinkClick r:id="rId10" action="ppaction://hlinksldjump"/>
            </p:cNvPr>
            <p:cNvSpPr txBox="1"/>
            <p:nvPr/>
          </p:nvSpPr>
          <p:spPr>
            <a:xfrm>
              <a:off x="1020" y="3373"/>
              <a:ext cx="627" cy="327"/>
            </a:xfrm>
            <a:prstGeom prst="rect">
              <a:avLst/>
            </a:prstGeom>
            <a:noFill/>
            <a:ln w="9525">
              <a:noFill/>
            </a:ln>
          </p:spPr>
          <p:txBody>
            <a:bodyPr>
              <a:spAutoFit/>
            </a:bodyPr>
            <a:lstStyle/>
            <a:p>
              <a:pPr eaLnBrk="1" hangingPunct="1">
                <a:spcBef>
                  <a:spcPct val="50000"/>
                </a:spcBef>
              </a:pPr>
              <a:r>
                <a:rPr lang="en-US" altLang="zh-CN" b="1" dirty="0">
                  <a:solidFill>
                    <a:srgbClr val="CC0000"/>
                  </a:solidFill>
                  <a:latin typeface="Times New Roman" panose="02020603050405020304" pitchFamily="18" charset="0"/>
                </a:rPr>
                <a:t>10-5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116740"/>
                                        </p:tgtEl>
                                        <p:attrNameLst>
                                          <p:attrName>style.visibility</p:attrName>
                                        </p:attrNameLst>
                                      </p:cBhvr>
                                      <p:to>
                                        <p:strVal val="visible"/>
                                      </p:to>
                                    </p:set>
                                    <p:anim calcmode="lin" valueType="num">
                                      <p:cBhvr additive="base">
                                        <p:cTn id="7" dur="500" fill="hold"/>
                                        <p:tgtEl>
                                          <p:spTgt spid="116740"/>
                                        </p:tgtEl>
                                        <p:attrNameLst>
                                          <p:attrName>ppt_x</p:attrName>
                                        </p:attrNameLst>
                                      </p:cBhvr>
                                      <p:tavLst>
                                        <p:tav tm="0">
                                          <p:val>
                                            <p:strVal val="0-#ppt_w/2"/>
                                          </p:val>
                                        </p:tav>
                                        <p:tav tm="100000">
                                          <p:val>
                                            <p:strVal val="#ppt_x"/>
                                          </p:val>
                                        </p:tav>
                                      </p:tavLst>
                                    </p:anim>
                                    <p:anim calcmode="lin" valueType="num">
                                      <p:cBhvr additive="base">
                                        <p:cTn id="8" dur="500" fill="hold"/>
                                        <p:tgtEl>
                                          <p:spTgt spid="116740"/>
                                        </p:tgtEl>
                                        <p:attrNameLst>
                                          <p:attrName>ppt_y</p:attrName>
                                        </p:attrNameLst>
                                      </p:cBhvr>
                                      <p:tavLst>
                                        <p:tav tm="0">
                                          <p:val>
                                            <p:strVal val="0-#ppt_h/2"/>
                                          </p:val>
                                        </p:tav>
                                        <p:tav tm="100000">
                                          <p:val>
                                            <p:strVal val="#ppt_y"/>
                                          </p:val>
                                        </p:tav>
                                      </p:tavLst>
                                    </p:anim>
                                  </p:childTnLst>
                                </p:cTn>
                              </p:par>
                              <p:par>
                                <p:cTn id="9" presetID="22" presetClass="entr" presetSubtype="8" fill="hold" nodeType="withEffect">
                                  <p:stCondLst>
                                    <p:cond delay="1000"/>
                                  </p:stCondLst>
                                  <p:childTnLst>
                                    <p:set>
                                      <p:cBhvr>
                                        <p:cTn id="10" dur="1" fill="hold">
                                          <p:stCondLst>
                                            <p:cond delay="0"/>
                                          </p:stCondLst>
                                        </p:cTn>
                                        <p:tgtEl>
                                          <p:spTgt spid="116748"/>
                                        </p:tgtEl>
                                        <p:attrNameLst>
                                          <p:attrName>style.visibility</p:attrName>
                                        </p:attrNameLst>
                                      </p:cBhvr>
                                      <p:to>
                                        <p:strVal val="visible"/>
                                      </p:to>
                                    </p:set>
                                    <p:animEffect transition="in" filter="wipe(left)">
                                      <p:cBhvr>
                                        <p:cTn id="11" dur="1000"/>
                                        <p:tgtEl>
                                          <p:spTgt spid="116748"/>
                                        </p:tgtEl>
                                      </p:cBhvr>
                                    </p:animEffect>
                                  </p:childTnLst>
                                </p:cTn>
                              </p:par>
                              <p:par>
                                <p:cTn id="12" presetID="22" presetClass="entr" presetSubtype="8" fill="hold" nodeType="withEffect">
                                  <p:stCondLst>
                                    <p:cond delay="1000"/>
                                  </p:stCondLst>
                                  <p:childTnLst>
                                    <p:set>
                                      <p:cBhvr>
                                        <p:cTn id="13" dur="1" fill="hold">
                                          <p:stCondLst>
                                            <p:cond delay="0"/>
                                          </p:stCondLst>
                                        </p:cTn>
                                        <p:tgtEl>
                                          <p:spTgt spid="116753"/>
                                        </p:tgtEl>
                                        <p:attrNameLst>
                                          <p:attrName>style.visibility</p:attrName>
                                        </p:attrNameLst>
                                      </p:cBhvr>
                                      <p:to>
                                        <p:strVal val="visible"/>
                                      </p:to>
                                    </p:set>
                                    <p:animEffect transition="in" filter="wipe(left)">
                                      <p:cBhvr>
                                        <p:cTn id="14" dur="1000"/>
                                        <p:tgtEl>
                                          <p:spTgt spid="116753"/>
                                        </p:tgtEl>
                                      </p:cBhvr>
                                    </p:animEffect>
                                  </p:childTnLst>
                                </p:cTn>
                              </p:par>
                              <p:par>
                                <p:cTn id="15" presetID="22" presetClass="entr" presetSubtype="8" fill="hold" nodeType="withEffect">
                                  <p:stCondLst>
                                    <p:cond delay="1000"/>
                                  </p:stCondLst>
                                  <p:childTnLst>
                                    <p:set>
                                      <p:cBhvr>
                                        <p:cTn id="16" dur="1" fill="hold">
                                          <p:stCondLst>
                                            <p:cond delay="0"/>
                                          </p:stCondLst>
                                        </p:cTn>
                                        <p:tgtEl>
                                          <p:spTgt spid="116758"/>
                                        </p:tgtEl>
                                        <p:attrNameLst>
                                          <p:attrName>style.visibility</p:attrName>
                                        </p:attrNameLst>
                                      </p:cBhvr>
                                      <p:to>
                                        <p:strVal val="visible"/>
                                      </p:to>
                                    </p:set>
                                    <p:animEffect transition="in" filter="wipe(left)">
                                      <p:cBhvr>
                                        <p:cTn id="17" dur="1000"/>
                                        <p:tgtEl>
                                          <p:spTgt spid="116758"/>
                                        </p:tgtEl>
                                      </p:cBhvr>
                                    </p:animEffect>
                                  </p:childTnLst>
                                </p:cTn>
                              </p:par>
                              <p:par>
                                <p:cTn id="18" presetID="22" presetClass="entr" presetSubtype="8" fill="hold" nodeType="withEffect">
                                  <p:stCondLst>
                                    <p:cond delay="1000"/>
                                  </p:stCondLst>
                                  <p:childTnLst>
                                    <p:set>
                                      <p:cBhvr>
                                        <p:cTn id="19" dur="1" fill="hold">
                                          <p:stCondLst>
                                            <p:cond delay="0"/>
                                          </p:stCondLst>
                                        </p:cTn>
                                        <p:tgtEl>
                                          <p:spTgt spid="116763"/>
                                        </p:tgtEl>
                                        <p:attrNameLst>
                                          <p:attrName>style.visibility</p:attrName>
                                        </p:attrNameLst>
                                      </p:cBhvr>
                                      <p:to>
                                        <p:strVal val="visible"/>
                                      </p:to>
                                    </p:set>
                                    <p:animEffect transition="in" filter="wipe(left)">
                                      <p:cBhvr>
                                        <p:cTn id="20" dur="1000"/>
                                        <p:tgtEl>
                                          <p:spTgt spid="116763"/>
                                        </p:tgtEl>
                                      </p:cBhvr>
                                    </p:animEffect>
                                  </p:childTnLst>
                                </p:cTn>
                              </p:par>
                              <p:par>
                                <p:cTn id="21" presetID="22" presetClass="entr" presetSubtype="8" fill="hold" nodeType="withEffect">
                                  <p:stCondLst>
                                    <p:cond delay="1000"/>
                                  </p:stCondLst>
                                  <p:childTnLst>
                                    <p:set>
                                      <p:cBhvr>
                                        <p:cTn id="22" dur="1" fill="hold">
                                          <p:stCondLst>
                                            <p:cond delay="0"/>
                                          </p:stCondLst>
                                        </p:cTn>
                                        <p:tgtEl>
                                          <p:spTgt spid="116768"/>
                                        </p:tgtEl>
                                        <p:attrNameLst>
                                          <p:attrName>style.visibility</p:attrName>
                                        </p:attrNameLst>
                                      </p:cBhvr>
                                      <p:to>
                                        <p:strVal val="visible"/>
                                      </p:to>
                                    </p:set>
                                    <p:animEffect transition="in" filter="wipe(left)">
                                      <p:cBhvr>
                                        <p:cTn id="23" dur="1000"/>
                                        <p:tgtEl>
                                          <p:spTgt spid="116768"/>
                                        </p:tgtEl>
                                      </p:cBhvr>
                                    </p:animEffect>
                                  </p:childTnLst>
                                </p:cTn>
                              </p:par>
                            </p:childTnLst>
                          </p:cTn>
                        </p:par>
                        <p:par>
                          <p:cTn id="24" fill="hold">
                            <p:stCondLst>
                              <p:cond delay="500"/>
                            </p:stCondLst>
                            <p:childTnLst>
                              <p:par>
                                <p:cTn id="25" presetID="49" presetClass="entr" presetSubtype="0" decel="100000" fill="hold" nodeType="afterEffect">
                                  <p:stCondLst>
                                    <p:cond delay="500"/>
                                  </p:stCondLst>
                                  <p:childTnLst>
                                    <p:set>
                                      <p:cBhvr>
                                        <p:cTn id="26" dur="1" fill="hold">
                                          <p:stCondLst>
                                            <p:cond delay="0"/>
                                          </p:stCondLst>
                                        </p:cTn>
                                        <p:tgtEl>
                                          <p:spTgt spid="116744"/>
                                        </p:tgtEl>
                                        <p:attrNameLst>
                                          <p:attrName>style.visibility</p:attrName>
                                        </p:attrNameLst>
                                      </p:cBhvr>
                                      <p:to>
                                        <p:strVal val="visible"/>
                                      </p:to>
                                    </p:set>
                                    <p:anim calcmode="lin" valueType="num">
                                      <p:cBhvr>
                                        <p:cTn id="27" dur="500" fill="hold"/>
                                        <p:tgtEl>
                                          <p:spTgt spid="116744"/>
                                        </p:tgtEl>
                                        <p:attrNameLst>
                                          <p:attrName>ppt_w</p:attrName>
                                        </p:attrNameLst>
                                      </p:cBhvr>
                                      <p:tavLst>
                                        <p:tav tm="0">
                                          <p:val>
                                            <p:fltVal val="0"/>
                                          </p:val>
                                        </p:tav>
                                        <p:tav tm="100000">
                                          <p:val>
                                            <p:strVal val="#ppt_w"/>
                                          </p:val>
                                        </p:tav>
                                      </p:tavLst>
                                    </p:anim>
                                    <p:anim calcmode="lin" valueType="num">
                                      <p:cBhvr>
                                        <p:cTn id="28" dur="500" fill="hold"/>
                                        <p:tgtEl>
                                          <p:spTgt spid="116744"/>
                                        </p:tgtEl>
                                        <p:attrNameLst>
                                          <p:attrName>ppt_h</p:attrName>
                                        </p:attrNameLst>
                                      </p:cBhvr>
                                      <p:tavLst>
                                        <p:tav tm="0">
                                          <p:val>
                                            <p:fltVal val="0"/>
                                          </p:val>
                                        </p:tav>
                                        <p:tav tm="100000">
                                          <p:val>
                                            <p:strVal val="#ppt_h"/>
                                          </p:val>
                                        </p:tav>
                                      </p:tavLst>
                                    </p:anim>
                                    <p:anim calcmode="lin" valueType="num">
                                      <p:cBhvr>
                                        <p:cTn id="29" dur="500" fill="hold"/>
                                        <p:tgtEl>
                                          <p:spTgt spid="116744"/>
                                        </p:tgtEl>
                                        <p:attrNameLst>
                                          <p:attrName>style.rotation</p:attrName>
                                        </p:attrNameLst>
                                      </p:cBhvr>
                                      <p:tavLst>
                                        <p:tav tm="0">
                                          <p:val>
                                            <p:fltVal val="360"/>
                                          </p:val>
                                        </p:tav>
                                        <p:tav tm="100000">
                                          <p:val>
                                            <p:fltVal val="0"/>
                                          </p:val>
                                        </p:tav>
                                      </p:tavLst>
                                    </p:anim>
                                    <p:animEffect transition="in" filter="fade">
                                      <p:cBhvr>
                                        <p:cTn id="30" dur="500"/>
                                        <p:tgtEl>
                                          <p:spTgt spid="116744"/>
                                        </p:tgtEl>
                                      </p:cBhvr>
                                    </p:animEffect>
                                  </p:childTnLst>
                                </p:cTn>
                              </p:par>
                            </p:childTnLst>
                          </p:cTn>
                        </p:par>
                        <p:par>
                          <p:cTn id="31" fill="hold">
                            <p:stCondLst>
                              <p:cond delay="1500"/>
                            </p:stCondLst>
                            <p:childTnLst>
                              <p:par>
                                <p:cTn id="32" presetID="55" presetClass="entr" presetSubtype="0" fill="hold" nodeType="afterEffect">
                                  <p:stCondLst>
                                    <p:cond delay="0"/>
                                  </p:stCondLst>
                                  <p:childTnLst>
                                    <p:set>
                                      <p:cBhvr>
                                        <p:cTn id="33" dur="1" fill="hold">
                                          <p:stCondLst>
                                            <p:cond delay="0"/>
                                          </p:stCondLst>
                                        </p:cTn>
                                        <p:tgtEl>
                                          <p:spTgt spid="116741"/>
                                        </p:tgtEl>
                                        <p:attrNameLst>
                                          <p:attrName>style.visibility</p:attrName>
                                        </p:attrNameLst>
                                      </p:cBhvr>
                                      <p:to>
                                        <p:strVal val="visible"/>
                                      </p:to>
                                    </p:set>
                                    <p:anim calcmode="lin" valueType="num">
                                      <p:cBhvr>
                                        <p:cTn id="34" dur="500" fill="hold"/>
                                        <p:tgtEl>
                                          <p:spTgt spid="116741"/>
                                        </p:tgtEl>
                                        <p:attrNameLst>
                                          <p:attrName>ppt_w</p:attrName>
                                        </p:attrNameLst>
                                      </p:cBhvr>
                                      <p:tavLst>
                                        <p:tav tm="0">
                                          <p:val>
                                            <p:strVal val="#ppt_w*0.70"/>
                                          </p:val>
                                        </p:tav>
                                        <p:tav tm="100000">
                                          <p:val>
                                            <p:strVal val="#ppt_w"/>
                                          </p:val>
                                        </p:tav>
                                      </p:tavLst>
                                    </p:anim>
                                    <p:anim calcmode="lin" valueType="num">
                                      <p:cBhvr>
                                        <p:cTn id="35" dur="500" fill="hold"/>
                                        <p:tgtEl>
                                          <p:spTgt spid="116741"/>
                                        </p:tgtEl>
                                        <p:attrNameLst>
                                          <p:attrName>ppt_h</p:attrName>
                                        </p:attrNameLst>
                                      </p:cBhvr>
                                      <p:tavLst>
                                        <p:tav tm="0">
                                          <p:val>
                                            <p:strVal val="#ppt_h"/>
                                          </p:val>
                                        </p:tav>
                                        <p:tav tm="100000">
                                          <p:val>
                                            <p:strVal val="#ppt_h"/>
                                          </p:val>
                                        </p:tav>
                                      </p:tavLst>
                                    </p:anim>
                                    <p:animEffect transition="in" filter="fade">
                                      <p:cBhvr>
                                        <p:cTn id="36" dur="500"/>
                                        <p:tgtEl>
                                          <p:spTgt spid="116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Text Box 3"/>
          <p:cNvSpPr txBox="1"/>
          <p:nvPr/>
        </p:nvSpPr>
        <p:spPr>
          <a:xfrm>
            <a:off x="900113" y="1130300"/>
            <a:ext cx="1468437" cy="579438"/>
          </a:xfrm>
          <a:prstGeom prst="rect">
            <a:avLst/>
          </a:prstGeom>
          <a:solidFill>
            <a:srgbClr val="FF3300"/>
          </a:solidFill>
          <a:ln w="9525">
            <a:noFill/>
          </a:ln>
        </p:spPr>
        <p:txBody>
          <a:bodyPr>
            <a:spAutoFit/>
          </a:bodyPr>
          <a:lstStyle/>
          <a:p>
            <a:pPr eaLnBrk="1" hangingPunct="1">
              <a:spcBef>
                <a:spcPct val="50000"/>
              </a:spcBef>
              <a:buFont typeface="Wingdings" panose="05000000000000000000" pitchFamily="2" charset="2"/>
              <a:buChar char="l"/>
            </a:pPr>
            <a:r>
              <a:rPr lang="zh-CN" altLang="en-US" sz="3200" b="1" dirty="0">
                <a:solidFill>
                  <a:schemeClr val="bg1"/>
                </a:solidFill>
                <a:latin typeface="楷体_GB2312" pitchFamily="49" charset="-122"/>
              </a:rPr>
              <a:t>重点</a:t>
            </a:r>
          </a:p>
        </p:txBody>
      </p:sp>
      <p:sp>
        <p:nvSpPr>
          <p:cNvPr id="113668" name="Text Box 4"/>
          <p:cNvSpPr txBox="1"/>
          <p:nvPr/>
        </p:nvSpPr>
        <p:spPr>
          <a:xfrm>
            <a:off x="1403350" y="1851025"/>
            <a:ext cx="6459538" cy="641350"/>
          </a:xfrm>
          <a:prstGeom prst="rect">
            <a:avLst/>
          </a:prstGeom>
          <a:noFill/>
          <a:ln w="9525">
            <a:noFill/>
          </a:ln>
        </p:spPr>
        <p:txBody>
          <a:bodyPr>
            <a:spAutoFit/>
          </a:bodyPr>
          <a:lstStyle/>
          <a:p>
            <a:pPr eaLnBrk="1" hangingPunct="1">
              <a:spcBef>
                <a:spcPct val="50000"/>
              </a:spcBef>
            </a:pPr>
            <a:r>
              <a:rPr lang="en-US" altLang="zh-CN" sz="3600" b="1" dirty="0">
                <a:latin typeface="楷体_GB2312" pitchFamily="49" charset="-122"/>
              </a:rPr>
              <a:t> 1.</a:t>
            </a:r>
            <a:r>
              <a:rPr lang="zh-CN" altLang="en-US" sz="3600" b="1" dirty="0">
                <a:latin typeface="楷体_GB2312" pitchFamily="49" charset="-122"/>
              </a:rPr>
              <a:t>互感和互感电压</a:t>
            </a:r>
          </a:p>
        </p:txBody>
      </p:sp>
      <p:sp>
        <p:nvSpPr>
          <p:cNvPr id="113669" name="Text Box 5"/>
          <p:cNvSpPr txBox="1"/>
          <p:nvPr/>
        </p:nvSpPr>
        <p:spPr>
          <a:xfrm>
            <a:off x="1403350" y="2571750"/>
            <a:ext cx="6459538" cy="641350"/>
          </a:xfrm>
          <a:prstGeom prst="rect">
            <a:avLst/>
          </a:prstGeom>
          <a:noFill/>
          <a:ln w="9525">
            <a:noFill/>
          </a:ln>
        </p:spPr>
        <p:txBody>
          <a:bodyPr>
            <a:spAutoFit/>
          </a:bodyPr>
          <a:lstStyle/>
          <a:p>
            <a:pPr eaLnBrk="1" hangingPunct="1">
              <a:spcBef>
                <a:spcPct val="50000"/>
              </a:spcBef>
            </a:pPr>
            <a:r>
              <a:rPr lang="en-US" altLang="zh-CN" sz="3600" b="1" dirty="0">
                <a:latin typeface="楷体_GB2312" pitchFamily="49" charset="-122"/>
              </a:rPr>
              <a:t> 2.</a:t>
            </a:r>
            <a:r>
              <a:rPr lang="zh-CN" altLang="en-US" sz="3600" b="1" dirty="0">
                <a:latin typeface="楷体_GB2312" pitchFamily="49" charset="-122"/>
              </a:rPr>
              <a:t>有互感电路的计算</a:t>
            </a:r>
          </a:p>
        </p:txBody>
      </p:sp>
      <p:sp>
        <p:nvSpPr>
          <p:cNvPr id="113670" name="Text Box 6"/>
          <p:cNvSpPr txBox="1"/>
          <p:nvPr/>
        </p:nvSpPr>
        <p:spPr>
          <a:xfrm>
            <a:off x="1403350" y="3363913"/>
            <a:ext cx="7056438" cy="641350"/>
          </a:xfrm>
          <a:prstGeom prst="rect">
            <a:avLst/>
          </a:prstGeom>
          <a:noFill/>
          <a:ln w="9525">
            <a:noFill/>
          </a:ln>
        </p:spPr>
        <p:txBody>
          <a:bodyPr>
            <a:spAutoFit/>
          </a:bodyPr>
          <a:lstStyle/>
          <a:p>
            <a:pPr eaLnBrk="1" hangingPunct="1">
              <a:spcBef>
                <a:spcPct val="50000"/>
              </a:spcBef>
            </a:pPr>
            <a:r>
              <a:rPr lang="en-US" altLang="zh-CN" sz="3600" b="1" dirty="0">
                <a:latin typeface="楷体_GB2312" pitchFamily="49" charset="-122"/>
              </a:rPr>
              <a:t> 3.</a:t>
            </a:r>
            <a:r>
              <a:rPr lang="zh-CN" altLang="en-US" sz="3600" b="1" dirty="0">
                <a:latin typeface="楷体_GB2312" pitchFamily="49" charset="-122"/>
              </a:rPr>
              <a:t>变压器和理想变压器原理</a:t>
            </a:r>
          </a:p>
        </p:txBody>
      </p:sp>
      <p:grpSp>
        <p:nvGrpSpPr>
          <p:cNvPr id="4102" name="Group 13"/>
          <p:cNvGrpSpPr/>
          <p:nvPr/>
        </p:nvGrpSpPr>
        <p:grpSpPr>
          <a:xfrm>
            <a:off x="8316913" y="6446838"/>
            <a:ext cx="792162" cy="366712"/>
            <a:chOff x="4649" y="4020"/>
            <a:chExt cx="499" cy="231"/>
          </a:xfrm>
        </p:grpSpPr>
        <p:pic>
          <p:nvPicPr>
            <p:cNvPr id="4103" name="Picture 14"/>
            <p:cNvPicPr>
              <a:picLocks noChangeAspect="1"/>
            </p:cNvPicPr>
            <p:nvPr/>
          </p:nvPicPr>
          <p:blipFill>
            <a:blip r:embed="rId2"/>
            <a:stretch>
              <a:fillRect/>
            </a:stretch>
          </p:blipFill>
          <p:spPr>
            <a:xfrm>
              <a:off x="4649" y="4066"/>
              <a:ext cx="499" cy="181"/>
            </a:xfrm>
            <a:prstGeom prst="rect">
              <a:avLst/>
            </a:prstGeom>
            <a:noFill/>
            <a:ln w="9525">
              <a:noFill/>
            </a:ln>
          </p:spPr>
        </p:pic>
        <p:sp>
          <p:nvSpPr>
            <p:cNvPr id="4104" name="Text Box 15">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3667"/>
                                        </p:tgtEl>
                                        <p:attrNameLst>
                                          <p:attrName>style.visibility</p:attrName>
                                        </p:attrNameLst>
                                      </p:cBhvr>
                                      <p:to>
                                        <p:strVal val="visible"/>
                                      </p:to>
                                    </p:set>
                                    <p:anim calcmode="lin" valueType="num">
                                      <p:cBhvr additive="base">
                                        <p:cTn id="7" dur="500" fill="hold"/>
                                        <p:tgtEl>
                                          <p:spTgt spid="113667"/>
                                        </p:tgtEl>
                                        <p:attrNameLst>
                                          <p:attrName>ppt_x</p:attrName>
                                        </p:attrNameLst>
                                      </p:cBhvr>
                                      <p:tavLst>
                                        <p:tav tm="0">
                                          <p:val>
                                            <p:strVal val="0-#ppt_w/2"/>
                                          </p:val>
                                        </p:tav>
                                        <p:tav tm="100000">
                                          <p:val>
                                            <p:strVal val="#ppt_x"/>
                                          </p:val>
                                        </p:tav>
                                      </p:tavLst>
                                    </p:anim>
                                    <p:anim calcmode="lin" valueType="num">
                                      <p:cBhvr additive="base">
                                        <p:cTn id="8" dur="500" fill="hold"/>
                                        <p:tgtEl>
                                          <p:spTgt spid="11366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13668"/>
                                        </p:tgtEl>
                                        <p:attrNameLst>
                                          <p:attrName>style.visibility</p:attrName>
                                        </p:attrNameLst>
                                      </p:cBhvr>
                                      <p:to>
                                        <p:strVal val="visible"/>
                                      </p:to>
                                    </p:set>
                                    <p:anim calcmode="lin" valueType="num">
                                      <p:cBhvr>
                                        <p:cTn id="12" dur="1000" fill="hold"/>
                                        <p:tgtEl>
                                          <p:spTgt spid="113668"/>
                                        </p:tgtEl>
                                        <p:attrNameLst>
                                          <p:attrName>ppt_w</p:attrName>
                                        </p:attrNameLst>
                                      </p:cBhvr>
                                      <p:tavLst>
                                        <p:tav tm="0">
                                          <p:val>
                                            <p:fltVal val="0"/>
                                          </p:val>
                                        </p:tav>
                                        <p:tav tm="100000">
                                          <p:val>
                                            <p:strVal val="#ppt_w"/>
                                          </p:val>
                                        </p:tav>
                                      </p:tavLst>
                                    </p:anim>
                                    <p:anim calcmode="lin" valueType="num">
                                      <p:cBhvr>
                                        <p:cTn id="13" dur="1000" fill="hold"/>
                                        <p:tgtEl>
                                          <p:spTgt spid="113668"/>
                                        </p:tgtEl>
                                        <p:attrNameLst>
                                          <p:attrName>ppt_h</p:attrName>
                                        </p:attrNameLst>
                                      </p:cBhvr>
                                      <p:tavLst>
                                        <p:tav tm="0">
                                          <p:val>
                                            <p:fltVal val="0"/>
                                          </p:val>
                                        </p:tav>
                                        <p:tav tm="100000">
                                          <p:val>
                                            <p:strVal val="#ppt_h"/>
                                          </p:val>
                                        </p:tav>
                                      </p:tavLst>
                                    </p:anim>
                                  </p:childTnLst>
                                </p:cTn>
                              </p:par>
                            </p:childTnLst>
                          </p:cTn>
                        </p:par>
                        <p:par>
                          <p:cTn id="14" fill="hold">
                            <p:stCondLst>
                              <p:cond delay="1500"/>
                            </p:stCondLst>
                            <p:childTnLst>
                              <p:par>
                                <p:cTn id="15" presetID="23" presetClass="entr" presetSubtype="16" fill="hold" grpId="0" nodeType="afterEffect">
                                  <p:stCondLst>
                                    <p:cond delay="0"/>
                                  </p:stCondLst>
                                  <p:childTnLst>
                                    <p:set>
                                      <p:cBhvr>
                                        <p:cTn id="16" dur="1" fill="hold">
                                          <p:stCondLst>
                                            <p:cond delay="0"/>
                                          </p:stCondLst>
                                        </p:cTn>
                                        <p:tgtEl>
                                          <p:spTgt spid="113669"/>
                                        </p:tgtEl>
                                        <p:attrNameLst>
                                          <p:attrName>style.visibility</p:attrName>
                                        </p:attrNameLst>
                                      </p:cBhvr>
                                      <p:to>
                                        <p:strVal val="visible"/>
                                      </p:to>
                                    </p:set>
                                    <p:anim calcmode="lin" valueType="num">
                                      <p:cBhvr>
                                        <p:cTn id="17" dur="1000" fill="hold"/>
                                        <p:tgtEl>
                                          <p:spTgt spid="113669"/>
                                        </p:tgtEl>
                                        <p:attrNameLst>
                                          <p:attrName>ppt_w</p:attrName>
                                        </p:attrNameLst>
                                      </p:cBhvr>
                                      <p:tavLst>
                                        <p:tav tm="0">
                                          <p:val>
                                            <p:fltVal val="0"/>
                                          </p:val>
                                        </p:tav>
                                        <p:tav tm="100000">
                                          <p:val>
                                            <p:strVal val="#ppt_w"/>
                                          </p:val>
                                        </p:tav>
                                      </p:tavLst>
                                    </p:anim>
                                    <p:anim calcmode="lin" valueType="num">
                                      <p:cBhvr>
                                        <p:cTn id="18" dur="1000" fill="hold"/>
                                        <p:tgtEl>
                                          <p:spTgt spid="113669"/>
                                        </p:tgtEl>
                                        <p:attrNameLst>
                                          <p:attrName>ppt_h</p:attrName>
                                        </p:attrNameLst>
                                      </p:cBhvr>
                                      <p:tavLst>
                                        <p:tav tm="0">
                                          <p:val>
                                            <p:fltVal val="0"/>
                                          </p:val>
                                        </p:tav>
                                        <p:tav tm="100000">
                                          <p:val>
                                            <p:strVal val="#ppt_h"/>
                                          </p:val>
                                        </p:tav>
                                      </p:tavLst>
                                    </p:anim>
                                  </p:childTnLst>
                                </p:cTn>
                              </p:par>
                            </p:childTnLst>
                          </p:cTn>
                        </p:par>
                        <p:par>
                          <p:cTn id="19" fill="hold">
                            <p:stCondLst>
                              <p:cond delay="2500"/>
                            </p:stCondLst>
                            <p:childTnLst>
                              <p:par>
                                <p:cTn id="20" presetID="23" presetClass="entr" presetSubtype="16" fill="hold" grpId="0" nodeType="afterEffect">
                                  <p:stCondLst>
                                    <p:cond delay="0"/>
                                  </p:stCondLst>
                                  <p:childTnLst>
                                    <p:set>
                                      <p:cBhvr>
                                        <p:cTn id="21" dur="1" fill="hold">
                                          <p:stCondLst>
                                            <p:cond delay="0"/>
                                          </p:stCondLst>
                                        </p:cTn>
                                        <p:tgtEl>
                                          <p:spTgt spid="113670"/>
                                        </p:tgtEl>
                                        <p:attrNameLst>
                                          <p:attrName>style.visibility</p:attrName>
                                        </p:attrNameLst>
                                      </p:cBhvr>
                                      <p:to>
                                        <p:strVal val="visible"/>
                                      </p:to>
                                    </p:set>
                                    <p:anim calcmode="lin" valueType="num">
                                      <p:cBhvr>
                                        <p:cTn id="22" dur="1000" fill="hold"/>
                                        <p:tgtEl>
                                          <p:spTgt spid="113670"/>
                                        </p:tgtEl>
                                        <p:attrNameLst>
                                          <p:attrName>ppt_w</p:attrName>
                                        </p:attrNameLst>
                                      </p:cBhvr>
                                      <p:tavLst>
                                        <p:tav tm="0">
                                          <p:val>
                                            <p:fltVal val="0"/>
                                          </p:val>
                                        </p:tav>
                                        <p:tav tm="100000">
                                          <p:val>
                                            <p:strVal val="#ppt_w"/>
                                          </p:val>
                                        </p:tav>
                                      </p:tavLst>
                                    </p:anim>
                                    <p:anim calcmode="lin" valueType="num">
                                      <p:cBhvr>
                                        <p:cTn id="23" dur="1000" fill="hold"/>
                                        <p:tgtEl>
                                          <p:spTgt spid="1136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animBg="1"/>
      <p:bldP spid="113668" grpId="0"/>
      <p:bldP spid="113669" grpId="0"/>
      <p:bldP spid="1136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p:nvPr/>
        </p:nvSpPr>
        <p:spPr>
          <a:xfrm>
            <a:off x="2484438" y="476250"/>
            <a:ext cx="3289300" cy="762000"/>
          </a:xfrm>
          <a:prstGeom prst="rect">
            <a:avLst/>
          </a:prstGeom>
          <a:noFill/>
          <a:ln w="9525">
            <a:noFill/>
          </a:ln>
          <a:effectLst>
            <a:prstShdw prst="shdw17" dist="17961" dir="2699999">
              <a:srgbClr val="7A7A99"/>
            </a:prstShdw>
          </a:effectLst>
        </p:spPr>
        <p:txBody>
          <a:bodyPr>
            <a:spAutoFit/>
          </a:bodyPr>
          <a:lstStyle/>
          <a:p>
            <a:pPr eaLnBrk="1" hangingPunct="1"/>
            <a:r>
              <a:rPr lang="en-US" altLang="zh-CN" sz="4400" dirty="0">
                <a:solidFill>
                  <a:schemeClr val="bg1"/>
                </a:solidFill>
                <a:latin typeface="Times New Roman" panose="02020603050405020304" pitchFamily="18" charset="0"/>
              </a:rPr>
              <a:t>10-1</a:t>
            </a:r>
            <a:r>
              <a:rPr lang="en-US" altLang="zh-CN" sz="4400" b="1" dirty="0">
                <a:solidFill>
                  <a:schemeClr val="bg1"/>
                </a:solidFill>
                <a:latin typeface="楷体_GB2312" pitchFamily="49" charset="-122"/>
              </a:rPr>
              <a:t>  </a:t>
            </a:r>
            <a:r>
              <a:rPr lang="zh-CN" altLang="en-US" sz="4400" b="1" dirty="0">
                <a:solidFill>
                  <a:schemeClr val="bg1"/>
                </a:solidFill>
                <a:latin typeface="楷体_GB2312" pitchFamily="49" charset="-122"/>
              </a:rPr>
              <a:t>互感</a:t>
            </a:r>
          </a:p>
        </p:txBody>
      </p:sp>
      <p:sp>
        <p:nvSpPr>
          <p:cNvPr id="77828" name="Text Box 4"/>
          <p:cNvSpPr txBox="1"/>
          <p:nvPr/>
        </p:nvSpPr>
        <p:spPr>
          <a:xfrm>
            <a:off x="827088" y="1268413"/>
            <a:ext cx="7777162" cy="2655887"/>
          </a:xfrm>
          <a:prstGeom prst="rect">
            <a:avLst/>
          </a:prstGeom>
          <a:noFill/>
          <a:ln w="9525">
            <a:noFill/>
          </a:ln>
        </p:spPr>
        <p:txBody>
          <a:bodyPr>
            <a:spAutoFit/>
          </a:bodyPr>
          <a:lstStyle/>
          <a:p>
            <a:pPr eaLnBrk="1" hangingPunct="1">
              <a:lnSpc>
                <a:spcPct val="120000"/>
              </a:lnSpc>
              <a:spcBef>
                <a:spcPct val="50000"/>
              </a:spcBef>
            </a:pPr>
            <a:r>
              <a:rPr lang="en-US" altLang="zh-CN" b="1" dirty="0">
                <a:latin typeface="楷体_GB2312" pitchFamily="49" charset="-122"/>
              </a:rPr>
              <a:t>    </a:t>
            </a:r>
            <a:r>
              <a:rPr lang="zh-CN" altLang="en-US" b="1" dirty="0">
                <a:latin typeface="楷体_GB2312" pitchFamily="49" charset="-122"/>
              </a:rPr>
              <a:t>耦合电感元件属于多端元件，在实际电路中，如收音机、电视机中的中周线圈、振荡线圈，整流电源里使用的变压器等都是耦合电感元件，熟悉这类多端元件的特性，掌握包含这类多端元件的电路问题的分析方法是非常必要的。</a:t>
            </a:r>
          </a:p>
        </p:txBody>
      </p:sp>
      <p:grpSp>
        <p:nvGrpSpPr>
          <p:cNvPr id="5124" name="Group 49"/>
          <p:cNvGrpSpPr/>
          <p:nvPr/>
        </p:nvGrpSpPr>
        <p:grpSpPr>
          <a:xfrm>
            <a:off x="8316913" y="6446838"/>
            <a:ext cx="792162" cy="366712"/>
            <a:chOff x="5193" y="4020"/>
            <a:chExt cx="499" cy="231"/>
          </a:xfrm>
        </p:grpSpPr>
        <p:pic>
          <p:nvPicPr>
            <p:cNvPr id="5131" name="Picture 50"/>
            <p:cNvPicPr>
              <a:picLocks noChangeAspect="1"/>
            </p:cNvPicPr>
            <p:nvPr/>
          </p:nvPicPr>
          <p:blipFill>
            <a:blip r:embed="rId2"/>
            <a:stretch>
              <a:fillRect/>
            </a:stretch>
          </p:blipFill>
          <p:spPr>
            <a:xfrm>
              <a:off x="5193" y="4066"/>
              <a:ext cx="499" cy="181"/>
            </a:xfrm>
            <a:prstGeom prst="rect">
              <a:avLst/>
            </a:prstGeom>
            <a:noFill/>
            <a:ln w="9525">
              <a:noFill/>
            </a:ln>
          </p:spPr>
        </p:pic>
        <p:sp>
          <p:nvSpPr>
            <p:cNvPr id="5132" name="Text Box 51">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125" name="Group 52"/>
          <p:cNvGrpSpPr/>
          <p:nvPr/>
        </p:nvGrpSpPr>
        <p:grpSpPr>
          <a:xfrm>
            <a:off x="7453313" y="6446838"/>
            <a:ext cx="792162" cy="366712"/>
            <a:chOff x="4649" y="4020"/>
            <a:chExt cx="499" cy="231"/>
          </a:xfrm>
        </p:grpSpPr>
        <p:pic>
          <p:nvPicPr>
            <p:cNvPr id="5129" name="Picture 53"/>
            <p:cNvPicPr>
              <a:picLocks noChangeAspect="1"/>
            </p:cNvPicPr>
            <p:nvPr/>
          </p:nvPicPr>
          <p:blipFill>
            <a:blip r:embed="rId2"/>
            <a:stretch>
              <a:fillRect/>
            </a:stretch>
          </p:blipFill>
          <p:spPr>
            <a:xfrm>
              <a:off x="4649" y="4066"/>
              <a:ext cx="499" cy="181"/>
            </a:xfrm>
            <a:prstGeom prst="rect">
              <a:avLst/>
            </a:prstGeom>
            <a:noFill/>
            <a:ln w="9525">
              <a:noFill/>
            </a:ln>
          </p:spPr>
        </p:pic>
        <p:sp>
          <p:nvSpPr>
            <p:cNvPr id="5130" name="Text Box 54">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5126" name="Group 58"/>
          <p:cNvGrpSpPr/>
          <p:nvPr/>
        </p:nvGrpSpPr>
        <p:grpSpPr>
          <a:xfrm>
            <a:off x="6588125" y="6446838"/>
            <a:ext cx="792163" cy="366712"/>
            <a:chOff x="4649" y="4020"/>
            <a:chExt cx="499" cy="231"/>
          </a:xfrm>
        </p:grpSpPr>
        <p:pic>
          <p:nvPicPr>
            <p:cNvPr id="5127" name="Picture 59"/>
            <p:cNvPicPr>
              <a:picLocks noChangeAspect="1"/>
            </p:cNvPicPr>
            <p:nvPr/>
          </p:nvPicPr>
          <p:blipFill>
            <a:blip r:embed="rId2"/>
            <a:stretch>
              <a:fillRect/>
            </a:stretch>
          </p:blipFill>
          <p:spPr>
            <a:xfrm>
              <a:off x="4649" y="4066"/>
              <a:ext cx="499" cy="181"/>
            </a:xfrm>
            <a:prstGeom prst="rect">
              <a:avLst/>
            </a:prstGeom>
            <a:noFill/>
            <a:ln w="9525">
              <a:noFill/>
            </a:ln>
          </p:spPr>
        </p:pic>
        <p:sp>
          <p:nvSpPr>
            <p:cNvPr id="5128" name="Text Box 60">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77826"/>
                                        </p:tgtEl>
                                        <p:attrNameLst>
                                          <p:attrName>style.visibility</p:attrName>
                                        </p:attrNameLst>
                                      </p:cBhvr>
                                      <p:to>
                                        <p:strVal val="visible"/>
                                      </p:to>
                                    </p:set>
                                    <p:anim calcmode="lin" valueType="num">
                                      <p:cBhvr additive="base">
                                        <p:cTn id="7" dur="500" fill="hold"/>
                                        <p:tgtEl>
                                          <p:spTgt spid="77826"/>
                                        </p:tgtEl>
                                        <p:attrNameLst>
                                          <p:attrName>ppt_x</p:attrName>
                                        </p:attrNameLst>
                                      </p:cBhvr>
                                      <p:tavLst>
                                        <p:tav tm="0">
                                          <p:val>
                                            <p:strVal val="0-#ppt_w/2"/>
                                          </p:val>
                                        </p:tav>
                                        <p:tav tm="100000">
                                          <p:val>
                                            <p:strVal val="#ppt_x"/>
                                          </p:val>
                                        </p:tav>
                                      </p:tavLst>
                                    </p:anim>
                                    <p:anim calcmode="lin" valueType="num">
                                      <p:cBhvr additive="base">
                                        <p:cTn id="8" dur="500" fill="hold"/>
                                        <p:tgtEl>
                                          <p:spTgt spid="7782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77828"/>
                                        </p:tgtEl>
                                        <p:attrNameLst>
                                          <p:attrName>style.visibility</p:attrName>
                                        </p:attrNameLst>
                                      </p:cBhvr>
                                      <p:to>
                                        <p:strVal val="visible"/>
                                      </p:to>
                                    </p:set>
                                    <p:animEffect transition="in" filter="slide(fromBottom)">
                                      <p:cBhvr>
                                        <p:cTn id="13" dur="2000"/>
                                        <p:tgtEl>
                                          <p:spTgt spid="77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P spid="778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4"/>
          <p:cNvGrpSpPr/>
          <p:nvPr/>
        </p:nvGrpSpPr>
        <p:grpSpPr>
          <a:xfrm>
            <a:off x="8316913" y="6446838"/>
            <a:ext cx="792162" cy="366712"/>
            <a:chOff x="5193" y="4020"/>
            <a:chExt cx="499" cy="231"/>
          </a:xfrm>
        </p:grpSpPr>
        <p:pic>
          <p:nvPicPr>
            <p:cNvPr id="6155" name="Picture 5"/>
            <p:cNvPicPr>
              <a:picLocks noChangeAspect="1"/>
            </p:cNvPicPr>
            <p:nvPr/>
          </p:nvPicPr>
          <p:blipFill>
            <a:blip r:embed="rId2"/>
            <a:stretch>
              <a:fillRect/>
            </a:stretch>
          </p:blipFill>
          <p:spPr>
            <a:xfrm>
              <a:off x="5193" y="4066"/>
              <a:ext cx="499" cy="181"/>
            </a:xfrm>
            <a:prstGeom prst="rect">
              <a:avLst/>
            </a:prstGeom>
            <a:noFill/>
            <a:ln w="9525">
              <a:noFill/>
            </a:ln>
          </p:spPr>
        </p:pic>
        <p:sp>
          <p:nvSpPr>
            <p:cNvPr id="6156" name="Text Box 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147" name="Group 7"/>
          <p:cNvGrpSpPr/>
          <p:nvPr/>
        </p:nvGrpSpPr>
        <p:grpSpPr>
          <a:xfrm>
            <a:off x="7453313" y="6446838"/>
            <a:ext cx="792162" cy="366712"/>
            <a:chOff x="4649" y="4020"/>
            <a:chExt cx="499" cy="231"/>
          </a:xfrm>
        </p:grpSpPr>
        <p:pic>
          <p:nvPicPr>
            <p:cNvPr id="6153" name="Picture 8"/>
            <p:cNvPicPr>
              <a:picLocks noChangeAspect="1"/>
            </p:cNvPicPr>
            <p:nvPr/>
          </p:nvPicPr>
          <p:blipFill>
            <a:blip r:embed="rId2"/>
            <a:stretch>
              <a:fillRect/>
            </a:stretch>
          </p:blipFill>
          <p:spPr>
            <a:xfrm>
              <a:off x="4649" y="4066"/>
              <a:ext cx="499" cy="181"/>
            </a:xfrm>
            <a:prstGeom prst="rect">
              <a:avLst/>
            </a:prstGeom>
            <a:noFill/>
            <a:ln w="9525">
              <a:noFill/>
            </a:ln>
          </p:spPr>
        </p:pic>
        <p:sp>
          <p:nvSpPr>
            <p:cNvPr id="6154" name="Text Box 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pic>
        <p:nvPicPr>
          <p:cNvPr id="6148" name="Picture 11"/>
          <p:cNvPicPr>
            <a:picLocks noChangeAspect="1"/>
          </p:cNvPicPr>
          <p:nvPr/>
        </p:nvPicPr>
        <p:blipFill>
          <a:blip r:embed="rId3"/>
          <a:stretch>
            <a:fillRect/>
          </a:stretch>
        </p:blipFill>
        <p:spPr>
          <a:xfrm>
            <a:off x="1763713" y="549275"/>
            <a:ext cx="5472112" cy="4979988"/>
          </a:xfrm>
          <a:prstGeom prst="rect">
            <a:avLst/>
          </a:prstGeom>
          <a:noFill/>
          <a:ln w="9525">
            <a:noFill/>
          </a:ln>
        </p:spPr>
      </p:pic>
      <p:sp>
        <p:nvSpPr>
          <p:cNvPr id="6149" name="Text Box 13"/>
          <p:cNvSpPr txBox="1"/>
          <p:nvPr/>
        </p:nvSpPr>
        <p:spPr>
          <a:xfrm>
            <a:off x="3492500" y="5661025"/>
            <a:ext cx="1871663" cy="579438"/>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rPr>
              <a:t>变压器</a:t>
            </a:r>
          </a:p>
        </p:txBody>
      </p:sp>
      <p:grpSp>
        <p:nvGrpSpPr>
          <p:cNvPr id="6150" name="Group 17"/>
          <p:cNvGrpSpPr/>
          <p:nvPr/>
        </p:nvGrpSpPr>
        <p:grpSpPr>
          <a:xfrm>
            <a:off x="6588125" y="6446838"/>
            <a:ext cx="792163" cy="366712"/>
            <a:chOff x="4649" y="4020"/>
            <a:chExt cx="499" cy="231"/>
          </a:xfrm>
        </p:grpSpPr>
        <p:pic>
          <p:nvPicPr>
            <p:cNvPr id="6151" name="Picture 18"/>
            <p:cNvPicPr>
              <a:picLocks noChangeAspect="1"/>
            </p:cNvPicPr>
            <p:nvPr/>
          </p:nvPicPr>
          <p:blipFill>
            <a:blip r:embed="rId2"/>
            <a:stretch>
              <a:fillRect/>
            </a:stretch>
          </p:blipFill>
          <p:spPr>
            <a:xfrm>
              <a:off x="4649" y="4066"/>
              <a:ext cx="499" cy="181"/>
            </a:xfrm>
            <a:prstGeom prst="rect">
              <a:avLst/>
            </a:prstGeom>
            <a:noFill/>
            <a:ln w="9525">
              <a:noFill/>
            </a:ln>
          </p:spPr>
        </p:pic>
        <p:sp>
          <p:nvSpPr>
            <p:cNvPr id="6152" name="Text Box 19">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Group 2"/>
          <p:cNvGrpSpPr/>
          <p:nvPr/>
        </p:nvGrpSpPr>
        <p:grpSpPr>
          <a:xfrm>
            <a:off x="8316913" y="6446838"/>
            <a:ext cx="792162" cy="366712"/>
            <a:chOff x="5193" y="4020"/>
            <a:chExt cx="499" cy="231"/>
          </a:xfrm>
        </p:grpSpPr>
        <p:pic>
          <p:nvPicPr>
            <p:cNvPr id="7179" name="Picture 3"/>
            <p:cNvPicPr>
              <a:picLocks noChangeAspect="1"/>
            </p:cNvPicPr>
            <p:nvPr/>
          </p:nvPicPr>
          <p:blipFill>
            <a:blip r:embed="rId2"/>
            <a:stretch>
              <a:fillRect/>
            </a:stretch>
          </p:blipFill>
          <p:spPr>
            <a:xfrm>
              <a:off x="5193" y="4066"/>
              <a:ext cx="499" cy="181"/>
            </a:xfrm>
            <a:prstGeom prst="rect">
              <a:avLst/>
            </a:prstGeom>
            <a:noFill/>
            <a:ln w="9525">
              <a:noFill/>
            </a:ln>
          </p:spPr>
        </p:pic>
        <p:sp>
          <p:nvSpPr>
            <p:cNvPr id="7180" name="Text Box 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171" name="Group 5"/>
          <p:cNvGrpSpPr/>
          <p:nvPr/>
        </p:nvGrpSpPr>
        <p:grpSpPr>
          <a:xfrm>
            <a:off x="7453313" y="6446838"/>
            <a:ext cx="792162" cy="366712"/>
            <a:chOff x="4649" y="4020"/>
            <a:chExt cx="499" cy="231"/>
          </a:xfrm>
        </p:grpSpPr>
        <p:pic>
          <p:nvPicPr>
            <p:cNvPr id="7177" name="Picture 6"/>
            <p:cNvPicPr>
              <a:picLocks noChangeAspect="1"/>
            </p:cNvPicPr>
            <p:nvPr/>
          </p:nvPicPr>
          <p:blipFill>
            <a:blip r:embed="rId2"/>
            <a:stretch>
              <a:fillRect/>
            </a:stretch>
          </p:blipFill>
          <p:spPr>
            <a:xfrm>
              <a:off x="4649" y="4066"/>
              <a:ext cx="499" cy="181"/>
            </a:xfrm>
            <a:prstGeom prst="rect">
              <a:avLst/>
            </a:prstGeom>
            <a:noFill/>
            <a:ln w="9525">
              <a:noFill/>
            </a:ln>
          </p:spPr>
        </p:pic>
        <p:sp>
          <p:nvSpPr>
            <p:cNvPr id="7178"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7172" name="Text Box 10"/>
          <p:cNvSpPr txBox="1"/>
          <p:nvPr/>
        </p:nvSpPr>
        <p:spPr>
          <a:xfrm>
            <a:off x="3203575" y="6021388"/>
            <a:ext cx="2592388" cy="579437"/>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rPr>
              <a:t>电力变压器</a:t>
            </a:r>
          </a:p>
        </p:txBody>
      </p:sp>
      <p:grpSp>
        <p:nvGrpSpPr>
          <p:cNvPr id="7173" name="Group 14"/>
          <p:cNvGrpSpPr/>
          <p:nvPr/>
        </p:nvGrpSpPr>
        <p:grpSpPr>
          <a:xfrm>
            <a:off x="6588125" y="6446838"/>
            <a:ext cx="792163" cy="366712"/>
            <a:chOff x="4649" y="4020"/>
            <a:chExt cx="499" cy="231"/>
          </a:xfrm>
        </p:grpSpPr>
        <p:pic>
          <p:nvPicPr>
            <p:cNvPr id="7175" name="Picture 15"/>
            <p:cNvPicPr>
              <a:picLocks noChangeAspect="1"/>
            </p:cNvPicPr>
            <p:nvPr/>
          </p:nvPicPr>
          <p:blipFill>
            <a:blip r:embed="rId2"/>
            <a:stretch>
              <a:fillRect/>
            </a:stretch>
          </p:blipFill>
          <p:spPr>
            <a:xfrm>
              <a:off x="4649" y="4066"/>
              <a:ext cx="499" cy="181"/>
            </a:xfrm>
            <a:prstGeom prst="rect">
              <a:avLst/>
            </a:prstGeom>
            <a:noFill/>
            <a:ln w="9525">
              <a:noFill/>
            </a:ln>
          </p:spPr>
        </p:pic>
        <p:sp>
          <p:nvSpPr>
            <p:cNvPr id="7176" name="Text Box 16">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pic>
        <p:nvPicPr>
          <p:cNvPr id="7174" name="Picture 17"/>
          <p:cNvPicPr>
            <a:picLocks noChangeAspect="1"/>
          </p:cNvPicPr>
          <p:nvPr/>
        </p:nvPicPr>
        <p:blipFill>
          <a:blip r:embed="rId3"/>
          <a:stretch>
            <a:fillRect/>
          </a:stretch>
        </p:blipFill>
        <p:spPr>
          <a:xfrm>
            <a:off x="971550" y="549275"/>
            <a:ext cx="7416800" cy="55626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p:cNvGrpSpPr/>
          <p:nvPr/>
        </p:nvGrpSpPr>
        <p:grpSpPr>
          <a:xfrm>
            <a:off x="8316913" y="6446838"/>
            <a:ext cx="792162" cy="366712"/>
            <a:chOff x="5193" y="4020"/>
            <a:chExt cx="499" cy="231"/>
          </a:xfrm>
        </p:grpSpPr>
        <p:pic>
          <p:nvPicPr>
            <p:cNvPr id="8203" name="Picture 3"/>
            <p:cNvPicPr>
              <a:picLocks noChangeAspect="1"/>
            </p:cNvPicPr>
            <p:nvPr/>
          </p:nvPicPr>
          <p:blipFill>
            <a:blip r:embed="rId2"/>
            <a:stretch>
              <a:fillRect/>
            </a:stretch>
          </p:blipFill>
          <p:spPr>
            <a:xfrm>
              <a:off x="5193" y="4066"/>
              <a:ext cx="499" cy="181"/>
            </a:xfrm>
            <a:prstGeom prst="rect">
              <a:avLst/>
            </a:prstGeom>
            <a:noFill/>
            <a:ln w="9525">
              <a:noFill/>
            </a:ln>
          </p:spPr>
        </p:pic>
        <p:sp>
          <p:nvSpPr>
            <p:cNvPr id="8204" name="Text Box 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8195" name="Group 5"/>
          <p:cNvGrpSpPr/>
          <p:nvPr/>
        </p:nvGrpSpPr>
        <p:grpSpPr>
          <a:xfrm>
            <a:off x="7453313" y="6446838"/>
            <a:ext cx="792162" cy="366712"/>
            <a:chOff x="4649" y="4020"/>
            <a:chExt cx="499" cy="231"/>
          </a:xfrm>
        </p:grpSpPr>
        <p:pic>
          <p:nvPicPr>
            <p:cNvPr id="8201" name="Picture 6"/>
            <p:cNvPicPr>
              <a:picLocks noChangeAspect="1"/>
            </p:cNvPicPr>
            <p:nvPr/>
          </p:nvPicPr>
          <p:blipFill>
            <a:blip r:embed="rId2"/>
            <a:stretch>
              <a:fillRect/>
            </a:stretch>
          </p:blipFill>
          <p:spPr>
            <a:xfrm>
              <a:off x="4649" y="4066"/>
              <a:ext cx="499" cy="181"/>
            </a:xfrm>
            <a:prstGeom prst="rect">
              <a:avLst/>
            </a:prstGeom>
            <a:noFill/>
            <a:ln w="9525">
              <a:noFill/>
            </a:ln>
          </p:spPr>
        </p:pic>
        <p:sp>
          <p:nvSpPr>
            <p:cNvPr id="8202"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8196" name="Text Box 9"/>
          <p:cNvSpPr txBox="1"/>
          <p:nvPr/>
        </p:nvSpPr>
        <p:spPr>
          <a:xfrm>
            <a:off x="2771775" y="5949950"/>
            <a:ext cx="3455988" cy="579438"/>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rPr>
              <a:t>三相电力变压器</a:t>
            </a:r>
          </a:p>
        </p:txBody>
      </p:sp>
      <p:grpSp>
        <p:nvGrpSpPr>
          <p:cNvPr id="8197" name="Group 14"/>
          <p:cNvGrpSpPr/>
          <p:nvPr/>
        </p:nvGrpSpPr>
        <p:grpSpPr>
          <a:xfrm>
            <a:off x="6588125" y="6446838"/>
            <a:ext cx="792163" cy="366712"/>
            <a:chOff x="4649" y="4020"/>
            <a:chExt cx="499" cy="231"/>
          </a:xfrm>
        </p:grpSpPr>
        <p:pic>
          <p:nvPicPr>
            <p:cNvPr id="8199" name="Picture 15"/>
            <p:cNvPicPr>
              <a:picLocks noChangeAspect="1"/>
            </p:cNvPicPr>
            <p:nvPr/>
          </p:nvPicPr>
          <p:blipFill>
            <a:blip r:embed="rId2"/>
            <a:stretch>
              <a:fillRect/>
            </a:stretch>
          </p:blipFill>
          <p:spPr>
            <a:xfrm>
              <a:off x="4649" y="4066"/>
              <a:ext cx="499" cy="181"/>
            </a:xfrm>
            <a:prstGeom prst="rect">
              <a:avLst/>
            </a:prstGeom>
            <a:noFill/>
            <a:ln w="9525">
              <a:noFill/>
            </a:ln>
          </p:spPr>
        </p:pic>
        <p:sp>
          <p:nvSpPr>
            <p:cNvPr id="8200" name="Text Box 16">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pic>
        <p:nvPicPr>
          <p:cNvPr id="8198" name="Picture 17"/>
          <p:cNvPicPr>
            <a:picLocks noChangeAspect="1"/>
          </p:cNvPicPr>
          <p:nvPr/>
        </p:nvPicPr>
        <p:blipFill>
          <a:blip r:embed="rId3"/>
          <a:srcRect l="4530" t="4025" r="4550" b="2013"/>
          <a:stretch>
            <a:fillRect/>
          </a:stretch>
        </p:blipFill>
        <p:spPr>
          <a:xfrm>
            <a:off x="827088" y="620713"/>
            <a:ext cx="7488237" cy="524192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p:nvPr/>
        </p:nvGrpSpPr>
        <p:grpSpPr>
          <a:xfrm>
            <a:off x="8316913" y="6446838"/>
            <a:ext cx="792162" cy="366712"/>
            <a:chOff x="5193" y="4020"/>
            <a:chExt cx="499" cy="231"/>
          </a:xfrm>
        </p:grpSpPr>
        <p:pic>
          <p:nvPicPr>
            <p:cNvPr id="9228" name="Picture 3"/>
            <p:cNvPicPr>
              <a:picLocks noChangeAspect="1"/>
            </p:cNvPicPr>
            <p:nvPr/>
          </p:nvPicPr>
          <p:blipFill>
            <a:blip r:embed="rId2"/>
            <a:stretch>
              <a:fillRect/>
            </a:stretch>
          </p:blipFill>
          <p:spPr>
            <a:xfrm>
              <a:off x="5193" y="4066"/>
              <a:ext cx="499" cy="181"/>
            </a:xfrm>
            <a:prstGeom prst="rect">
              <a:avLst/>
            </a:prstGeom>
            <a:noFill/>
            <a:ln w="9525">
              <a:noFill/>
            </a:ln>
          </p:spPr>
        </p:pic>
        <p:sp>
          <p:nvSpPr>
            <p:cNvPr id="9229" name="Text Box 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9219" name="Group 5"/>
          <p:cNvGrpSpPr/>
          <p:nvPr/>
        </p:nvGrpSpPr>
        <p:grpSpPr>
          <a:xfrm>
            <a:off x="7453313" y="6446838"/>
            <a:ext cx="792162" cy="366712"/>
            <a:chOff x="4649" y="4020"/>
            <a:chExt cx="499" cy="231"/>
          </a:xfrm>
        </p:grpSpPr>
        <p:pic>
          <p:nvPicPr>
            <p:cNvPr id="9226" name="Picture 6"/>
            <p:cNvPicPr>
              <a:picLocks noChangeAspect="1"/>
            </p:cNvPicPr>
            <p:nvPr/>
          </p:nvPicPr>
          <p:blipFill>
            <a:blip r:embed="rId2"/>
            <a:stretch>
              <a:fillRect/>
            </a:stretch>
          </p:blipFill>
          <p:spPr>
            <a:xfrm>
              <a:off x="4649" y="4066"/>
              <a:ext cx="499" cy="181"/>
            </a:xfrm>
            <a:prstGeom prst="rect">
              <a:avLst/>
            </a:prstGeom>
            <a:noFill/>
            <a:ln w="9525">
              <a:noFill/>
            </a:ln>
          </p:spPr>
        </p:pic>
        <p:sp>
          <p:nvSpPr>
            <p:cNvPr id="9227"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9220" name="Text Box 12"/>
          <p:cNvSpPr txBox="1"/>
          <p:nvPr/>
        </p:nvSpPr>
        <p:spPr>
          <a:xfrm>
            <a:off x="3419475" y="4868863"/>
            <a:ext cx="1871663" cy="579437"/>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rPr>
              <a:t>小变压器</a:t>
            </a:r>
          </a:p>
        </p:txBody>
      </p:sp>
      <p:grpSp>
        <p:nvGrpSpPr>
          <p:cNvPr id="9221" name="Group 16"/>
          <p:cNvGrpSpPr/>
          <p:nvPr/>
        </p:nvGrpSpPr>
        <p:grpSpPr>
          <a:xfrm>
            <a:off x="6588125" y="6446838"/>
            <a:ext cx="792163" cy="366712"/>
            <a:chOff x="4649" y="4020"/>
            <a:chExt cx="499" cy="231"/>
          </a:xfrm>
        </p:grpSpPr>
        <p:pic>
          <p:nvPicPr>
            <p:cNvPr id="9224" name="Picture 17"/>
            <p:cNvPicPr>
              <a:picLocks noChangeAspect="1"/>
            </p:cNvPicPr>
            <p:nvPr/>
          </p:nvPicPr>
          <p:blipFill>
            <a:blip r:embed="rId2"/>
            <a:stretch>
              <a:fillRect/>
            </a:stretch>
          </p:blipFill>
          <p:spPr>
            <a:xfrm>
              <a:off x="4649" y="4066"/>
              <a:ext cx="499" cy="181"/>
            </a:xfrm>
            <a:prstGeom prst="rect">
              <a:avLst/>
            </a:prstGeom>
            <a:noFill/>
            <a:ln w="9525">
              <a:noFill/>
            </a:ln>
          </p:spPr>
        </p:pic>
        <p:sp>
          <p:nvSpPr>
            <p:cNvPr id="9225" name="Text Box 18">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pic>
        <p:nvPicPr>
          <p:cNvPr id="9222" name="Picture 19"/>
          <p:cNvPicPr>
            <a:picLocks noChangeAspect="1"/>
          </p:cNvPicPr>
          <p:nvPr/>
        </p:nvPicPr>
        <p:blipFill>
          <a:blip r:embed="rId3"/>
          <a:stretch>
            <a:fillRect/>
          </a:stretch>
        </p:blipFill>
        <p:spPr>
          <a:xfrm>
            <a:off x="468313" y="981075"/>
            <a:ext cx="3671887" cy="3384550"/>
          </a:xfrm>
          <a:prstGeom prst="rect">
            <a:avLst/>
          </a:prstGeom>
          <a:noFill/>
          <a:ln w="9525">
            <a:noFill/>
          </a:ln>
        </p:spPr>
      </p:pic>
      <p:pic>
        <p:nvPicPr>
          <p:cNvPr id="9223" name="Picture 20"/>
          <p:cNvPicPr>
            <a:picLocks noChangeAspect="1"/>
          </p:cNvPicPr>
          <p:nvPr/>
        </p:nvPicPr>
        <p:blipFill>
          <a:blip r:embed="rId4"/>
          <a:stretch>
            <a:fillRect/>
          </a:stretch>
        </p:blipFill>
        <p:spPr>
          <a:xfrm>
            <a:off x="4356100" y="981075"/>
            <a:ext cx="4608513" cy="3557588"/>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
          <p:cNvGrpSpPr/>
          <p:nvPr/>
        </p:nvGrpSpPr>
        <p:grpSpPr>
          <a:xfrm>
            <a:off x="8316913" y="6446838"/>
            <a:ext cx="792162" cy="366712"/>
            <a:chOff x="5193" y="4020"/>
            <a:chExt cx="499" cy="231"/>
          </a:xfrm>
        </p:grpSpPr>
        <p:pic>
          <p:nvPicPr>
            <p:cNvPr id="10257" name="Picture 3"/>
            <p:cNvPicPr>
              <a:picLocks noChangeAspect="1"/>
            </p:cNvPicPr>
            <p:nvPr/>
          </p:nvPicPr>
          <p:blipFill>
            <a:blip r:embed="rId2"/>
            <a:stretch>
              <a:fillRect/>
            </a:stretch>
          </p:blipFill>
          <p:spPr>
            <a:xfrm>
              <a:off x="5193" y="4066"/>
              <a:ext cx="499" cy="181"/>
            </a:xfrm>
            <a:prstGeom prst="rect">
              <a:avLst/>
            </a:prstGeom>
            <a:noFill/>
            <a:ln w="9525">
              <a:noFill/>
            </a:ln>
          </p:spPr>
        </p:pic>
        <p:sp>
          <p:nvSpPr>
            <p:cNvPr id="10258" name="Text Box 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10243" name="Group 5"/>
          <p:cNvGrpSpPr/>
          <p:nvPr/>
        </p:nvGrpSpPr>
        <p:grpSpPr>
          <a:xfrm>
            <a:off x="7453313" y="6446838"/>
            <a:ext cx="792162" cy="366712"/>
            <a:chOff x="4649" y="4020"/>
            <a:chExt cx="499" cy="231"/>
          </a:xfrm>
        </p:grpSpPr>
        <p:pic>
          <p:nvPicPr>
            <p:cNvPr id="10255" name="Picture 6"/>
            <p:cNvPicPr>
              <a:picLocks noChangeAspect="1"/>
            </p:cNvPicPr>
            <p:nvPr/>
          </p:nvPicPr>
          <p:blipFill>
            <a:blip r:embed="rId2"/>
            <a:stretch>
              <a:fillRect/>
            </a:stretch>
          </p:blipFill>
          <p:spPr>
            <a:xfrm>
              <a:off x="4649" y="4066"/>
              <a:ext cx="499" cy="181"/>
            </a:xfrm>
            <a:prstGeom prst="rect">
              <a:avLst/>
            </a:prstGeom>
            <a:noFill/>
            <a:ln w="9525">
              <a:noFill/>
            </a:ln>
          </p:spPr>
        </p:pic>
        <p:sp>
          <p:nvSpPr>
            <p:cNvPr id="10256"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pic>
        <p:nvPicPr>
          <p:cNvPr id="10244" name="Picture 9"/>
          <p:cNvPicPr>
            <a:picLocks noChangeAspect="1"/>
          </p:cNvPicPr>
          <p:nvPr/>
        </p:nvPicPr>
        <p:blipFill>
          <a:blip r:embed="rId3"/>
          <a:stretch>
            <a:fillRect/>
          </a:stretch>
        </p:blipFill>
        <p:spPr>
          <a:xfrm>
            <a:off x="395288" y="404813"/>
            <a:ext cx="3455987" cy="2157412"/>
          </a:xfrm>
          <a:prstGeom prst="rect">
            <a:avLst/>
          </a:prstGeom>
          <a:noFill/>
          <a:ln w="9525">
            <a:noFill/>
          </a:ln>
        </p:spPr>
      </p:pic>
      <p:pic>
        <p:nvPicPr>
          <p:cNvPr id="10245" name="Picture 11"/>
          <p:cNvPicPr>
            <a:picLocks noChangeAspect="1"/>
          </p:cNvPicPr>
          <p:nvPr/>
        </p:nvPicPr>
        <p:blipFill>
          <a:blip r:embed="rId4"/>
          <a:stretch>
            <a:fillRect/>
          </a:stretch>
        </p:blipFill>
        <p:spPr>
          <a:xfrm>
            <a:off x="4500563" y="404813"/>
            <a:ext cx="3313112" cy="2228850"/>
          </a:xfrm>
          <a:prstGeom prst="rect">
            <a:avLst/>
          </a:prstGeom>
          <a:noFill/>
          <a:ln w="9525">
            <a:noFill/>
          </a:ln>
        </p:spPr>
      </p:pic>
      <p:sp>
        <p:nvSpPr>
          <p:cNvPr id="10246" name="Text Box 12"/>
          <p:cNvSpPr txBox="1"/>
          <p:nvPr/>
        </p:nvSpPr>
        <p:spPr>
          <a:xfrm>
            <a:off x="1258888" y="2565400"/>
            <a:ext cx="1871662" cy="579438"/>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rPr>
              <a:t>调压器</a:t>
            </a:r>
          </a:p>
        </p:txBody>
      </p:sp>
      <p:sp>
        <p:nvSpPr>
          <p:cNvPr id="10247" name="Text Box 13"/>
          <p:cNvSpPr txBox="1"/>
          <p:nvPr/>
        </p:nvSpPr>
        <p:spPr>
          <a:xfrm>
            <a:off x="5076825" y="2565400"/>
            <a:ext cx="1871663" cy="579438"/>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rPr>
              <a:t>整流器</a:t>
            </a:r>
          </a:p>
        </p:txBody>
      </p:sp>
      <p:pic>
        <p:nvPicPr>
          <p:cNvPr id="10248" name="Picture 15"/>
          <p:cNvPicPr>
            <a:picLocks noChangeAspect="1"/>
          </p:cNvPicPr>
          <p:nvPr/>
        </p:nvPicPr>
        <p:blipFill>
          <a:blip r:embed="rId5"/>
          <a:srcRect t="10876"/>
          <a:stretch>
            <a:fillRect/>
          </a:stretch>
        </p:blipFill>
        <p:spPr>
          <a:xfrm>
            <a:off x="611188" y="3141663"/>
            <a:ext cx="2401887" cy="2952750"/>
          </a:xfrm>
          <a:prstGeom prst="rect">
            <a:avLst/>
          </a:prstGeom>
          <a:noFill/>
          <a:ln w="9525">
            <a:noFill/>
          </a:ln>
        </p:spPr>
      </p:pic>
      <p:sp>
        <p:nvSpPr>
          <p:cNvPr id="10249" name="Text Box 16"/>
          <p:cNvSpPr txBox="1"/>
          <p:nvPr/>
        </p:nvSpPr>
        <p:spPr>
          <a:xfrm>
            <a:off x="539750" y="6092825"/>
            <a:ext cx="3024188" cy="579438"/>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rPr>
              <a:t>牵引电磁铁</a:t>
            </a:r>
          </a:p>
        </p:txBody>
      </p:sp>
      <p:pic>
        <p:nvPicPr>
          <p:cNvPr id="10250" name="Picture 17"/>
          <p:cNvPicPr>
            <a:picLocks noChangeAspect="1"/>
          </p:cNvPicPr>
          <p:nvPr/>
        </p:nvPicPr>
        <p:blipFill>
          <a:blip r:embed="rId6"/>
          <a:stretch>
            <a:fillRect/>
          </a:stretch>
        </p:blipFill>
        <p:spPr>
          <a:xfrm>
            <a:off x="4471988" y="3213100"/>
            <a:ext cx="1971675" cy="3240088"/>
          </a:xfrm>
          <a:prstGeom prst="rect">
            <a:avLst/>
          </a:prstGeom>
          <a:noFill/>
          <a:ln w="9525">
            <a:noFill/>
          </a:ln>
        </p:spPr>
      </p:pic>
      <p:sp>
        <p:nvSpPr>
          <p:cNvPr id="10251" name="Text Box 18"/>
          <p:cNvSpPr txBox="1"/>
          <p:nvPr/>
        </p:nvSpPr>
        <p:spPr>
          <a:xfrm>
            <a:off x="6516688" y="4508500"/>
            <a:ext cx="2195512" cy="519113"/>
          </a:xfrm>
          <a:prstGeom prst="rect">
            <a:avLst/>
          </a:prstGeom>
          <a:no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rPr>
              <a:t>电流互感器</a:t>
            </a:r>
          </a:p>
        </p:txBody>
      </p:sp>
      <p:grpSp>
        <p:nvGrpSpPr>
          <p:cNvPr id="10252" name="Group 22"/>
          <p:cNvGrpSpPr/>
          <p:nvPr/>
        </p:nvGrpSpPr>
        <p:grpSpPr>
          <a:xfrm>
            <a:off x="6588125" y="6446838"/>
            <a:ext cx="792163" cy="366712"/>
            <a:chOff x="4649" y="4020"/>
            <a:chExt cx="499" cy="231"/>
          </a:xfrm>
        </p:grpSpPr>
        <p:pic>
          <p:nvPicPr>
            <p:cNvPr id="10253" name="Picture 23"/>
            <p:cNvPicPr>
              <a:picLocks noChangeAspect="1"/>
            </p:cNvPicPr>
            <p:nvPr/>
          </p:nvPicPr>
          <p:blipFill>
            <a:blip r:embed="rId2"/>
            <a:stretch>
              <a:fillRect/>
            </a:stretch>
          </p:blipFill>
          <p:spPr>
            <a:xfrm>
              <a:off x="4649" y="4066"/>
              <a:ext cx="499" cy="181"/>
            </a:xfrm>
            <a:prstGeom prst="rect">
              <a:avLst/>
            </a:prstGeom>
            <a:noFill/>
            <a:ln w="9525">
              <a:noFill/>
            </a:ln>
          </p:spPr>
        </p:pic>
        <p:sp>
          <p:nvSpPr>
            <p:cNvPr id="10254" name="Text Box 2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3"/>
          <p:cNvSpPr txBox="1"/>
          <p:nvPr/>
        </p:nvSpPr>
        <p:spPr>
          <a:xfrm>
            <a:off x="611188" y="549275"/>
            <a:ext cx="3324225" cy="584200"/>
          </a:xfrm>
          <a:prstGeom prst="rect">
            <a:avLst/>
          </a:prstGeom>
          <a:noFill/>
          <a:ln w="9525">
            <a:noFill/>
          </a:ln>
        </p:spPr>
        <p:txBody>
          <a:bodyPr>
            <a:spAutoFit/>
          </a:bodyPr>
          <a:lstStyle/>
          <a:p>
            <a:pPr eaLnBrk="1" hangingPunct="1">
              <a:spcBef>
                <a:spcPct val="50000"/>
              </a:spcBef>
            </a:pPr>
            <a:r>
              <a:rPr lang="en-US" altLang="zh-CN" sz="3200" b="1" dirty="0">
                <a:solidFill>
                  <a:schemeClr val="bg1"/>
                </a:solidFill>
                <a:latin typeface="楷体_GB2312" pitchFamily="49" charset="-122"/>
              </a:rPr>
              <a:t>1. </a:t>
            </a:r>
            <a:r>
              <a:rPr lang="zh-CN" altLang="en-US" sz="3200" b="1" dirty="0">
                <a:solidFill>
                  <a:schemeClr val="bg1"/>
                </a:solidFill>
                <a:latin typeface="楷体_GB2312" pitchFamily="49" charset="-122"/>
              </a:rPr>
              <a:t>自感与互感</a:t>
            </a:r>
          </a:p>
        </p:txBody>
      </p:sp>
      <p:grpSp>
        <p:nvGrpSpPr>
          <p:cNvPr id="11267" name="Group 61"/>
          <p:cNvGrpSpPr/>
          <p:nvPr/>
        </p:nvGrpSpPr>
        <p:grpSpPr>
          <a:xfrm>
            <a:off x="8316913" y="6446838"/>
            <a:ext cx="792162" cy="366712"/>
            <a:chOff x="5193" y="4020"/>
            <a:chExt cx="499" cy="231"/>
          </a:xfrm>
        </p:grpSpPr>
        <p:pic>
          <p:nvPicPr>
            <p:cNvPr id="11281" name="Picture 62"/>
            <p:cNvPicPr>
              <a:picLocks noChangeAspect="1"/>
            </p:cNvPicPr>
            <p:nvPr/>
          </p:nvPicPr>
          <p:blipFill>
            <a:blip r:embed="rId2"/>
            <a:stretch>
              <a:fillRect/>
            </a:stretch>
          </p:blipFill>
          <p:spPr>
            <a:xfrm>
              <a:off x="5193" y="4066"/>
              <a:ext cx="499" cy="181"/>
            </a:xfrm>
            <a:prstGeom prst="rect">
              <a:avLst/>
            </a:prstGeom>
            <a:noFill/>
            <a:ln w="9525">
              <a:noFill/>
            </a:ln>
          </p:spPr>
        </p:pic>
        <p:sp>
          <p:nvSpPr>
            <p:cNvPr id="11282" name="Text Box 63">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11268" name="Group 64"/>
          <p:cNvGrpSpPr/>
          <p:nvPr/>
        </p:nvGrpSpPr>
        <p:grpSpPr>
          <a:xfrm>
            <a:off x="7453313" y="6446838"/>
            <a:ext cx="792162" cy="366712"/>
            <a:chOff x="4649" y="4020"/>
            <a:chExt cx="499" cy="231"/>
          </a:xfrm>
        </p:grpSpPr>
        <p:pic>
          <p:nvPicPr>
            <p:cNvPr id="11279" name="Picture 65"/>
            <p:cNvPicPr>
              <a:picLocks noChangeAspect="1"/>
            </p:cNvPicPr>
            <p:nvPr/>
          </p:nvPicPr>
          <p:blipFill>
            <a:blip r:embed="rId2"/>
            <a:stretch>
              <a:fillRect/>
            </a:stretch>
          </p:blipFill>
          <p:spPr>
            <a:xfrm>
              <a:off x="4649" y="4066"/>
              <a:ext cx="499" cy="181"/>
            </a:xfrm>
            <a:prstGeom prst="rect">
              <a:avLst/>
            </a:prstGeom>
            <a:noFill/>
            <a:ln w="9525">
              <a:noFill/>
            </a:ln>
          </p:spPr>
        </p:pic>
        <p:sp>
          <p:nvSpPr>
            <p:cNvPr id="11280" name="Text Box 66">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11269" name="Group 77"/>
          <p:cNvGrpSpPr/>
          <p:nvPr/>
        </p:nvGrpSpPr>
        <p:grpSpPr>
          <a:xfrm>
            <a:off x="6588125" y="6446838"/>
            <a:ext cx="792163" cy="366712"/>
            <a:chOff x="4649" y="4020"/>
            <a:chExt cx="499" cy="231"/>
          </a:xfrm>
        </p:grpSpPr>
        <p:pic>
          <p:nvPicPr>
            <p:cNvPr id="11277" name="Picture 78"/>
            <p:cNvPicPr>
              <a:picLocks noChangeAspect="1"/>
            </p:cNvPicPr>
            <p:nvPr/>
          </p:nvPicPr>
          <p:blipFill>
            <a:blip r:embed="rId2"/>
            <a:stretch>
              <a:fillRect/>
            </a:stretch>
          </p:blipFill>
          <p:spPr>
            <a:xfrm>
              <a:off x="4649" y="4066"/>
              <a:ext cx="499" cy="181"/>
            </a:xfrm>
            <a:prstGeom prst="rect">
              <a:avLst/>
            </a:prstGeom>
            <a:noFill/>
            <a:ln w="9525">
              <a:noFill/>
            </a:ln>
          </p:spPr>
        </p:pic>
        <p:sp>
          <p:nvSpPr>
            <p:cNvPr id="11278" name="Text Box 79">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
        <p:nvSpPr>
          <p:cNvPr id="161" name="Rectangle 3"/>
          <p:cNvSpPr txBox="1">
            <a:spLocks noChangeArrowheads="1"/>
          </p:cNvSpPr>
          <p:nvPr/>
        </p:nvSpPr>
        <p:spPr bwMode="auto">
          <a:xfrm>
            <a:off x="611188" y="4748213"/>
            <a:ext cx="2705100" cy="539750"/>
          </a:xfrm>
          <a:prstGeom prst="rect">
            <a:avLst/>
          </a:prstGeom>
          <a:noFill/>
          <a:ln>
            <a:noFill/>
          </a:ln>
        </p:spPr>
        <p:txBody>
          <a:bodyPr vert="horz" wrap="square" lIns="91440" tIns="45720" rIns="91440" bIns="45720" numCol="1" anchor="t" anchorCtr="0" compatLnSpc="1">
            <a:spAutoFit/>
          </a:bodyPr>
          <a:lstStyle>
            <a:lvl1pPr marL="342900" indent="-342900" algn="l" rtl="0" fontAlgn="base">
              <a:spcBef>
                <a:spcPct val="20000"/>
              </a:spcBef>
              <a:spcAft>
                <a:spcPct val="0"/>
              </a:spcAft>
              <a:buClr>
                <a:schemeClr val="hlink"/>
              </a:buClr>
              <a:buSzPct val="70000"/>
              <a:buFont typeface="Wingdings" panose="05000000000000000000" pitchFamily="2" charset="2"/>
              <a:buChar char="v"/>
              <a:defRPr sz="3200">
                <a:solidFill>
                  <a:srgbClr val="000000"/>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anose="05000000000000000000" pitchFamily="2" charset="2"/>
              <a:buChar char=""/>
              <a:defRPr sz="2800">
                <a:solidFill>
                  <a:srgbClr val="000000"/>
                </a:solidFill>
                <a:latin typeface="+mn-lt"/>
                <a:ea typeface="+mn-ea"/>
              </a:defRPr>
            </a:lvl2pPr>
            <a:lvl3pPr marL="1143000" indent="-228600" algn="l" rtl="0" fontAlgn="base">
              <a:spcBef>
                <a:spcPct val="20000"/>
              </a:spcBef>
              <a:spcAft>
                <a:spcPct val="0"/>
              </a:spcAft>
              <a:buClr>
                <a:schemeClr val="hlink"/>
              </a:buClr>
              <a:buSzPct val="80000"/>
              <a:buFont typeface="Wingdings" panose="05000000000000000000" pitchFamily="2" charset="2"/>
              <a:buChar char="v"/>
              <a:defRPr sz="2400">
                <a:solidFill>
                  <a:srgbClr val="000000"/>
                </a:solidFill>
                <a:latin typeface="+mn-lt"/>
                <a:ea typeface="+mn-ea"/>
              </a:defRPr>
            </a:lvl3pPr>
            <a:lvl4pPr marL="1600200" indent="-228600" algn="l" rtl="0" fontAlgn="base">
              <a:spcBef>
                <a:spcPct val="20000"/>
              </a:spcBef>
              <a:spcAft>
                <a:spcPct val="0"/>
              </a:spcAft>
              <a:buClr>
                <a:schemeClr val="accent2"/>
              </a:buClr>
              <a:buSzPct val="90000"/>
              <a:buFont typeface="Wingdings" panose="05000000000000000000" pitchFamily="2" charset="2"/>
              <a:buChar char=""/>
              <a:defRPr sz="2000">
                <a:solidFill>
                  <a:srgbClr val="000000"/>
                </a:solidFill>
                <a:latin typeface="+mn-lt"/>
                <a:ea typeface="+mn-ea"/>
              </a:defRPr>
            </a:lvl4pPr>
            <a:lvl5pPr marL="2057400" indent="-228600" algn="l" rtl="0" fontAlgn="base">
              <a:spcBef>
                <a:spcPct val="20000"/>
              </a:spcBef>
              <a:spcAft>
                <a:spcPct val="0"/>
              </a:spcAft>
              <a:buClr>
                <a:schemeClr val="hlink"/>
              </a:buClr>
              <a:buSzPct val="85000"/>
              <a:buFont typeface="Wingdings" panose="05000000000000000000" pitchFamily="2" charset="2"/>
              <a:buChar char="v"/>
              <a:defRPr sz="2000">
                <a:solidFill>
                  <a:srgbClr val="000000"/>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rgbClr val="000000"/>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rgbClr val="000000"/>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rgbClr val="000000"/>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rgbClr val="000000"/>
                </a:solidFill>
                <a:latin typeface="+mn-lt"/>
                <a:ea typeface="+mn-ea"/>
              </a:defRPr>
            </a:lvl9pPr>
          </a:lstStyle>
          <a:p>
            <a:pPr marL="342900" marR="0" lvl="0" indent="-342900" algn="just" defTabSz="914400" rtl="0" eaLnBrk="1" fontAlgn="base" latinLnBrk="0" hangingPunct="1">
              <a:lnSpc>
                <a:spcPct val="120000"/>
              </a:lnSpc>
              <a:spcBef>
                <a:spcPct val="20000"/>
              </a:spcBef>
              <a:spcAft>
                <a:spcPct val="0"/>
              </a:spcAft>
              <a:buClr>
                <a:schemeClr val="hlink"/>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rgbClr val="FFFF00"/>
                </a:solidFill>
                <a:effectLst/>
                <a:uLnTx/>
                <a:uFillTx/>
                <a:latin typeface="楷体" panose="02010609060101010101" pitchFamily="49" charset="-122"/>
                <a:ea typeface="楷体" panose="02010609060101010101" pitchFamily="49" charset="-122"/>
                <a:cs typeface="+mn-cs"/>
              </a:rPr>
              <a:t> 2、自感</a:t>
            </a:r>
          </a:p>
        </p:txBody>
      </p:sp>
      <p:sp>
        <p:nvSpPr>
          <p:cNvPr id="164" name="Rectangle 6"/>
          <p:cNvSpPr/>
          <p:nvPr/>
        </p:nvSpPr>
        <p:spPr>
          <a:xfrm>
            <a:off x="334963" y="1008063"/>
            <a:ext cx="4468812" cy="2608262"/>
          </a:xfrm>
          <a:prstGeom prst="rect">
            <a:avLst/>
          </a:prstGeom>
          <a:noFill/>
          <a:ln w="12700">
            <a:noFill/>
          </a:ln>
        </p:spPr>
        <p:txBody>
          <a:bodyPr>
            <a:spAutoFit/>
          </a:bodyPr>
          <a:lstStyle/>
          <a:p>
            <a:pPr>
              <a:lnSpc>
                <a:spcPct val="120000"/>
              </a:lnSpc>
              <a:buNone/>
            </a:pPr>
            <a:r>
              <a:rPr lang="zh-CN" altLang="en-US" b="1" dirty="0">
                <a:latin typeface="楷体" panose="02010609060101010101" pitchFamily="49" charset="-122"/>
                <a:ea typeface="楷体" panose="02010609060101010101" pitchFamily="49" charset="-122"/>
              </a:rPr>
              <a:t>一、自感</a:t>
            </a:r>
            <a:r>
              <a:rPr lang="en-US" altLang="zh-CN" b="1" dirty="0">
                <a:latin typeface="楷体" panose="02010609060101010101" pitchFamily="49" charset="-122"/>
                <a:ea typeface="楷体" panose="02010609060101010101" pitchFamily="49" charset="-122"/>
              </a:rPr>
              <a:t>L</a:t>
            </a:r>
          </a:p>
          <a:p>
            <a:pPr>
              <a:lnSpc>
                <a:spcPct val="120000"/>
              </a:lnSpc>
              <a:buNone/>
            </a:pPr>
            <a:r>
              <a:rPr lang="en-US" altLang="zh-CN" b="1" dirty="0">
                <a:latin typeface="楷体" panose="02010609060101010101" pitchFamily="49" charset="-122"/>
                <a:ea typeface="楷体" panose="02010609060101010101" pitchFamily="49" charset="-122"/>
              </a:rPr>
              <a:t>  1、</a:t>
            </a:r>
            <a:r>
              <a:rPr lang="zh-CN" altLang="en-US" b="1" dirty="0">
                <a:latin typeface="楷体" panose="02010609060101010101" pitchFamily="49" charset="-122"/>
                <a:ea typeface="楷体" panose="02010609060101010101" pitchFamily="49" charset="-122"/>
              </a:rPr>
              <a:t>自磁通与自磁链：</a:t>
            </a:r>
          </a:p>
          <a:p>
            <a:pPr>
              <a:lnSpc>
                <a:spcPct val="120000"/>
              </a:lnSpc>
              <a:buNone/>
            </a:pPr>
            <a:r>
              <a:rPr lang="zh-CN" altLang="en-US" b="1" dirty="0">
                <a:latin typeface="楷体" panose="02010609060101010101" pitchFamily="49" charset="-122"/>
                <a:ea typeface="楷体" panose="02010609060101010101" pitchFamily="49" charset="-122"/>
              </a:rPr>
              <a:t>      指由线圈本身的电流在自己线圈中产生的磁通与磁链</a:t>
            </a:r>
            <a:endParaRPr lang="zh-CN" altLang="en-US" b="1" baseline="-25000" dirty="0">
              <a:latin typeface="Times New Roman" panose="02020603050405020304" pitchFamily="18" charset="0"/>
              <a:ea typeface="隶书" panose="02010509060101010101" pitchFamily="49" charset="-122"/>
            </a:endParaRPr>
          </a:p>
        </p:txBody>
      </p:sp>
      <p:sp>
        <p:nvSpPr>
          <p:cNvPr id="165" name="Rectangle 7"/>
          <p:cNvSpPr/>
          <p:nvPr/>
        </p:nvSpPr>
        <p:spPr>
          <a:xfrm>
            <a:off x="766763" y="5548313"/>
            <a:ext cx="3192462" cy="541337"/>
          </a:xfrm>
          <a:prstGeom prst="rect">
            <a:avLst/>
          </a:prstGeom>
          <a:noFill/>
          <a:ln w="12700">
            <a:noFill/>
          </a:ln>
        </p:spPr>
        <p:txBody>
          <a:bodyPr>
            <a:spAutoFit/>
          </a:bodyPr>
          <a:lstStyle/>
          <a:p>
            <a:pPr>
              <a:lnSpc>
                <a:spcPct val="120000"/>
              </a:lnSpc>
              <a:buNone/>
            </a:pPr>
            <a:r>
              <a:rPr lang="zh-CN" altLang="en-US" b="1" dirty="0">
                <a:latin typeface="楷体" panose="02010609060101010101" pitchFamily="49" charset="-122"/>
                <a:ea typeface="楷体" panose="02010609060101010101" pitchFamily="49" charset="-122"/>
              </a:rPr>
              <a:t>3、自感电压</a:t>
            </a:r>
          </a:p>
        </p:txBody>
      </p:sp>
      <p:pic>
        <p:nvPicPr>
          <p:cNvPr id="11273" name="图片 2"/>
          <p:cNvPicPr>
            <a:picLocks noChangeAspect="1"/>
          </p:cNvPicPr>
          <p:nvPr/>
        </p:nvPicPr>
        <p:blipFill>
          <a:blip r:embed="rId3"/>
          <a:stretch>
            <a:fillRect/>
          </a:stretch>
        </p:blipFill>
        <p:spPr>
          <a:xfrm>
            <a:off x="3522663" y="4699000"/>
            <a:ext cx="2562225" cy="914400"/>
          </a:xfrm>
          <a:prstGeom prst="rect">
            <a:avLst/>
          </a:prstGeom>
          <a:noFill/>
          <a:ln w="9525">
            <a:noFill/>
          </a:ln>
        </p:spPr>
      </p:pic>
      <p:pic>
        <p:nvPicPr>
          <p:cNvPr id="11274" name="图片 4"/>
          <p:cNvPicPr>
            <a:picLocks noChangeAspect="1"/>
          </p:cNvPicPr>
          <p:nvPr/>
        </p:nvPicPr>
        <p:blipFill>
          <a:blip r:embed="rId4"/>
          <a:stretch>
            <a:fillRect/>
          </a:stretch>
        </p:blipFill>
        <p:spPr>
          <a:xfrm>
            <a:off x="3451225" y="5830888"/>
            <a:ext cx="2562225" cy="847725"/>
          </a:xfrm>
          <a:prstGeom prst="rect">
            <a:avLst/>
          </a:prstGeom>
          <a:noFill/>
          <a:ln w="9525">
            <a:noFill/>
          </a:ln>
        </p:spPr>
      </p:pic>
      <p:pic>
        <p:nvPicPr>
          <p:cNvPr id="11275" name="图片 6"/>
          <p:cNvPicPr>
            <a:picLocks noChangeAspect="1"/>
          </p:cNvPicPr>
          <p:nvPr/>
        </p:nvPicPr>
        <p:blipFill>
          <a:blip r:embed="rId5"/>
          <a:stretch>
            <a:fillRect/>
          </a:stretch>
        </p:blipFill>
        <p:spPr>
          <a:xfrm>
            <a:off x="5073650" y="1355725"/>
            <a:ext cx="3821113" cy="2457450"/>
          </a:xfrm>
          <a:prstGeom prst="rect">
            <a:avLst/>
          </a:prstGeom>
          <a:noFill/>
          <a:ln w="9525">
            <a:noFill/>
          </a:ln>
        </p:spPr>
      </p:pic>
      <p:sp>
        <p:nvSpPr>
          <p:cNvPr id="173" name="Text Box 71"/>
          <p:cNvSpPr txBox="1"/>
          <p:nvPr/>
        </p:nvSpPr>
        <p:spPr>
          <a:xfrm>
            <a:off x="720725" y="3898900"/>
            <a:ext cx="6985000" cy="519113"/>
          </a:xfrm>
          <a:prstGeom prst="rect">
            <a:avLst/>
          </a:prstGeom>
          <a:noFill/>
          <a:ln w="19050">
            <a:noFill/>
          </a:ln>
        </p:spPr>
        <p:txBody>
          <a:bodyPr>
            <a:spAutoFit/>
          </a:bodyPr>
          <a:lstStyle/>
          <a:p>
            <a:pPr eaLnBrk="1" hangingPunct="1">
              <a:spcBef>
                <a:spcPct val="50000"/>
              </a:spcBef>
            </a:pPr>
            <a:r>
              <a:rPr lang="zh-CN" altLang="en-US" b="1" dirty="0">
                <a:latin typeface="隶书" panose="02010509060101010101" pitchFamily="49" charset="-122"/>
                <a:ea typeface="隶书" panose="02010509060101010101" pitchFamily="49" charset="-122"/>
                <a:sym typeface="Symbol" panose="05050102010706020507" pitchFamily="18" charset="2"/>
              </a:rPr>
              <a:t>定义</a:t>
            </a:r>
            <a:r>
              <a:rPr lang="zh-CN" altLang="en-US" i="1" dirty="0">
                <a:solidFill>
                  <a:schemeClr val="bg1"/>
                </a:solidFill>
                <a:latin typeface="隶书" panose="02010509060101010101" pitchFamily="49" charset="-122"/>
                <a:ea typeface="隶书" panose="02010509060101010101" pitchFamily="49" charset="-122"/>
                <a:sym typeface="Symbol" panose="05050102010706020507" pitchFamily="18" charset="2"/>
              </a:rPr>
              <a:t></a:t>
            </a:r>
            <a:r>
              <a:rPr lang="zh-CN" altLang="en-US" i="1" dirty="0">
                <a:latin typeface="隶书" panose="02010509060101010101" pitchFamily="49" charset="-122"/>
                <a:ea typeface="隶书" panose="02010509060101010101" pitchFamily="49" charset="-122"/>
                <a:sym typeface="Symbol" panose="05050102010706020507" pitchFamily="18" charset="2"/>
              </a:rPr>
              <a:t> </a:t>
            </a:r>
            <a:r>
              <a:rPr lang="zh-CN" altLang="en-US" b="1" dirty="0">
                <a:latin typeface="隶书" panose="02010509060101010101" pitchFamily="49" charset="-122"/>
                <a:ea typeface="隶书" panose="02010509060101010101" pitchFamily="49" charset="-122"/>
                <a:sym typeface="Symbol" panose="05050102010706020507" pitchFamily="18" charset="2"/>
              </a:rPr>
              <a:t>：磁通链 ， </a:t>
            </a:r>
            <a:r>
              <a:rPr lang="zh-CN" altLang="en-US" i="1" dirty="0">
                <a:solidFill>
                  <a:schemeClr val="bg1"/>
                </a:solidFill>
                <a:latin typeface="隶书" panose="02010509060101010101" pitchFamily="49" charset="-122"/>
                <a:ea typeface="隶书" panose="02010509060101010101" pitchFamily="49" charset="-122"/>
                <a:sym typeface="Symbol" panose="05050102010706020507" pitchFamily="18" charset="2"/>
              </a:rPr>
              <a:t></a:t>
            </a:r>
            <a:r>
              <a:rPr lang="zh-CN" altLang="en-US" dirty="0">
                <a:latin typeface="隶书" panose="02010509060101010101" pitchFamily="49" charset="-122"/>
                <a:ea typeface="隶书" panose="02010509060101010101" pitchFamily="49" charset="-122"/>
                <a:sym typeface="Symbol" panose="05050102010706020507" pitchFamily="18" charset="2"/>
              </a:rPr>
              <a:t> </a:t>
            </a:r>
            <a:r>
              <a:rPr lang="en-US" altLang="zh-CN" dirty="0">
                <a:solidFill>
                  <a:schemeClr val="bg1"/>
                </a:solidFill>
                <a:latin typeface="隶书" panose="02010509060101010101" pitchFamily="49" charset="-122"/>
                <a:ea typeface="隶书" panose="02010509060101010101" pitchFamily="49" charset="-122"/>
                <a:sym typeface="Symbol" panose="05050102010706020507" pitchFamily="18" charset="2"/>
              </a:rPr>
              <a:t>=</a:t>
            </a:r>
            <a:r>
              <a:rPr lang="en-US" altLang="zh-CN" i="1" dirty="0">
                <a:solidFill>
                  <a:schemeClr val="bg1"/>
                </a:solidFill>
                <a:latin typeface="隶书" panose="02010509060101010101" pitchFamily="49" charset="-122"/>
                <a:ea typeface="隶书" panose="02010509060101010101" pitchFamily="49" charset="-122"/>
                <a:sym typeface="Symbol" panose="05050102010706020507" pitchFamily="18" charset="2"/>
              </a:rPr>
              <a:t>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0963"/>
                                        </p:tgtEl>
                                        <p:attrNameLst>
                                          <p:attrName>style.visibility</p:attrName>
                                        </p:attrNameLst>
                                      </p:cBhvr>
                                      <p:to>
                                        <p:strVal val="visible"/>
                                      </p:to>
                                    </p:set>
                                    <p:anim calcmode="lin" valueType="num">
                                      <p:cBhvr additive="base">
                                        <p:cTn id="7" dur="500" fill="hold"/>
                                        <p:tgtEl>
                                          <p:spTgt spid="40963"/>
                                        </p:tgtEl>
                                        <p:attrNameLst>
                                          <p:attrName>ppt_x</p:attrName>
                                        </p:attrNameLst>
                                      </p:cBhvr>
                                      <p:tavLst>
                                        <p:tav tm="0">
                                          <p:val>
                                            <p:strVal val="0-#ppt_w/2"/>
                                          </p:val>
                                        </p:tav>
                                        <p:tav tm="100000">
                                          <p:val>
                                            <p:strVal val="#ppt_x"/>
                                          </p:val>
                                        </p:tav>
                                      </p:tavLst>
                                    </p:anim>
                                    <p:anim calcmode="lin" valueType="num">
                                      <p:cBhvr additive="base">
                                        <p:cTn id="8" dur="500" fill="hold"/>
                                        <p:tgtEl>
                                          <p:spTgt spid="40963"/>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164">
                                            <p:txEl>
                                              <p:pRg st="0" end="0"/>
                                            </p:txEl>
                                          </p:spTgt>
                                        </p:tgtEl>
                                        <p:attrNameLst>
                                          <p:attrName>style.visibility</p:attrName>
                                        </p:attrNameLst>
                                      </p:cBhvr>
                                      <p:to>
                                        <p:strVal val="visible"/>
                                      </p:to>
                                    </p:set>
                                    <p:animEffect transition="in" filter="wipe(left)">
                                      <p:cBhvr>
                                        <p:cTn id="11" dur="500"/>
                                        <p:tgtEl>
                                          <p:spTgt spid="164">
                                            <p:txEl>
                                              <p:pRg st="0" end="0"/>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64">
                                            <p:txEl>
                                              <p:pRg st="1" end="1"/>
                                            </p:txEl>
                                          </p:spTgt>
                                        </p:tgtEl>
                                        <p:attrNameLst>
                                          <p:attrName>style.visibility</p:attrName>
                                        </p:attrNameLst>
                                      </p:cBhvr>
                                      <p:to>
                                        <p:strVal val="visible"/>
                                      </p:to>
                                    </p:set>
                                    <p:animEffect transition="in" filter="wipe(left)">
                                      <p:cBhvr>
                                        <p:cTn id="14" dur="500"/>
                                        <p:tgtEl>
                                          <p:spTgt spid="164">
                                            <p:txEl>
                                              <p:pRg st="1" end="1"/>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64">
                                            <p:txEl>
                                              <p:pRg st="2" end="2"/>
                                            </p:txEl>
                                          </p:spTgt>
                                        </p:tgtEl>
                                        <p:attrNameLst>
                                          <p:attrName>style.visibility</p:attrName>
                                        </p:attrNameLst>
                                      </p:cBhvr>
                                      <p:to>
                                        <p:strVal val="visible"/>
                                      </p:to>
                                    </p:set>
                                    <p:animEffect transition="in" filter="wipe(left)">
                                      <p:cBhvr>
                                        <p:cTn id="17" dur="500"/>
                                        <p:tgtEl>
                                          <p:spTgt spid="1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
                                            <p:txEl>
                                              <p:pRg st="0" end="0"/>
                                            </p:txEl>
                                          </p:spTgt>
                                        </p:tgtEl>
                                        <p:attrNameLst>
                                          <p:attrName>style.visibility</p:attrName>
                                        </p:attrNameLst>
                                      </p:cBhvr>
                                      <p:to>
                                        <p:strVal val="visible"/>
                                      </p:to>
                                    </p:set>
                                    <p:animEffect transition="in" filter="wipe(left)">
                                      <p:cBhvr>
                                        <p:cTn id="22" dur="500"/>
                                        <p:tgtEl>
                                          <p:spTgt spid="16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5"/>
                                        </p:tgtEl>
                                        <p:attrNameLst>
                                          <p:attrName>style.visibility</p:attrName>
                                        </p:attrNameLst>
                                      </p:cBhvr>
                                      <p:to>
                                        <p:strVal val="visible"/>
                                      </p:to>
                                    </p:set>
                                    <p:animEffect transition="in" filter="wipe(left)">
                                      <p:cBhvr>
                                        <p:cTn id="27" dur="500"/>
                                        <p:tgtEl>
                                          <p:spTgt spid="16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iterate type="wd">
                                    <p:tmPct val="100000"/>
                                  </p:iterate>
                                  <p:childTnLst>
                                    <p:set>
                                      <p:cBhvr>
                                        <p:cTn id="31" dur="1" fill="hold">
                                          <p:stCondLst>
                                            <p:cond delay="0"/>
                                          </p:stCondLst>
                                        </p:cTn>
                                        <p:tgtEl>
                                          <p:spTgt spid="173"/>
                                        </p:tgtEl>
                                        <p:attrNameLst>
                                          <p:attrName>style.visibility</p:attrName>
                                        </p:attrNameLst>
                                      </p:cBhvr>
                                      <p:to>
                                        <p:strVal val="visible"/>
                                      </p:to>
                                    </p:set>
                                    <p:animEffect transition="in" filter="blinds(vertical)">
                                      <p:cBhvr>
                                        <p:cTn id="32" dur="3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161" grpId="0" build="p"/>
      <p:bldP spid="164" grpId="0" uiExpand="1" build="p"/>
      <p:bldP spid="165" grpId="0"/>
      <p:bldP spid="17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8"/>
          <p:cNvSpPr txBox="1"/>
          <p:nvPr/>
        </p:nvSpPr>
        <p:spPr>
          <a:xfrm>
            <a:off x="539750" y="3213100"/>
            <a:ext cx="8040688" cy="1630363"/>
          </a:xfrm>
          <a:prstGeom prst="rect">
            <a:avLst/>
          </a:prstGeom>
          <a:noFill/>
          <a:ln w="19050">
            <a:noFill/>
          </a:ln>
        </p:spPr>
        <p:txBody>
          <a:bodyPr>
            <a:spAutoFit/>
          </a:bodyPr>
          <a:lstStyle/>
          <a:p>
            <a:pPr indent="571500" algn="just" eaLnBrk="1" hangingPunct="1">
              <a:lnSpc>
                <a:spcPct val="120000"/>
              </a:lnSpc>
              <a:spcBef>
                <a:spcPct val="50000"/>
              </a:spcBef>
            </a:pPr>
            <a:r>
              <a:rPr lang="zh-CN" altLang="en-US" dirty="0">
                <a:latin typeface="隶书" panose="02010509060101010101" pitchFamily="49" charset="-122"/>
                <a:ea typeface="隶书" panose="02010509060101010101" pitchFamily="49" charset="-122"/>
              </a:rPr>
              <a:t>线圈</a:t>
            </a:r>
            <a:r>
              <a:rPr lang="en-US" altLang="zh-CN" dirty="0">
                <a:latin typeface="隶书" panose="02010509060101010101" pitchFamily="49" charset="-122"/>
                <a:ea typeface="隶书" panose="02010509060101010101" pitchFamily="49" charset="-122"/>
              </a:rPr>
              <a:t>1</a:t>
            </a:r>
            <a:r>
              <a:rPr lang="zh-CN" altLang="en-US" dirty="0">
                <a:latin typeface="隶书" panose="02010509060101010101" pitchFamily="49" charset="-122"/>
                <a:ea typeface="隶书" panose="02010509060101010101" pitchFamily="49" charset="-122"/>
              </a:rPr>
              <a:t>中通入电流</a:t>
            </a:r>
            <a:r>
              <a:rPr lang="en-US" altLang="zh-CN" i="1" dirty="0">
                <a:latin typeface="隶书" panose="02010509060101010101" pitchFamily="49" charset="-122"/>
                <a:ea typeface="隶书" panose="02010509060101010101" pitchFamily="49" charset="-122"/>
              </a:rPr>
              <a:t>i</a:t>
            </a:r>
            <a:r>
              <a:rPr lang="en-US" altLang="zh-CN" baseline="-25000" dirty="0">
                <a:latin typeface="隶书" panose="02010509060101010101" pitchFamily="49" charset="-122"/>
                <a:ea typeface="隶书" panose="02010509060101010101" pitchFamily="49" charset="-122"/>
              </a:rPr>
              <a:t>1</a:t>
            </a:r>
            <a:r>
              <a:rPr lang="zh-CN" altLang="en-US" dirty="0">
                <a:latin typeface="隶书" panose="02010509060101010101" pitchFamily="49" charset="-122"/>
                <a:ea typeface="隶书" panose="02010509060101010101" pitchFamily="49" charset="-122"/>
              </a:rPr>
              <a:t>时，在线圈</a:t>
            </a:r>
            <a:r>
              <a:rPr lang="en-US" altLang="zh-CN" dirty="0">
                <a:latin typeface="隶书" panose="02010509060101010101" pitchFamily="49" charset="-122"/>
                <a:ea typeface="隶书" panose="02010509060101010101" pitchFamily="49" charset="-122"/>
              </a:rPr>
              <a:t>1</a:t>
            </a:r>
            <a:r>
              <a:rPr lang="zh-CN" altLang="en-US" dirty="0">
                <a:latin typeface="隶书" panose="02010509060101010101" pitchFamily="49" charset="-122"/>
                <a:ea typeface="隶书" panose="02010509060101010101" pitchFamily="49" charset="-122"/>
              </a:rPr>
              <a:t>中产生磁通，同时，有部分磁通穿过临近线圈</a:t>
            </a:r>
            <a:r>
              <a:rPr lang="en-US" altLang="zh-CN" dirty="0">
                <a:latin typeface="隶书" panose="02010509060101010101" pitchFamily="49" charset="-122"/>
                <a:ea typeface="隶书" panose="02010509060101010101" pitchFamily="49" charset="-122"/>
              </a:rPr>
              <a:t>2</a:t>
            </a:r>
            <a:r>
              <a:rPr lang="zh-CN" altLang="en-US" dirty="0">
                <a:latin typeface="隶书" panose="02010509060101010101" pitchFamily="49" charset="-122"/>
                <a:ea typeface="隶书" panose="02010509060101010101" pitchFamily="49" charset="-122"/>
              </a:rPr>
              <a:t>，这部分磁通称为互感磁通。两线圈间有磁的</a:t>
            </a:r>
            <a:r>
              <a:rPr lang="zh-CN" altLang="en-US" dirty="0">
                <a:solidFill>
                  <a:srgbClr val="FF0000"/>
                </a:solidFill>
                <a:latin typeface="隶书" panose="02010509060101010101" pitchFamily="49" charset="-122"/>
                <a:ea typeface="隶书" panose="02010509060101010101" pitchFamily="49" charset="-122"/>
              </a:rPr>
              <a:t>耦合</a:t>
            </a:r>
            <a:r>
              <a:rPr lang="zh-CN" altLang="en-US" b="1" dirty="0">
                <a:latin typeface="隶书" panose="02010509060101010101" pitchFamily="49" charset="-122"/>
                <a:ea typeface="隶书" panose="02010509060101010101" pitchFamily="49" charset="-122"/>
              </a:rPr>
              <a:t>。</a:t>
            </a:r>
          </a:p>
        </p:txBody>
      </p:sp>
      <p:grpSp>
        <p:nvGrpSpPr>
          <p:cNvPr id="12291" name="Group 61"/>
          <p:cNvGrpSpPr/>
          <p:nvPr/>
        </p:nvGrpSpPr>
        <p:grpSpPr>
          <a:xfrm>
            <a:off x="8316913" y="6446838"/>
            <a:ext cx="792162" cy="366712"/>
            <a:chOff x="5193" y="4020"/>
            <a:chExt cx="499" cy="231"/>
          </a:xfrm>
        </p:grpSpPr>
        <p:pic>
          <p:nvPicPr>
            <p:cNvPr id="12341" name="Picture 62"/>
            <p:cNvPicPr>
              <a:picLocks noChangeAspect="1"/>
            </p:cNvPicPr>
            <p:nvPr/>
          </p:nvPicPr>
          <p:blipFill>
            <a:blip r:embed="rId2"/>
            <a:stretch>
              <a:fillRect/>
            </a:stretch>
          </p:blipFill>
          <p:spPr>
            <a:xfrm>
              <a:off x="5193" y="4066"/>
              <a:ext cx="499" cy="181"/>
            </a:xfrm>
            <a:prstGeom prst="rect">
              <a:avLst/>
            </a:prstGeom>
            <a:noFill/>
            <a:ln w="9525">
              <a:noFill/>
            </a:ln>
          </p:spPr>
        </p:pic>
        <p:sp>
          <p:nvSpPr>
            <p:cNvPr id="12342" name="Text Box 63">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12292" name="Group 64"/>
          <p:cNvGrpSpPr/>
          <p:nvPr/>
        </p:nvGrpSpPr>
        <p:grpSpPr>
          <a:xfrm>
            <a:off x="7453313" y="6446838"/>
            <a:ext cx="792162" cy="366712"/>
            <a:chOff x="4649" y="4020"/>
            <a:chExt cx="499" cy="231"/>
          </a:xfrm>
        </p:grpSpPr>
        <p:pic>
          <p:nvPicPr>
            <p:cNvPr id="12339" name="Picture 65"/>
            <p:cNvPicPr>
              <a:picLocks noChangeAspect="1"/>
            </p:cNvPicPr>
            <p:nvPr/>
          </p:nvPicPr>
          <p:blipFill>
            <a:blip r:embed="rId2"/>
            <a:stretch>
              <a:fillRect/>
            </a:stretch>
          </p:blipFill>
          <p:spPr>
            <a:xfrm>
              <a:off x="4649" y="4066"/>
              <a:ext cx="499" cy="181"/>
            </a:xfrm>
            <a:prstGeom prst="rect">
              <a:avLst/>
            </a:prstGeom>
            <a:noFill/>
            <a:ln w="9525">
              <a:noFill/>
            </a:ln>
          </p:spPr>
        </p:pic>
        <p:sp>
          <p:nvSpPr>
            <p:cNvPr id="12340" name="Text Box 66">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11" name="Group 80"/>
          <p:cNvGrpSpPr/>
          <p:nvPr/>
        </p:nvGrpSpPr>
        <p:grpSpPr>
          <a:xfrm>
            <a:off x="2697163" y="563563"/>
            <a:ext cx="6227762" cy="2647950"/>
            <a:chOff x="1837" y="346"/>
            <a:chExt cx="3923" cy="1668"/>
          </a:xfrm>
        </p:grpSpPr>
        <p:sp>
          <p:nvSpPr>
            <p:cNvPr id="12299" name="Text Box 42"/>
            <p:cNvSpPr txBox="1"/>
            <p:nvPr/>
          </p:nvSpPr>
          <p:spPr>
            <a:xfrm>
              <a:off x="5110" y="845"/>
              <a:ext cx="650"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aseline="-25000" dirty="0">
                  <a:solidFill>
                    <a:schemeClr val="bg1"/>
                  </a:solidFill>
                  <a:latin typeface="Times New Roman" panose="02020603050405020304" pitchFamily="18" charset="0"/>
                  <a:ea typeface="宋体" panose="02010600030101010101" pitchFamily="2" charset="-122"/>
                </a:rPr>
                <a:t> 21</a:t>
              </a:r>
            </a:p>
          </p:txBody>
        </p:sp>
        <p:sp>
          <p:nvSpPr>
            <p:cNvPr id="12300" name="Rectangle 6"/>
            <p:cNvSpPr/>
            <p:nvPr/>
          </p:nvSpPr>
          <p:spPr>
            <a:xfrm>
              <a:off x="2230" y="679"/>
              <a:ext cx="2496" cy="576"/>
            </a:xfrm>
            <a:prstGeom prst="rect">
              <a:avLst/>
            </a:prstGeom>
            <a:solidFill>
              <a:srgbClr val="FF9900"/>
            </a:solidFill>
            <a:ln w="38100"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12301" name="Arc 5"/>
            <p:cNvSpPr/>
            <p:nvPr/>
          </p:nvSpPr>
          <p:spPr>
            <a:xfrm flipH="1" flipV="1">
              <a:off x="1837" y="631"/>
              <a:ext cx="3268" cy="192"/>
            </a:xfrm>
            <a:custGeom>
              <a:avLst/>
              <a:gdLst/>
              <a:ahLst/>
              <a:cxnLst>
                <a:cxn ang="0">
                  <a:pos x="0" y="120"/>
                </a:cxn>
                <a:cxn ang="0">
                  <a:pos x="3268" y="119"/>
                </a:cxn>
                <a:cxn ang="0">
                  <a:pos x="1635" y="192"/>
                </a:cxn>
              </a:cxnLst>
              <a:rect l="0" t="0" r="0" b="0"/>
              <a:pathLst>
                <a:path w="39984" h="21600" fill="none">
                  <a:moveTo>
                    <a:pt x="0" y="13446"/>
                  </a:moveTo>
                  <a:cubicBezTo>
                    <a:pt x="3314" y="5315"/>
                    <a:pt x="11221" y="0"/>
                    <a:pt x="20002" y="0"/>
                  </a:cubicBezTo>
                  <a:cubicBezTo>
                    <a:pt x="28763" y="0"/>
                    <a:pt x="36656" y="5292"/>
                    <a:pt x="39983" y="13397"/>
                  </a:cubicBezTo>
                </a:path>
                <a:path w="39984" h="21600" stroke="0">
                  <a:moveTo>
                    <a:pt x="0" y="13446"/>
                  </a:moveTo>
                  <a:cubicBezTo>
                    <a:pt x="3314" y="5315"/>
                    <a:pt x="11221" y="0"/>
                    <a:pt x="20002" y="0"/>
                  </a:cubicBezTo>
                  <a:cubicBezTo>
                    <a:pt x="28763" y="0"/>
                    <a:pt x="36656" y="5292"/>
                    <a:pt x="39983" y="13397"/>
                  </a:cubicBezTo>
                  <a:lnTo>
                    <a:pt x="20002" y="21600"/>
                  </a:lnTo>
                  <a:lnTo>
                    <a:pt x="0" y="13446"/>
                  </a:lnTo>
                  <a:close/>
                </a:path>
              </a:pathLst>
            </a:custGeom>
            <a:noFill/>
            <a:ln w="38100" cap="flat" cmpd="sng">
              <a:solidFill>
                <a:srgbClr val="FF3300">
                  <a:alpha val="100000"/>
                </a:srgbClr>
              </a:solidFill>
              <a:prstDash val="solid"/>
              <a:round/>
              <a:headEnd type="none" w="med" len="med"/>
              <a:tailEnd type="stealth" w="sm" len="med"/>
            </a:ln>
          </p:spPr>
          <p:txBody>
            <a:bodyPr/>
            <a:lstStyle/>
            <a:p>
              <a:endParaRPr lang="zh-CN" altLang="en-US"/>
            </a:p>
          </p:txBody>
        </p:sp>
        <p:sp>
          <p:nvSpPr>
            <p:cNvPr id="12302" name="Arc 27"/>
            <p:cNvSpPr/>
            <p:nvPr/>
          </p:nvSpPr>
          <p:spPr>
            <a:xfrm flipH="1" flipV="1">
              <a:off x="1846" y="727"/>
              <a:ext cx="3312" cy="192"/>
            </a:xfrm>
            <a:custGeom>
              <a:avLst/>
              <a:gdLst/>
              <a:ahLst/>
              <a:cxnLst>
                <a:cxn ang="0">
                  <a:pos x="0" y="120"/>
                </a:cxn>
                <a:cxn ang="0">
                  <a:pos x="3312" y="92"/>
                </a:cxn>
                <a:cxn ang="0">
                  <a:pos x="1724" y="192"/>
                </a:cxn>
              </a:cxnLst>
              <a:rect l="0" t="0" r="0" b="0"/>
              <a:pathLst>
                <a:path w="38424" h="21600" fill="none">
                  <a:moveTo>
                    <a:pt x="0" y="13446"/>
                  </a:moveTo>
                  <a:cubicBezTo>
                    <a:pt x="3314" y="5315"/>
                    <a:pt x="11221" y="0"/>
                    <a:pt x="20002" y="0"/>
                  </a:cubicBezTo>
                  <a:cubicBezTo>
                    <a:pt x="27520" y="0"/>
                    <a:pt x="34498" y="3909"/>
                    <a:pt x="38423" y="10322"/>
                  </a:cubicBezTo>
                </a:path>
                <a:path w="38424" h="21600" stroke="0">
                  <a:moveTo>
                    <a:pt x="0" y="13446"/>
                  </a:moveTo>
                  <a:cubicBezTo>
                    <a:pt x="3314" y="5315"/>
                    <a:pt x="11221" y="0"/>
                    <a:pt x="20002" y="0"/>
                  </a:cubicBezTo>
                  <a:cubicBezTo>
                    <a:pt x="27520" y="0"/>
                    <a:pt x="34498" y="3909"/>
                    <a:pt x="38423" y="10322"/>
                  </a:cubicBezTo>
                  <a:lnTo>
                    <a:pt x="20002" y="21600"/>
                  </a:lnTo>
                  <a:lnTo>
                    <a:pt x="0" y="13446"/>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12303" name="Line 28"/>
            <p:cNvSpPr/>
            <p:nvPr/>
          </p:nvSpPr>
          <p:spPr>
            <a:xfrm flipH="1">
              <a:off x="1846" y="967"/>
              <a:ext cx="3312" cy="0"/>
            </a:xfrm>
            <a:prstGeom prst="line">
              <a:avLst/>
            </a:prstGeom>
            <a:ln w="38100" cap="flat" cmpd="sng">
              <a:solidFill>
                <a:srgbClr val="FF3300"/>
              </a:solidFill>
              <a:prstDash val="solid"/>
              <a:headEnd type="none" w="med" len="med"/>
              <a:tailEnd type="triangle" w="med" len="med"/>
            </a:ln>
          </p:spPr>
        </p:sp>
        <p:sp>
          <p:nvSpPr>
            <p:cNvPr id="12304" name="Arc 29"/>
            <p:cNvSpPr/>
            <p:nvPr/>
          </p:nvSpPr>
          <p:spPr>
            <a:xfrm flipH="1">
              <a:off x="1846" y="1111"/>
              <a:ext cx="3268" cy="192"/>
            </a:xfrm>
            <a:custGeom>
              <a:avLst/>
              <a:gdLst/>
              <a:ahLst/>
              <a:cxnLst>
                <a:cxn ang="0">
                  <a:pos x="0" y="120"/>
                </a:cxn>
                <a:cxn ang="0">
                  <a:pos x="3268" y="119"/>
                </a:cxn>
                <a:cxn ang="0">
                  <a:pos x="1635" y="192"/>
                </a:cxn>
              </a:cxnLst>
              <a:rect l="0" t="0" r="0" b="0"/>
              <a:pathLst>
                <a:path w="39984" h="21600" fill="none">
                  <a:moveTo>
                    <a:pt x="0" y="13446"/>
                  </a:moveTo>
                  <a:cubicBezTo>
                    <a:pt x="3314" y="5315"/>
                    <a:pt x="11221" y="0"/>
                    <a:pt x="20002" y="0"/>
                  </a:cubicBezTo>
                  <a:cubicBezTo>
                    <a:pt x="28763" y="0"/>
                    <a:pt x="36656" y="5292"/>
                    <a:pt x="39983" y="13397"/>
                  </a:cubicBezTo>
                </a:path>
                <a:path w="39984" h="21600" stroke="0">
                  <a:moveTo>
                    <a:pt x="0" y="13446"/>
                  </a:moveTo>
                  <a:cubicBezTo>
                    <a:pt x="3314" y="5315"/>
                    <a:pt x="11221" y="0"/>
                    <a:pt x="20002" y="0"/>
                  </a:cubicBezTo>
                  <a:cubicBezTo>
                    <a:pt x="28763" y="0"/>
                    <a:pt x="36656" y="5292"/>
                    <a:pt x="39983" y="13397"/>
                  </a:cubicBezTo>
                  <a:lnTo>
                    <a:pt x="20002" y="21600"/>
                  </a:lnTo>
                  <a:lnTo>
                    <a:pt x="0" y="13446"/>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12305" name="Arc 30"/>
            <p:cNvSpPr/>
            <p:nvPr/>
          </p:nvSpPr>
          <p:spPr>
            <a:xfrm flipH="1">
              <a:off x="1846" y="1015"/>
              <a:ext cx="3312" cy="192"/>
            </a:xfrm>
            <a:custGeom>
              <a:avLst/>
              <a:gdLst/>
              <a:ahLst/>
              <a:cxnLst>
                <a:cxn ang="0">
                  <a:pos x="0" y="120"/>
                </a:cxn>
                <a:cxn ang="0">
                  <a:pos x="3312" y="92"/>
                </a:cxn>
                <a:cxn ang="0">
                  <a:pos x="1724" y="192"/>
                </a:cxn>
              </a:cxnLst>
              <a:rect l="0" t="0" r="0" b="0"/>
              <a:pathLst>
                <a:path w="38424" h="21600" fill="none">
                  <a:moveTo>
                    <a:pt x="0" y="13446"/>
                  </a:moveTo>
                  <a:cubicBezTo>
                    <a:pt x="3314" y="5315"/>
                    <a:pt x="11221" y="0"/>
                    <a:pt x="20002" y="0"/>
                  </a:cubicBezTo>
                  <a:cubicBezTo>
                    <a:pt x="27520" y="0"/>
                    <a:pt x="34498" y="3909"/>
                    <a:pt x="38423" y="10322"/>
                  </a:cubicBezTo>
                </a:path>
                <a:path w="38424" h="21600" stroke="0">
                  <a:moveTo>
                    <a:pt x="0" y="13446"/>
                  </a:moveTo>
                  <a:cubicBezTo>
                    <a:pt x="3314" y="5315"/>
                    <a:pt x="11221" y="0"/>
                    <a:pt x="20002" y="0"/>
                  </a:cubicBezTo>
                  <a:cubicBezTo>
                    <a:pt x="27520" y="0"/>
                    <a:pt x="34498" y="3909"/>
                    <a:pt x="38423" y="10322"/>
                  </a:cubicBezTo>
                  <a:lnTo>
                    <a:pt x="20002" y="21600"/>
                  </a:lnTo>
                  <a:lnTo>
                    <a:pt x="0" y="13446"/>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12306" name="Arc 31"/>
            <p:cNvSpPr/>
            <p:nvPr/>
          </p:nvSpPr>
          <p:spPr>
            <a:xfrm flipV="1">
              <a:off x="2374" y="1159"/>
              <a:ext cx="960" cy="336"/>
            </a:xfrm>
            <a:custGeom>
              <a:avLst/>
              <a:gdLst/>
              <a:ahLst/>
              <a:cxnLst>
                <a:cxn ang="0">
                  <a:pos x="480" y="0"/>
                </a:cxn>
                <a:cxn ang="0">
                  <a:pos x="461" y="0"/>
                </a:cxn>
                <a:cxn ang="0">
                  <a:pos x="480" y="168"/>
                </a:cxn>
              </a:cxnLst>
              <a:rect l="0" t="0" r="0" b="0"/>
              <a:pathLst>
                <a:path w="43200" h="43200" fill="none">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lnTo>
                    <a:pt x="21600" y="0"/>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12307" name="Arc 32"/>
            <p:cNvSpPr/>
            <p:nvPr/>
          </p:nvSpPr>
          <p:spPr>
            <a:xfrm>
              <a:off x="2326" y="391"/>
              <a:ext cx="960" cy="336"/>
            </a:xfrm>
            <a:custGeom>
              <a:avLst/>
              <a:gdLst/>
              <a:ahLst/>
              <a:cxnLst>
                <a:cxn ang="0">
                  <a:pos x="480" y="0"/>
                </a:cxn>
                <a:cxn ang="0">
                  <a:pos x="461" y="0"/>
                </a:cxn>
                <a:cxn ang="0">
                  <a:pos x="480" y="168"/>
                </a:cxn>
              </a:cxnLst>
              <a:rect l="0" t="0" r="0" b="0"/>
              <a:pathLst>
                <a:path w="43200" h="43200" fill="none">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lnTo>
                    <a:pt x="21600" y="0"/>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12308" name="Text Box 33"/>
            <p:cNvSpPr txBox="1"/>
            <p:nvPr/>
          </p:nvSpPr>
          <p:spPr>
            <a:xfrm>
              <a:off x="2326" y="1687"/>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12309" name="Text Box 34"/>
            <p:cNvSpPr txBox="1"/>
            <p:nvPr/>
          </p:nvSpPr>
          <p:spPr>
            <a:xfrm>
              <a:off x="3142" y="1687"/>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12310" name="Text Box 35"/>
            <p:cNvSpPr txBox="1"/>
            <p:nvPr/>
          </p:nvSpPr>
          <p:spPr>
            <a:xfrm>
              <a:off x="2662" y="1687"/>
              <a:ext cx="432"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12311" name="Text Box 36"/>
            <p:cNvSpPr txBox="1"/>
            <p:nvPr/>
          </p:nvSpPr>
          <p:spPr>
            <a:xfrm>
              <a:off x="3622" y="1687"/>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12312" name="Text Box 37"/>
            <p:cNvSpPr txBox="1"/>
            <p:nvPr/>
          </p:nvSpPr>
          <p:spPr>
            <a:xfrm>
              <a:off x="4438" y="1687"/>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12313" name="Text Box 38"/>
            <p:cNvSpPr txBox="1"/>
            <p:nvPr/>
          </p:nvSpPr>
          <p:spPr>
            <a:xfrm>
              <a:off x="3958" y="1687"/>
              <a:ext cx="432"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12314" name="Text Box 40"/>
            <p:cNvSpPr txBox="1"/>
            <p:nvPr/>
          </p:nvSpPr>
          <p:spPr>
            <a:xfrm>
              <a:off x="2109" y="1344"/>
              <a:ext cx="288"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12315" name="Text Box 41"/>
            <p:cNvSpPr txBox="1"/>
            <p:nvPr/>
          </p:nvSpPr>
          <p:spPr>
            <a:xfrm>
              <a:off x="1837" y="346"/>
              <a:ext cx="671"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aseline="-25000" dirty="0">
                  <a:solidFill>
                    <a:schemeClr val="bg1"/>
                  </a:solidFill>
                  <a:latin typeface="Times New Roman" panose="02020603050405020304" pitchFamily="18" charset="0"/>
                  <a:ea typeface="宋体" panose="02010600030101010101" pitchFamily="2" charset="-122"/>
                </a:rPr>
                <a:t>11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12316" name="Text Box 43"/>
            <p:cNvSpPr txBox="1"/>
            <p:nvPr/>
          </p:nvSpPr>
          <p:spPr>
            <a:xfrm>
              <a:off x="2662" y="1207"/>
              <a:ext cx="432"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N</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12317" name="Text Box 44"/>
            <p:cNvSpPr txBox="1"/>
            <p:nvPr/>
          </p:nvSpPr>
          <p:spPr>
            <a:xfrm>
              <a:off x="3958" y="1255"/>
              <a:ext cx="384"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N</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12318" name="Group 17"/>
            <p:cNvGrpSpPr/>
            <p:nvPr/>
          </p:nvGrpSpPr>
          <p:grpSpPr>
            <a:xfrm>
              <a:off x="3670" y="535"/>
              <a:ext cx="904" cy="1220"/>
              <a:chOff x="1420" y="1152"/>
              <a:chExt cx="904" cy="1220"/>
            </a:xfrm>
          </p:grpSpPr>
          <p:sp>
            <p:nvSpPr>
              <p:cNvPr id="12330" name="Freeform 18"/>
              <p:cNvSpPr/>
              <p:nvPr/>
            </p:nvSpPr>
            <p:spPr>
              <a:xfrm>
                <a:off x="1440" y="1152"/>
                <a:ext cx="48" cy="1152"/>
              </a:xfrm>
              <a:custGeom>
                <a:avLst/>
                <a:gdLst/>
                <a:ahLst/>
                <a:cxnLst>
                  <a:cxn ang="0">
                    <a:pos x="5" y="1152"/>
                  </a:cxn>
                  <a:cxn ang="0">
                    <a:pos x="7" y="166"/>
                  </a:cxn>
                  <a:cxn ang="0">
                    <a:pos x="48" y="151"/>
                  </a:cxn>
                </a:cxnLst>
                <a:rect l="0" t="0" r="0" b="0"/>
                <a:pathLst>
                  <a:path w="60" h="880">
                    <a:moveTo>
                      <a:pt x="6" y="880"/>
                    </a:moveTo>
                    <a:cubicBezTo>
                      <a:pt x="6" y="754"/>
                      <a:pt x="0" y="254"/>
                      <a:pt x="9" y="127"/>
                    </a:cubicBezTo>
                    <a:cubicBezTo>
                      <a:pt x="18" y="0"/>
                      <a:pt x="50" y="117"/>
                      <a:pt x="60" y="115"/>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31" name="Freeform 19"/>
              <p:cNvSpPr/>
              <p:nvPr/>
            </p:nvSpPr>
            <p:spPr>
              <a:xfrm>
                <a:off x="1536" y="1205"/>
                <a:ext cx="126" cy="705"/>
              </a:xfrm>
              <a:custGeom>
                <a:avLst/>
                <a:gdLst/>
                <a:ahLst/>
                <a:cxnLst>
                  <a:cxn ang="0">
                    <a:pos x="0" y="667"/>
                  </a:cxn>
                  <a:cxn ang="0">
                    <a:pos x="36" y="691"/>
                  </a:cxn>
                  <a:cxn ang="0">
                    <a:pos x="60" y="604"/>
                  </a:cxn>
                  <a:cxn ang="0">
                    <a:pos x="72" y="85"/>
                  </a:cxn>
                  <a:cxn ang="0">
                    <a:pos x="126" y="94"/>
                  </a:cxn>
                </a:cxnLst>
                <a:rect l="0" t="0" r="0" b="0"/>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32" name="Freeform 20"/>
              <p:cNvSpPr/>
              <p:nvPr/>
            </p:nvSpPr>
            <p:spPr>
              <a:xfrm>
                <a:off x="1680"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33" name="Freeform 21"/>
              <p:cNvSpPr/>
              <p:nvPr/>
            </p:nvSpPr>
            <p:spPr>
              <a:xfrm>
                <a:off x="1824"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34" name="Freeform 22"/>
              <p:cNvSpPr/>
              <p:nvPr/>
            </p:nvSpPr>
            <p:spPr>
              <a:xfrm>
                <a:off x="1968"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35" name="Freeform 23"/>
              <p:cNvSpPr/>
              <p:nvPr/>
            </p:nvSpPr>
            <p:spPr>
              <a:xfrm>
                <a:off x="2112"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36" name="Freeform 24"/>
              <p:cNvSpPr/>
              <p:nvPr/>
            </p:nvSpPr>
            <p:spPr>
              <a:xfrm>
                <a:off x="2280" y="1878"/>
                <a:ext cx="1" cy="432"/>
              </a:xfrm>
              <a:custGeom>
                <a:avLst/>
                <a:gdLst/>
                <a:ahLst/>
                <a:cxnLst>
                  <a:cxn ang="0">
                    <a:pos x="0" y="0"/>
                  </a:cxn>
                  <a:cxn ang="0">
                    <a:pos x="0" y="432"/>
                  </a:cxn>
                </a:cxnLst>
                <a:rect l="0" t="0" r="0" b="0"/>
                <a:pathLst>
                  <a:path w="1" h="432">
                    <a:moveTo>
                      <a:pt x="0" y="0"/>
                    </a:moveTo>
                    <a:lnTo>
                      <a:pt x="0" y="432"/>
                    </a:ln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37" name="Oval 25"/>
              <p:cNvSpPr/>
              <p:nvPr/>
            </p:nvSpPr>
            <p:spPr>
              <a:xfrm>
                <a:off x="1420" y="2304"/>
                <a:ext cx="68" cy="68"/>
              </a:xfrm>
              <a:prstGeom prst="ellipse">
                <a:avLst/>
              </a:prstGeom>
              <a:noFill/>
              <a:ln w="28575"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12338" name="Oval 26"/>
              <p:cNvSpPr/>
              <p:nvPr/>
            </p:nvSpPr>
            <p:spPr>
              <a:xfrm>
                <a:off x="2256" y="2304"/>
                <a:ext cx="68" cy="68"/>
              </a:xfrm>
              <a:prstGeom prst="ellipse">
                <a:avLst/>
              </a:prstGeom>
              <a:noFill/>
              <a:ln w="28575"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12319" name="Group 7"/>
            <p:cNvGrpSpPr/>
            <p:nvPr/>
          </p:nvGrpSpPr>
          <p:grpSpPr>
            <a:xfrm>
              <a:off x="2402" y="535"/>
              <a:ext cx="904" cy="1220"/>
              <a:chOff x="1420" y="1152"/>
              <a:chExt cx="904" cy="1220"/>
            </a:xfrm>
          </p:grpSpPr>
          <p:sp>
            <p:nvSpPr>
              <p:cNvPr id="12321" name="Freeform 8"/>
              <p:cNvSpPr/>
              <p:nvPr/>
            </p:nvSpPr>
            <p:spPr>
              <a:xfrm>
                <a:off x="1440" y="1152"/>
                <a:ext cx="48" cy="1152"/>
              </a:xfrm>
              <a:custGeom>
                <a:avLst/>
                <a:gdLst/>
                <a:ahLst/>
                <a:cxnLst>
                  <a:cxn ang="0">
                    <a:pos x="5" y="1152"/>
                  </a:cxn>
                  <a:cxn ang="0">
                    <a:pos x="7" y="166"/>
                  </a:cxn>
                  <a:cxn ang="0">
                    <a:pos x="48" y="151"/>
                  </a:cxn>
                </a:cxnLst>
                <a:rect l="0" t="0" r="0" b="0"/>
                <a:pathLst>
                  <a:path w="60" h="880">
                    <a:moveTo>
                      <a:pt x="6" y="880"/>
                    </a:moveTo>
                    <a:cubicBezTo>
                      <a:pt x="6" y="754"/>
                      <a:pt x="0" y="254"/>
                      <a:pt x="9" y="127"/>
                    </a:cubicBezTo>
                    <a:cubicBezTo>
                      <a:pt x="18" y="0"/>
                      <a:pt x="50" y="117"/>
                      <a:pt x="60" y="115"/>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22" name="Freeform 9"/>
              <p:cNvSpPr/>
              <p:nvPr/>
            </p:nvSpPr>
            <p:spPr>
              <a:xfrm>
                <a:off x="1536" y="1205"/>
                <a:ext cx="126" cy="705"/>
              </a:xfrm>
              <a:custGeom>
                <a:avLst/>
                <a:gdLst/>
                <a:ahLst/>
                <a:cxnLst>
                  <a:cxn ang="0">
                    <a:pos x="0" y="667"/>
                  </a:cxn>
                  <a:cxn ang="0">
                    <a:pos x="36" y="691"/>
                  </a:cxn>
                  <a:cxn ang="0">
                    <a:pos x="60" y="604"/>
                  </a:cxn>
                  <a:cxn ang="0">
                    <a:pos x="72" y="85"/>
                  </a:cxn>
                  <a:cxn ang="0">
                    <a:pos x="126" y="94"/>
                  </a:cxn>
                </a:cxnLst>
                <a:rect l="0" t="0" r="0" b="0"/>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23" name="Freeform 10"/>
              <p:cNvSpPr/>
              <p:nvPr/>
            </p:nvSpPr>
            <p:spPr>
              <a:xfrm>
                <a:off x="1680"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24" name="Freeform 11"/>
              <p:cNvSpPr/>
              <p:nvPr/>
            </p:nvSpPr>
            <p:spPr>
              <a:xfrm>
                <a:off x="1824"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25" name="Freeform 12"/>
              <p:cNvSpPr/>
              <p:nvPr/>
            </p:nvSpPr>
            <p:spPr>
              <a:xfrm>
                <a:off x="1968"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26" name="Freeform 13"/>
              <p:cNvSpPr/>
              <p:nvPr/>
            </p:nvSpPr>
            <p:spPr>
              <a:xfrm>
                <a:off x="2112"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27" name="Freeform 14"/>
              <p:cNvSpPr/>
              <p:nvPr/>
            </p:nvSpPr>
            <p:spPr>
              <a:xfrm>
                <a:off x="2280" y="1878"/>
                <a:ext cx="1" cy="432"/>
              </a:xfrm>
              <a:custGeom>
                <a:avLst/>
                <a:gdLst/>
                <a:ahLst/>
                <a:cxnLst>
                  <a:cxn ang="0">
                    <a:pos x="0" y="0"/>
                  </a:cxn>
                  <a:cxn ang="0">
                    <a:pos x="0" y="432"/>
                  </a:cxn>
                </a:cxnLst>
                <a:rect l="0" t="0" r="0" b="0"/>
                <a:pathLst>
                  <a:path w="1" h="432">
                    <a:moveTo>
                      <a:pt x="0" y="0"/>
                    </a:moveTo>
                    <a:lnTo>
                      <a:pt x="0" y="432"/>
                    </a:ln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12328" name="Oval 15"/>
              <p:cNvSpPr/>
              <p:nvPr/>
            </p:nvSpPr>
            <p:spPr>
              <a:xfrm>
                <a:off x="1420" y="2304"/>
                <a:ext cx="68" cy="68"/>
              </a:xfrm>
              <a:prstGeom prst="ellipse">
                <a:avLst/>
              </a:prstGeom>
              <a:noFill/>
              <a:ln w="28575"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12329" name="Oval 16"/>
              <p:cNvSpPr/>
              <p:nvPr/>
            </p:nvSpPr>
            <p:spPr>
              <a:xfrm>
                <a:off x="2256" y="2304"/>
                <a:ext cx="68" cy="68"/>
              </a:xfrm>
              <a:prstGeom prst="ellipse">
                <a:avLst/>
              </a:prstGeom>
              <a:noFill/>
              <a:ln w="28575"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
          <p:nvSpPr>
            <p:cNvPr id="12320" name="Line 50"/>
            <p:cNvSpPr/>
            <p:nvPr/>
          </p:nvSpPr>
          <p:spPr>
            <a:xfrm flipV="1">
              <a:off x="2426" y="1389"/>
              <a:ext cx="0" cy="272"/>
            </a:xfrm>
            <a:prstGeom prst="line">
              <a:avLst/>
            </a:prstGeom>
            <a:ln w="38100" cap="flat" cmpd="sng">
              <a:solidFill>
                <a:srgbClr val="FF33CC"/>
              </a:solidFill>
              <a:prstDash val="solid"/>
              <a:headEnd type="none" w="med" len="med"/>
              <a:tailEnd type="triangle" w="med" len="med"/>
            </a:ln>
          </p:spPr>
        </p:sp>
      </p:grpSp>
      <p:grpSp>
        <p:nvGrpSpPr>
          <p:cNvPr id="12294" name="Group 77"/>
          <p:cNvGrpSpPr/>
          <p:nvPr/>
        </p:nvGrpSpPr>
        <p:grpSpPr>
          <a:xfrm>
            <a:off x="6588125" y="6446838"/>
            <a:ext cx="792163" cy="366712"/>
            <a:chOff x="4649" y="4020"/>
            <a:chExt cx="499" cy="231"/>
          </a:xfrm>
        </p:grpSpPr>
        <p:pic>
          <p:nvPicPr>
            <p:cNvPr id="12297" name="Picture 78"/>
            <p:cNvPicPr>
              <a:picLocks noChangeAspect="1"/>
            </p:cNvPicPr>
            <p:nvPr/>
          </p:nvPicPr>
          <p:blipFill>
            <a:blip r:embed="rId2"/>
            <a:stretch>
              <a:fillRect/>
            </a:stretch>
          </p:blipFill>
          <p:spPr>
            <a:xfrm>
              <a:off x="4649" y="4066"/>
              <a:ext cx="499" cy="181"/>
            </a:xfrm>
            <a:prstGeom prst="rect">
              <a:avLst/>
            </a:prstGeom>
            <a:noFill/>
            <a:ln w="9525">
              <a:noFill/>
            </a:ln>
          </p:spPr>
        </p:pic>
        <p:sp>
          <p:nvSpPr>
            <p:cNvPr id="12298" name="Text Box 79">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
        <p:nvSpPr>
          <p:cNvPr id="12295" name="文本框 56"/>
          <p:cNvSpPr txBox="1"/>
          <p:nvPr/>
        </p:nvSpPr>
        <p:spPr>
          <a:xfrm>
            <a:off x="581025" y="4967288"/>
            <a:ext cx="7699375" cy="954087"/>
          </a:xfrm>
          <a:prstGeom prst="rect">
            <a:avLst/>
          </a:prstGeom>
          <a:noFill/>
          <a:ln w="9525">
            <a:noFill/>
          </a:ln>
        </p:spPr>
        <p:txBody>
          <a:bodyPr>
            <a:spAutoFit/>
          </a:bodyPr>
          <a:lstStyle/>
          <a:p>
            <a:pPr eaLnBrk="1" hangingPunct="1">
              <a:buNone/>
            </a:pPr>
            <a:r>
              <a:rPr lang="zh-CN" altLang="en-US" dirty="0">
                <a:solidFill>
                  <a:srgbClr val="FF0000"/>
                </a:solidFill>
                <a:latin typeface="隶书" panose="02010509060101010101" pitchFamily="49" charset="-122"/>
                <a:ea typeface="隶书" panose="02010509060101010101" pitchFamily="49" charset="-122"/>
              </a:rPr>
              <a:t>耦合电感元件</a:t>
            </a:r>
            <a:r>
              <a:rPr lang="zh-CN" altLang="en-US" dirty="0">
                <a:latin typeface="隶书" panose="02010509060101010101" pitchFamily="49" charset="-122"/>
                <a:ea typeface="隶书" panose="02010509060101010101" pitchFamily="49" charset="-122"/>
              </a:rPr>
              <a:t>：指由两个或两个以上相互有磁链联系的电感构成的耦合元件</a:t>
            </a:r>
          </a:p>
        </p:txBody>
      </p:sp>
      <p:sp>
        <p:nvSpPr>
          <p:cNvPr id="12296" name="文本框 58"/>
          <p:cNvSpPr txBox="1"/>
          <p:nvPr/>
        </p:nvSpPr>
        <p:spPr>
          <a:xfrm>
            <a:off x="374650" y="654050"/>
            <a:ext cx="4645025" cy="539750"/>
          </a:xfrm>
          <a:prstGeom prst="rect">
            <a:avLst/>
          </a:prstGeom>
          <a:noFill/>
          <a:ln w="9525">
            <a:noFill/>
          </a:ln>
        </p:spPr>
        <p:txBody>
          <a:bodyPr>
            <a:spAutoFit/>
          </a:bodyPr>
          <a:lstStyle/>
          <a:p>
            <a:pPr>
              <a:lnSpc>
                <a:spcPct val="120000"/>
              </a:lnSpc>
              <a:buNone/>
            </a:pPr>
            <a:r>
              <a:rPr lang="zh-CN" altLang="en-US" b="1" dirty="0">
                <a:latin typeface="楷体" panose="02010609060101010101" pitchFamily="49" charset="-122"/>
                <a:ea typeface="楷体" panose="02010609060101010101" pitchFamily="49" charset="-122"/>
              </a:rPr>
              <a:t>二、互感</a:t>
            </a:r>
            <a:endParaRPr lang="en-US" altLang="zh-CN" b="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
                                        </p:tgtEl>
                                        <p:attrNameLst>
                                          <p:attrName>style.visibility</p:attrName>
                                        </p:attrNameLst>
                                      </p:cBhvr>
                                      <p:to>
                                        <p:strVal val="visible"/>
                                      </p:to>
                                    </p:set>
                                    <p:animEffect transition="in" filter="wipe(left)">
                                      <p:cBhvr>
                                        <p:cTn id="12" dur="1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p:nvPr/>
        </p:nvSpPr>
        <p:spPr>
          <a:xfrm>
            <a:off x="723900" y="428625"/>
            <a:ext cx="5408613" cy="579438"/>
          </a:xfrm>
          <a:prstGeom prst="rect">
            <a:avLst/>
          </a:prstGeom>
          <a:noFill/>
          <a:ln w="31750">
            <a:noFill/>
          </a:ln>
        </p:spPr>
        <p:txBody>
          <a:bodyPr>
            <a:spAutoFit/>
          </a:bodyPr>
          <a:lstStyle/>
          <a:p>
            <a:pPr eaLnBrk="1" hangingPunct="1">
              <a:buNone/>
            </a:pPr>
            <a:r>
              <a:rPr lang="zh-CN" altLang="en-US" sz="3200" dirty="0">
                <a:latin typeface="楷体_GB2312" pitchFamily="49" charset="-122"/>
                <a:ea typeface="隶书" panose="02010509060101010101" pitchFamily="49" charset="-122"/>
              </a:rPr>
              <a:t>三、互磁通与互磁链</a:t>
            </a:r>
            <a:r>
              <a:rPr lang="en-US" altLang="zh-CN" sz="3200" dirty="0">
                <a:latin typeface="楷体_GB2312" pitchFamily="49" charset="-122"/>
                <a:ea typeface="隶书" panose="02010509060101010101" pitchFamily="49" charset="-122"/>
              </a:rPr>
              <a:t>:</a:t>
            </a:r>
          </a:p>
        </p:txBody>
      </p:sp>
      <p:sp>
        <p:nvSpPr>
          <p:cNvPr id="6" name="Rectangle 6"/>
          <p:cNvSpPr/>
          <p:nvPr/>
        </p:nvSpPr>
        <p:spPr>
          <a:xfrm>
            <a:off x="827088" y="989013"/>
            <a:ext cx="8026400" cy="1384300"/>
          </a:xfrm>
          <a:prstGeom prst="rect">
            <a:avLst/>
          </a:prstGeom>
          <a:noFill/>
          <a:ln w="31750">
            <a:noFill/>
          </a:ln>
        </p:spPr>
        <p:txBody>
          <a:bodyPr anchor="ctr" anchorCtr="0">
            <a:spAutoFit/>
          </a:bodyPr>
          <a:lstStyle/>
          <a:p>
            <a:pPr eaLnBrk="1" hangingPunct="1">
              <a:buNone/>
            </a:pPr>
            <a:r>
              <a:rPr lang="zh-CN" altLang="en-US" dirty="0">
                <a:solidFill>
                  <a:srgbClr val="000000"/>
                </a:solidFill>
                <a:latin typeface="Times New Roman" panose="02020603050405020304" pitchFamily="18" charset="0"/>
                <a:ea typeface="隶书" panose="02010509060101010101" pitchFamily="49" charset="-122"/>
              </a:rPr>
              <a:t>      </a:t>
            </a:r>
            <a:r>
              <a:rPr lang="zh-CN" altLang="en-US" dirty="0">
                <a:latin typeface="Times New Roman" panose="02020603050405020304" pitchFamily="18" charset="0"/>
                <a:ea typeface="隶书" panose="02010509060101010101" pitchFamily="49" charset="-122"/>
              </a:rPr>
              <a:t>线圈</a:t>
            </a:r>
            <a:r>
              <a:rPr lang="en-US" altLang="zh-CN" dirty="0">
                <a:latin typeface="Times New Roman" panose="02020603050405020304" pitchFamily="18" charset="0"/>
                <a:ea typeface="隶书" panose="02010509060101010101" pitchFamily="49" charset="-122"/>
              </a:rPr>
              <a:t>1</a:t>
            </a:r>
            <a:r>
              <a:rPr lang="zh-CN" altLang="en-US" dirty="0">
                <a:latin typeface="Times New Roman" panose="02020603050405020304" pitchFamily="18" charset="0"/>
                <a:ea typeface="隶书" panose="02010509060101010101" pitchFamily="49" charset="-122"/>
              </a:rPr>
              <a:t>（</a:t>
            </a:r>
            <a:r>
              <a:rPr lang="en-US" altLang="zh-CN" dirty="0">
                <a:latin typeface="Times New Roman" panose="02020603050405020304" pitchFamily="18" charset="0"/>
                <a:ea typeface="隶书" panose="02010509060101010101" pitchFamily="49" charset="-122"/>
              </a:rPr>
              <a:t>2</a:t>
            </a:r>
            <a:r>
              <a:rPr lang="zh-CN" altLang="en-US" dirty="0">
                <a:latin typeface="Times New Roman" panose="02020603050405020304" pitchFamily="18" charset="0"/>
                <a:ea typeface="隶书" panose="02010509060101010101" pitchFamily="49" charset="-122"/>
              </a:rPr>
              <a:t>）中电流在线圈</a:t>
            </a:r>
            <a:r>
              <a:rPr lang="en-US" altLang="zh-CN" dirty="0">
                <a:latin typeface="Times New Roman" panose="02020603050405020304" pitchFamily="18" charset="0"/>
                <a:ea typeface="隶书" panose="02010509060101010101" pitchFamily="49" charset="-122"/>
              </a:rPr>
              <a:t>2</a:t>
            </a:r>
            <a:r>
              <a:rPr lang="zh-CN" altLang="en-US" dirty="0">
                <a:latin typeface="Times New Roman" panose="02020603050405020304" pitchFamily="18" charset="0"/>
                <a:ea typeface="隶书" panose="02010509060101010101" pitchFamily="49" charset="-122"/>
              </a:rPr>
              <a:t>（</a:t>
            </a:r>
            <a:r>
              <a:rPr lang="en-US" altLang="zh-CN" dirty="0">
                <a:latin typeface="Times New Roman" panose="02020603050405020304" pitchFamily="18" charset="0"/>
                <a:ea typeface="隶书" panose="02010509060101010101" pitchFamily="49" charset="-122"/>
              </a:rPr>
              <a:t>1</a:t>
            </a:r>
            <a:r>
              <a:rPr lang="zh-CN" altLang="en-US" dirty="0">
                <a:latin typeface="Times New Roman" panose="02020603050405020304" pitchFamily="18" charset="0"/>
                <a:ea typeface="隶书" panose="02010509060101010101" pitchFamily="49" charset="-122"/>
              </a:rPr>
              <a:t>）中产生的磁通（链）为互磁通（链），如：</a:t>
            </a:r>
            <a:r>
              <a:rPr lang="en-US" altLang="zh-CN" dirty="0">
                <a:latin typeface="Times New Roman" panose="02020603050405020304" pitchFamily="18" charset="0"/>
                <a:ea typeface="隶书" panose="02010509060101010101" pitchFamily="49" charset="-122"/>
                <a:sym typeface="Symbol" panose="05050102010706020507" pitchFamily="18" charset="2"/>
              </a:rPr>
              <a:t> </a:t>
            </a:r>
            <a:r>
              <a:rPr lang="en-US" altLang="zh-CN" baseline="-25000" dirty="0">
                <a:latin typeface="Times New Roman" panose="02020603050405020304" pitchFamily="18" charset="0"/>
                <a:ea typeface="隶书" panose="02010509060101010101" pitchFamily="49" charset="-122"/>
                <a:sym typeface="Symbol" panose="05050102010706020507" pitchFamily="18" charset="2"/>
              </a:rPr>
              <a:t>21</a:t>
            </a:r>
            <a:r>
              <a:rPr lang="zh-CN" altLang="en-US" dirty="0">
                <a:latin typeface="Times New Roman" panose="02020603050405020304" pitchFamily="18" charset="0"/>
                <a:ea typeface="隶书" panose="02010509060101010101" pitchFamily="49" charset="-122"/>
              </a:rPr>
              <a:t>，</a:t>
            </a:r>
            <a:r>
              <a:rPr lang="en-US" altLang="zh-CN" dirty="0">
                <a:latin typeface="Times New Roman" panose="02020603050405020304" pitchFamily="18" charset="0"/>
                <a:ea typeface="隶书" panose="02010509060101010101" pitchFamily="49" charset="-122"/>
                <a:sym typeface="Symbol" panose="05050102010706020507" pitchFamily="18" charset="2"/>
              </a:rPr>
              <a:t>  </a:t>
            </a:r>
            <a:r>
              <a:rPr lang="en-US" altLang="zh-CN" baseline="-25000" dirty="0">
                <a:latin typeface="Times New Roman" panose="02020603050405020304" pitchFamily="18" charset="0"/>
                <a:ea typeface="隶书" panose="02010509060101010101" pitchFamily="49" charset="-122"/>
                <a:sym typeface="Symbol" panose="05050102010706020507" pitchFamily="18" charset="2"/>
              </a:rPr>
              <a:t>12</a:t>
            </a:r>
            <a:r>
              <a:rPr lang="zh-CN" altLang="en-US" dirty="0">
                <a:latin typeface="Times New Roman" panose="02020603050405020304" pitchFamily="18" charset="0"/>
                <a:ea typeface="隶书" panose="02010509060101010101" pitchFamily="49" charset="-122"/>
              </a:rPr>
              <a:t>，</a:t>
            </a:r>
            <a:r>
              <a:rPr lang="zh-CN" altLang="en-US" dirty="0">
                <a:latin typeface="Times New Roman" panose="02020603050405020304" pitchFamily="18" charset="0"/>
                <a:ea typeface="隶书" panose="02010509060101010101" pitchFamily="49" charset="-122"/>
                <a:sym typeface="Symbol" panose="05050102010706020507" pitchFamily="18" charset="2"/>
              </a:rPr>
              <a:t> </a:t>
            </a:r>
            <a:r>
              <a:rPr lang="en-US" altLang="zh-CN" baseline="-25000" dirty="0">
                <a:latin typeface="Times New Roman" panose="02020603050405020304" pitchFamily="18" charset="0"/>
                <a:ea typeface="隶书" panose="02010509060101010101" pitchFamily="49" charset="-122"/>
              </a:rPr>
              <a:t>21</a:t>
            </a:r>
            <a:r>
              <a:rPr lang="en-US" altLang="zh-CN" dirty="0">
                <a:latin typeface="Times New Roman" panose="02020603050405020304" pitchFamily="18" charset="0"/>
                <a:ea typeface="隶书" panose="02010509060101010101" pitchFamily="49" charset="-122"/>
                <a:sym typeface="Symbol" panose="05050102010706020507" pitchFamily="18" charset="2"/>
              </a:rPr>
              <a:t> </a:t>
            </a:r>
            <a:r>
              <a:rPr lang="zh-CN" altLang="en-US" dirty="0">
                <a:latin typeface="Times New Roman" panose="02020603050405020304" pitchFamily="18" charset="0"/>
                <a:ea typeface="隶书" panose="02010509060101010101" pitchFamily="49" charset="-122"/>
                <a:sym typeface="Symbol" panose="05050102010706020507" pitchFamily="18" charset="2"/>
              </a:rPr>
              <a:t>， </a:t>
            </a:r>
            <a:r>
              <a:rPr lang="en-US" altLang="zh-CN" baseline="-25000" dirty="0">
                <a:latin typeface="Times New Roman" panose="02020603050405020304" pitchFamily="18" charset="0"/>
                <a:ea typeface="隶书" panose="02010509060101010101" pitchFamily="49" charset="-122"/>
              </a:rPr>
              <a:t>12.</a:t>
            </a:r>
            <a:endParaRPr lang="zh-CN" altLang="en-US" dirty="0">
              <a:latin typeface="Times New Roman" panose="02020603050405020304" pitchFamily="18" charset="0"/>
              <a:ea typeface="隶书" panose="02010509060101010101" pitchFamily="49" charset="-122"/>
            </a:endParaRPr>
          </a:p>
        </p:txBody>
      </p:sp>
      <p:pic>
        <p:nvPicPr>
          <p:cNvPr id="13316" name="图片 7"/>
          <p:cNvPicPr>
            <a:picLocks noChangeAspect="1"/>
          </p:cNvPicPr>
          <p:nvPr/>
        </p:nvPicPr>
        <p:blipFill>
          <a:blip r:embed="rId2"/>
          <a:stretch>
            <a:fillRect/>
          </a:stretch>
        </p:blipFill>
        <p:spPr>
          <a:xfrm>
            <a:off x="2555875" y="2274888"/>
            <a:ext cx="4562475" cy="2968625"/>
          </a:xfrm>
          <a:prstGeom prst="rect">
            <a:avLst/>
          </a:prstGeom>
          <a:noFill/>
          <a:ln w="9525">
            <a:noFill/>
          </a:ln>
        </p:spPr>
      </p:pic>
      <p:pic>
        <p:nvPicPr>
          <p:cNvPr id="13317" name="图片 9"/>
          <p:cNvPicPr>
            <a:picLocks noChangeAspect="1"/>
          </p:cNvPicPr>
          <p:nvPr/>
        </p:nvPicPr>
        <p:blipFill>
          <a:blip r:embed="rId3"/>
          <a:stretch>
            <a:fillRect/>
          </a:stretch>
        </p:blipFill>
        <p:spPr>
          <a:xfrm>
            <a:off x="1908175" y="5724525"/>
            <a:ext cx="2152650" cy="704850"/>
          </a:xfrm>
          <a:prstGeom prst="rect">
            <a:avLst/>
          </a:prstGeom>
          <a:noFill/>
          <a:ln w="9525">
            <a:noFill/>
          </a:ln>
        </p:spPr>
      </p:pic>
      <p:pic>
        <p:nvPicPr>
          <p:cNvPr id="13318" name="图片 11"/>
          <p:cNvPicPr>
            <a:picLocks noChangeAspect="1"/>
          </p:cNvPicPr>
          <p:nvPr/>
        </p:nvPicPr>
        <p:blipFill>
          <a:blip r:embed="rId4"/>
          <a:stretch>
            <a:fillRect/>
          </a:stretch>
        </p:blipFill>
        <p:spPr>
          <a:xfrm>
            <a:off x="4837113" y="5843588"/>
            <a:ext cx="3082925" cy="5857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p:nvPr/>
        </p:nvSpPr>
        <p:spPr>
          <a:xfrm>
            <a:off x="723900" y="428625"/>
            <a:ext cx="5408613" cy="579438"/>
          </a:xfrm>
          <a:prstGeom prst="rect">
            <a:avLst/>
          </a:prstGeom>
          <a:noFill/>
          <a:ln w="31750">
            <a:noFill/>
          </a:ln>
        </p:spPr>
        <p:txBody>
          <a:bodyPr>
            <a:spAutoFit/>
          </a:bodyPr>
          <a:lstStyle/>
          <a:p>
            <a:pPr eaLnBrk="1" hangingPunct="1">
              <a:buNone/>
            </a:pPr>
            <a:r>
              <a:rPr lang="zh-CN" altLang="en-US" sz="3200" dirty="0">
                <a:latin typeface="楷体_GB2312" pitchFamily="49" charset="-122"/>
                <a:ea typeface="隶书" panose="02010509060101010101" pitchFamily="49" charset="-122"/>
              </a:rPr>
              <a:t>四、</a:t>
            </a:r>
            <a:endParaRPr lang="en-US" altLang="zh-CN" sz="3200" dirty="0">
              <a:latin typeface="楷体_GB2312" pitchFamily="49" charset="-122"/>
              <a:ea typeface="隶书" panose="02010509060101010101" pitchFamily="49" charset="-122"/>
            </a:endParaRPr>
          </a:p>
        </p:txBody>
      </p:sp>
      <p:sp>
        <p:nvSpPr>
          <p:cNvPr id="3" name="Rectangle 2"/>
          <p:cNvSpPr txBox="1"/>
          <p:nvPr/>
        </p:nvSpPr>
        <p:spPr>
          <a:xfrm>
            <a:off x="276225" y="917575"/>
            <a:ext cx="7891463" cy="2057400"/>
          </a:xfrm>
          <a:prstGeom prst="rect">
            <a:avLst/>
          </a:prstGeom>
          <a:noFill/>
          <a:ln w="9525">
            <a:noFill/>
          </a:ln>
        </p:spPr>
        <p:txBody>
          <a:bodyPr>
            <a:spAutoFit/>
          </a:bodyPr>
          <a:lstStyle/>
          <a:p>
            <a:pPr marL="342900" indent="-342900" algn="just" eaLnBrk="1" hangingPunct="1">
              <a:lnSpc>
                <a:spcPct val="110000"/>
              </a:lnSpc>
              <a:spcBef>
                <a:spcPct val="20000"/>
              </a:spcBef>
              <a:buFont typeface="Wingdings" panose="05000000000000000000" pitchFamily="2" charset="2"/>
              <a:buNone/>
            </a:pPr>
            <a:r>
              <a:rPr lang="zh-CN" altLang="en-US" b="1" dirty="0">
                <a:latin typeface="Arial" panose="020B0604020202020204" pitchFamily="34" charset="0"/>
                <a:ea typeface="隶书" panose="02010509060101010101" pitchFamily="49" charset="-122"/>
              </a:rPr>
              <a:t>         互磁链</a:t>
            </a:r>
            <a:r>
              <a:rPr lang="zh-CN" altLang="en-US" b="1" dirty="0">
                <a:latin typeface="Arial" panose="020B0604020202020204" pitchFamily="34" charset="0"/>
                <a:ea typeface="隶书" panose="02010509060101010101" pitchFamily="49" charset="-122"/>
                <a:sym typeface="Symbol" panose="05050102010706020507" pitchFamily="18" charset="2"/>
              </a:rPr>
              <a:t></a:t>
            </a:r>
            <a:r>
              <a:rPr lang="zh-CN" altLang="en-US" b="1" baseline="-26000" dirty="0">
                <a:latin typeface="Arial" panose="020B0604020202020204" pitchFamily="34" charset="0"/>
                <a:ea typeface="隶书" panose="02010509060101010101" pitchFamily="49" charset="-122"/>
                <a:sym typeface="Symbol" panose="05050102010706020507" pitchFamily="18" charset="2"/>
              </a:rPr>
              <a:t>21</a:t>
            </a:r>
            <a:r>
              <a:rPr lang="zh-CN" altLang="en-US" b="1" dirty="0">
                <a:latin typeface="Arial" panose="020B0604020202020204" pitchFamily="34" charset="0"/>
                <a:ea typeface="隶书" panose="02010509060101010101" pitchFamily="49" charset="-122"/>
              </a:rPr>
              <a:t>与</a:t>
            </a:r>
            <a:r>
              <a:rPr lang="zh-CN" altLang="zh-CN" b="1" i="1" dirty="0">
                <a:latin typeface="Arial" panose="020B0604020202020204" pitchFamily="34" charset="0"/>
                <a:ea typeface="隶书" panose="02010509060101010101" pitchFamily="49" charset="-122"/>
              </a:rPr>
              <a:t>i</a:t>
            </a:r>
            <a:r>
              <a:rPr lang="zh-CN" altLang="en-US" b="1" baseline="-26000" dirty="0">
                <a:latin typeface="Arial" panose="020B0604020202020204" pitchFamily="34" charset="0"/>
                <a:ea typeface="隶书" panose="02010509060101010101" pitchFamily="49" charset="-122"/>
                <a:sym typeface="Symbol" panose="05050102010706020507" pitchFamily="18" charset="2"/>
              </a:rPr>
              <a:t>1</a:t>
            </a:r>
            <a:r>
              <a:rPr lang="zh-CN" altLang="en-US" b="1" dirty="0">
                <a:latin typeface="Arial" panose="020B0604020202020204" pitchFamily="34" charset="0"/>
                <a:ea typeface="隶书" panose="02010509060101010101" pitchFamily="49" charset="-122"/>
              </a:rPr>
              <a:t>之比称为线圈1对线圈2的互感系数</a:t>
            </a:r>
            <a:r>
              <a:rPr lang="en-US" altLang="zh-CN" b="1" dirty="0">
                <a:latin typeface="Arial" panose="020B0604020202020204" pitchFamily="34" charset="0"/>
                <a:ea typeface="隶书" panose="02010509060101010101" pitchFamily="49" charset="-122"/>
              </a:rPr>
              <a:t>M</a:t>
            </a:r>
            <a:r>
              <a:rPr lang="zh-CN" altLang="en-US" b="1" baseline="-24000" dirty="0">
                <a:latin typeface="Arial" panose="020B0604020202020204" pitchFamily="34" charset="0"/>
                <a:ea typeface="隶书" panose="02010509060101010101" pitchFamily="49" charset="-122"/>
                <a:sym typeface="Symbol" panose="05050102010706020507" pitchFamily="18" charset="2"/>
              </a:rPr>
              <a:t>21</a:t>
            </a:r>
            <a:r>
              <a:rPr lang="en-US" altLang="zh-CN" b="1" dirty="0">
                <a:latin typeface="Arial" panose="020B0604020202020204" pitchFamily="34" charset="0"/>
                <a:ea typeface="隶书" panose="02010509060101010101" pitchFamily="49" charset="-122"/>
              </a:rPr>
              <a:t>，</a:t>
            </a:r>
            <a:r>
              <a:rPr lang="zh-CN" altLang="en-US" b="1" dirty="0">
                <a:latin typeface="Arial" panose="020B0604020202020204" pitchFamily="34" charset="0"/>
                <a:ea typeface="隶书" panose="02010509060101010101" pitchFamily="49" charset="-122"/>
              </a:rPr>
              <a:t>简称互感，单位为享（</a:t>
            </a:r>
            <a:r>
              <a:rPr lang="en-US" altLang="zh-CN" b="1" dirty="0">
                <a:latin typeface="Arial" panose="020B0604020202020204" pitchFamily="34" charset="0"/>
                <a:ea typeface="隶书" panose="02010509060101010101" pitchFamily="49" charset="-122"/>
              </a:rPr>
              <a:t>H）;</a:t>
            </a:r>
          </a:p>
          <a:p>
            <a:pPr marL="342900" indent="-342900" algn="just" eaLnBrk="1" hangingPunct="1">
              <a:lnSpc>
                <a:spcPct val="110000"/>
              </a:lnSpc>
              <a:spcBef>
                <a:spcPct val="20000"/>
              </a:spcBef>
              <a:buFont typeface="Wingdings" panose="05000000000000000000" pitchFamily="2" charset="2"/>
              <a:buNone/>
            </a:pPr>
            <a:r>
              <a:rPr lang="zh-CN" altLang="en-US" b="1" dirty="0">
                <a:latin typeface="Arial" panose="020B0604020202020204" pitchFamily="34" charset="0"/>
                <a:ea typeface="隶书" panose="02010509060101010101" pitchFamily="49" charset="-122"/>
              </a:rPr>
              <a:t>          互磁链</a:t>
            </a:r>
            <a:r>
              <a:rPr lang="zh-CN" altLang="en-US" b="1" dirty="0">
                <a:latin typeface="Arial" panose="020B0604020202020204" pitchFamily="34" charset="0"/>
                <a:ea typeface="隶书" panose="02010509060101010101" pitchFamily="49" charset="-122"/>
                <a:sym typeface="Symbol" panose="05050102010706020507" pitchFamily="18" charset="2"/>
              </a:rPr>
              <a:t></a:t>
            </a:r>
            <a:r>
              <a:rPr lang="en-US" altLang="zh-CN" b="1" baseline="-26000" dirty="0">
                <a:latin typeface="Arial" panose="020B0604020202020204" pitchFamily="34" charset="0"/>
                <a:ea typeface="隶书" panose="02010509060101010101" pitchFamily="49" charset="-122"/>
                <a:sym typeface="Symbol" panose="05050102010706020507" pitchFamily="18" charset="2"/>
              </a:rPr>
              <a:t>12</a:t>
            </a:r>
            <a:r>
              <a:rPr lang="zh-CN" altLang="en-US" b="1" dirty="0">
                <a:latin typeface="Arial" panose="020B0604020202020204" pitchFamily="34" charset="0"/>
                <a:ea typeface="隶书" panose="02010509060101010101" pitchFamily="49" charset="-122"/>
              </a:rPr>
              <a:t>与</a:t>
            </a:r>
            <a:r>
              <a:rPr lang="zh-CN" altLang="zh-CN" b="1" i="1" dirty="0">
                <a:latin typeface="Arial" panose="020B0604020202020204" pitchFamily="34" charset="0"/>
                <a:ea typeface="隶书" panose="02010509060101010101" pitchFamily="49" charset="-122"/>
              </a:rPr>
              <a:t>i</a:t>
            </a:r>
            <a:r>
              <a:rPr lang="zh-CN" altLang="en-US" b="1" baseline="-26000" dirty="0">
                <a:latin typeface="Arial" panose="020B0604020202020204" pitchFamily="34" charset="0"/>
                <a:ea typeface="隶书" panose="02010509060101010101" pitchFamily="49" charset="-122"/>
                <a:sym typeface="Symbol" panose="05050102010706020507" pitchFamily="18" charset="2"/>
              </a:rPr>
              <a:t>2</a:t>
            </a:r>
            <a:r>
              <a:rPr lang="zh-CN" altLang="en-US" b="1" dirty="0">
                <a:latin typeface="Arial" panose="020B0604020202020204" pitchFamily="34" charset="0"/>
                <a:ea typeface="隶书" panose="02010509060101010101" pitchFamily="49" charset="-122"/>
              </a:rPr>
              <a:t>之比称为线圈2对线圈1的互感</a:t>
            </a:r>
            <a:r>
              <a:rPr lang="en-US" altLang="zh-CN" b="1" dirty="0">
                <a:latin typeface="Arial" panose="020B0604020202020204" pitchFamily="34" charset="0"/>
                <a:ea typeface="隶书" panose="02010509060101010101" pitchFamily="49" charset="-122"/>
              </a:rPr>
              <a:t>M</a:t>
            </a:r>
            <a:r>
              <a:rPr lang="zh-CN" altLang="en-US" b="1" baseline="-24000" dirty="0">
                <a:latin typeface="Arial" panose="020B0604020202020204" pitchFamily="34" charset="0"/>
                <a:ea typeface="隶书" panose="02010509060101010101" pitchFamily="49" charset="-122"/>
                <a:sym typeface="Symbol" panose="05050102010706020507" pitchFamily="18" charset="2"/>
              </a:rPr>
              <a:t>12</a:t>
            </a:r>
            <a:r>
              <a:rPr lang="zh-CN" altLang="en-US" b="1" dirty="0">
                <a:latin typeface="Arial" panose="020B0604020202020204" pitchFamily="34" charset="0"/>
                <a:ea typeface="隶书" panose="02010509060101010101" pitchFamily="49" charset="-122"/>
              </a:rPr>
              <a:t>。</a:t>
            </a:r>
            <a:r>
              <a:rPr lang="en-US" altLang="zh-CN" b="1" dirty="0">
                <a:latin typeface="Arial" panose="020B0604020202020204" pitchFamily="34" charset="0"/>
                <a:ea typeface="隶书" panose="02010509060101010101" pitchFamily="49" charset="-122"/>
              </a:rPr>
              <a:t> </a:t>
            </a:r>
          </a:p>
        </p:txBody>
      </p:sp>
      <p:sp>
        <p:nvSpPr>
          <p:cNvPr id="5" name="Text Box 5"/>
          <p:cNvSpPr txBox="1"/>
          <p:nvPr/>
        </p:nvSpPr>
        <p:spPr>
          <a:xfrm>
            <a:off x="276225" y="3679825"/>
            <a:ext cx="8112125" cy="1150938"/>
          </a:xfrm>
          <a:prstGeom prst="rect">
            <a:avLst/>
          </a:prstGeom>
          <a:noFill/>
          <a:ln w="19050">
            <a:noFill/>
          </a:ln>
        </p:spPr>
        <p:txBody>
          <a:bodyPr lIns="162000">
            <a:spAutoFit/>
          </a:bodyPr>
          <a:lstStyle/>
          <a:p>
            <a:pPr marL="342900" indent="-342900" eaLnBrk="1" hangingPunct="1">
              <a:lnSpc>
                <a:spcPct val="120000"/>
              </a:lnSpc>
              <a:spcBef>
                <a:spcPct val="50000"/>
              </a:spcBef>
              <a:buNone/>
            </a:pPr>
            <a:r>
              <a:rPr lang="zh-CN" altLang="en-US" sz="3200" dirty="0">
                <a:latin typeface="Times New Roman" panose="02020603050405020304" pitchFamily="18" charset="0"/>
                <a:ea typeface="隶书" panose="02010509060101010101" pitchFamily="49" charset="-122"/>
                <a:sym typeface="Wingdings 2" panose="05020102010507070707" pitchFamily="18" charset="2"/>
              </a:rPr>
              <a:t> </a:t>
            </a:r>
            <a:r>
              <a:rPr lang="en-US" altLang="zh-CN" i="1" dirty="0">
                <a:latin typeface="Times New Roman" panose="02020603050405020304" pitchFamily="18" charset="0"/>
                <a:ea typeface="隶书" panose="02010509060101010101" pitchFamily="49" charset="-122"/>
              </a:rPr>
              <a:t>M</a:t>
            </a:r>
            <a:r>
              <a:rPr lang="zh-CN" altLang="en-US" dirty="0">
                <a:latin typeface="Times New Roman" panose="02020603050405020304" pitchFamily="18" charset="0"/>
                <a:ea typeface="隶书" panose="02010509060101010101" pitchFamily="49" charset="-122"/>
              </a:rPr>
              <a:t>值与线圈的形状、几何位置、空间媒质有关，与线圈中的电流无关，满足</a:t>
            </a:r>
            <a:r>
              <a:rPr lang="en-US" altLang="zh-CN" i="1" dirty="0">
                <a:latin typeface="Times New Roman" panose="02020603050405020304" pitchFamily="18" charset="0"/>
                <a:ea typeface="隶书" panose="02010509060101010101" pitchFamily="49" charset="-122"/>
              </a:rPr>
              <a:t>M</a:t>
            </a:r>
            <a:r>
              <a:rPr lang="en-US" altLang="zh-CN" baseline="-25000" dirty="0">
                <a:latin typeface="Times New Roman" panose="02020603050405020304" pitchFamily="18" charset="0"/>
                <a:ea typeface="隶书" panose="02010509060101010101" pitchFamily="49" charset="-122"/>
              </a:rPr>
              <a:t>12</a:t>
            </a:r>
            <a:r>
              <a:rPr lang="en-US" altLang="zh-CN" i="1" dirty="0">
                <a:latin typeface="Times New Roman" panose="02020603050405020304" pitchFamily="18" charset="0"/>
                <a:ea typeface="隶书" panose="02010509060101010101" pitchFamily="49" charset="-122"/>
              </a:rPr>
              <a:t>=M</a:t>
            </a:r>
            <a:r>
              <a:rPr lang="en-US" altLang="zh-CN" baseline="-25000" dirty="0">
                <a:latin typeface="Times New Roman" panose="02020603050405020304" pitchFamily="18" charset="0"/>
                <a:ea typeface="隶书" panose="02010509060101010101" pitchFamily="49" charset="-122"/>
              </a:rPr>
              <a:t>21</a:t>
            </a:r>
          </a:p>
        </p:txBody>
      </p:sp>
      <p:sp>
        <p:nvSpPr>
          <p:cNvPr id="6" name="Text Box 6"/>
          <p:cNvSpPr txBox="1"/>
          <p:nvPr/>
        </p:nvSpPr>
        <p:spPr>
          <a:xfrm>
            <a:off x="279400" y="4854575"/>
            <a:ext cx="6480175" cy="519113"/>
          </a:xfrm>
          <a:prstGeom prst="rect">
            <a:avLst/>
          </a:prstGeom>
          <a:noFill/>
          <a:ln w="19050">
            <a:noFill/>
          </a:ln>
        </p:spPr>
        <p:txBody>
          <a:bodyPr lIns="162000">
            <a:spAutoFit/>
          </a:bodyPr>
          <a:lstStyle/>
          <a:p>
            <a:pPr marL="342900" indent="-342900" eaLnBrk="1" hangingPunct="1">
              <a:spcBef>
                <a:spcPct val="50000"/>
              </a:spcBef>
              <a:buAutoNum type="circleNumDbPlain" startAt="2"/>
            </a:pPr>
            <a:r>
              <a:rPr lang="zh-CN" altLang="en-US" dirty="0">
                <a:latin typeface="Times New Roman" panose="02020603050405020304" pitchFamily="18" charset="0"/>
                <a:ea typeface="隶书" panose="02010509060101010101" pitchFamily="49" charset="-122"/>
              </a:rPr>
              <a:t> </a:t>
            </a:r>
            <a:r>
              <a:rPr lang="en-US" altLang="zh-CN" i="1" dirty="0">
                <a:latin typeface="Times New Roman" panose="02020603050405020304" pitchFamily="18" charset="0"/>
                <a:ea typeface="隶书" panose="02010509060101010101" pitchFamily="49" charset="-122"/>
              </a:rPr>
              <a:t>L </a:t>
            </a:r>
            <a:r>
              <a:rPr lang="zh-CN" altLang="en-US" dirty="0">
                <a:latin typeface="Times New Roman" panose="02020603050405020304" pitchFamily="18" charset="0"/>
                <a:ea typeface="隶书" panose="02010509060101010101" pitchFamily="49" charset="-122"/>
              </a:rPr>
              <a:t>总为正值，</a:t>
            </a:r>
            <a:r>
              <a:rPr lang="en-US" altLang="zh-CN" i="1" dirty="0">
                <a:latin typeface="Times New Roman" panose="02020603050405020304" pitchFamily="18" charset="0"/>
                <a:ea typeface="隶书" panose="02010509060101010101" pitchFamily="49" charset="-122"/>
              </a:rPr>
              <a:t>M </a:t>
            </a:r>
            <a:r>
              <a:rPr lang="zh-CN" altLang="en-US" dirty="0">
                <a:latin typeface="Times New Roman" panose="02020603050405020304" pitchFamily="18" charset="0"/>
                <a:ea typeface="隶书" panose="02010509060101010101" pitchFamily="49" charset="-122"/>
              </a:rPr>
              <a:t>值有正有负。</a:t>
            </a:r>
            <a:endParaRPr lang="zh-CN" altLang="en-US" baseline="-25000" dirty="0">
              <a:latin typeface="Times New Roman" panose="02020603050405020304" pitchFamily="18" charset="0"/>
              <a:ea typeface="隶书" panose="02010509060101010101" pitchFamily="49" charset="-122"/>
            </a:endParaRPr>
          </a:p>
        </p:txBody>
      </p:sp>
      <p:grpSp>
        <p:nvGrpSpPr>
          <p:cNvPr id="7" name="Group 7"/>
          <p:cNvGrpSpPr/>
          <p:nvPr/>
        </p:nvGrpSpPr>
        <p:grpSpPr>
          <a:xfrm>
            <a:off x="276225" y="2974975"/>
            <a:ext cx="1847850" cy="850900"/>
            <a:chOff x="385" y="3022"/>
            <a:chExt cx="1164" cy="536"/>
          </a:xfrm>
        </p:grpSpPr>
        <p:pic>
          <p:nvPicPr>
            <p:cNvPr id="14344" name="Picture 8"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14345" name="Text Box 9"/>
            <p:cNvSpPr txBox="1"/>
            <p:nvPr/>
          </p:nvSpPr>
          <p:spPr>
            <a:xfrm>
              <a:off x="793" y="3101"/>
              <a:ext cx="756" cy="365"/>
            </a:xfrm>
            <a:prstGeom prst="rect">
              <a:avLst/>
            </a:prstGeom>
            <a:noFill/>
            <a:ln w="9525">
              <a:noFill/>
            </a:ln>
          </p:spPr>
          <p:txBody>
            <a:bodyPr wrap="none">
              <a:spAutoFit/>
            </a:bodyPr>
            <a:lstStyle/>
            <a:p>
              <a:pPr eaLnBrk="1" hangingPunct="1">
                <a:buNone/>
              </a:pPr>
              <a:r>
                <a:rPr lang="zh-CN" altLang="en-US" sz="3200" dirty="0">
                  <a:latin typeface="Times New Roman" panose="02020603050405020304" pitchFamily="18" charset="0"/>
                  <a:ea typeface="隶书" panose="02010509060101010101" pitchFamily="49" charset="-122"/>
                </a:rPr>
                <a:t>注意  </a:t>
              </a:r>
            </a:p>
          </p:txBody>
        </p:sp>
      </p:grpSp>
      <p:sp>
        <p:nvSpPr>
          <p:cNvPr id="10" name="矩形 9"/>
          <p:cNvSpPr/>
          <p:nvPr/>
        </p:nvSpPr>
        <p:spPr>
          <a:xfrm>
            <a:off x="395288" y="5661025"/>
            <a:ext cx="7772400" cy="954088"/>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ts val="0"/>
              </a:spcAft>
              <a:buClrTx/>
              <a:buSzTx/>
              <a:buFontTx/>
              <a:buNone/>
              <a:tabLst>
                <a:tab pos="2924175" algn="l"/>
              </a:tabLst>
              <a:defRPr/>
            </a:pPr>
            <a:r>
              <a:rPr kumimoji="0" lang="zh-CN" altLang="en-US" sz="2800" b="0" i="0" u="none" strike="noStrike" kern="100" cap="none" spc="0" normalizeH="0" baseline="0" noProof="0" dirty="0">
                <a:ln>
                  <a:noFill/>
                </a:ln>
                <a:solidFill>
                  <a:srgbClr val="FFFF00"/>
                </a:solidFill>
                <a:effectLst/>
                <a:uLnTx/>
                <a:uFillTx/>
                <a:latin typeface="隶书" panose="02010509060101010101" pitchFamily="49" charset="-122"/>
                <a:ea typeface="隶书" panose="02010509060101010101" pitchFamily="49" charset="-122"/>
                <a:cs typeface="Times New Roman" panose="02020603050405020304" pitchFamily="18" charset="0"/>
              </a:rPr>
              <a:t>③</a:t>
            </a:r>
            <a:r>
              <a:rPr kumimoji="0" lang="zh-CN" altLang="zh-CN" sz="2800" b="0" i="0" u="none" strike="noStrike" kern="100" cap="none" spc="0" normalizeH="0" baseline="0" noProof="0" dirty="0">
                <a:ln>
                  <a:noFill/>
                </a:ln>
                <a:solidFill>
                  <a:srgbClr val="FFFF00"/>
                </a:solidFill>
                <a:effectLst/>
                <a:uLnTx/>
                <a:uFillTx/>
                <a:latin typeface="隶书" panose="02010509060101010101" pitchFamily="49" charset="-122"/>
                <a:ea typeface="隶书" panose="02010509060101010101" pitchFamily="49" charset="-122"/>
                <a:cs typeface="Times New Roman" panose="02020603050405020304" pitchFamily="18" charset="0"/>
              </a:rPr>
              <a:t>互感存在的条件：两个电感必须足够接近，磁路相交链</a:t>
            </a:r>
            <a:r>
              <a:rPr kumimoji="0" lang="en-US" altLang="zh-CN" sz="2800" b="0" i="0" u="none" strike="noStrike" kern="100" cap="none" spc="0" normalizeH="0" baseline="0" noProof="0" dirty="0">
                <a:ln>
                  <a:noFill/>
                </a:ln>
                <a:solidFill>
                  <a:srgbClr val="FFFF00"/>
                </a:solidFill>
                <a:effectLst/>
                <a:uLnTx/>
                <a:uFillTx/>
                <a:latin typeface="隶书" panose="02010509060101010101" pitchFamily="49" charset="-122"/>
                <a:ea typeface="隶书" panose="02010509060101010101" pitchFamily="49" charset="-122"/>
                <a:cs typeface="Times New Roman" panose="02020603050405020304" pitchFamily="18" charset="0"/>
              </a:rPr>
              <a:t>;</a:t>
            </a:r>
            <a:r>
              <a:rPr kumimoji="0" lang="zh-CN" altLang="zh-CN" sz="2800" b="0" i="0" u="none" strike="noStrike" kern="100" cap="none" spc="0" normalizeH="0" baseline="0" noProof="0" dirty="0">
                <a:ln>
                  <a:noFill/>
                </a:ln>
                <a:solidFill>
                  <a:srgbClr val="FFFF00"/>
                </a:solidFill>
                <a:effectLst/>
                <a:uLnTx/>
                <a:uFillTx/>
                <a:latin typeface="隶书" panose="02010509060101010101" pitchFamily="49" charset="-122"/>
                <a:ea typeface="隶书" panose="02010509060101010101" pitchFamily="49" charset="-122"/>
                <a:cs typeface="Times New Roman" panose="02020603050405020304" pitchFamily="18" charset="0"/>
              </a:rPr>
              <a:t>电路的激励是时变的激励</a:t>
            </a:r>
            <a:r>
              <a:rPr kumimoji="0" lang="en-US" altLang="zh-CN" sz="2800" b="0" i="0" u="none" strike="noStrike" kern="100" cap="none" spc="0" normalizeH="0" baseline="0" noProof="0" dirty="0">
                <a:ln>
                  <a:noFill/>
                </a:ln>
                <a:solidFill>
                  <a:srgbClr val="FFFF00"/>
                </a:solidFill>
                <a:effectLst/>
                <a:uLnTx/>
                <a:uFillTx/>
                <a:latin typeface="隶书" panose="02010509060101010101" pitchFamily="49" charset="-122"/>
                <a:ea typeface="隶书" panose="02010509060101010101" pitchFamily="49" charset="-122"/>
                <a:cs typeface="Times New Roman" panose="02020603050405020304" pitchFamily="18" charset="0"/>
              </a:rPr>
              <a:t>.</a:t>
            </a:r>
            <a:endParaRPr kumimoji="0" lang="zh-CN" altLang="zh-CN" sz="2800" b="0" i="0" u="none" strike="noStrike" kern="100" cap="none" spc="0" normalizeH="0" baseline="0" noProof="0" dirty="0">
              <a:ln>
                <a:noFill/>
              </a:ln>
              <a:solidFill>
                <a:srgbClr val="FFFF00"/>
              </a:solidFill>
              <a:effectLst/>
              <a:uLnTx/>
              <a:uFillTx/>
              <a:latin typeface="隶书" panose="02010509060101010101" pitchFamily="49" charset="-122"/>
              <a:ea typeface="隶书" panose="020105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lide(fromBottom)">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Bottom)">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5" name="Text Box 9"/>
          <p:cNvSpPr txBox="1"/>
          <p:nvPr/>
        </p:nvSpPr>
        <p:spPr>
          <a:xfrm>
            <a:off x="539750" y="3375025"/>
            <a:ext cx="7991475" cy="1117600"/>
          </a:xfrm>
          <a:prstGeom prst="rect">
            <a:avLst/>
          </a:prstGeom>
          <a:noFill/>
          <a:ln w="19050">
            <a:noFill/>
          </a:ln>
        </p:spPr>
        <p:txBody>
          <a:bodyPr>
            <a:spAutoFit/>
          </a:bodyPr>
          <a:lstStyle/>
          <a:p>
            <a:pPr eaLnBrk="1" hangingPunct="1">
              <a:lnSpc>
                <a:spcPct val="120000"/>
              </a:lnSpc>
              <a:spcBef>
                <a:spcPct val="50000"/>
              </a:spcBef>
            </a:pPr>
            <a:r>
              <a:rPr lang="en-US" altLang="zh-CN" b="1" dirty="0">
                <a:latin typeface="楷体_GB2312" pitchFamily="49" charset="-122"/>
                <a:sym typeface="Symbol" panose="05050102010706020507" pitchFamily="18" charset="2"/>
              </a:rPr>
              <a:t>    </a:t>
            </a:r>
            <a:r>
              <a:rPr lang="zh-CN" altLang="en-US" b="1" dirty="0">
                <a:latin typeface="楷体_GB2312" pitchFamily="49" charset="-122"/>
                <a:sym typeface="Symbol" panose="05050102010706020507" pitchFamily="18" charset="2"/>
              </a:rPr>
              <a:t>当两个线圈都有电流时，每一线圈的磁通链为自感磁通链与互感磁通链的代数和： </a:t>
            </a:r>
            <a:endParaRPr lang="zh-CN" altLang="en-US" b="1" dirty="0">
              <a:latin typeface="楷体_GB2312" pitchFamily="49" charset="-122"/>
            </a:endParaRPr>
          </a:p>
        </p:txBody>
      </p:sp>
      <p:graphicFrame>
        <p:nvGraphicFramePr>
          <p:cNvPr id="39948" name="Object 12"/>
          <p:cNvGraphicFramePr>
            <a:graphicFrameLocks noChangeAspect="1"/>
          </p:cNvGraphicFramePr>
          <p:nvPr/>
        </p:nvGraphicFramePr>
        <p:xfrm>
          <a:off x="1042988" y="5929313"/>
          <a:ext cx="6022975" cy="523875"/>
        </p:xfrm>
        <a:graphic>
          <a:graphicData uri="http://schemas.openxmlformats.org/presentationml/2006/ole">
            <mc:AlternateContent xmlns:mc="http://schemas.openxmlformats.org/markup-compatibility/2006">
              <mc:Choice xmlns:v="urn:schemas-microsoft-com:vml" Requires="v">
                <p:oleObj r:id="rId2" imgW="2839720" imgH="245110" progId="Equation.3">
                  <p:embed/>
                </p:oleObj>
              </mc:Choice>
              <mc:Fallback>
                <p:oleObj r:id="rId2" imgW="2839720" imgH="245110" progId="Equation.3">
                  <p:embed/>
                  <p:pic>
                    <p:nvPicPr>
                      <p:cNvPr id="0" name="图片 3075"/>
                      <p:cNvPicPr/>
                      <p:nvPr/>
                    </p:nvPicPr>
                    <p:blipFill>
                      <a:blip r:embed="rId3">
                        <a:clrChange>
                          <a:clrFrom>
                            <a:srgbClr val="000000"/>
                          </a:clrFrom>
                          <a:clrTo>
                            <a:srgbClr val="FFFFFF"/>
                          </a:clrTo>
                        </a:clrChange>
                      </a:blip>
                      <a:stretch>
                        <a:fillRect/>
                      </a:stretch>
                    </p:blipFill>
                    <p:spPr>
                      <a:xfrm>
                        <a:off x="1042988" y="5929313"/>
                        <a:ext cx="6022975" cy="523875"/>
                      </a:xfrm>
                      <a:prstGeom prst="rect">
                        <a:avLst/>
                      </a:prstGeom>
                      <a:noFill/>
                      <a:ln w="38100">
                        <a:noFill/>
                        <a:miter/>
                      </a:ln>
                    </p:spPr>
                  </p:pic>
                </p:oleObj>
              </mc:Fallback>
            </mc:AlternateContent>
          </a:graphicData>
        </a:graphic>
      </p:graphicFrame>
      <p:grpSp>
        <p:nvGrpSpPr>
          <p:cNvPr id="15364" name="Group 22"/>
          <p:cNvGrpSpPr/>
          <p:nvPr/>
        </p:nvGrpSpPr>
        <p:grpSpPr>
          <a:xfrm>
            <a:off x="8316913" y="6446838"/>
            <a:ext cx="792162" cy="366712"/>
            <a:chOff x="5193" y="4020"/>
            <a:chExt cx="499" cy="231"/>
          </a:xfrm>
        </p:grpSpPr>
        <p:pic>
          <p:nvPicPr>
            <p:cNvPr id="15374" name="Picture 23"/>
            <p:cNvPicPr>
              <a:picLocks noChangeAspect="1"/>
            </p:cNvPicPr>
            <p:nvPr/>
          </p:nvPicPr>
          <p:blipFill>
            <a:blip r:embed="rId4"/>
            <a:stretch>
              <a:fillRect/>
            </a:stretch>
          </p:blipFill>
          <p:spPr>
            <a:xfrm>
              <a:off x="5193" y="4066"/>
              <a:ext cx="499" cy="181"/>
            </a:xfrm>
            <a:prstGeom prst="rect">
              <a:avLst/>
            </a:prstGeom>
            <a:noFill/>
            <a:ln w="9525">
              <a:noFill/>
            </a:ln>
          </p:spPr>
        </p:pic>
        <p:sp>
          <p:nvSpPr>
            <p:cNvPr id="15375" name="Text Box 2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15365" name="Group 25"/>
          <p:cNvGrpSpPr/>
          <p:nvPr/>
        </p:nvGrpSpPr>
        <p:grpSpPr>
          <a:xfrm>
            <a:off x="7453313" y="6446838"/>
            <a:ext cx="792162" cy="366712"/>
            <a:chOff x="4649" y="4020"/>
            <a:chExt cx="499" cy="231"/>
          </a:xfrm>
        </p:grpSpPr>
        <p:pic>
          <p:nvPicPr>
            <p:cNvPr id="15372" name="Picture 26"/>
            <p:cNvPicPr>
              <a:picLocks noChangeAspect="1"/>
            </p:cNvPicPr>
            <p:nvPr/>
          </p:nvPicPr>
          <p:blipFill>
            <a:blip r:embed="rId4"/>
            <a:stretch>
              <a:fillRect/>
            </a:stretch>
          </p:blipFill>
          <p:spPr>
            <a:xfrm>
              <a:off x="4649" y="4066"/>
              <a:ext cx="499" cy="181"/>
            </a:xfrm>
            <a:prstGeom prst="rect">
              <a:avLst/>
            </a:prstGeom>
            <a:noFill/>
            <a:ln w="9525">
              <a:noFill/>
            </a:ln>
          </p:spPr>
        </p:pic>
        <p:sp>
          <p:nvSpPr>
            <p:cNvPr id="15373" name="Text Box 2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15366" name="Group 37"/>
          <p:cNvGrpSpPr/>
          <p:nvPr/>
        </p:nvGrpSpPr>
        <p:grpSpPr>
          <a:xfrm>
            <a:off x="6588125" y="6446838"/>
            <a:ext cx="792163" cy="366712"/>
            <a:chOff x="4649" y="4020"/>
            <a:chExt cx="499" cy="231"/>
          </a:xfrm>
        </p:grpSpPr>
        <p:pic>
          <p:nvPicPr>
            <p:cNvPr id="15370" name="Picture 38"/>
            <p:cNvPicPr>
              <a:picLocks noChangeAspect="1"/>
            </p:cNvPicPr>
            <p:nvPr/>
          </p:nvPicPr>
          <p:blipFill>
            <a:blip r:embed="rId4"/>
            <a:stretch>
              <a:fillRect/>
            </a:stretch>
          </p:blipFill>
          <p:spPr>
            <a:xfrm>
              <a:off x="4649" y="4066"/>
              <a:ext cx="499" cy="181"/>
            </a:xfrm>
            <a:prstGeom prst="rect">
              <a:avLst/>
            </a:prstGeom>
            <a:noFill/>
            <a:ln w="9525">
              <a:noFill/>
            </a:ln>
          </p:spPr>
        </p:pic>
        <p:sp>
          <p:nvSpPr>
            <p:cNvPr id="15371" name="Text Box 39">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
        <p:nvSpPr>
          <p:cNvPr id="39979" name="Text Box 43"/>
          <p:cNvSpPr txBox="1"/>
          <p:nvPr/>
        </p:nvSpPr>
        <p:spPr>
          <a:xfrm>
            <a:off x="1042988" y="4633913"/>
            <a:ext cx="5832475" cy="579437"/>
          </a:xfrm>
          <a:prstGeom prst="rect">
            <a:avLst/>
          </a:prstGeom>
          <a:noFill/>
          <a:ln w="19050">
            <a:noFill/>
          </a:ln>
        </p:spPr>
        <p:txBody>
          <a:bodyPr>
            <a:spAutoFit/>
          </a:bodyPr>
          <a:lstStyle/>
          <a:p>
            <a:pPr eaLnBrk="1" hangingPunct="1">
              <a:spcBef>
                <a:spcPct val="50000"/>
              </a:spcBef>
            </a:pP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sz="3200" i="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dirty="0">
                <a:latin typeface="Times New Roman" panose="02020603050405020304" pitchFamily="18" charset="0"/>
                <a:ea typeface="宋体" panose="02010600030101010101" pitchFamily="2" charset="-122"/>
                <a:sym typeface="Symbol" panose="05050102010706020507" pitchFamily="18" charset="2"/>
              </a:rPr>
              <a:t> </a:t>
            </a:r>
            <a:r>
              <a:rPr lang="en-US" altLang="zh-CN" sz="3200" i="1" dirty="0">
                <a:solidFill>
                  <a:schemeClr val="bg1"/>
                </a:solidFill>
                <a:latin typeface="Times New Roman" panose="02020603050405020304" pitchFamily="18" charset="0"/>
                <a:sym typeface="Symbol" panose="05050102010706020507" pitchFamily="18" charset="2"/>
              </a:rPr>
              <a:t></a:t>
            </a:r>
            <a:r>
              <a:rPr lang="en-US" altLang="zh-CN" sz="3200" baseline="-25000" dirty="0">
                <a:solidFill>
                  <a:schemeClr val="bg1"/>
                </a:solidFill>
                <a:latin typeface="Times New Roman" panose="02020603050405020304" pitchFamily="18" charset="0"/>
                <a:sym typeface="Symbol" panose="05050102010706020507" pitchFamily="18" charset="2"/>
              </a:rPr>
              <a:t>11</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i="1" dirty="0">
                <a:solidFill>
                  <a:schemeClr val="bg1"/>
                </a:solidFill>
                <a:latin typeface="Times New Roman" panose="02020603050405020304" pitchFamily="18" charset="0"/>
                <a:sym typeface="Symbol" panose="05050102010706020507" pitchFamily="18" charset="2"/>
              </a:rPr>
              <a:t></a:t>
            </a:r>
            <a:r>
              <a:rPr lang="en-US" altLang="zh-CN" sz="3200" baseline="-25000" dirty="0">
                <a:solidFill>
                  <a:schemeClr val="bg1"/>
                </a:solidFill>
                <a:latin typeface="Times New Roman" panose="02020603050405020304" pitchFamily="18" charset="0"/>
                <a:sym typeface="Symbol" panose="05050102010706020507" pitchFamily="18" charset="2"/>
              </a:rPr>
              <a:t>12</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dirty="0">
                <a:latin typeface="Times New Roman" panose="02020603050405020304" pitchFamily="18" charset="0"/>
                <a:sym typeface="Symbol" panose="05050102010706020507" pitchFamily="18" charset="2"/>
              </a:rPr>
              <a:t> </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L</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 </a:t>
            </a:r>
            <a:r>
              <a:rPr lang="en-US" altLang="zh-CN" sz="3200" dirty="0">
                <a:solidFill>
                  <a:schemeClr val="bg1"/>
                </a:solidFill>
                <a:latin typeface="Times New Roman" panose="02020603050405020304" pitchFamily="18" charset="0"/>
                <a:sym typeface="Symbol" panose="05050102010706020507" pitchFamily="18" charset="2"/>
              </a:rPr>
              <a:t></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M</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12 </a:t>
            </a:r>
            <a:r>
              <a:rPr lang="en-US" altLang="zh-CN" sz="3200" i="1" dirty="0">
                <a:solidFill>
                  <a:schemeClr val="bg1"/>
                </a:solidFill>
                <a:latin typeface="Times New Roman" panose="02020603050405020304" pitchFamily="18" charset="0"/>
                <a:sym typeface="Symbol" panose="05050102010706020507" pitchFamily="18" charset="2"/>
              </a:rPr>
              <a:t>i</a:t>
            </a:r>
            <a:r>
              <a:rPr lang="en-US" altLang="zh-CN" sz="3200" baseline="-25000" dirty="0">
                <a:solidFill>
                  <a:schemeClr val="bg1"/>
                </a:solidFill>
                <a:latin typeface="Times New Roman" panose="02020603050405020304" pitchFamily="18" charset="0"/>
                <a:sym typeface="Symbol" panose="05050102010706020507" pitchFamily="18" charset="2"/>
              </a:rPr>
              <a:t>2</a:t>
            </a:r>
            <a:endParaRPr lang="en-US" altLang="zh-CN" sz="3200" dirty="0">
              <a:solidFill>
                <a:schemeClr val="bg1"/>
              </a:solidFill>
              <a:latin typeface="楷体_GB2312" pitchFamily="49" charset="-122"/>
              <a:sym typeface="Symbol" panose="05050102010706020507" pitchFamily="18" charset="2"/>
            </a:endParaRPr>
          </a:p>
        </p:txBody>
      </p:sp>
      <p:sp>
        <p:nvSpPr>
          <p:cNvPr id="39980" name="Text Box 44"/>
          <p:cNvSpPr txBox="1"/>
          <p:nvPr/>
        </p:nvSpPr>
        <p:spPr>
          <a:xfrm>
            <a:off x="1042988" y="5281613"/>
            <a:ext cx="5832475" cy="579437"/>
          </a:xfrm>
          <a:prstGeom prst="rect">
            <a:avLst/>
          </a:prstGeom>
          <a:noFill/>
          <a:ln w="19050">
            <a:noFill/>
          </a:ln>
        </p:spPr>
        <p:txBody>
          <a:bodyPr>
            <a:spAutoFit/>
          </a:bodyPr>
          <a:lstStyle/>
          <a:p>
            <a:pPr eaLnBrk="1" hangingPunct="1">
              <a:spcBef>
                <a:spcPct val="50000"/>
              </a:spcBef>
            </a:pP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i="1" dirty="0">
                <a:latin typeface="Times New Roman" panose="02020603050405020304" pitchFamily="18" charset="0"/>
                <a:ea typeface="宋体" panose="02010600030101010101" pitchFamily="2" charset="-122"/>
                <a:sym typeface="Symbol" panose="05050102010706020507" pitchFamily="18" charset="2"/>
              </a:rPr>
              <a:t> </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dirty="0">
                <a:latin typeface="Times New Roman" panose="02020603050405020304" pitchFamily="18" charset="0"/>
                <a:ea typeface="宋体" panose="02010600030101010101" pitchFamily="2" charset="-122"/>
                <a:sym typeface="Symbol" panose="05050102010706020507" pitchFamily="18" charset="2"/>
              </a:rPr>
              <a:t> </a:t>
            </a:r>
            <a:r>
              <a:rPr lang="en-US" altLang="zh-CN" sz="3200" i="1" dirty="0">
                <a:solidFill>
                  <a:schemeClr val="bg1"/>
                </a:solidFill>
                <a:latin typeface="Times New Roman" panose="02020603050405020304" pitchFamily="18" charset="0"/>
                <a:sym typeface="Symbol" panose="05050102010706020507" pitchFamily="18" charset="2"/>
              </a:rPr>
              <a:t></a:t>
            </a:r>
            <a:r>
              <a:rPr lang="en-US" altLang="zh-CN" sz="3200" baseline="-25000" dirty="0">
                <a:solidFill>
                  <a:schemeClr val="bg1"/>
                </a:solidFill>
                <a:latin typeface="Times New Roman" panose="02020603050405020304" pitchFamily="18" charset="0"/>
                <a:sym typeface="Symbol" panose="05050102010706020507" pitchFamily="18" charset="2"/>
              </a:rPr>
              <a:t>22</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i="1" dirty="0">
                <a:solidFill>
                  <a:schemeClr val="bg1"/>
                </a:solidFill>
                <a:latin typeface="Times New Roman" panose="02020603050405020304" pitchFamily="18" charset="0"/>
                <a:sym typeface="Symbol" panose="05050102010706020507" pitchFamily="18" charset="2"/>
              </a:rPr>
              <a:t></a:t>
            </a:r>
            <a:r>
              <a:rPr lang="en-US" altLang="zh-CN" sz="3200" baseline="-25000" dirty="0">
                <a:solidFill>
                  <a:schemeClr val="bg1"/>
                </a:solidFill>
                <a:latin typeface="Times New Roman" panose="02020603050405020304" pitchFamily="18" charset="0"/>
                <a:sym typeface="Symbol" panose="05050102010706020507" pitchFamily="18" charset="2"/>
              </a:rPr>
              <a:t>21</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dirty="0">
                <a:latin typeface="Times New Roman" panose="02020603050405020304" pitchFamily="18" charset="0"/>
                <a:sym typeface="Symbol" panose="05050102010706020507" pitchFamily="18" charset="2"/>
              </a:rPr>
              <a:t> </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L</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 </a:t>
            </a:r>
            <a:r>
              <a:rPr lang="en-US" altLang="zh-CN" sz="3200" dirty="0">
                <a:solidFill>
                  <a:schemeClr val="bg1"/>
                </a:solidFill>
                <a:latin typeface="Times New Roman" panose="02020603050405020304" pitchFamily="18" charset="0"/>
                <a:sym typeface="Symbol" panose="05050102010706020507" pitchFamily="18" charset="2"/>
              </a:rPr>
              <a:t></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M</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21 </a:t>
            </a:r>
            <a:r>
              <a:rPr lang="en-US" altLang="zh-CN" sz="3200" i="1" dirty="0">
                <a:solidFill>
                  <a:schemeClr val="bg1"/>
                </a:solidFill>
                <a:latin typeface="Times New Roman" panose="02020603050405020304" pitchFamily="18" charset="0"/>
                <a:sym typeface="Symbol" panose="05050102010706020507" pitchFamily="18" charset="2"/>
              </a:rPr>
              <a:t>i</a:t>
            </a:r>
            <a:r>
              <a:rPr lang="en-US" altLang="zh-CN" sz="3200" baseline="-25000" dirty="0">
                <a:solidFill>
                  <a:schemeClr val="bg1"/>
                </a:solidFill>
                <a:latin typeface="Times New Roman" panose="02020603050405020304" pitchFamily="18" charset="0"/>
                <a:sym typeface="Symbol" panose="05050102010706020507" pitchFamily="18" charset="2"/>
              </a:rPr>
              <a:t>1</a:t>
            </a:r>
            <a:endParaRPr lang="en-US" altLang="zh-CN" sz="3200" dirty="0">
              <a:solidFill>
                <a:schemeClr val="bg1"/>
              </a:solidFill>
              <a:latin typeface="楷体_GB2312" pitchFamily="49" charset="-122"/>
              <a:sym typeface="Symbol" panose="05050102010706020507" pitchFamily="18" charset="2"/>
            </a:endParaRPr>
          </a:p>
        </p:txBody>
      </p:sp>
      <p:pic>
        <p:nvPicPr>
          <p:cNvPr id="15369" name="图片 3"/>
          <p:cNvPicPr>
            <a:picLocks noChangeAspect="1"/>
          </p:cNvPicPr>
          <p:nvPr/>
        </p:nvPicPr>
        <p:blipFill>
          <a:blip r:embed="rId5"/>
          <a:stretch>
            <a:fillRect/>
          </a:stretch>
        </p:blipFill>
        <p:spPr>
          <a:xfrm>
            <a:off x="2484438" y="436563"/>
            <a:ext cx="3857625" cy="29908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945"/>
                                        </p:tgtEl>
                                        <p:attrNameLst>
                                          <p:attrName>style.visibility</p:attrName>
                                        </p:attrNameLst>
                                      </p:cBhvr>
                                      <p:to>
                                        <p:strVal val="visible"/>
                                      </p:to>
                                    </p:set>
                                    <p:animEffect transition="in" filter="slide(fromBottom)">
                                      <p:cBhvr>
                                        <p:cTn id="7" dur="500"/>
                                        <p:tgtEl>
                                          <p:spTgt spid="3994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iterate type="wd">
                                    <p:tmPct val="100000"/>
                                  </p:iterate>
                                  <p:childTnLst>
                                    <p:set>
                                      <p:cBhvr>
                                        <p:cTn id="11" dur="1" fill="hold">
                                          <p:stCondLst>
                                            <p:cond delay="0"/>
                                          </p:stCondLst>
                                        </p:cTn>
                                        <p:tgtEl>
                                          <p:spTgt spid="39979"/>
                                        </p:tgtEl>
                                        <p:attrNameLst>
                                          <p:attrName>style.visibility</p:attrName>
                                        </p:attrNameLst>
                                      </p:cBhvr>
                                      <p:to>
                                        <p:strVal val="visible"/>
                                      </p:to>
                                    </p:set>
                                    <p:animEffect transition="in" filter="blinds(vertical)">
                                      <p:cBhvr>
                                        <p:cTn id="12" dur="300"/>
                                        <p:tgtEl>
                                          <p:spTgt spid="3997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iterate type="wd">
                                    <p:tmPct val="100000"/>
                                  </p:iterate>
                                  <p:childTnLst>
                                    <p:set>
                                      <p:cBhvr>
                                        <p:cTn id="16" dur="1" fill="hold">
                                          <p:stCondLst>
                                            <p:cond delay="0"/>
                                          </p:stCondLst>
                                        </p:cTn>
                                        <p:tgtEl>
                                          <p:spTgt spid="39980"/>
                                        </p:tgtEl>
                                        <p:attrNameLst>
                                          <p:attrName>style.visibility</p:attrName>
                                        </p:attrNameLst>
                                      </p:cBhvr>
                                      <p:to>
                                        <p:strVal val="visible"/>
                                      </p:to>
                                    </p:set>
                                    <p:animEffect transition="in" filter="blinds(vertical)">
                                      <p:cBhvr>
                                        <p:cTn id="17" dur="300"/>
                                        <p:tgtEl>
                                          <p:spTgt spid="3998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39948"/>
                                        </p:tgtEl>
                                        <p:attrNameLst>
                                          <p:attrName>style.visibility</p:attrName>
                                        </p:attrNameLst>
                                      </p:cBhvr>
                                      <p:to>
                                        <p:strVal val="visible"/>
                                      </p:to>
                                    </p:set>
                                    <p:anim calcmode="lin" valueType="num">
                                      <p:cBhvr additive="base">
                                        <p:cTn id="22" dur="500" fill="hold"/>
                                        <p:tgtEl>
                                          <p:spTgt spid="39948"/>
                                        </p:tgtEl>
                                        <p:attrNameLst>
                                          <p:attrName>ppt_x</p:attrName>
                                        </p:attrNameLst>
                                      </p:cBhvr>
                                      <p:tavLst>
                                        <p:tav tm="0">
                                          <p:val>
                                            <p:strVal val="1+#ppt_w/2"/>
                                          </p:val>
                                        </p:tav>
                                        <p:tav tm="100000">
                                          <p:val>
                                            <p:strVal val="#ppt_x"/>
                                          </p:val>
                                        </p:tav>
                                      </p:tavLst>
                                    </p:anim>
                                    <p:anim calcmode="lin" valueType="num">
                                      <p:cBhvr additive="base">
                                        <p:cTn id="23" dur="500" fill="hold"/>
                                        <p:tgtEl>
                                          <p:spTgt spid="399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p:nvPr/>
        </p:nvSpPr>
        <p:spPr>
          <a:xfrm>
            <a:off x="395288" y="404813"/>
            <a:ext cx="6192837" cy="579437"/>
          </a:xfrm>
          <a:prstGeom prst="rect">
            <a:avLst/>
          </a:prstGeom>
          <a:noFill/>
          <a:ln w="9525">
            <a:noFill/>
          </a:ln>
        </p:spPr>
        <p:txBody>
          <a:bodyPr>
            <a:spAutoFit/>
          </a:bodyPr>
          <a:lstStyle/>
          <a:p>
            <a:pPr eaLnBrk="1" hangingPunct="1"/>
            <a:r>
              <a:rPr lang="en-US" altLang="zh-CN" sz="3200" b="1" dirty="0">
                <a:solidFill>
                  <a:schemeClr val="bg1"/>
                </a:solidFill>
                <a:latin typeface="仿宋_GB2312" pitchFamily="49" charset="-122"/>
                <a:ea typeface="仿宋_GB2312" pitchFamily="49" charset="-122"/>
              </a:rPr>
              <a:t>2. </a:t>
            </a:r>
            <a:r>
              <a:rPr lang="zh-CN" altLang="en-US" sz="3200" b="1" dirty="0">
                <a:solidFill>
                  <a:schemeClr val="bg1"/>
                </a:solidFill>
                <a:latin typeface="楷体_GB2312" pitchFamily="49" charset="-122"/>
              </a:rPr>
              <a:t>耦合系数</a:t>
            </a:r>
            <a:endParaRPr lang="zh-CN" altLang="en-US" sz="3200" dirty="0">
              <a:solidFill>
                <a:schemeClr val="bg1"/>
              </a:solidFill>
              <a:latin typeface="Times New Roman" panose="02020603050405020304" pitchFamily="18" charset="0"/>
              <a:ea typeface="宋体" panose="02010600030101010101" pitchFamily="2" charset="-122"/>
            </a:endParaRPr>
          </a:p>
        </p:txBody>
      </p:sp>
      <p:sp>
        <p:nvSpPr>
          <p:cNvPr id="36867" name="Text Box 3"/>
          <p:cNvSpPr txBox="1"/>
          <p:nvPr/>
        </p:nvSpPr>
        <p:spPr>
          <a:xfrm>
            <a:off x="323850" y="981075"/>
            <a:ext cx="4752975" cy="1117600"/>
          </a:xfrm>
          <a:prstGeom prst="rect">
            <a:avLst/>
          </a:prstGeom>
          <a:noFill/>
          <a:ln w="9525">
            <a:noFill/>
          </a:ln>
        </p:spPr>
        <p:txBody>
          <a:bodyPr>
            <a:spAutoFit/>
          </a:bodyPr>
          <a:lstStyle/>
          <a:p>
            <a:pPr eaLnBrk="1" hangingPunct="1">
              <a:lnSpc>
                <a:spcPct val="120000"/>
              </a:lnSpc>
            </a:pPr>
            <a:r>
              <a:rPr lang="en-US" altLang="zh-CN" b="1" dirty="0">
                <a:latin typeface="楷体_GB2312" pitchFamily="49" charset="-122"/>
              </a:rPr>
              <a:t>   </a:t>
            </a:r>
            <a:r>
              <a:rPr lang="zh-CN" altLang="en-US" b="1" dirty="0">
                <a:latin typeface="楷体_GB2312" pitchFamily="49" charset="-122"/>
              </a:rPr>
              <a:t>用耦合系数</a:t>
            </a:r>
            <a:r>
              <a:rPr lang="en-US" altLang="zh-CN" i="1" dirty="0">
                <a:solidFill>
                  <a:schemeClr val="bg1"/>
                </a:solidFill>
                <a:latin typeface="Times New Roman" panose="02020603050405020304" pitchFamily="18" charset="0"/>
              </a:rPr>
              <a:t>k</a:t>
            </a:r>
            <a:r>
              <a:rPr lang="en-US" altLang="zh-CN" b="1" i="1" dirty="0">
                <a:latin typeface="Times New Roman" panose="02020603050405020304" pitchFamily="18" charset="0"/>
              </a:rPr>
              <a:t> </a:t>
            </a:r>
            <a:r>
              <a:rPr lang="zh-CN" altLang="en-US" b="1" dirty="0">
                <a:latin typeface="楷体_GB2312" pitchFamily="49" charset="-122"/>
              </a:rPr>
              <a:t>表示两个线圈磁耦合的紧密程度。</a:t>
            </a:r>
          </a:p>
        </p:txBody>
      </p:sp>
      <p:sp>
        <p:nvSpPr>
          <p:cNvPr id="36868" name="Text Box 4"/>
          <p:cNvSpPr txBox="1"/>
          <p:nvPr/>
        </p:nvSpPr>
        <p:spPr>
          <a:xfrm>
            <a:off x="395288" y="2205038"/>
            <a:ext cx="6624637" cy="519112"/>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k</a:t>
            </a:r>
            <a:r>
              <a:rPr lang="en-US" altLang="zh-CN" dirty="0">
                <a:solidFill>
                  <a:schemeClr val="bg1"/>
                </a:solidFill>
                <a:latin typeface="Times New Roman" panose="02020603050405020304" pitchFamily="18" charset="0"/>
                <a:ea typeface="宋体" panose="02010600030101010101" pitchFamily="2" charset="-122"/>
              </a:rPr>
              <a:t>=1</a:t>
            </a:r>
            <a:r>
              <a:rPr lang="en-US" altLang="zh-CN" b="1" dirty="0">
                <a:solidFill>
                  <a:schemeClr val="bg1"/>
                </a:solidFill>
                <a:latin typeface="Times New Roman" panose="02020603050405020304" pitchFamily="18" charset="0"/>
                <a:ea typeface="宋体" panose="02010600030101010101" pitchFamily="2" charset="-122"/>
              </a:rPr>
              <a:t> </a:t>
            </a:r>
            <a:r>
              <a:rPr lang="zh-CN" altLang="en-US" b="1" dirty="0">
                <a:latin typeface="楷体_GB2312" pitchFamily="49" charset="-122"/>
              </a:rPr>
              <a:t>称全耦合</a:t>
            </a:r>
            <a:r>
              <a:rPr lang="en-US" altLang="zh-CN" b="1" dirty="0">
                <a:latin typeface="楷体_GB2312" pitchFamily="49" charset="-122"/>
              </a:rPr>
              <a:t>: </a:t>
            </a:r>
            <a:r>
              <a:rPr lang="zh-CN" altLang="en-US" b="1" dirty="0">
                <a:latin typeface="楷体_GB2312" pitchFamily="49" charset="-122"/>
              </a:rPr>
              <a:t>漏磁</a:t>
            </a:r>
            <a:r>
              <a:rPr lang="zh-CN" altLang="en-US" b="1" dirty="0">
                <a:latin typeface="Times New Roman" panose="02020603050405020304" pitchFamily="18" charset="0"/>
                <a:ea typeface="仿宋_GB2312" pitchFamily="49" charset="-122"/>
              </a:rPr>
              <a:t> </a:t>
            </a:r>
            <a:r>
              <a:rPr lang="en-US" altLang="zh-CN" i="1" dirty="0">
                <a:solidFill>
                  <a:schemeClr val="bg1"/>
                </a:solidFill>
                <a:latin typeface="Symbol" panose="05050102010706020507" pitchFamily="18" charset="2"/>
                <a:ea typeface="宋体" panose="02010600030101010101" pitchFamily="2" charset="-122"/>
              </a:rPr>
              <a:t>F </a:t>
            </a:r>
            <a:r>
              <a:rPr lang="en-US" altLang="zh-CN"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dirty="0">
                <a:solidFill>
                  <a:schemeClr val="bg1"/>
                </a:solidFill>
                <a:latin typeface="Times New Roman" panose="02020603050405020304" pitchFamily="18" charset="0"/>
                <a:ea typeface="宋体" panose="02010600030101010101" pitchFamily="2" charset="-122"/>
              </a:rPr>
              <a:t> =</a:t>
            </a:r>
            <a:r>
              <a:rPr lang="en-US" altLang="zh-CN" i="1" dirty="0">
                <a:solidFill>
                  <a:schemeClr val="bg1"/>
                </a:solidFill>
                <a:latin typeface="Symbol" panose="05050102010706020507" pitchFamily="18" charset="2"/>
                <a:ea typeface="宋体" panose="02010600030101010101" pitchFamily="2" charset="-122"/>
              </a:rPr>
              <a:t>F </a:t>
            </a:r>
            <a:r>
              <a:rPr lang="en-US" altLang="zh-CN" baseline="-25000" dirty="0">
                <a:solidFill>
                  <a:schemeClr val="bg1"/>
                </a:solidFill>
                <a:latin typeface="Times New Roman" panose="02020603050405020304" pitchFamily="18" charset="0"/>
                <a:sym typeface="Symbol" panose="05050102010706020507" pitchFamily="18" charset="2"/>
              </a:rPr>
              <a:t></a:t>
            </a:r>
            <a:r>
              <a:rPr lang="en-US" altLang="zh-CN" baseline="-25000" dirty="0">
                <a:solidFill>
                  <a:schemeClr val="bg1"/>
                </a:solidFill>
                <a:latin typeface="Times New Roman" panose="02020603050405020304" pitchFamily="18" charset="0"/>
                <a:ea typeface="宋体" panose="02010600030101010101" pitchFamily="2" charset="-122"/>
              </a:rPr>
              <a:t>2</a:t>
            </a:r>
            <a:r>
              <a:rPr lang="en-US" altLang="zh-CN" dirty="0">
                <a:solidFill>
                  <a:schemeClr val="bg1"/>
                </a:solidFill>
                <a:latin typeface="Times New Roman" panose="02020603050405020304" pitchFamily="18" charset="0"/>
                <a:ea typeface="宋体" panose="02010600030101010101" pitchFamily="2" charset="-122"/>
              </a:rPr>
              <a:t>=0</a:t>
            </a:r>
          </a:p>
        </p:txBody>
      </p:sp>
      <p:sp>
        <p:nvSpPr>
          <p:cNvPr id="36870" name="Rectangle 6"/>
          <p:cNvSpPr/>
          <p:nvPr/>
        </p:nvSpPr>
        <p:spPr>
          <a:xfrm>
            <a:off x="3059113" y="2924175"/>
            <a:ext cx="3086100" cy="519113"/>
          </a:xfrm>
          <a:prstGeom prst="rect">
            <a:avLst/>
          </a:prstGeom>
          <a:noFill/>
          <a:ln w="9525">
            <a:noFill/>
          </a:ln>
        </p:spPr>
        <p:txBody>
          <a:bodyPr wrap="none">
            <a:spAutoFit/>
          </a:bodyPr>
          <a:lstStyle/>
          <a:p>
            <a:pPr eaLnBrk="1" hangingPunct="1"/>
            <a:r>
              <a:rPr lang="en-US" altLang="zh-CN" i="1" dirty="0">
                <a:solidFill>
                  <a:schemeClr val="bg1"/>
                </a:solidFill>
                <a:latin typeface="Symbol" panose="05050102010706020507" pitchFamily="18" charset="2"/>
                <a:ea typeface="宋体" panose="02010600030101010101" pitchFamily="2" charset="-122"/>
              </a:rPr>
              <a:t>F</a:t>
            </a:r>
            <a:r>
              <a:rPr lang="en-US" altLang="zh-CN" baseline="-25000" dirty="0">
                <a:solidFill>
                  <a:schemeClr val="bg1"/>
                </a:solidFill>
                <a:latin typeface="Times New Roman" panose="02020603050405020304" pitchFamily="18" charset="0"/>
                <a:ea typeface="宋体" panose="02010600030101010101" pitchFamily="2" charset="-122"/>
              </a:rPr>
              <a:t>11</a:t>
            </a:r>
            <a:r>
              <a:rPr lang="en-US" altLang="zh-CN" dirty="0">
                <a:solidFill>
                  <a:schemeClr val="bg1"/>
                </a:solidFill>
                <a:latin typeface="Times New Roman" panose="02020603050405020304" pitchFamily="18" charset="0"/>
                <a:ea typeface="宋体" panose="02010600030101010101" pitchFamily="2" charset="-122"/>
              </a:rPr>
              <a:t>= </a:t>
            </a:r>
            <a:r>
              <a:rPr lang="en-US" altLang="zh-CN" i="1" dirty="0">
                <a:solidFill>
                  <a:schemeClr val="bg1"/>
                </a:solidFill>
                <a:latin typeface="Symbol" panose="05050102010706020507" pitchFamily="18" charset="2"/>
                <a:ea typeface="宋体" panose="02010600030101010101" pitchFamily="2" charset="-122"/>
              </a:rPr>
              <a:t>F</a:t>
            </a:r>
            <a:r>
              <a:rPr lang="en-US" altLang="zh-CN" baseline="-25000" dirty="0">
                <a:solidFill>
                  <a:schemeClr val="bg1"/>
                </a:solidFill>
                <a:latin typeface="Times New Roman" panose="02020603050405020304" pitchFamily="18" charset="0"/>
                <a:ea typeface="宋体" panose="02010600030101010101" pitchFamily="2" charset="-122"/>
              </a:rPr>
              <a:t>21 </a:t>
            </a:r>
            <a:r>
              <a:rPr lang="zh-CN" altLang="en-US" baseline="-25000" dirty="0">
                <a:solidFill>
                  <a:schemeClr val="bg1"/>
                </a:solidFill>
                <a:latin typeface="Times New Roman" panose="02020603050405020304" pitchFamily="18" charset="0"/>
                <a:ea typeface="宋体" panose="02010600030101010101" pitchFamily="2" charset="-122"/>
              </a:rPr>
              <a:t>，</a:t>
            </a:r>
            <a:r>
              <a:rPr lang="en-US" altLang="zh-CN" i="1" dirty="0">
                <a:solidFill>
                  <a:schemeClr val="bg1"/>
                </a:solidFill>
                <a:latin typeface="Symbol" panose="05050102010706020507" pitchFamily="18" charset="2"/>
                <a:ea typeface="宋体" panose="02010600030101010101" pitchFamily="2" charset="-122"/>
              </a:rPr>
              <a:t>F</a:t>
            </a:r>
            <a:r>
              <a:rPr lang="en-US" altLang="zh-CN" baseline="-25000" dirty="0">
                <a:solidFill>
                  <a:schemeClr val="bg1"/>
                </a:solidFill>
                <a:latin typeface="Times New Roman" panose="02020603050405020304" pitchFamily="18" charset="0"/>
                <a:ea typeface="宋体" panose="02010600030101010101" pitchFamily="2" charset="-122"/>
              </a:rPr>
              <a:t>22 </a:t>
            </a:r>
            <a:r>
              <a:rPr lang="en-US" altLang="zh-CN" dirty="0">
                <a:solidFill>
                  <a:schemeClr val="bg1"/>
                </a:solidFill>
                <a:latin typeface="Times New Roman" panose="02020603050405020304" pitchFamily="18" charset="0"/>
                <a:ea typeface="宋体" panose="02010600030101010101" pitchFamily="2" charset="-122"/>
              </a:rPr>
              <a:t>=</a:t>
            </a:r>
            <a:r>
              <a:rPr lang="en-US" altLang="zh-CN" i="1" dirty="0">
                <a:solidFill>
                  <a:schemeClr val="bg1"/>
                </a:solidFill>
                <a:latin typeface="Symbol" panose="05050102010706020507" pitchFamily="18" charset="2"/>
                <a:ea typeface="宋体" panose="02010600030101010101" pitchFamily="2" charset="-122"/>
              </a:rPr>
              <a:t>F</a:t>
            </a:r>
            <a:r>
              <a:rPr lang="en-US" altLang="zh-CN" baseline="-25000" dirty="0">
                <a:solidFill>
                  <a:schemeClr val="bg1"/>
                </a:solidFill>
                <a:latin typeface="Times New Roman" panose="02020603050405020304" pitchFamily="18" charset="0"/>
                <a:ea typeface="宋体" panose="02010600030101010101" pitchFamily="2" charset="-122"/>
              </a:rPr>
              <a:t>12</a:t>
            </a:r>
          </a:p>
        </p:txBody>
      </p:sp>
      <p:sp>
        <p:nvSpPr>
          <p:cNvPr id="36876" name="Text Box 12"/>
          <p:cNvSpPr txBox="1"/>
          <p:nvPr/>
        </p:nvSpPr>
        <p:spPr>
          <a:xfrm>
            <a:off x="900113" y="2924175"/>
            <a:ext cx="2160587" cy="519113"/>
          </a:xfrm>
          <a:prstGeom prst="rect">
            <a:avLst/>
          </a:prstGeom>
          <a:noFill/>
          <a:ln w="9525">
            <a:noFill/>
          </a:ln>
        </p:spPr>
        <p:txBody>
          <a:bodyPr>
            <a:spAutoFit/>
          </a:bodyPr>
          <a:lstStyle/>
          <a:p>
            <a:pPr eaLnBrk="1" hangingPunct="1">
              <a:spcBef>
                <a:spcPct val="50000"/>
              </a:spcBef>
            </a:pPr>
            <a:r>
              <a:rPr lang="zh-CN" altLang="en-US" b="1" dirty="0">
                <a:latin typeface="Arial" panose="020B0604020202020204" pitchFamily="34" charset="0"/>
              </a:rPr>
              <a:t>满足：</a:t>
            </a:r>
          </a:p>
        </p:txBody>
      </p:sp>
      <p:sp>
        <p:nvSpPr>
          <p:cNvPr id="36877" name="Text Box 13"/>
          <p:cNvSpPr txBox="1"/>
          <p:nvPr/>
        </p:nvSpPr>
        <p:spPr>
          <a:xfrm>
            <a:off x="1547813" y="5084763"/>
            <a:ext cx="7416800" cy="1073150"/>
          </a:xfrm>
          <a:prstGeom prst="rect">
            <a:avLst/>
          </a:prstGeom>
          <a:noFill/>
          <a:ln w="19050">
            <a:noFill/>
          </a:ln>
        </p:spPr>
        <p:txBody>
          <a:bodyPr>
            <a:spAutoFit/>
          </a:bodyPr>
          <a:lstStyle/>
          <a:p>
            <a:pPr eaLnBrk="1" hangingPunct="1">
              <a:lnSpc>
                <a:spcPct val="115000"/>
              </a:lnSpc>
              <a:spcBef>
                <a:spcPct val="50000"/>
              </a:spcBef>
            </a:pPr>
            <a:r>
              <a:rPr lang="en-US" altLang="zh-CN" b="1" dirty="0">
                <a:latin typeface="楷体_GB2312" pitchFamily="49" charset="-122"/>
              </a:rPr>
              <a:t>  </a:t>
            </a:r>
            <a:r>
              <a:rPr lang="zh-CN" altLang="en-US" b="1" dirty="0">
                <a:latin typeface="楷体_GB2312" pitchFamily="49" charset="-122"/>
              </a:rPr>
              <a:t>耦合系数 </a:t>
            </a:r>
            <a:r>
              <a:rPr lang="en-US" altLang="zh-CN" i="1" dirty="0">
                <a:solidFill>
                  <a:schemeClr val="bg1"/>
                </a:solidFill>
                <a:latin typeface="Times New Roman" panose="02020603050405020304" pitchFamily="18" charset="0"/>
              </a:rPr>
              <a:t>k </a:t>
            </a:r>
            <a:r>
              <a:rPr lang="zh-CN" altLang="en-US" b="1" dirty="0">
                <a:latin typeface="楷体_GB2312" pitchFamily="49" charset="-122"/>
              </a:rPr>
              <a:t>与线圈的结构、相互几何位置、空间磁介质有关。</a:t>
            </a:r>
            <a:endParaRPr lang="zh-CN" altLang="en-US" b="1" baseline="-25000" dirty="0">
              <a:latin typeface="楷体_GB2312" pitchFamily="49" charset="-122"/>
            </a:endParaRPr>
          </a:p>
        </p:txBody>
      </p:sp>
      <p:grpSp>
        <p:nvGrpSpPr>
          <p:cNvPr id="16392" name="Group 23"/>
          <p:cNvGrpSpPr/>
          <p:nvPr/>
        </p:nvGrpSpPr>
        <p:grpSpPr>
          <a:xfrm>
            <a:off x="8316913" y="6446838"/>
            <a:ext cx="792162" cy="366712"/>
            <a:chOff x="5193" y="4020"/>
            <a:chExt cx="499" cy="231"/>
          </a:xfrm>
        </p:grpSpPr>
        <p:pic>
          <p:nvPicPr>
            <p:cNvPr id="16409" name="Picture 24"/>
            <p:cNvPicPr>
              <a:picLocks noChangeAspect="1"/>
            </p:cNvPicPr>
            <p:nvPr/>
          </p:nvPicPr>
          <p:blipFill>
            <a:blip r:embed="rId2"/>
            <a:stretch>
              <a:fillRect/>
            </a:stretch>
          </p:blipFill>
          <p:spPr>
            <a:xfrm>
              <a:off x="5193" y="4066"/>
              <a:ext cx="499" cy="181"/>
            </a:xfrm>
            <a:prstGeom prst="rect">
              <a:avLst/>
            </a:prstGeom>
            <a:noFill/>
            <a:ln w="9525">
              <a:noFill/>
            </a:ln>
          </p:spPr>
        </p:pic>
        <p:sp>
          <p:nvSpPr>
            <p:cNvPr id="16410" name="Text Box 25">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16393" name="Group 26"/>
          <p:cNvGrpSpPr/>
          <p:nvPr/>
        </p:nvGrpSpPr>
        <p:grpSpPr>
          <a:xfrm>
            <a:off x="7453313" y="6446838"/>
            <a:ext cx="792162" cy="366712"/>
            <a:chOff x="4649" y="4020"/>
            <a:chExt cx="499" cy="231"/>
          </a:xfrm>
        </p:grpSpPr>
        <p:pic>
          <p:nvPicPr>
            <p:cNvPr id="16407" name="Picture 27"/>
            <p:cNvPicPr>
              <a:picLocks noChangeAspect="1"/>
            </p:cNvPicPr>
            <p:nvPr/>
          </p:nvPicPr>
          <p:blipFill>
            <a:blip r:embed="rId2"/>
            <a:stretch>
              <a:fillRect/>
            </a:stretch>
          </p:blipFill>
          <p:spPr>
            <a:xfrm>
              <a:off x="4649" y="4066"/>
              <a:ext cx="499" cy="181"/>
            </a:xfrm>
            <a:prstGeom prst="rect">
              <a:avLst/>
            </a:prstGeom>
            <a:noFill/>
            <a:ln w="9525">
              <a:noFill/>
            </a:ln>
          </p:spPr>
        </p:pic>
        <p:sp>
          <p:nvSpPr>
            <p:cNvPr id="16408" name="Text Box 28">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36896" name="Line 32"/>
          <p:cNvSpPr/>
          <p:nvPr/>
        </p:nvSpPr>
        <p:spPr>
          <a:xfrm>
            <a:off x="2195513" y="3213100"/>
            <a:ext cx="576262" cy="0"/>
          </a:xfrm>
          <a:prstGeom prst="line">
            <a:avLst/>
          </a:prstGeom>
          <a:ln w="76200" cap="flat" cmpd="sng">
            <a:solidFill>
              <a:srgbClr val="3399FF"/>
            </a:solidFill>
            <a:prstDash val="solid"/>
            <a:headEnd type="none" w="med" len="med"/>
            <a:tailEnd type="triangle" w="med" len="med"/>
          </a:ln>
        </p:spPr>
      </p:sp>
      <p:grpSp>
        <p:nvGrpSpPr>
          <p:cNvPr id="36897" name="Group 33"/>
          <p:cNvGrpSpPr/>
          <p:nvPr/>
        </p:nvGrpSpPr>
        <p:grpSpPr>
          <a:xfrm>
            <a:off x="323850" y="4941888"/>
            <a:ext cx="1847850" cy="850900"/>
            <a:chOff x="385" y="3022"/>
            <a:chExt cx="1164" cy="536"/>
          </a:xfrm>
        </p:grpSpPr>
        <p:pic>
          <p:nvPicPr>
            <p:cNvPr id="16405" name="Picture 34"/>
            <p:cNvPicPr>
              <a:picLocks noChangeAspect="1"/>
            </p:cNvPicPr>
            <p:nvPr/>
          </p:nvPicPr>
          <p:blipFill>
            <a:blip r:embed="rId3"/>
            <a:stretch>
              <a:fillRect/>
            </a:stretch>
          </p:blipFill>
          <p:spPr>
            <a:xfrm>
              <a:off x="385" y="3022"/>
              <a:ext cx="590" cy="536"/>
            </a:xfrm>
            <a:prstGeom prst="rect">
              <a:avLst/>
            </a:prstGeom>
            <a:noFill/>
            <a:ln w="9525">
              <a:noFill/>
            </a:ln>
          </p:spPr>
        </p:pic>
        <p:sp>
          <p:nvSpPr>
            <p:cNvPr id="16406" name="Text Box 35"/>
            <p:cNvSpPr txBox="1"/>
            <p:nvPr/>
          </p:nvSpPr>
          <p:spPr>
            <a:xfrm>
              <a:off x="793" y="3116"/>
              <a:ext cx="756"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grpSp>
        <p:nvGrpSpPr>
          <p:cNvPr id="16396" name="Group 39"/>
          <p:cNvGrpSpPr/>
          <p:nvPr/>
        </p:nvGrpSpPr>
        <p:grpSpPr>
          <a:xfrm>
            <a:off x="6588125" y="6446838"/>
            <a:ext cx="792163" cy="366712"/>
            <a:chOff x="4649" y="4020"/>
            <a:chExt cx="499" cy="231"/>
          </a:xfrm>
        </p:grpSpPr>
        <p:pic>
          <p:nvPicPr>
            <p:cNvPr id="16403" name="Picture 40"/>
            <p:cNvPicPr>
              <a:picLocks noChangeAspect="1"/>
            </p:cNvPicPr>
            <p:nvPr/>
          </p:nvPicPr>
          <p:blipFill>
            <a:blip r:embed="rId2"/>
            <a:stretch>
              <a:fillRect/>
            </a:stretch>
          </p:blipFill>
          <p:spPr>
            <a:xfrm>
              <a:off x="4649" y="4066"/>
              <a:ext cx="499" cy="181"/>
            </a:xfrm>
            <a:prstGeom prst="rect">
              <a:avLst/>
            </a:prstGeom>
            <a:noFill/>
            <a:ln w="9525">
              <a:noFill/>
            </a:ln>
          </p:spPr>
        </p:pic>
        <p:sp>
          <p:nvSpPr>
            <p:cNvPr id="16404" name="Text Box 4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36907" name="Group 43"/>
          <p:cNvGrpSpPr/>
          <p:nvPr/>
        </p:nvGrpSpPr>
        <p:grpSpPr>
          <a:xfrm>
            <a:off x="5435600" y="692150"/>
            <a:ext cx="2952750" cy="1365250"/>
            <a:chOff x="3424" y="436"/>
            <a:chExt cx="1860" cy="860"/>
          </a:xfrm>
        </p:grpSpPr>
        <p:graphicFrame>
          <p:nvGraphicFramePr>
            <p:cNvPr id="16401" name="Object 5"/>
            <p:cNvGraphicFramePr>
              <a:graphicFrameLocks noChangeAspect="1"/>
            </p:cNvGraphicFramePr>
            <p:nvPr/>
          </p:nvGraphicFramePr>
          <p:xfrm>
            <a:off x="3424" y="436"/>
            <a:ext cx="1860" cy="860"/>
          </p:xfrm>
          <a:graphic>
            <a:graphicData uri="http://schemas.openxmlformats.org/presentationml/2006/ole">
              <mc:AlternateContent xmlns:mc="http://schemas.openxmlformats.org/markup-compatibility/2006">
                <mc:Choice xmlns:v="urn:schemas-microsoft-com:vml" Requires="v">
                  <p:oleObj r:id="rId4" imgW="977900" imgH="469900" progId="Equation.3">
                    <p:embed/>
                  </p:oleObj>
                </mc:Choice>
                <mc:Fallback>
                  <p:oleObj r:id="rId4" imgW="977900" imgH="469900" progId="Equation.3">
                    <p:embed/>
                    <p:pic>
                      <p:nvPicPr>
                        <p:cNvPr id="0" name="图片 3077"/>
                        <p:cNvPicPr/>
                        <p:nvPr/>
                      </p:nvPicPr>
                      <p:blipFill>
                        <a:blip r:embed="rId5"/>
                        <a:stretch>
                          <a:fillRect/>
                        </a:stretch>
                      </p:blipFill>
                      <p:spPr>
                        <a:xfrm>
                          <a:off x="3424" y="436"/>
                          <a:ext cx="1860" cy="860"/>
                        </a:xfrm>
                        <a:prstGeom prst="rect">
                          <a:avLst/>
                        </a:prstGeom>
                        <a:gradFill rotWithShape="1">
                          <a:gsLst>
                            <a:gs pos="0">
                              <a:srgbClr val="3399FF"/>
                            </a:gs>
                            <a:gs pos="50000">
                              <a:schemeClr val="bg1"/>
                            </a:gs>
                            <a:gs pos="100000">
                              <a:srgbClr val="3399FF"/>
                            </a:gs>
                          </a:gsLst>
                          <a:lin ang="5400000" scaled="1"/>
                          <a:tileRect/>
                        </a:gradFill>
                        <a:ln w="38100">
                          <a:noFill/>
                          <a:miter/>
                        </a:ln>
                      </p:spPr>
                    </p:pic>
                  </p:oleObj>
                </mc:Fallback>
              </mc:AlternateContent>
            </a:graphicData>
          </a:graphic>
        </p:graphicFrame>
        <p:sp>
          <p:nvSpPr>
            <p:cNvPr id="16402" name="Line 42"/>
            <p:cNvSpPr/>
            <p:nvPr/>
          </p:nvSpPr>
          <p:spPr>
            <a:xfrm>
              <a:off x="4876" y="845"/>
              <a:ext cx="181" cy="90"/>
            </a:xfrm>
            <a:prstGeom prst="line">
              <a:avLst/>
            </a:prstGeom>
            <a:ln w="12700" cap="flat" cmpd="sng">
              <a:solidFill>
                <a:schemeClr val="tx1"/>
              </a:solidFill>
              <a:prstDash val="solid"/>
              <a:headEnd type="none" w="med" len="med"/>
              <a:tailEnd type="none" w="med" len="med"/>
            </a:ln>
          </p:spPr>
        </p:sp>
      </p:grpSp>
      <p:grpSp>
        <p:nvGrpSpPr>
          <p:cNvPr id="36909" name="Group 45"/>
          <p:cNvGrpSpPr/>
          <p:nvPr/>
        </p:nvGrpSpPr>
        <p:grpSpPr>
          <a:xfrm>
            <a:off x="698500" y="3644900"/>
            <a:ext cx="7775575" cy="1231900"/>
            <a:chOff x="440" y="2296"/>
            <a:chExt cx="4898" cy="776"/>
          </a:xfrm>
        </p:grpSpPr>
        <p:graphicFrame>
          <p:nvGraphicFramePr>
            <p:cNvPr id="16399" name="Object 7"/>
            <p:cNvGraphicFramePr>
              <a:graphicFrameLocks noChangeAspect="1"/>
            </p:cNvGraphicFramePr>
            <p:nvPr/>
          </p:nvGraphicFramePr>
          <p:xfrm>
            <a:off x="440" y="2296"/>
            <a:ext cx="4898" cy="776"/>
          </p:xfrm>
          <a:graphic>
            <a:graphicData uri="http://schemas.openxmlformats.org/presentationml/2006/ole">
              <mc:AlternateContent xmlns:mc="http://schemas.openxmlformats.org/markup-compatibility/2006">
                <mc:Choice xmlns:v="urn:schemas-microsoft-com:vml" Requires="v">
                  <p:oleObj r:id="rId6" imgW="3360420" imgH="535305" progId="Equation.3">
                    <p:embed/>
                  </p:oleObj>
                </mc:Choice>
                <mc:Fallback>
                  <p:oleObj r:id="rId6" imgW="3360420" imgH="535305" progId="Equation.3">
                    <p:embed/>
                    <p:pic>
                      <p:nvPicPr>
                        <p:cNvPr id="0" name="图片 3076"/>
                        <p:cNvPicPr/>
                        <p:nvPr/>
                      </p:nvPicPr>
                      <p:blipFill>
                        <a:blip r:embed="rId7">
                          <a:clrChange>
                            <a:clrFrom>
                              <a:srgbClr val="000000"/>
                            </a:clrFrom>
                            <a:clrTo>
                              <a:srgbClr val="FFFFFF"/>
                            </a:clrTo>
                          </a:clrChange>
                        </a:blip>
                        <a:stretch>
                          <a:fillRect/>
                        </a:stretch>
                      </p:blipFill>
                      <p:spPr>
                        <a:xfrm>
                          <a:off x="440" y="2296"/>
                          <a:ext cx="4898" cy="776"/>
                        </a:xfrm>
                        <a:prstGeom prst="rect">
                          <a:avLst/>
                        </a:prstGeom>
                        <a:noFill/>
                        <a:ln w="38100">
                          <a:noFill/>
                          <a:miter/>
                        </a:ln>
                      </p:spPr>
                    </p:pic>
                  </p:oleObj>
                </mc:Fallback>
              </mc:AlternateContent>
            </a:graphicData>
          </a:graphic>
        </p:graphicFrame>
        <p:sp>
          <p:nvSpPr>
            <p:cNvPr id="16400" name="Line 44"/>
            <p:cNvSpPr/>
            <p:nvPr/>
          </p:nvSpPr>
          <p:spPr>
            <a:xfrm>
              <a:off x="5030" y="2731"/>
              <a:ext cx="136" cy="90"/>
            </a:xfrm>
            <a:prstGeom prst="line">
              <a:avLst/>
            </a:prstGeom>
            <a:ln w="19050"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6866"/>
                                        </p:tgtEl>
                                        <p:attrNameLst>
                                          <p:attrName>style.visibility</p:attrName>
                                        </p:attrNameLst>
                                      </p:cBhvr>
                                      <p:to>
                                        <p:strVal val="visible"/>
                                      </p:to>
                                    </p:set>
                                    <p:anim calcmode="lin" valueType="num">
                                      <p:cBhvr additive="base">
                                        <p:cTn id="7" dur="500" fill="hold"/>
                                        <p:tgtEl>
                                          <p:spTgt spid="36866"/>
                                        </p:tgtEl>
                                        <p:attrNameLst>
                                          <p:attrName>ppt_x</p:attrName>
                                        </p:attrNameLst>
                                      </p:cBhvr>
                                      <p:tavLst>
                                        <p:tav tm="0">
                                          <p:val>
                                            <p:strVal val="0-#ppt_w/2"/>
                                          </p:val>
                                        </p:tav>
                                        <p:tav tm="100000">
                                          <p:val>
                                            <p:strVal val="#ppt_x"/>
                                          </p:val>
                                        </p:tav>
                                      </p:tavLst>
                                    </p:anim>
                                    <p:anim calcmode="lin" valueType="num">
                                      <p:cBhvr additive="base">
                                        <p:cTn id="8" dur="500" fill="hold"/>
                                        <p:tgtEl>
                                          <p:spTgt spid="368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6867"/>
                                        </p:tgtEl>
                                        <p:attrNameLst>
                                          <p:attrName>style.visibility</p:attrName>
                                        </p:attrNameLst>
                                      </p:cBhvr>
                                      <p:to>
                                        <p:strVal val="visible"/>
                                      </p:to>
                                    </p:set>
                                    <p:animEffect transition="in" filter="slide(fromBottom)">
                                      <p:cBhvr>
                                        <p:cTn id="13" dur="2000"/>
                                        <p:tgtEl>
                                          <p:spTgt spid="36867"/>
                                        </p:tgtEl>
                                      </p:cBhvr>
                                    </p:animEffect>
                                  </p:childTnLst>
                                </p:cTn>
                              </p:par>
                            </p:childTnLst>
                          </p:cTn>
                        </p:par>
                        <p:par>
                          <p:cTn id="14" fill="hold">
                            <p:stCondLst>
                              <p:cond delay="2000"/>
                            </p:stCondLst>
                            <p:childTnLst>
                              <p:par>
                                <p:cTn id="15" presetID="3" presetClass="entr" presetSubtype="10" fill="hold" nodeType="afterEffect">
                                  <p:stCondLst>
                                    <p:cond delay="0"/>
                                  </p:stCondLst>
                                  <p:childTnLst>
                                    <p:set>
                                      <p:cBhvr>
                                        <p:cTn id="16" dur="1" fill="hold">
                                          <p:stCondLst>
                                            <p:cond delay="0"/>
                                          </p:stCondLst>
                                        </p:cTn>
                                        <p:tgtEl>
                                          <p:spTgt spid="36907"/>
                                        </p:tgtEl>
                                        <p:attrNameLst>
                                          <p:attrName>style.visibility</p:attrName>
                                        </p:attrNameLst>
                                      </p:cBhvr>
                                      <p:to>
                                        <p:strVal val="visible"/>
                                      </p:to>
                                    </p:set>
                                    <p:animEffect transition="in" filter="blinds(horizontal)">
                                      <p:cBhvr>
                                        <p:cTn id="17" dur="500"/>
                                        <p:tgtEl>
                                          <p:spTgt spid="369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868"/>
                                        </p:tgtEl>
                                        <p:attrNameLst>
                                          <p:attrName>style.visibility</p:attrName>
                                        </p:attrNameLst>
                                      </p:cBhvr>
                                      <p:to>
                                        <p:strVal val="visible"/>
                                      </p:to>
                                    </p:set>
                                    <p:animEffect transition="in" filter="wipe(left)">
                                      <p:cBhvr>
                                        <p:cTn id="22" dur="2000"/>
                                        <p:tgtEl>
                                          <p:spTgt spid="3686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6876"/>
                                        </p:tgtEl>
                                        <p:attrNameLst>
                                          <p:attrName>style.visibility</p:attrName>
                                        </p:attrNameLst>
                                      </p:cBhvr>
                                      <p:to>
                                        <p:strVal val="visible"/>
                                      </p:to>
                                    </p:set>
                                    <p:animEffect transition="in" filter="slide(fromLeft)">
                                      <p:cBhvr>
                                        <p:cTn id="27" dur="500"/>
                                        <p:tgtEl>
                                          <p:spTgt spid="3687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36896"/>
                                        </p:tgtEl>
                                        <p:attrNameLst>
                                          <p:attrName>style.visibility</p:attrName>
                                        </p:attrNameLst>
                                      </p:cBhvr>
                                      <p:to>
                                        <p:strVal val="visible"/>
                                      </p:to>
                                    </p:set>
                                    <p:animEffect transition="in" filter="slide(fromLeft)">
                                      <p:cBhvr>
                                        <p:cTn id="32" dur="500"/>
                                        <p:tgtEl>
                                          <p:spTgt spid="36896"/>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36870"/>
                                        </p:tgtEl>
                                        <p:attrNameLst>
                                          <p:attrName>style.visibility</p:attrName>
                                        </p:attrNameLst>
                                      </p:cBhvr>
                                      <p:to>
                                        <p:strVal val="visible"/>
                                      </p:to>
                                    </p:set>
                                    <p:animEffect transition="in" filter="wipe(left)">
                                      <p:cBhvr>
                                        <p:cTn id="36" dur="2000"/>
                                        <p:tgtEl>
                                          <p:spTgt spid="36870"/>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36909"/>
                                        </p:tgtEl>
                                        <p:attrNameLst>
                                          <p:attrName>style.visibility</p:attrName>
                                        </p:attrNameLst>
                                      </p:cBhvr>
                                      <p:to>
                                        <p:strVal val="visible"/>
                                      </p:to>
                                    </p:set>
                                    <p:animEffect transition="in" filter="blinds(horizontal)">
                                      <p:cBhvr>
                                        <p:cTn id="41" dur="500"/>
                                        <p:tgtEl>
                                          <p:spTgt spid="3690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36897"/>
                                        </p:tgtEl>
                                        <p:attrNameLst>
                                          <p:attrName>style.visibility</p:attrName>
                                        </p:attrNameLst>
                                      </p:cBhvr>
                                      <p:to>
                                        <p:strVal val="visible"/>
                                      </p:to>
                                    </p:set>
                                    <p:animEffect transition="in" filter="blinds(horizontal)">
                                      <p:cBhvr>
                                        <p:cTn id="46" dur="500"/>
                                        <p:tgtEl>
                                          <p:spTgt spid="3689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6877"/>
                                        </p:tgtEl>
                                        <p:attrNameLst>
                                          <p:attrName>style.visibility</p:attrName>
                                        </p:attrNameLst>
                                      </p:cBhvr>
                                      <p:to>
                                        <p:strVal val="visible"/>
                                      </p:to>
                                    </p:set>
                                    <p:animEffect transition="in" filter="wipe(left)">
                                      <p:cBhvr>
                                        <p:cTn id="51" dur="2000"/>
                                        <p:tgtEl>
                                          <p:spTgt spid="36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p:bldP spid="36868" grpId="0"/>
      <p:bldP spid="36870" grpId="0"/>
      <p:bldP spid="36876" grpId="0"/>
      <p:bldP spid="3687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6" name="Text Box 10"/>
          <p:cNvSpPr txBox="1"/>
          <p:nvPr/>
        </p:nvSpPr>
        <p:spPr>
          <a:xfrm>
            <a:off x="468313" y="620713"/>
            <a:ext cx="1800225" cy="519112"/>
          </a:xfrm>
          <a:prstGeom prst="rect">
            <a:avLst/>
          </a:prstGeom>
          <a:solidFill>
            <a:srgbClr val="008080"/>
          </a:solidFill>
          <a:ln w="9525">
            <a:noFill/>
          </a:ln>
        </p:spPr>
        <p:txBody>
          <a:bodyPr>
            <a:spAutoFit/>
          </a:bodyPr>
          <a:lstStyle/>
          <a:p>
            <a:pPr eaLnBrk="1" hangingPunct="1"/>
            <a:r>
              <a:rPr lang="zh-CN" altLang="en-US" b="1" dirty="0">
                <a:latin typeface="Times New Roman" panose="02020603050405020304" pitchFamily="18" charset="0"/>
              </a:rPr>
              <a:t>互感现象</a:t>
            </a:r>
          </a:p>
        </p:txBody>
      </p:sp>
      <p:sp>
        <p:nvSpPr>
          <p:cNvPr id="70667" name="Rectangle 11"/>
          <p:cNvSpPr/>
          <p:nvPr/>
        </p:nvSpPr>
        <p:spPr>
          <a:xfrm>
            <a:off x="3132138" y="569913"/>
            <a:ext cx="6011862" cy="519112"/>
          </a:xfrm>
          <a:prstGeom prst="rect">
            <a:avLst/>
          </a:prstGeom>
          <a:noFill/>
          <a:ln w="9525">
            <a:noFill/>
          </a:ln>
        </p:spPr>
        <p:txBody>
          <a:bodyPr>
            <a:spAutoFit/>
          </a:bodyPr>
          <a:lstStyle/>
          <a:p>
            <a:pPr eaLnBrk="1" hangingPunct="1"/>
            <a:r>
              <a:rPr lang="zh-CN" altLang="en-US" b="1" dirty="0">
                <a:latin typeface="Times New Roman" panose="02020603050405020304" pitchFamily="18" charset="0"/>
              </a:rPr>
              <a:t>利用</a:t>
            </a:r>
            <a:r>
              <a:rPr lang="en-US" altLang="zh-CN" b="1" dirty="0">
                <a:latin typeface="Times New Roman" panose="02020603050405020304" pitchFamily="18" charset="0"/>
              </a:rPr>
              <a:t>——</a:t>
            </a:r>
            <a:r>
              <a:rPr lang="zh-CN" altLang="en-US" b="1" dirty="0">
                <a:latin typeface="Times New Roman" panose="02020603050405020304" pitchFamily="18" charset="0"/>
              </a:rPr>
              <a:t>变压器：信号、功率传递</a:t>
            </a:r>
          </a:p>
        </p:txBody>
      </p:sp>
      <p:sp>
        <p:nvSpPr>
          <p:cNvPr id="70668" name="Rectangle 12"/>
          <p:cNvSpPr/>
          <p:nvPr/>
        </p:nvSpPr>
        <p:spPr>
          <a:xfrm>
            <a:off x="3203575" y="1268413"/>
            <a:ext cx="2808288" cy="519112"/>
          </a:xfrm>
          <a:prstGeom prst="rect">
            <a:avLst/>
          </a:prstGeom>
          <a:noFill/>
          <a:ln w="9525">
            <a:noFill/>
          </a:ln>
        </p:spPr>
        <p:txBody>
          <a:bodyPr>
            <a:spAutoFit/>
          </a:bodyPr>
          <a:lstStyle/>
          <a:p>
            <a:pPr eaLnBrk="1" hangingPunct="1"/>
            <a:r>
              <a:rPr lang="zh-CN" altLang="en-US" b="1" dirty="0">
                <a:latin typeface="Times New Roman" panose="02020603050405020304" pitchFamily="18" charset="0"/>
              </a:rPr>
              <a:t>避免</a:t>
            </a:r>
            <a:r>
              <a:rPr lang="en-US" altLang="zh-CN" b="1" dirty="0">
                <a:latin typeface="Times New Roman" panose="02020603050405020304" pitchFamily="18" charset="0"/>
              </a:rPr>
              <a:t>——</a:t>
            </a:r>
            <a:r>
              <a:rPr lang="zh-CN" altLang="en-US" b="1" dirty="0">
                <a:latin typeface="Times New Roman" panose="02020603050405020304" pitchFamily="18" charset="0"/>
              </a:rPr>
              <a:t>干扰</a:t>
            </a:r>
          </a:p>
        </p:txBody>
      </p:sp>
      <p:sp>
        <p:nvSpPr>
          <p:cNvPr id="70669" name="Rectangle 13"/>
          <p:cNvSpPr/>
          <p:nvPr/>
        </p:nvSpPr>
        <p:spPr>
          <a:xfrm>
            <a:off x="611188" y="1951038"/>
            <a:ext cx="8137525" cy="1117600"/>
          </a:xfrm>
          <a:prstGeom prst="rect">
            <a:avLst/>
          </a:prstGeom>
          <a:noFill/>
          <a:ln w="9525">
            <a:noFill/>
          </a:ln>
        </p:spPr>
        <p:txBody>
          <a:bodyPr>
            <a:spAutoFit/>
          </a:bodyPr>
          <a:lstStyle/>
          <a:p>
            <a:pPr eaLnBrk="1" hangingPunct="1">
              <a:lnSpc>
                <a:spcPct val="120000"/>
              </a:lnSpc>
            </a:pPr>
            <a:r>
              <a:rPr lang="zh-CN" altLang="en-US" b="1" dirty="0">
                <a:latin typeface="Times New Roman" panose="02020603050405020304" pitchFamily="18" charset="0"/>
              </a:rPr>
              <a:t>克服：合理布置线圈相互位置或增加屏蔽减少互感</a:t>
            </a:r>
          </a:p>
          <a:p>
            <a:pPr eaLnBrk="1" hangingPunct="1">
              <a:lnSpc>
                <a:spcPct val="120000"/>
              </a:lnSpc>
            </a:pPr>
            <a:r>
              <a:rPr lang="zh-CN" altLang="en-US" b="1" dirty="0">
                <a:latin typeface="Times New Roman" panose="02020603050405020304" pitchFamily="18" charset="0"/>
              </a:rPr>
              <a:t>            作 用。</a:t>
            </a:r>
          </a:p>
        </p:txBody>
      </p:sp>
      <p:sp>
        <p:nvSpPr>
          <p:cNvPr id="70670" name="Line 14"/>
          <p:cNvSpPr/>
          <p:nvPr/>
        </p:nvSpPr>
        <p:spPr>
          <a:xfrm>
            <a:off x="2555875" y="836613"/>
            <a:ext cx="504825" cy="0"/>
          </a:xfrm>
          <a:prstGeom prst="line">
            <a:avLst/>
          </a:prstGeom>
          <a:ln w="76200" cap="flat" cmpd="sng">
            <a:solidFill>
              <a:srgbClr val="3399FF"/>
            </a:solidFill>
            <a:prstDash val="solid"/>
            <a:headEnd type="none" w="med" len="med"/>
            <a:tailEnd type="triangle" w="med" len="med"/>
          </a:ln>
        </p:spPr>
      </p:sp>
      <p:grpSp>
        <p:nvGrpSpPr>
          <p:cNvPr id="17415" name="Group 21"/>
          <p:cNvGrpSpPr/>
          <p:nvPr/>
        </p:nvGrpSpPr>
        <p:grpSpPr>
          <a:xfrm>
            <a:off x="8316913" y="6446838"/>
            <a:ext cx="792162" cy="366712"/>
            <a:chOff x="5193" y="4020"/>
            <a:chExt cx="499" cy="231"/>
          </a:xfrm>
        </p:grpSpPr>
        <p:pic>
          <p:nvPicPr>
            <p:cNvPr id="17422" name="Picture 22"/>
            <p:cNvPicPr>
              <a:picLocks noChangeAspect="1"/>
            </p:cNvPicPr>
            <p:nvPr/>
          </p:nvPicPr>
          <p:blipFill>
            <a:blip r:embed="rId2"/>
            <a:stretch>
              <a:fillRect/>
            </a:stretch>
          </p:blipFill>
          <p:spPr>
            <a:xfrm>
              <a:off x="5193" y="4066"/>
              <a:ext cx="499" cy="181"/>
            </a:xfrm>
            <a:prstGeom prst="rect">
              <a:avLst/>
            </a:prstGeom>
            <a:noFill/>
            <a:ln w="9525">
              <a:noFill/>
            </a:ln>
          </p:spPr>
        </p:pic>
        <p:sp>
          <p:nvSpPr>
            <p:cNvPr id="17423" name="Text Box 23">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17416" name="Group 24"/>
          <p:cNvGrpSpPr/>
          <p:nvPr/>
        </p:nvGrpSpPr>
        <p:grpSpPr>
          <a:xfrm>
            <a:off x="7453313" y="6446838"/>
            <a:ext cx="792162" cy="366712"/>
            <a:chOff x="4649" y="4020"/>
            <a:chExt cx="499" cy="231"/>
          </a:xfrm>
        </p:grpSpPr>
        <p:pic>
          <p:nvPicPr>
            <p:cNvPr id="17420" name="Picture 25"/>
            <p:cNvPicPr>
              <a:picLocks noChangeAspect="1"/>
            </p:cNvPicPr>
            <p:nvPr/>
          </p:nvPicPr>
          <p:blipFill>
            <a:blip r:embed="rId2"/>
            <a:stretch>
              <a:fillRect/>
            </a:stretch>
          </p:blipFill>
          <p:spPr>
            <a:xfrm>
              <a:off x="4649" y="4066"/>
              <a:ext cx="499" cy="181"/>
            </a:xfrm>
            <a:prstGeom prst="rect">
              <a:avLst/>
            </a:prstGeom>
            <a:noFill/>
            <a:ln w="9525">
              <a:noFill/>
            </a:ln>
          </p:spPr>
        </p:pic>
        <p:sp>
          <p:nvSpPr>
            <p:cNvPr id="17421" name="Text Box 26">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17417" name="Group 39"/>
          <p:cNvGrpSpPr/>
          <p:nvPr/>
        </p:nvGrpSpPr>
        <p:grpSpPr>
          <a:xfrm>
            <a:off x="6588125" y="6446838"/>
            <a:ext cx="792163" cy="366712"/>
            <a:chOff x="4649" y="4020"/>
            <a:chExt cx="499" cy="231"/>
          </a:xfrm>
        </p:grpSpPr>
        <p:pic>
          <p:nvPicPr>
            <p:cNvPr id="17418" name="Picture 40"/>
            <p:cNvPicPr>
              <a:picLocks noChangeAspect="1"/>
            </p:cNvPicPr>
            <p:nvPr/>
          </p:nvPicPr>
          <p:blipFill>
            <a:blip r:embed="rId2"/>
            <a:stretch>
              <a:fillRect/>
            </a:stretch>
          </p:blipFill>
          <p:spPr>
            <a:xfrm>
              <a:off x="4649" y="4066"/>
              <a:ext cx="499" cy="181"/>
            </a:xfrm>
            <a:prstGeom prst="rect">
              <a:avLst/>
            </a:prstGeom>
            <a:noFill/>
            <a:ln w="9525">
              <a:noFill/>
            </a:ln>
          </p:spPr>
        </p:pic>
        <p:sp>
          <p:nvSpPr>
            <p:cNvPr id="17419" name="Text Box 4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0666"/>
                                        </p:tgtEl>
                                        <p:attrNameLst>
                                          <p:attrName>style.visibility</p:attrName>
                                        </p:attrNameLst>
                                      </p:cBhvr>
                                      <p:to>
                                        <p:strVal val="visible"/>
                                      </p:to>
                                    </p:set>
                                    <p:anim calcmode="lin" valueType="num">
                                      <p:cBhvr additive="base">
                                        <p:cTn id="7" dur="500" fill="hold"/>
                                        <p:tgtEl>
                                          <p:spTgt spid="70666"/>
                                        </p:tgtEl>
                                        <p:attrNameLst>
                                          <p:attrName>ppt_x</p:attrName>
                                        </p:attrNameLst>
                                      </p:cBhvr>
                                      <p:tavLst>
                                        <p:tav tm="0">
                                          <p:val>
                                            <p:strVal val="0-#ppt_w/2"/>
                                          </p:val>
                                        </p:tav>
                                        <p:tav tm="100000">
                                          <p:val>
                                            <p:strVal val="#ppt_x"/>
                                          </p:val>
                                        </p:tav>
                                      </p:tavLst>
                                    </p:anim>
                                    <p:anim calcmode="lin" valueType="num">
                                      <p:cBhvr additive="base">
                                        <p:cTn id="8" dur="500" fill="hold"/>
                                        <p:tgtEl>
                                          <p:spTgt spid="706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70670"/>
                                        </p:tgtEl>
                                        <p:attrNameLst>
                                          <p:attrName>style.visibility</p:attrName>
                                        </p:attrNameLst>
                                      </p:cBhvr>
                                      <p:to>
                                        <p:strVal val="visible"/>
                                      </p:to>
                                    </p:set>
                                    <p:animEffect transition="in" filter="slide(fromLeft)">
                                      <p:cBhvr>
                                        <p:cTn id="13" dur="1000"/>
                                        <p:tgtEl>
                                          <p:spTgt spid="70670"/>
                                        </p:tgtEl>
                                      </p:cBhvr>
                                    </p:animEffect>
                                  </p:childTnLst>
                                </p:cTn>
                              </p:par>
                            </p:childTnLst>
                          </p:cTn>
                        </p:par>
                        <p:par>
                          <p:cTn id="14" fill="hold">
                            <p:stCondLst>
                              <p:cond delay="1000"/>
                            </p:stCondLst>
                            <p:childTnLst>
                              <p:par>
                                <p:cTn id="15" presetID="17" presetClass="entr" presetSubtype="10" fill="hold" grpId="0" nodeType="afterEffect">
                                  <p:stCondLst>
                                    <p:cond delay="0"/>
                                  </p:stCondLst>
                                  <p:childTnLst>
                                    <p:set>
                                      <p:cBhvr>
                                        <p:cTn id="16" dur="1" fill="hold">
                                          <p:stCondLst>
                                            <p:cond delay="0"/>
                                          </p:stCondLst>
                                        </p:cTn>
                                        <p:tgtEl>
                                          <p:spTgt spid="70667"/>
                                        </p:tgtEl>
                                        <p:attrNameLst>
                                          <p:attrName>style.visibility</p:attrName>
                                        </p:attrNameLst>
                                      </p:cBhvr>
                                      <p:to>
                                        <p:strVal val="visible"/>
                                      </p:to>
                                    </p:set>
                                    <p:anim calcmode="lin" valueType="num">
                                      <p:cBhvr>
                                        <p:cTn id="17" dur="500" fill="hold"/>
                                        <p:tgtEl>
                                          <p:spTgt spid="70667"/>
                                        </p:tgtEl>
                                        <p:attrNameLst>
                                          <p:attrName>ppt_w</p:attrName>
                                        </p:attrNameLst>
                                      </p:cBhvr>
                                      <p:tavLst>
                                        <p:tav tm="0">
                                          <p:val>
                                            <p:fltVal val="0"/>
                                          </p:val>
                                        </p:tav>
                                        <p:tav tm="100000">
                                          <p:val>
                                            <p:strVal val="#ppt_w"/>
                                          </p:val>
                                        </p:tav>
                                      </p:tavLst>
                                    </p:anim>
                                    <p:anim calcmode="lin" valueType="num">
                                      <p:cBhvr>
                                        <p:cTn id="18" dur="500" fill="hold"/>
                                        <p:tgtEl>
                                          <p:spTgt spid="70667"/>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70668"/>
                                        </p:tgtEl>
                                        <p:attrNameLst>
                                          <p:attrName>style.visibility</p:attrName>
                                        </p:attrNameLst>
                                      </p:cBhvr>
                                      <p:to>
                                        <p:strVal val="visible"/>
                                      </p:to>
                                    </p:set>
                                    <p:anim calcmode="lin" valueType="num">
                                      <p:cBhvr>
                                        <p:cTn id="23" dur="500" fill="hold"/>
                                        <p:tgtEl>
                                          <p:spTgt spid="70668"/>
                                        </p:tgtEl>
                                        <p:attrNameLst>
                                          <p:attrName>ppt_w</p:attrName>
                                        </p:attrNameLst>
                                      </p:cBhvr>
                                      <p:tavLst>
                                        <p:tav tm="0">
                                          <p:val>
                                            <p:fltVal val="0"/>
                                          </p:val>
                                        </p:tav>
                                        <p:tav tm="100000">
                                          <p:val>
                                            <p:strVal val="#ppt_w"/>
                                          </p:val>
                                        </p:tav>
                                      </p:tavLst>
                                    </p:anim>
                                    <p:anim calcmode="lin" valueType="num">
                                      <p:cBhvr>
                                        <p:cTn id="24" dur="500" fill="hold"/>
                                        <p:tgtEl>
                                          <p:spTgt spid="70668"/>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0669"/>
                                        </p:tgtEl>
                                        <p:attrNameLst>
                                          <p:attrName>style.visibility</p:attrName>
                                        </p:attrNameLst>
                                      </p:cBhvr>
                                      <p:to>
                                        <p:strVal val="visible"/>
                                      </p:to>
                                    </p:set>
                                    <p:animEffect transition="in" filter="wipe(left)">
                                      <p:cBhvr>
                                        <p:cTn id="29" dur="2000"/>
                                        <p:tgtEl>
                                          <p:spTgt spid="70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6" grpId="0" animBg="1"/>
      <p:bldP spid="70667" grpId="0"/>
      <p:bldP spid="70668" grpId="0"/>
      <p:bldP spid="7066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7"/>
          <p:cNvGrpSpPr/>
          <p:nvPr/>
        </p:nvGrpSpPr>
        <p:grpSpPr>
          <a:xfrm>
            <a:off x="8316913" y="6446838"/>
            <a:ext cx="792162" cy="366712"/>
            <a:chOff x="5193" y="4020"/>
            <a:chExt cx="499" cy="231"/>
          </a:xfrm>
        </p:grpSpPr>
        <p:pic>
          <p:nvPicPr>
            <p:cNvPr id="18444" name="Picture 8"/>
            <p:cNvPicPr>
              <a:picLocks noChangeAspect="1"/>
            </p:cNvPicPr>
            <p:nvPr/>
          </p:nvPicPr>
          <p:blipFill>
            <a:blip r:embed="rId2"/>
            <a:stretch>
              <a:fillRect/>
            </a:stretch>
          </p:blipFill>
          <p:spPr>
            <a:xfrm>
              <a:off x="5193" y="4066"/>
              <a:ext cx="499" cy="181"/>
            </a:xfrm>
            <a:prstGeom prst="rect">
              <a:avLst/>
            </a:prstGeom>
            <a:noFill/>
            <a:ln w="9525">
              <a:noFill/>
            </a:ln>
          </p:spPr>
        </p:pic>
        <p:sp>
          <p:nvSpPr>
            <p:cNvPr id="18445" name="Text Box 9">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18435" name="Group 10"/>
          <p:cNvGrpSpPr/>
          <p:nvPr/>
        </p:nvGrpSpPr>
        <p:grpSpPr>
          <a:xfrm>
            <a:off x="7453313" y="6446838"/>
            <a:ext cx="792162" cy="366712"/>
            <a:chOff x="4649" y="4020"/>
            <a:chExt cx="499" cy="231"/>
          </a:xfrm>
        </p:grpSpPr>
        <p:pic>
          <p:nvPicPr>
            <p:cNvPr id="18442" name="Picture 11"/>
            <p:cNvPicPr>
              <a:picLocks noChangeAspect="1"/>
            </p:cNvPicPr>
            <p:nvPr/>
          </p:nvPicPr>
          <p:blipFill>
            <a:blip r:embed="rId2"/>
            <a:stretch>
              <a:fillRect/>
            </a:stretch>
          </p:blipFill>
          <p:spPr>
            <a:xfrm>
              <a:off x="4649" y="4066"/>
              <a:ext cx="499" cy="181"/>
            </a:xfrm>
            <a:prstGeom prst="rect">
              <a:avLst/>
            </a:prstGeom>
            <a:noFill/>
            <a:ln w="9525">
              <a:noFill/>
            </a:ln>
          </p:spPr>
        </p:pic>
        <p:sp>
          <p:nvSpPr>
            <p:cNvPr id="18443" name="Text Box 12">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pic>
        <p:nvPicPr>
          <p:cNvPr id="18436" name="Picture 13"/>
          <p:cNvPicPr>
            <a:picLocks noChangeAspect="1"/>
          </p:cNvPicPr>
          <p:nvPr/>
        </p:nvPicPr>
        <p:blipFill>
          <a:blip r:embed="rId3"/>
          <a:stretch>
            <a:fillRect/>
          </a:stretch>
        </p:blipFill>
        <p:spPr>
          <a:xfrm>
            <a:off x="5364163" y="1628775"/>
            <a:ext cx="2357437" cy="3600450"/>
          </a:xfrm>
          <a:prstGeom prst="rect">
            <a:avLst/>
          </a:prstGeom>
          <a:noFill/>
          <a:ln w="9525">
            <a:noFill/>
          </a:ln>
        </p:spPr>
      </p:pic>
      <p:sp>
        <p:nvSpPr>
          <p:cNvPr id="18437" name="Text Box 14"/>
          <p:cNvSpPr txBox="1"/>
          <p:nvPr/>
        </p:nvSpPr>
        <p:spPr>
          <a:xfrm>
            <a:off x="3563938" y="5949950"/>
            <a:ext cx="2951162" cy="519113"/>
          </a:xfrm>
          <a:prstGeom prst="rect">
            <a:avLst/>
          </a:prstGeom>
          <a:noFill/>
          <a:ln w="28575">
            <a:noFill/>
          </a:ln>
          <a:effectLst>
            <a:prstShdw prst="shdw17" dist="17961" dir="2699999">
              <a:schemeClr val="bg2"/>
            </a:prstShdw>
          </a:effectLst>
        </p:spPr>
        <p:txBody>
          <a:bodyPr>
            <a:spAutoFit/>
          </a:bodyPr>
          <a:lstStyle/>
          <a:p>
            <a:pPr algn="ctr">
              <a:spcBef>
                <a:spcPct val="50000"/>
              </a:spcBef>
            </a:pPr>
            <a:r>
              <a:rPr lang="zh-CN" altLang="en-US" b="1" dirty="0">
                <a:solidFill>
                  <a:schemeClr val="bg1"/>
                </a:solidFill>
                <a:latin typeface="Times New Roman" panose="02020603050405020304" pitchFamily="18" charset="0"/>
                <a:sym typeface="Symbol" panose="05050102010706020507" pitchFamily="18" charset="2"/>
              </a:rPr>
              <a:t>电抗器</a:t>
            </a:r>
          </a:p>
        </p:txBody>
      </p:sp>
      <p:grpSp>
        <p:nvGrpSpPr>
          <p:cNvPr id="18438" name="Group 15"/>
          <p:cNvGrpSpPr/>
          <p:nvPr/>
        </p:nvGrpSpPr>
        <p:grpSpPr>
          <a:xfrm>
            <a:off x="6588125" y="6446838"/>
            <a:ext cx="792163" cy="366712"/>
            <a:chOff x="4649" y="4020"/>
            <a:chExt cx="499" cy="231"/>
          </a:xfrm>
        </p:grpSpPr>
        <p:pic>
          <p:nvPicPr>
            <p:cNvPr id="18440" name="Picture 16"/>
            <p:cNvPicPr>
              <a:picLocks noChangeAspect="1"/>
            </p:cNvPicPr>
            <p:nvPr/>
          </p:nvPicPr>
          <p:blipFill>
            <a:blip r:embed="rId2"/>
            <a:stretch>
              <a:fillRect/>
            </a:stretch>
          </p:blipFill>
          <p:spPr>
            <a:xfrm>
              <a:off x="4649" y="4066"/>
              <a:ext cx="499" cy="181"/>
            </a:xfrm>
            <a:prstGeom prst="rect">
              <a:avLst/>
            </a:prstGeom>
            <a:noFill/>
            <a:ln w="9525">
              <a:noFill/>
            </a:ln>
          </p:spPr>
        </p:pic>
        <p:sp>
          <p:nvSpPr>
            <p:cNvPr id="18441" name="Text Box 1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pic>
        <p:nvPicPr>
          <p:cNvPr id="18439" name="Picture 18"/>
          <p:cNvPicPr>
            <a:picLocks noChangeAspect="1"/>
          </p:cNvPicPr>
          <p:nvPr/>
        </p:nvPicPr>
        <p:blipFill>
          <a:blip r:embed="rId4"/>
          <a:stretch>
            <a:fillRect/>
          </a:stretch>
        </p:blipFill>
        <p:spPr>
          <a:xfrm>
            <a:off x="755650" y="692150"/>
            <a:ext cx="4059238" cy="525780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3" name="Picture 13"/>
          <p:cNvPicPr>
            <a:picLocks noChangeAspect="1"/>
          </p:cNvPicPr>
          <p:nvPr/>
        </p:nvPicPr>
        <p:blipFill>
          <a:blip r:embed="rId2"/>
          <a:stretch>
            <a:fillRect/>
          </a:stretch>
        </p:blipFill>
        <p:spPr>
          <a:xfrm>
            <a:off x="4643438" y="404813"/>
            <a:ext cx="3646487" cy="5472112"/>
          </a:xfrm>
          <a:prstGeom prst="rect">
            <a:avLst/>
          </a:prstGeom>
          <a:noFill/>
          <a:ln w="9525">
            <a:noFill/>
          </a:ln>
        </p:spPr>
      </p:pic>
      <p:grpSp>
        <p:nvGrpSpPr>
          <p:cNvPr id="19459" name="Group 15"/>
          <p:cNvGrpSpPr/>
          <p:nvPr/>
        </p:nvGrpSpPr>
        <p:grpSpPr>
          <a:xfrm>
            <a:off x="8316913" y="6446838"/>
            <a:ext cx="792162" cy="366712"/>
            <a:chOff x="5193" y="4020"/>
            <a:chExt cx="499" cy="231"/>
          </a:xfrm>
        </p:grpSpPr>
        <p:pic>
          <p:nvPicPr>
            <p:cNvPr id="19469" name="Picture 16"/>
            <p:cNvPicPr>
              <a:picLocks noChangeAspect="1"/>
            </p:cNvPicPr>
            <p:nvPr/>
          </p:nvPicPr>
          <p:blipFill>
            <a:blip r:embed="rId3"/>
            <a:stretch>
              <a:fillRect/>
            </a:stretch>
          </p:blipFill>
          <p:spPr>
            <a:xfrm>
              <a:off x="5193" y="4066"/>
              <a:ext cx="499" cy="181"/>
            </a:xfrm>
            <a:prstGeom prst="rect">
              <a:avLst/>
            </a:prstGeom>
            <a:noFill/>
            <a:ln w="9525">
              <a:noFill/>
            </a:ln>
          </p:spPr>
        </p:pic>
        <p:sp>
          <p:nvSpPr>
            <p:cNvPr id="19470" name="Text Box 17">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19460" name="Group 18"/>
          <p:cNvGrpSpPr/>
          <p:nvPr/>
        </p:nvGrpSpPr>
        <p:grpSpPr>
          <a:xfrm>
            <a:off x="7453313" y="6446838"/>
            <a:ext cx="792162" cy="366712"/>
            <a:chOff x="4649" y="4020"/>
            <a:chExt cx="499" cy="231"/>
          </a:xfrm>
        </p:grpSpPr>
        <p:pic>
          <p:nvPicPr>
            <p:cNvPr id="19467" name="Picture 19"/>
            <p:cNvPicPr>
              <a:picLocks noChangeAspect="1"/>
            </p:cNvPicPr>
            <p:nvPr/>
          </p:nvPicPr>
          <p:blipFill>
            <a:blip r:embed="rId3"/>
            <a:stretch>
              <a:fillRect/>
            </a:stretch>
          </p:blipFill>
          <p:spPr>
            <a:xfrm>
              <a:off x="4649" y="4066"/>
              <a:ext cx="499" cy="181"/>
            </a:xfrm>
            <a:prstGeom prst="rect">
              <a:avLst/>
            </a:prstGeom>
            <a:noFill/>
            <a:ln w="9525">
              <a:noFill/>
            </a:ln>
          </p:spPr>
        </p:pic>
        <p:sp>
          <p:nvSpPr>
            <p:cNvPr id="19468" name="Text Box 20">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pic>
        <p:nvPicPr>
          <p:cNvPr id="71704" name="Picture 24"/>
          <p:cNvPicPr>
            <a:picLocks noChangeAspect="1"/>
          </p:cNvPicPr>
          <p:nvPr/>
        </p:nvPicPr>
        <p:blipFill>
          <a:blip r:embed="rId4"/>
          <a:stretch>
            <a:fillRect/>
          </a:stretch>
        </p:blipFill>
        <p:spPr>
          <a:xfrm>
            <a:off x="179388" y="404813"/>
            <a:ext cx="3973512" cy="5545137"/>
          </a:xfrm>
          <a:prstGeom prst="rect">
            <a:avLst/>
          </a:prstGeom>
          <a:noFill/>
          <a:ln w="9525">
            <a:noFill/>
          </a:ln>
        </p:spPr>
      </p:pic>
      <p:sp>
        <p:nvSpPr>
          <p:cNvPr id="71705" name="Text Box 25"/>
          <p:cNvSpPr txBox="1"/>
          <p:nvPr/>
        </p:nvSpPr>
        <p:spPr>
          <a:xfrm>
            <a:off x="827088" y="6021388"/>
            <a:ext cx="2879725" cy="519112"/>
          </a:xfrm>
          <a:prstGeom prst="rect">
            <a:avLst/>
          </a:prstGeom>
          <a:no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rPr>
              <a:t>电抗器磁场</a:t>
            </a:r>
          </a:p>
        </p:txBody>
      </p:sp>
      <p:sp>
        <p:nvSpPr>
          <p:cNvPr id="71706" name="Text Box 26"/>
          <p:cNvSpPr txBox="1"/>
          <p:nvPr/>
        </p:nvSpPr>
        <p:spPr>
          <a:xfrm>
            <a:off x="4859338" y="5949950"/>
            <a:ext cx="3455987" cy="519113"/>
          </a:xfrm>
          <a:prstGeom prst="rect">
            <a:avLst/>
          </a:prstGeom>
          <a:no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rPr>
              <a:t>铁磁材料屏蔽磁场</a:t>
            </a:r>
          </a:p>
        </p:txBody>
      </p:sp>
      <p:grpSp>
        <p:nvGrpSpPr>
          <p:cNvPr id="19464" name="Group 30"/>
          <p:cNvGrpSpPr/>
          <p:nvPr/>
        </p:nvGrpSpPr>
        <p:grpSpPr>
          <a:xfrm>
            <a:off x="6588125" y="6446838"/>
            <a:ext cx="792163" cy="366712"/>
            <a:chOff x="4649" y="4020"/>
            <a:chExt cx="499" cy="231"/>
          </a:xfrm>
        </p:grpSpPr>
        <p:pic>
          <p:nvPicPr>
            <p:cNvPr id="19465" name="Picture 31"/>
            <p:cNvPicPr>
              <a:picLocks noChangeAspect="1"/>
            </p:cNvPicPr>
            <p:nvPr/>
          </p:nvPicPr>
          <p:blipFill>
            <a:blip r:embed="rId3"/>
            <a:stretch>
              <a:fillRect/>
            </a:stretch>
          </p:blipFill>
          <p:spPr>
            <a:xfrm>
              <a:off x="4649" y="4066"/>
              <a:ext cx="499" cy="181"/>
            </a:xfrm>
            <a:prstGeom prst="rect">
              <a:avLst/>
            </a:prstGeom>
            <a:noFill/>
            <a:ln w="9525">
              <a:noFill/>
            </a:ln>
          </p:spPr>
        </p:pic>
        <p:sp>
          <p:nvSpPr>
            <p:cNvPr id="19466" name="Text Box 32">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1704"/>
                                        </p:tgtEl>
                                        <p:attrNameLst>
                                          <p:attrName>style.visibility</p:attrName>
                                        </p:attrNameLst>
                                      </p:cBhvr>
                                      <p:to>
                                        <p:strVal val="visible"/>
                                      </p:to>
                                    </p:set>
                                    <p:animEffect transition="in" filter="wipe(left)">
                                      <p:cBhvr>
                                        <p:cTn id="7" dur="500"/>
                                        <p:tgtEl>
                                          <p:spTgt spid="7170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1705"/>
                                        </p:tgtEl>
                                        <p:attrNameLst>
                                          <p:attrName>style.visibility</p:attrName>
                                        </p:attrNameLst>
                                      </p:cBhvr>
                                      <p:to>
                                        <p:strVal val="visible"/>
                                      </p:to>
                                    </p:set>
                                    <p:animEffect transition="in" filter="blinds(horizontal)">
                                      <p:cBhvr>
                                        <p:cTn id="11" dur="500"/>
                                        <p:tgtEl>
                                          <p:spTgt spid="7170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1693"/>
                                        </p:tgtEl>
                                        <p:attrNameLst>
                                          <p:attrName>style.visibility</p:attrName>
                                        </p:attrNameLst>
                                      </p:cBhvr>
                                      <p:to>
                                        <p:strVal val="visible"/>
                                      </p:to>
                                    </p:set>
                                    <p:animEffect transition="in" filter="wipe(left)">
                                      <p:cBhvr>
                                        <p:cTn id="16" dur="500"/>
                                        <p:tgtEl>
                                          <p:spTgt spid="71693"/>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71706"/>
                                        </p:tgtEl>
                                        <p:attrNameLst>
                                          <p:attrName>style.visibility</p:attrName>
                                        </p:attrNameLst>
                                      </p:cBhvr>
                                      <p:to>
                                        <p:strVal val="visible"/>
                                      </p:to>
                                    </p:set>
                                    <p:animEffect transition="in" filter="blinds(horizontal)">
                                      <p:cBhvr>
                                        <p:cTn id="20" dur="500"/>
                                        <p:tgtEl>
                                          <p:spTgt spid="71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5" grpId="0"/>
      <p:bldP spid="7170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p:nvPr/>
        </p:nvSpPr>
        <p:spPr>
          <a:xfrm>
            <a:off x="468313" y="908050"/>
            <a:ext cx="8040687" cy="1117600"/>
          </a:xfrm>
          <a:prstGeom prst="rect">
            <a:avLst/>
          </a:prstGeom>
          <a:noFill/>
          <a:ln w="19050">
            <a:noFill/>
          </a:ln>
        </p:spPr>
        <p:txBody>
          <a:bodyPr>
            <a:spAutoFit/>
          </a:bodyPr>
          <a:lstStyle/>
          <a:p>
            <a:pPr indent="571500" algn="just" eaLnBrk="1" hangingPunct="1">
              <a:lnSpc>
                <a:spcPct val="120000"/>
              </a:lnSpc>
              <a:spcBef>
                <a:spcPct val="50000"/>
              </a:spcBef>
            </a:pPr>
            <a:r>
              <a:rPr lang="zh-CN" altLang="en-US" b="1" dirty="0">
                <a:latin typeface="楷体_GB2312" pitchFamily="49" charset="-122"/>
              </a:rPr>
              <a:t>当</a:t>
            </a:r>
            <a:r>
              <a:rPr lang="en-US" altLang="zh-CN" b="1" i="1" dirty="0">
                <a:latin typeface="Times New Roman" panose="02020603050405020304" pitchFamily="18" charset="0"/>
              </a:rPr>
              <a:t>i</a:t>
            </a:r>
            <a:r>
              <a:rPr lang="en-US" altLang="zh-CN" b="1" baseline="-25000" dirty="0">
                <a:latin typeface="Times New Roman" panose="02020603050405020304" pitchFamily="18" charset="0"/>
              </a:rPr>
              <a:t>1</a:t>
            </a:r>
            <a:r>
              <a:rPr lang="zh-CN" altLang="en-US" b="1" dirty="0">
                <a:latin typeface="楷体_GB2312" pitchFamily="49" charset="-122"/>
              </a:rPr>
              <a:t>为时变电流时，磁通也将随时间变化，从而在线圈两端产生感应电压。</a:t>
            </a:r>
          </a:p>
        </p:txBody>
      </p:sp>
      <p:graphicFrame>
        <p:nvGraphicFramePr>
          <p:cNvPr id="38915" name="Object 3"/>
          <p:cNvGraphicFramePr>
            <a:graphicFrameLocks noChangeAspect="1"/>
          </p:cNvGraphicFramePr>
          <p:nvPr/>
        </p:nvGraphicFramePr>
        <p:xfrm>
          <a:off x="958850" y="2997200"/>
          <a:ext cx="2871788" cy="981075"/>
        </p:xfrm>
        <a:graphic>
          <a:graphicData uri="http://schemas.openxmlformats.org/presentationml/2006/ole">
            <mc:AlternateContent xmlns:mc="http://schemas.openxmlformats.org/markup-compatibility/2006">
              <mc:Choice xmlns:v="urn:schemas-microsoft-com:vml" Requires="v">
                <p:oleObj r:id="rId2" imgW="1301115" imgH="445770" progId="Equation.3">
                  <p:embed/>
                </p:oleObj>
              </mc:Choice>
              <mc:Fallback>
                <p:oleObj r:id="rId2" imgW="1301115" imgH="445770" progId="Equation.3">
                  <p:embed/>
                  <p:pic>
                    <p:nvPicPr>
                      <p:cNvPr id="0" name="图片 3078"/>
                      <p:cNvPicPr/>
                      <p:nvPr/>
                    </p:nvPicPr>
                    <p:blipFill>
                      <a:blip r:embed="rId3">
                        <a:clrChange>
                          <a:clrFrom>
                            <a:srgbClr val="000000"/>
                          </a:clrFrom>
                          <a:clrTo>
                            <a:srgbClr val="FFFFFF"/>
                          </a:clrTo>
                        </a:clrChange>
                      </a:blip>
                      <a:stretch>
                        <a:fillRect/>
                      </a:stretch>
                    </p:blipFill>
                    <p:spPr>
                      <a:xfrm>
                        <a:off x="958850" y="2997200"/>
                        <a:ext cx="2871788" cy="981075"/>
                      </a:xfrm>
                      <a:prstGeom prst="rect">
                        <a:avLst/>
                      </a:prstGeom>
                      <a:noFill/>
                      <a:ln w="38100">
                        <a:noFill/>
                        <a:miter/>
                      </a:ln>
                    </p:spPr>
                  </p:pic>
                </p:oleObj>
              </mc:Fallback>
            </mc:AlternateContent>
          </a:graphicData>
        </a:graphic>
      </p:graphicFrame>
      <p:sp>
        <p:nvSpPr>
          <p:cNvPr id="38916" name="Text Box 4"/>
          <p:cNvSpPr txBox="1"/>
          <p:nvPr/>
        </p:nvSpPr>
        <p:spPr>
          <a:xfrm>
            <a:off x="468313" y="1916113"/>
            <a:ext cx="7981950" cy="1117600"/>
          </a:xfrm>
          <a:prstGeom prst="rect">
            <a:avLst/>
          </a:prstGeom>
          <a:noFill/>
          <a:ln w="19050">
            <a:noFill/>
          </a:ln>
        </p:spPr>
        <p:txBody>
          <a:bodyPr>
            <a:spAutoFit/>
          </a:bodyPr>
          <a:lstStyle/>
          <a:p>
            <a:pPr indent="666750" algn="just" eaLnBrk="1" hangingPunct="1">
              <a:lnSpc>
                <a:spcPct val="120000"/>
              </a:lnSpc>
              <a:spcBef>
                <a:spcPct val="50000"/>
              </a:spcBef>
            </a:pPr>
            <a:r>
              <a:rPr lang="zh-CN" altLang="en-US" b="1" dirty="0">
                <a:latin typeface="楷体_GB2312" pitchFamily="49" charset="-122"/>
              </a:rPr>
              <a:t>当</a:t>
            </a:r>
            <a:r>
              <a:rPr lang="en-US" altLang="zh-CN" i="1" dirty="0">
                <a:solidFill>
                  <a:schemeClr val="bg1"/>
                </a:solidFill>
                <a:latin typeface="Times New Roman" panose="02020603050405020304" pitchFamily="18" charset="0"/>
                <a:ea typeface="仿宋_GB2312" pitchFamily="49" charset="-122"/>
              </a:rPr>
              <a:t>i</a:t>
            </a:r>
            <a:r>
              <a:rPr lang="en-US" altLang="zh-CN" baseline="-25000" dirty="0">
                <a:solidFill>
                  <a:schemeClr val="bg1"/>
                </a:solidFill>
                <a:latin typeface="Times New Roman" panose="02020603050405020304" pitchFamily="18" charset="0"/>
                <a:ea typeface="仿宋_GB2312" pitchFamily="49" charset="-122"/>
              </a:rPr>
              <a:t>1</a:t>
            </a:r>
            <a:r>
              <a:rPr lang="zh-CN" altLang="en-US" dirty="0">
                <a:solidFill>
                  <a:schemeClr val="bg1"/>
                </a:solidFill>
                <a:latin typeface="Times New Roman" panose="02020603050405020304" pitchFamily="18" charset="0"/>
                <a:ea typeface="仿宋_GB2312" pitchFamily="49" charset="-122"/>
              </a:rPr>
              <a:t>、</a:t>
            </a:r>
            <a:r>
              <a:rPr lang="en-US" altLang="zh-CN" i="1" dirty="0">
                <a:solidFill>
                  <a:schemeClr val="bg1"/>
                </a:solidFill>
                <a:latin typeface="Times New Roman" panose="02020603050405020304" pitchFamily="18" charset="0"/>
                <a:ea typeface="仿宋_GB2312" pitchFamily="49" charset="-122"/>
              </a:rPr>
              <a:t>u</a:t>
            </a:r>
            <a:r>
              <a:rPr lang="en-US" altLang="zh-CN" baseline="-25000" dirty="0">
                <a:solidFill>
                  <a:schemeClr val="bg1"/>
                </a:solidFill>
                <a:latin typeface="Times New Roman" panose="02020603050405020304" pitchFamily="18" charset="0"/>
                <a:ea typeface="仿宋_GB2312" pitchFamily="49" charset="-122"/>
              </a:rPr>
              <a:t>11</a:t>
            </a:r>
            <a:r>
              <a:rPr lang="zh-CN" altLang="en-US" dirty="0">
                <a:solidFill>
                  <a:schemeClr val="bg1"/>
                </a:solidFill>
                <a:latin typeface="Times New Roman" panose="02020603050405020304" pitchFamily="18" charset="0"/>
                <a:ea typeface="仿宋_GB2312" pitchFamily="49" charset="-122"/>
              </a:rPr>
              <a:t>、</a:t>
            </a:r>
            <a:r>
              <a:rPr lang="en-US" altLang="zh-CN" i="1" dirty="0">
                <a:solidFill>
                  <a:schemeClr val="bg1"/>
                </a:solidFill>
                <a:latin typeface="Times New Roman" panose="02020603050405020304" pitchFamily="18" charset="0"/>
                <a:ea typeface="仿宋_GB2312" pitchFamily="49" charset="-122"/>
              </a:rPr>
              <a:t>u</a:t>
            </a:r>
            <a:r>
              <a:rPr lang="en-US" altLang="zh-CN" baseline="-25000" dirty="0">
                <a:solidFill>
                  <a:schemeClr val="bg1"/>
                </a:solidFill>
                <a:latin typeface="Times New Roman" panose="02020603050405020304" pitchFamily="18" charset="0"/>
                <a:ea typeface="仿宋_GB2312" pitchFamily="49" charset="-122"/>
              </a:rPr>
              <a:t>21</a:t>
            </a:r>
            <a:r>
              <a:rPr lang="zh-CN" altLang="zh-CN" b="1" dirty="0">
                <a:latin typeface="楷体_GB2312" pitchFamily="49" charset="-122"/>
              </a:rPr>
              <a:t>方向与</a:t>
            </a:r>
            <a:r>
              <a:rPr lang="zh-CN" altLang="en-US" i="1" dirty="0">
                <a:solidFill>
                  <a:schemeClr val="bg1"/>
                </a:solidFill>
                <a:latin typeface="Times New Roman" panose="02020603050405020304" pitchFamily="18" charset="0"/>
                <a:ea typeface="仿宋_GB2312" pitchFamily="49" charset="-122"/>
                <a:sym typeface="Symbol" panose="05050102010706020507" pitchFamily="18" charset="2"/>
              </a:rPr>
              <a:t></a:t>
            </a:r>
            <a:r>
              <a:rPr lang="zh-CN" altLang="en-US" b="1" i="1" dirty="0">
                <a:latin typeface="仿宋_GB2312" pitchFamily="49" charset="-122"/>
                <a:ea typeface="仿宋_GB2312" pitchFamily="49" charset="-122"/>
                <a:sym typeface="Symbol" panose="05050102010706020507" pitchFamily="18" charset="2"/>
              </a:rPr>
              <a:t> </a:t>
            </a:r>
            <a:r>
              <a:rPr lang="zh-CN" altLang="zh-CN" b="1" dirty="0">
                <a:latin typeface="楷体_GB2312" pitchFamily="49" charset="-122"/>
                <a:sym typeface="Symbol" panose="05050102010706020507" pitchFamily="18" charset="2"/>
              </a:rPr>
              <a:t>符合右手螺旋</a:t>
            </a:r>
            <a:r>
              <a:rPr lang="zh-CN" altLang="en-GB" b="1" dirty="0">
                <a:latin typeface="楷体_GB2312" pitchFamily="49" charset="-122"/>
                <a:sym typeface="Symbol" panose="05050102010706020507" pitchFamily="18" charset="2"/>
              </a:rPr>
              <a:t>法则</a:t>
            </a:r>
            <a:r>
              <a:rPr lang="zh-CN" altLang="zh-CN" b="1" dirty="0">
                <a:latin typeface="楷体_GB2312" pitchFamily="49" charset="-122"/>
                <a:sym typeface="Symbol" panose="05050102010706020507" pitchFamily="18" charset="2"/>
              </a:rPr>
              <a:t>时，根据电磁感应定律和楞次定律有</a:t>
            </a:r>
            <a:endParaRPr lang="zh-CN" altLang="en-US" b="1" dirty="0">
              <a:latin typeface="楷体_GB2312" pitchFamily="49" charset="-122"/>
              <a:sym typeface="Symbol" panose="05050102010706020507" pitchFamily="18" charset="2"/>
            </a:endParaRPr>
          </a:p>
        </p:txBody>
      </p:sp>
      <p:graphicFrame>
        <p:nvGraphicFramePr>
          <p:cNvPr id="38921" name="Object 9"/>
          <p:cNvGraphicFramePr>
            <a:graphicFrameLocks noChangeAspect="1"/>
          </p:cNvGraphicFramePr>
          <p:nvPr/>
        </p:nvGraphicFramePr>
        <p:xfrm>
          <a:off x="755650" y="4005263"/>
          <a:ext cx="3038475" cy="1000125"/>
        </p:xfrm>
        <a:graphic>
          <a:graphicData uri="http://schemas.openxmlformats.org/presentationml/2006/ole">
            <mc:AlternateContent xmlns:mc="http://schemas.openxmlformats.org/markup-compatibility/2006">
              <mc:Choice xmlns:v="urn:schemas-microsoft-com:vml" Requires="v">
                <p:oleObj r:id="rId4" imgW="1353185" imgH="445770" progId="Equation.3">
                  <p:embed/>
                </p:oleObj>
              </mc:Choice>
              <mc:Fallback>
                <p:oleObj r:id="rId4" imgW="1353185" imgH="445770" progId="Equation.3">
                  <p:embed/>
                  <p:pic>
                    <p:nvPicPr>
                      <p:cNvPr id="0" name="图片 3079"/>
                      <p:cNvPicPr/>
                      <p:nvPr/>
                    </p:nvPicPr>
                    <p:blipFill>
                      <a:blip r:embed="rId5">
                        <a:clrChange>
                          <a:clrFrom>
                            <a:srgbClr val="000000"/>
                          </a:clrFrom>
                          <a:clrTo>
                            <a:srgbClr val="FFFFFF"/>
                          </a:clrTo>
                        </a:clrChange>
                      </a:blip>
                      <a:stretch>
                        <a:fillRect/>
                      </a:stretch>
                    </p:blipFill>
                    <p:spPr>
                      <a:xfrm>
                        <a:off x="755650" y="4005263"/>
                        <a:ext cx="3038475" cy="1000125"/>
                      </a:xfrm>
                      <a:prstGeom prst="rect">
                        <a:avLst/>
                      </a:prstGeom>
                      <a:noFill/>
                      <a:ln w="38100">
                        <a:noFill/>
                        <a:miter/>
                      </a:ln>
                    </p:spPr>
                  </p:pic>
                </p:oleObj>
              </mc:Fallback>
            </mc:AlternateContent>
          </a:graphicData>
        </a:graphic>
      </p:graphicFrame>
      <p:sp>
        <p:nvSpPr>
          <p:cNvPr id="38922" name="Line 10"/>
          <p:cNvSpPr/>
          <p:nvPr/>
        </p:nvSpPr>
        <p:spPr>
          <a:xfrm>
            <a:off x="4211638" y="3357563"/>
            <a:ext cx="649287" cy="0"/>
          </a:xfrm>
          <a:prstGeom prst="line">
            <a:avLst/>
          </a:prstGeom>
          <a:ln w="76200" cap="flat" cmpd="sng">
            <a:solidFill>
              <a:srgbClr val="3399FF"/>
            </a:solidFill>
            <a:prstDash val="solid"/>
            <a:headEnd type="none" w="med" len="med"/>
            <a:tailEnd type="triangle" w="med" len="med"/>
          </a:ln>
        </p:spPr>
      </p:sp>
      <p:sp>
        <p:nvSpPr>
          <p:cNvPr id="38923" name="Text Box 11"/>
          <p:cNvSpPr txBox="1"/>
          <p:nvPr/>
        </p:nvSpPr>
        <p:spPr>
          <a:xfrm>
            <a:off x="5219700" y="3068638"/>
            <a:ext cx="1728788" cy="519112"/>
          </a:xfrm>
          <a:prstGeom prst="rect">
            <a:avLst/>
          </a:prstGeom>
          <a:solidFill>
            <a:schemeClr val="hlink"/>
          </a:solidFill>
          <a:ln w="9525">
            <a:noFill/>
          </a:ln>
        </p:spPr>
        <p:txBody>
          <a:bodyPr>
            <a:spAutoFit/>
          </a:bodyPr>
          <a:lstStyle/>
          <a:p>
            <a:pPr eaLnBrk="1" hangingPunct="1">
              <a:spcBef>
                <a:spcPct val="50000"/>
              </a:spcBef>
            </a:pPr>
            <a:r>
              <a:rPr lang="zh-CN" altLang="en-US" b="1" dirty="0">
                <a:latin typeface="Arial" panose="020B0604020202020204" pitchFamily="34" charset="0"/>
              </a:rPr>
              <a:t>自感电压</a:t>
            </a:r>
          </a:p>
        </p:txBody>
      </p:sp>
      <p:sp>
        <p:nvSpPr>
          <p:cNvPr id="38924" name="Line 12"/>
          <p:cNvSpPr/>
          <p:nvPr/>
        </p:nvSpPr>
        <p:spPr>
          <a:xfrm>
            <a:off x="4284663" y="4437063"/>
            <a:ext cx="647700" cy="0"/>
          </a:xfrm>
          <a:prstGeom prst="line">
            <a:avLst/>
          </a:prstGeom>
          <a:ln w="76200" cap="flat" cmpd="sng">
            <a:solidFill>
              <a:srgbClr val="3399FF"/>
            </a:solidFill>
            <a:prstDash val="solid"/>
            <a:headEnd type="none" w="med" len="med"/>
            <a:tailEnd type="triangle" w="med" len="med"/>
          </a:ln>
        </p:spPr>
      </p:sp>
      <p:sp>
        <p:nvSpPr>
          <p:cNvPr id="38925" name="Text Box 13"/>
          <p:cNvSpPr txBox="1"/>
          <p:nvPr/>
        </p:nvSpPr>
        <p:spPr>
          <a:xfrm>
            <a:off x="5219700" y="4076700"/>
            <a:ext cx="1728788" cy="519113"/>
          </a:xfrm>
          <a:prstGeom prst="rect">
            <a:avLst/>
          </a:prstGeom>
          <a:solidFill>
            <a:schemeClr val="hlink"/>
          </a:solidFill>
          <a:ln w="9525">
            <a:noFill/>
          </a:ln>
        </p:spPr>
        <p:txBody>
          <a:bodyPr>
            <a:spAutoFit/>
          </a:bodyPr>
          <a:lstStyle/>
          <a:p>
            <a:pPr eaLnBrk="1" hangingPunct="1">
              <a:spcBef>
                <a:spcPct val="50000"/>
              </a:spcBef>
            </a:pPr>
            <a:r>
              <a:rPr lang="zh-CN" altLang="en-US" b="1" dirty="0">
                <a:latin typeface="Arial" panose="020B0604020202020204" pitchFamily="34" charset="0"/>
              </a:rPr>
              <a:t>互感电压</a:t>
            </a:r>
          </a:p>
        </p:txBody>
      </p:sp>
      <p:sp>
        <p:nvSpPr>
          <p:cNvPr id="38929" name="Text Box 17"/>
          <p:cNvSpPr txBox="1"/>
          <p:nvPr/>
        </p:nvSpPr>
        <p:spPr>
          <a:xfrm>
            <a:off x="323850" y="404813"/>
            <a:ext cx="6769100" cy="579437"/>
          </a:xfrm>
          <a:prstGeom prst="rect">
            <a:avLst/>
          </a:prstGeom>
          <a:noFill/>
          <a:ln w="9525">
            <a:noFill/>
          </a:ln>
        </p:spPr>
        <p:txBody>
          <a:bodyPr>
            <a:spAutoFit/>
          </a:bodyPr>
          <a:lstStyle/>
          <a:p>
            <a:pPr eaLnBrk="1" hangingPunct="1">
              <a:spcBef>
                <a:spcPct val="50000"/>
              </a:spcBef>
            </a:pPr>
            <a:r>
              <a:rPr lang="en-US" altLang="zh-CN" sz="3200" b="1" dirty="0">
                <a:solidFill>
                  <a:schemeClr val="bg1"/>
                </a:solidFill>
                <a:latin typeface="楷体_GB2312" pitchFamily="49" charset="-122"/>
              </a:rPr>
              <a:t>3. </a:t>
            </a:r>
            <a:r>
              <a:rPr lang="zh-CN" altLang="en-US" sz="3200" b="1" dirty="0">
                <a:solidFill>
                  <a:schemeClr val="bg1"/>
                </a:solidFill>
                <a:latin typeface="楷体_GB2312" pitchFamily="49" charset="-122"/>
              </a:rPr>
              <a:t>耦合电感上的电压、电流关系</a:t>
            </a:r>
          </a:p>
        </p:txBody>
      </p:sp>
      <p:grpSp>
        <p:nvGrpSpPr>
          <p:cNvPr id="20491" name="Group 22"/>
          <p:cNvGrpSpPr/>
          <p:nvPr/>
        </p:nvGrpSpPr>
        <p:grpSpPr>
          <a:xfrm>
            <a:off x="8316913" y="6446838"/>
            <a:ext cx="792162" cy="366712"/>
            <a:chOff x="5193" y="4020"/>
            <a:chExt cx="499" cy="231"/>
          </a:xfrm>
        </p:grpSpPr>
        <p:pic>
          <p:nvPicPr>
            <p:cNvPr id="20500" name="Picture 23"/>
            <p:cNvPicPr>
              <a:picLocks noChangeAspect="1"/>
            </p:cNvPicPr>
            <p:nvPr/>
          </p:nvPicPr>
          <p:blipFill>
            <a:blip r:embed="rId6"/>
            <a:stretch>
              <a:fillRect/>
            </a:stretch>
          </p:blipFill>
          <p:spPr>
            <a:xfrm>
              <a:off x="5193" y="4066"/>
              <a:ext cx="499" cy="181"/>
            </a:xfrm>
            <a:prstGeom prst="rect">
              <a:avLst/>
            </a:prstGeom>
            <a:noFill/>
            <a:ln w="9525">
              <a:noFill/>
            </a:ln>
          </p:spPr>
        </p:pic>
        <p:sp>
          <p:nvSpPr>
            <p:cNvPr id="20501" name="Text Box 2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0492" name="Group 25"/>
          <p:cNvGrpSpPr/>
          <p:nvPr/>
        </p:nvGrpSpPr>
        <p:grpSpPr>
          <a:xfrm>
            <a:off x="7453313" y="6446838"/>
            <a:ext cx="792162" cy="366712"/>
            <a:chOff x="4649" y="4020"/>
            <a:chExt cx="499" cy="231"/>
          </a:xfrm>
        </p:grpSpPr>
        <p:pic>
          <p:nvPicPr>
            <p:cNvPr id="20498" name="Picture 26"/>
            <p:cNvPicPr>
              <a:picLocks noChangeAspect="1"/>
            </p:cNvPicPr>
            <p:nvPr/>
          </p:nvPicPr>
          <p:blipFill>
            <a:blip r:embed="rId6"/>
            <a:stretch>
              <a:fillRect/>
            </a:stretch>
          </p:blipFill>
          <p:spPr>
            <a:xfrm>
              <a:off x="4649" y="4066"/>
              <a:ext cx="499" cy="181"/>
            </a:xfrm>
            <a:prstGeom prst="rect">
              <a:avLst/>
            </a:prstGeom>
            <a:noFill/>
            <a:ln w="9525">
              <a:noFill/>
            </a:ln>
          </p:spPr>
        </p:pic>
        <p:sp>
          <p:nvSpPr>
            <p:cNvPr id="20499" name="Text Box 2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38943" name="Text Box 31"/>
          <p:cNvSpPr txBox="1"/>
          <p:nvPr/>
        </p:nvSpPr>
        <p:spPr>
          <a:xfrm>
            <a:off x="611188" y="5084763"/>
            <a:ext cx="7772400" cy="1117600"/>
          </a:xfrm>
          <a:prstGeom prst="rect">
            <a:avLst/>
          </a:prstGeom>
          <a:noFill/>
          <a:ln w="19050">
            <a:noFill/>
          </a:ln>
        </p:spPr>
        <p:txBody>
          <a:bodyPr>
            <a:spAutoFit/>
          </a:bodyPr>
          <a:lstStyle/>
          <a:p>
            <a:pPr marL="342900" indent="-342900" eaLnBrk="1" hangingPunct="1">
              <a:lnSpc>
                <a:spcPct val="120000"/>
              </a:lnSpc>
              <a:spcBef>
                <a:spcPct val="50000"/>
              </a:spcBef>
            </a:pPr>
            <a:r>
              <a:rPr lang="en-US" altLang="zh-CN" b="1" dirty="0">
                <a:latin typeface="楷体_GB2312" pitchFamily="49" charset="-122"/>
              </a:rPr>
              <a:t>      </a:t>
            </a:r>
            <a:r>
              <a:rPr lang="zh-CN" altLang="en-US" b="1" dirty="0">
                <a:latin typeface="楷体_GB2312" pitchFamily="49" charset="-122"/>
              </a:rPr>
              <a:t>当两个线圈同时通以电流时，每个线圈两端的电压均包含自感电压和互感电压。</a:t>
            </a:r>
          </a:p>
        </p:txBody>
      </p:sp>
      <p:grpSp>
        <p:nvGrpSpPr>
          <p:cNvPr id="20494" name="Group 35"/>
          <p:cNvGrpSpPr/>
          <p:nvPr/>
        </p:nvGrpSpPr>
        <p:grpSpPr>
          <a:xfrm>
            <a:off x="6588125" y="6446838"/>
            <a:ext cx="792163" cy="366712"/>
            <a:chOff x="4649" y="4020"/>
            <a:chExt cx="499" cy="231"/>
          </a:xfrm>
        </p:grpSpPr>
        <p:pic>
          <p:nvPicPr>
            <p:cNvPr id="20496" name="Picture 36"/>
            <p:cNvPicPr>
              <a:picLocks noChangeAspect="1"/>
            </p:cNvPicPr>
            <p:nvPr/>
          </p:nvPicPr>
          <p:blipFill>
            <a:blip r:embed="rId6"/>
            <a:stretch>
              <a:fillRect/>
            </a:stretch>
          </p:blipFill>
          <p:spPr>
            <a:xfrm>
              <a:off x="4649" y="4066"/>
              <a:ext cx="499" cy="181"/>
            </a:xfrm>
            <a:prstGeom prst="rect">
              <a:avLst/>
            </a:prstGeom>
            <a:noFill/>
            <a:ln w="9525">
              <a:noFill/>
            </a:ln>
          </p:spPr>
        </p:pic>
        <p:sp>
          <p:nvSpPr>
            <p:cNvPr id="20497" name="Text Box 3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pic>
        <p:nvPicPr>
          <p:cNvPr id="20495" name="图片 1"/>
          <p:cNvPicPr>
            <a:picLocks noChangeAspect="1"/>
          </p:cNvPicPr>
          <p:nvPr/>
        </p:nvPicPr>
        <p:blipFill>
          <a:blip r:embed="rId7"/>
          <a:stretch>
            <a:fillRect/>
          </a:stretch>
        </p:blipFill>
        <p:spPr>
          <a:xfrm>
            <a:off x="7094538" y="2860675"/>
            <a:ext cx="2068512" cy="19272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8929"/>
                                        </p:tgtEl>
                                        <p:attrNameLst>
                                          <p:attrName>style.visibility</p:attrName>
                                        </p:attrNameLst>
                                      </p:cBhvr>
                                      <p:to>
                                        <p:strVal val="visible"/>
                                      </p:to>
                                    </p:set>
                                    <p:anim calcmode="lin" valueType="num">
                                      <p:cBhvr additive="base">
                                        <p:cTn id="7" dur="500" fill="hold"/>
                                        <p:tgtEl>
                                          <p:spTgt spid="38929"/>
                                        </p:tgtEl>
                                        <p:attrNameLst>
                                          <p:attrName>ppt_x</p:attrName>
                                        </p:attrNameLst>
                                      </p:cBhvr>
                                      <p:tavLst>
                                        <p:tav tm="0">
                                          <p:val>
                                            <p:strVal val="0-#ppt_w/2"/>
                                          </p:val>
                                        </p:tav>
                                        <p:tav tm="100000">
                                          <p:val>
                                            <p:strVal val="#ppt_x"/>
                                          </p:val>
                                        </p:tav>
                                      </p:tavLst>
                                    </p:anim>
                                    <p:anim calcmode="lin" valueType="num">
                                      <p:cBhvr additive="base">
                                        <p:cTn id="8" dur="500" fill="hold"/>
                                        <p:tgtEl>
                                          <p:spTgt spid="389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914"/>
                                        </p:tgtEl>
                                        <p:attrNameLst>
                                          <p:attrName>style.visibility</p:attrName>
                                        </p:attrNameLst>
                                      </p:cBhvr>
                                      <p:to>
                                        <p:strVal val="visible"/>
                                      </p:to>
                                    </p:set>
                                    <p:animEffect transition="in" filter="slide(fromBottom)">
                                      <p:cBhvr>
                                        <p:cTn id="13" dur="1000"/>
                                        <p:tgtEl>
                                          <p:spTgt spid="3891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38916"/>
                                        </p:tgtEl>
                                        <p:attrNameLst>
                                          <p:attrName>style.visibility</p:attrName>
                                        </p:attrNameLst>
                                      </p:cBhvr>
                                      <p:to>
                                        <p:strVal val="visible"/>
                                      </p:to>
                                    </p:set>
                                    <p:animEffect transition="in" filter="slide(fromBottom)">
                                      <p:cBhvr>
                                        <p:cTn id="18" dur="1000"/>
                                        <p:tgtEl>
                                          <p:spTgt spid="38916"/>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38915"/>
                                        </p:tgtEl>
                                        <p:attrNameLst>
                                          <p:attrName>style.visibility</p:attrName>
                                        </p:attrNameLst>
                                      </p:cBhvr>
                                      <p:to>
                                        <p:strVal val="visible"/>
                                      </p:to>
                                    </p:set>
                                    <p:animEffect transition="in" filter="strips(downRight)">
                                      <p:cBhvr>
                                        <p:cTn id="23" dur="2000"/>
                                        <p:tgtEl>
                                          <p:spTgt spid="38915"/>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nodeType="clickEffect">
                                  <p:stCondLst>
                                    <p:cond delay="0"/>
                                  </p:stCondLst>
                                  <p:childTnLst>
                                    <p:set>
                                      <p:cBhvr>
                                        <p:cTn id="27" dur="1" fill="hold">
                                          <p:stCondLst>
                                            <p:cond delay="0"/>
                                          </p:stCondLst>
                                        </p:cTn>
                                        <p:tgtEl>
                                          <p:spTgt spid="38922"/>
                                        </p:tgtEl>
                                        <p:attrNameLst>
                                          <p:attrName>style.visibility</p:attrName>
                                        </p:attrNameLst>
                                      </p:cBhvr>
                                      <p:to>
                                        <p:strVal val="visible"/>
                                      </p:to>
                                    </p:set>
                                    <p:animEffect transition="in" filter="slide(fromLeft)">
                                      <p:cBhvr>
                                        <p:cTn id="28" dur="500"/>
                                        <p:tgtEl>
                                          <p:spTgt spid="38922"/>
                                        </p:tgtEl>
                                      </p:cBhvr>
                                    </p:animEffect>
                                  </p:childTnLst>
                                </p:cTn>
                              </p:par>
                            </p:childTnLst>
                          </p:cTn>
                        </p:par>
                        <p:par>
                          <p:cTn id="29" fill="hold">
                            <p:stCondLst>
                              <p:cond delay="500"/>
                            </p:stCondLst>
                            <p:childTnLst>
                              <p:par>
                                <p:cTn id="30" presetID="2" presetClass="entr" presetSubtype="2" fill="hold" grpId="0" nodeType="afterEffect">
                                  <p:stCondLst>
                                    <p:cond delay="0"/>
                                  </p:stCondLst>
                                  <p:childTnLst>
                                    <p:set>
                                      <p:cBhvr>
                                        <p:cTn id="31" dur="1" fill="hold">
                                          <p:stCondLst>
                                            <p:cond delay="0"/>
                                          </p:stCondLst>
                                        </p:cTn>
                                        <p:tgtEl>
                                          <p:spTgt spid="38923"/>
                                        </p:tgtEl>
                                        <p:attrNameLst>
                                          <p:attrName>style.visibility</p:attrName>
                                        </p:attrNameLst>
                                      </p:cBhvr>
                                      <p:to>
                                        <p:strVal val="visible"/>
                                      </p:to>
                                    </p:set>
                                    <p:anim calcmode="lin" valueType="num">
                                      <p:cBhvr additive="base">
                                        <p:cTn id="32" dur="500" fill="hold"/>
                                        <p:tgtEl>
                                          <p:spTgt spid="38923"/>
                                        </p:tgtEl>
                                        <p:attrNameLst>
                                          <p:attrName>ppt_x</p:attrName>
                                        </p:attrNameLst>
                                      </p:cBhvr>
                                      <p:tavLst>
                                        <p:tav tm="0">
                                          <p:val>
                                            <p:strVal val="1+#ppt_w/2"/>
                                          </p:val>
                                        </p:tav>
                                        <p:tav tm="100000">
                                          <p:val>
                                            <p:strVal val="#ppt_x"/>
                                          </p:val>
                                        </p:tav>
                                      </p:tavLst>
                                    </p:anim>
                                    <p:anim calcmode="lin" valueType="num">
                                      <p:cBhvr additive="base">
                                        <p:cTn id="33" dur="500" fill="hold"/>
                                        <p:tgtEl>
                                          <p:spTgt spid="38923"/>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38921"/>
                                        </p:tgtEl>
                                        <p:attrNameLst>
                                          <p:attrName>style.visibility</p:attrName>
                                        </p:attrNameLst>
                                      </p:cBhvr>
                                      <p:to>
                                        <p:strVal val="visible"/>
                                      </p:to>
                                    </p:set>
                                    <p:animEffect transition="in" filter="strips(downRight)">
                                      <p:cBhvr>
                                        <p:cTn id="38" dur="2000"/>
                                        <p:tgtEl>
                                          <p:spTgt spid="38921"/>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38924"/>
                                        </p:tgtEl>
                                        <p:attrNameLst>
                                          <p:attrName>style.visibility</p:attrName>
                                        </p:attrNameLst>
                                      </p:cBhvr>
                                      <p:to>
                                        <p:strVal val="visible"/>
                                      </p:to>
                                    </p:set>
                                    <p:animEffect transition="in" filter="slide(fromLeft)">
                                      <p:cBhvr>
                                        <p:cTn id="43" dur="500"/>
                                        <p:tgtEl>
                                          <p:spTgt spid="38924"/>
                                        </p:tgtEl>
                                      </p:cBhvr>
                                    </p:animEffect>
                                  </p:childTnLst>
                                </p:cTn>
                              </p:par>
                            </p:childTnLst>
                          </p:cTn>
                        </p:par>
                        <p:par>
                          <p:cTn id="44" fill="hold">
                            <p:stCondLst>
                              <p:cond delay="500"/>
                            </p:stCondLst>
                            <p:childTnLst>
                              <p:par>
                                <p:cTn id="45" presetID="2" presetClass="entr" presetSubtype="2" fill="hold" grpId="0" nodeType="afterEffect">
                                  <p:stCondLst>
                                    <p:cond delay="0"/>
                                  </p:stCondLst>
                                  <p:childTnLst>
                                    <p:set>
                                      <p:cBhvr>
                                        <p:cTn id="46" dur="1" fill="hold">
                                          <p:stCondLst>
                                            <p:cond delay="0"/>
                                          </p:stCondLst>
                                        </p:cTn>
                                        <p:tgtEl>
                                          <p:spTgt spid="38925"/>
                                        </p:tgtEl>
                                        <p:attrNameLst>
                                          <p:attrName>style.visibility</p:attrName>
                                        </p:attrNameLst>
                                      </p:cBhvr>
                                      <p:to>
                                        <p:strVal val="visible"/>
                                      </p:to>
                                    </p:set>
                                    <p:anim calcmode="lin" valueType="num">
                                      <p:cBhvr additive="base">
                                        <p:cTn id="47" dur="500" fill="hold"/>
                                        <p:tgtEl>
                                          <p:spTgt spid="38925"/>
                                        </p:tgtEl>
                                        <p:attrNameLst>
                                          <p:attrName>ppt_x</p:attrName>
                                        </p:attrNameLst>
                                      </p:cBhvr>
                                      <p:tavLst>
                                        <p:tav tm="0">
                                          <p:val>
                                            <p:strVal val="1+#ppt_w/2"/>
                                          </p:val>
                                        </p:tav>
                                        <p:tav tm="100000">
                                          <p:val>
                                            <p:strVal val="#ppt_x"/>
                                          </p:val>
                                        </p:tav>
                                      </p:tavLst>
                                    </p:anim>
                                    <p:anim calcmode="lin" valueType="num">
                                      <p:cBhvr additive="base">
                                        <p:cTn id="48" dur="500" fill="hold"/>
                                        <p:tgtEl>
                                          <p:spTgt spid="3892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38943"/>
                                        </p:tgtEl>
                                        <p:attrNameLst>
                                          <p:attrName>style.visibility</p:attrName>
                                        </p:attrNameLst>
                                      </p:cBhvr>
                                      <p:to>
                                        <p:strVal val="visible"/>
                                      </p:to>
                                    </p:set>
                                    <p:animEffect transition="in" filter="slide(fromBottom)">
                                      <p:cBhvr>
                                        <p:cTn id="53" dur="1000"/>
                                        <p:tgtEl>
                                          <p:spTgt spid="38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38916" grpId="0"/>
      <p:bldP spid="38923" grpId="0" animBg="1"/>
      <p:bldP spid="38925" grpId="0" animBg="1"/>
      <p:bldP spid="38929" grpId="0"/>
      <p:bldP spid="3894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p:nvPr/>
        </p:nvSpPr>
        <p:spPr>
          <a:xfrm>
            <a:off x="314325" y="3908425"/>
            <a:ext cx="7343775" cy="519113"/>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在正弦交流电路中，其相量形式的方程为</a:t>
            </a:r>
          </a:p>
        </p:txBody>
      </p:sp>
      <p:graphicFrame>
        <p:nvGraphicFramePr>
          <p:cNvPr id="72707" name="Object 3"/>
          <p:cNvGraphicFramePr>
            <a:graphicFrameLocks noChangeAspect="1"/>
          </p:cNvGraphicFramePr>
          <p:nvPr/>
        </p:nvGraphicFramePr>
        <p:xfrm>
          <a:off x="239713" y="4589463"/>
          <a:ext cx="4092575" cy="1622425"/>
        </p:xfrm>
        <a:graphic>
          <a:graphicData uri="http://schemas.openxmlformats.org/presentationml/2006/ole">
            <mc:AlternateContent xmlns:mc="http://schemas.openxmlformats.org/markup-compatibility/2006">
              <mc:Choice xmlns:v="urn:schemas-microsoft-com:vml" Requires="v">
                <p:oleObj r:id="rId2" imgW="1561465" imgH="617220" progId="Equation.DSMT4">
                  <p:embed/>
                </p:oleObj>
              </mc:Choice>
              <mc:Fallback>
                <p:oleObj r:id="rId2" imgW="1561465" imgH="617220" progId="Equation.DSMT4">
                  <p:embed/>
                  <p:pic>
                    <p:nvPicPr>
                      <p:cNvPr id="0" name="图片 3082"/>
                      <p:cNvPicPr/>
                      <p:nvPr/>
                    </p:nvPicPr>
                    <p:blipFill>
                      <a:blip r:embed="rId3">
                        <a:clrChange>
                          <a:clrFrom>
                            <a:srgbClr val="000000"/>
                          </a:clrFrom>
                          <a:clrTo>
                            <a:srgbClr val="FFFFFF"/>
                          </a:clrTo>
                        </a:clrChange>
                      </a:blip>
                      <a:stretch>
                        <a:fillRect/>
                      </a:stretch>
                    </p:blipFill>
                    <p:spPr>
                      <a:xfrm>
                        <a:off x="239713" y="4589463"/>
                        <a:ext cx="4092575" cy="1622425"/>
                      </a:xfrm>
                      <a:prstGeom prst="rect">
                        <a:avLst/>
                      </a:prstGeom>
                      <a:noFill/>
                      <a:ln w="38100">
                        <a:noFill/>
                        <a:miter/>
                      </a:ln>
                    </p:spPr>
                  </p:pic>
                </p:oleObj>
              </mc:Fallback>
            </mc:AlternateContent>
          </a:graphicData>
        </a:graphic>
      </p:graphicFrame>
      <p:graphicFrame>
        <p:nvGraphicFramePr>
          <p:cNvPr id="72711" name="Object 7"/>
          <p:cNvGraphicFramePr>
            <a:graphicFrameLocks noChangeAspect="1"/>
          </p:cNvGraphicFramePr>
          <p:nvPr/>
        </p:nvGraphicFramePr>
        <p:xfrm>
          <a:off x="161925" y="1600200"/>
          <a:ext cx="5611813" cy="2195513"/>
        </p:xfrm>
        <a:graphic>
          <a:graphicData uri="http://schemas.openxmlformats.org/presentationml/2006/ole">
            <mc:AlternateContent xmlns:mc="http://schemas.openxmlformats.org/markup-compatibility/2006">
              <mc:Choice xmlns:v="urn:schemas-microsoft-com:vml" Requires="v">
                <p:oleObj r:id="rId4" imgW="2304415" imgH="906780" progId="Equation.3">
                  <p:embed/>
                </p:oleObj>
              </mc:Choice>
              <mc:Fallback>
                <p:oleObj r:id="rId4" imgW="2304415" imgH="906780" progId="Equation.3">
                  <p:embed/>
                  <p:pic>
                    <p:nvPicPr>
                      <p:cNvPr id="0" name="图片 3083"/>
                      <p:cNvPicPr/>
                      <p:nvPr/>
                    </p:nvPicPr>
                    <p:blipFill>
                      <a:blip r:embed="rId5">
                        <a:clrChange>
                          <a:clrFrom>
                            <a:srgbClr val="000000"/>
                          </a:clrFrom>
                          <a:clrTo>
                            <a:srgbClr val="FFFFFF"/>
                          </a:clrTo>
                        </a:clrChange>
                      </a:blip>
                      <a:stretch>
                        <a:fillRect/>
                      </a:stretch>
                    </p:blipFill>
                    <p:spPr>
                      <a:xfrm>
                        <a:off x="161925" y="1600200"/>
                        <a:ext cx="5611813" cy="2195513"/>
                      </a:xfrm>
                      <a:prstGeom prst="rect">
                        <a:avLst/>
                      </a:prstGeom>
                      <a:noFill/>
                      <a:ln w="38100">
                        <a:noFill/>
                        <a:miter/>
                      </a:ln>
                    </p:spPr>
                  </p:pic>
                </p:oleObj>
              </mc:Fallback>
            </mc:AlternateContent>
          </a:graphicData>
        </a:graphic>
      </p:graphicFrame>
      <p:grpSp>
        <p:nvGrpSpPr>
          <p:cNvPr id="72730" name="Group 26"/>
          <p:cNvGrpSpPr/>
          <p:nvPr/>
        </p:nvGrpSpPr>
        <p:grpSpPr>
          <a:xfrm>
            <a:off x="239713" y="476250"/>
            <a:ext cx="5534025" cy="1222375"/>
            <a:chOff x="793" y="210"/>
            <a:chExt cx="3486" cy="770"/>
          </a:xfrm>
        </p:grpSpPr>
        <p:sp>
          <p:nvSpPr>
            <p:cNvPr id="21520" name="AutoShape 12"/>
            <p:cNvSpPr/>
            <p:nvPr/>
          </p:nvSpPr>
          <p:spPr>
            <a:xfrm>
              <a:off x="793" y="210"/>
              <a:ext cx="95" cy="726"/>
            </a:xfrm>
            <a:prstGeom prst="leftBrace">
              <a:avLst>
                <a:gd name="adj1" fmla="val 63684"/>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21521" name="Object 13"/>
            <p:cNvGraphicFramePr>
              <a:graphicFrameLocks noChangeAspect="1"/>
            </p:cNvGraphicFramePr>
            <p:nvPr/>
          </p:nvGraphicFramePr>
          <p:xfrm>
            <a:off x="984" y="255"/>
            <a:ext cx="3171" cy="351"/>
          </p:xfrm>
          <a:graphic>
            <a:graphicData uri="http://schemas.openxmlformats.org/presentationml/2006/ole">
              <mc:AlternateContent xmlns:mc="http://schemas.openxmlformats.org/markup-compatibility/2006">
                <mc:Choice xmlns:v="urn:schemas-microsoft-com:vml" Requires="v">
                  <p:oleObj r:id="rId6" imgW="2007235" imgH="238125" progId="Equation.3">
                    <p:embed/>
                  </p:oleObj>
                </mc:Choice>
                <mc:Fallback>
                  <p:oleObj r:id="rId6" imgW="2007235" imgH="238125" progId="Equation.3">
                    <p:embed/>
                    <p:pic>
                      <p:nvPicPr>
                        <p:cNvPr id="0" name="图片 3080"/>
                        <p:cNvPicPr/>
                        <p:nvPr/>
                      </p:nvPicPr>
                      <p:blipFill>
                        <a:blip r:embed="rId7">
                          <a:clrChange>
                            <a:clrFrom>
                              <a:srgbClr val="000000"/>
                            </a:clrFrom>
                            <a:clrTo>
                              <a:srgbClr val="FFFFFF"/>
                            </a:clrTo>
                          </a:clrChange>
                        </a:blip>
                        <a:stretch>
                          <a:fillRect/>
                        </a:stretch>
                      </p:blipFill>
                      <p:spPr>
                        <a:xfrm>
                          <a:off x="984" y="255"/>
                          <a:ext cx="3171" cy="351"/>
                        </a:xfrm>
                        <a:prstGeom prst="rect">
                          <a:avLst/>
                        </a:prstGeom>
                        <a:noFill/>
                        <a:ln w="38100">
                          <a:noFill/>
                          <a:miter/>
                        </a:ln>
                      </p:spPr>
                    </p:pic>
                  </p:oleObj>
                </mc:Fallback>
              </mc:AlternateContent>
            </a:graphicData>
          </a:graphic>
        </p:graphicFrame>
        <p:graphicFrame>
          <p:nvGraphicFramePr>
            <p:cNvPr id="21522" name="Object 14"/>
            <p:cNvGraphicFramePr>
              <a:graphicFrameLocks noChangeAspect="1"/>
            </p:cNvGraphicFramePr>
            <p:nvPr/>
          </p:nvGraphicFramePr>
          <p:xfrm>
            <a:off x="985" y="618"/>
            <a:ext cx="3294" cy="362"/>
          </p:xfrm>
          <a:graphic>
            <a:graphicData uri="http://schemas.openxmlformats.org/presentationml/2006/ole">
              <mc:AlternateContent xmlns:mc="http://schemas.openxmlformats.org/markup-compatibility/2006">
                <mc:Choice xmlns:v="urn:schemas-microsoft-com:vml" Requires="v">
                  <p:oleObj r:id="rId8" imgW="2021840" imgH="238125" progId="Equation.3">
                    <p:embed/>
                  </p:oleObj>
                </mc:Choice>
                <mc:Fallback>
                  <p:oleObj r:id="rId8" imgW="2021840" imgH="238125" progId="Equation.3">
                    <p:embed/>
                    <p:pic>
                      <p:nvPicPr>
                        <p:cNvPr id="0" name="图片 3081"/>
                        <p:cNvPicPr/>
                        <p:nvPr/>
                      </p:nvPicPr>
                      <p:blipFill>
                        <a:blip r:embed="rId9">
                          <a:clrChange>
                            <a:clrFrom>
                              <a:srgbClr val="000000"/>
                            </a:clrFrom>
                            <a:clrTo>
                              <a:srgbClr val="FFFFFF"/>
                            </a:clrTo>
                          </a:clrChange>
                        </a:blip>
                        <a:stretch>
                          <a:fillRect/>
                        </a:stretch>
                      </p:blipFill>
                      <p:spPr>
                        <a:xfrm>
                          <a:off x="985" y="618"/>
                          <a:ext cx="3294" cy="362"/>
                        </a:xfrm>
                        <a:prstGeom prst="rect">
                          <a:avLst/>
                        </a:prstGeom>
                        <a:noFill/>
                        <a:ln w="38100">
                          <a:noFill/>
                          <a:miter/>
                        </a:ln>
                      </p:spPr>
                    </p:pic>
                  </p:oleObj>
                </mc:Fallback>
              </mc:AlternateContent>
            </a:graphicData>
          </a:graphic>
        </p:graphicFrame>
      </p:grpSp>
      <p:grpSp>
        <p:nvGrpSpPr>
          <p:cNvPr id="21510" name="Group 17"/>
          <p:cNvGrpSpPr/>
          <p:nvPr/>
        </p:nvGrpSpPr>
        <p:grpSpPr>
          <a:xfrm>
            <a:off x="8316913" y="6446838"/>
            <a:ext cx="792162" cy="366712"/>
            <a:chOff x="5193" y="4020"/>
            <a:chExt cx="499" cy="231"/>
          </a:xfrm>
        </p:grpSpPr>
        <p:pic>
          <p:nvPicPr>
            <p:cNvPr id="21518" name="Picture 18"/>
            <p:cNvPicPr>
              <a:picLocks noChangeAspect="1"/>
            </p:cNvPicPr>
            <p:nvPr/>
          </p:nvPicPr>
          <p:blipFill>
            <a:blip r:embed="rId10"/>
            <a:stretch>
              <a:fillRect/>
            </a:stretch>
          </p:blipFill>
          <p:spPr>
            <a:xfrm>
              <a:off x="5193" y="4066"/>
              <a:ext cx="499" cy="181"/>
            </a:xfrm>
            <a:prstGeom prst="rect">
              <a:avLst/>
            </a:prstGeom>
            <a:noFill/>
            <a:ln w="9525">
              <a:noFill/>
            </a:ln>
          </p:spPr>
        </p:pic>
        <p:sp>
          <p:nvSpPr>
            <p:cNvPr id="21519" name="Text Box 19">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1511" name="Group 20"/>
          <p:cNvGrpSpPr/>
          <p:nvPr/>
        </p:nvGrpSpPr>
        <p:grpSpPr>
          <a:xfrm>
            <a:off x="7453313" y="6446838"/>
            <a:ext cx="792162" cy="366712"/>
            <a:chOff x="4649" y="4020"/>
            <a:chExt cx="499" cy="231"/>
          </a:xfrm>
        </p:grpSpPr>
        <p:pic>
          <p:nvPicPr>
            <p:cNvPr id="21516" name="Picture 21"/>
            <p:cNvPicPr>
              <a:picLocks noChangeAspect="1"/>
            </p:cNvPicPr>
            <p:nvPr/>
          </p:nvPicPr>
          <p:blipFill>
            <a:blip r:embed="rId10"/>
            <a:stretch>
              <a:fillRect/>
            </a:stretch>
          </p:blipFill>
          <p:spPr>
            <a:xfrm>
              <a:off x="4649" y="4066"/>
              <a:ext cx="499" cy="181"/>
            </a:xfrm>
            <a:prstGeom prst="rect">
              <a:avLst/>
            </a:prstGeom>
            <a:noFill/>
            <a:ln w="9525">
              <a:noFill/>
            </a:ln>
          </p:spPr>
        </p:pic>
        <p:sp>
          <p:nvSpPr>
            <p:cNvPr id="21517" name="Text Box 22">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21512" name="Group 30"/>
          <p:cNvGrpSpPr/>
          <p:nvPr/>
        </p:nvGrpSpPr>
        <p:grpSpPr>
          <a:xfrm>
            <a:off x="6588125" y="6446838"/>
            <a:ext cx="792163" cy="366712"/>
            <a:chOff x="4649" y="4020"/>
            <a:chExt cx="499" cy="231"/>
          </a:xfrm>
        </p:grpSpPr>
        <p:pic>
          <p:nvPicPr>
            <p:cNvPr id="21514" name="Picture 31"/>
            <p:cNvPicPr>
              <a:picLocks noChangeAspect="1"/>
            </p:cNvPicPr>
            <p:nvPr/>
          </p:nvPicPr>
          <p:blipFill>
            <a:blip r:embed="rId10"/>
            <a:stretch>
              <a:fillRect/>
            </a:stretch>
          </p:blipFill>
          <p:spPr>
            <a:xfrm>
              <a:off x="4649" y="4066"/>
              <a:ext cx="499" cy="181"/>
            </a:xfrm>
            <a:prstGeom prst="rect">
              <a:avLst/>
            </a:prstGeom>
            <a:noFill/>
            <a:ln w="9525">
              <a:noFill/>
            </a:ln>
          </p:spPr>
        </p:pic>
        <p:sp>
          <p:nvSpPr>
            <p:cNvPr id="21515" name="Text Box 32">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pic>
        <p:nvPicPr>
          <p:cNvPr id="21513" name="Picture 10" descr="未标题-1 拷贝"/>
          <p:cNvPicPr>
            <a:picLocks noChangeAspect="1"/>
          </p:cNvPicPr>
          <p:nvPr/>
        </p:nvPicPr>
        <p:blipFill>
          <a:blip r:embed="rId11"/>
          <a:stretch>
            <a:fillRect/>
          </a:stretch>
        </p:blipFill>
        <p:spPr>
          <a:xfrm>
            <a:off x="5945188" y="700088"/>
            <a:ext cx="2651125" cy="24717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72730"/>
                                        </p:tgtEl>
                                        <p:attrNameLst>
                                          <p:attrName>style.visibility</p:attrName>
                                        </p:attrNameLst>
                                      </p:cBhvr>
                                      <p:to>
                                        <p:strVal val="visible"/>
                                      </p:to>
                                    </p:set>
                                    <p:animEffect transition="in" filter="blinds(horizontal)">
                                      <p:cBhvr>
                                        <p:cTn id="7" dur="500"/>
                                        <p:tgtEl>
                                          <p:spTgt spid="727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2711"/>
                                        </p:tgtEl>
                                        <p:attrNameLst>
                                          <p:attrName>style.visibility</p:attrName>
                                        </p:attrNameLst>
                                      </p:cBhvr>
                                      <p:to>
                                        <p:strVal val="visible"/>
                                      </p:to>
                                    </p:set>
                                    <p:animEffect transition="in" filter="dissolve">
                                      <p:cBhvr>
                                        <p:cTn id="12" dur="500"/>
                                        <p:tgtEl>
                                          <p:spTgt spid="727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706"/>
                                        </p:tgtEl>
                                        <p:attrNameLst>
                                          <p:attrName>style.visibility</p:attrName>
                                        </p:attrNameLst>
                                      </p:cBhvr>
                                      <p:to>
                                        <p:strVal val="visible"/>
                                      </p:to>
                                    </p:set>
                                    <p:animEffect transition="in" filter="wipe(left)">
                                      <p:cBhvr>
                                        <p:cTn id="17" dur="2000"/>
                                        <p:tgtEl>
                                          <p:spTgt spid="7270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2707"/>
                                        </p:tgtEl>
                                        <p:attrNameLst>
                                          <p:attrName>style.visibility</p:attrName>
                                        </p:attrNameLst>
                                      </p:cBhvr>
                                      <p:to>
                                        <p:strVal val="visible"/>
                                      </p:to>
                                    </p:set>
                                    <p:animEffect transition="in" filter="dissolve">
                                      <p:cBhvr>
                                        <p:cTn id="22" dur="500"/>
                                        <p:tgtEl>
                                          <p:spTgt spid="72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02" name="Rectangle 14"/>
          <p:cNvSpPr/>
          <p:nvPr/>
        </p:nvSpPr>
        <p:spPr>
          <a:xfrm>
            <a:off x="684213" y="1341438"/>
            <a:ext cx="7920037" cy="2827337"/>
          </a:xfrm>
          <a:prstGeom prst="rect">
            <a:avLst/>
          </a:prstGeom>
          <a:noFill/>
          <a:ln w="9525">
            <a:noFill/>
          </a:ln>
        </p:spPr>
        <p:txBody>
          <a:bodyPr>
            <a:spAutoFit/>
          </a:bodyPr>
          <a:lstStyle/>
          <a:p>
            <a:pPr marL="342900" indent="-342900" eaLnBrk="1" hangingPunct="1">
              <a:lnSpc>
                <a:spcPct val="120000"/>
              </a:lnSpc>
              <a:spcBef>
                <a:spcPct val="20000"/>
              </a:spcBef>
            </a:pPr>
            <a:r>
              <a:rPr lang="en-US" altLang="zh-CN" b="1" dirty="0">
                <a:latin typeface="楷体_GB2312" pitchFamily="49" charset="-122"/>
              </a:rPr>
              <a:t>      </a:t>
            </a:r>
            <a:r>
              <a:rPr lang="zh-CN" altLang="en-US" b="1" dirty="0">
                <a:latin typeface="楷体_GB2312" pitchFamily="49" charset="-122"/>
              </a:rPr>
              <a:t>两线圈的自感磁通链和互感磁通链方向一致，互感电压取正，否则取负。表明互感电压的正、负：</a:t>
            </a:r>
          </a:p>
          <a:p>
            <a:pPr marL="342900" indent="-342900" eaLnBrk="1" hangingPunct="1">
              <a:lnSpc>
                <a:spcPct val="120000"/>
              </a:lnSpc>
              <a:spcBef>
                <a:spcPct val="20000"/>
              </a:spcBef>
            </a:pPr>
            <a:r>
              <a:rPr lang="zh-CN" altLang="en-US" b="1" dirty="0">
                <a:latin typeface="楷体_GB2312" pitchFamily="49" charset="-122"/>
              </a:rPr>
              <a:t>   </a:t>
            </a:r>
            <a:r>
              <a:rPr lang="zh-CN" altLang="en-US" dirty="0">
                <a:latin typeface="楷体_GB2312" pitchFamily="49" charset="-122"/>
              </a:rPr>
              <a:t>（</a:t>
            </a:r>
            <a:r>
              <a:rPr lang="en-US" altLang="zh-CN" dirty="0">
                <a:latin typeface="楷体_GB2312" pitchFamily="49" charset="-122"/>
              </a:rPr>
              <a:t>1</a:t>
            </a:r>
            <a:r>
              <a:rPr lang="zh-CN" altLang="en-US" dirty="0">
                <a:latin typeface="楷体_GB2312" pitchFamily="49" charset="-122"/>
              </a:rPr>
              <a:t>）</a:t>
            </a:r>
            <a:r>
              <a:rPr lang="zh-CN" altLang="en-US" b="1" dirty="0">
                <a:latin typeface="楷体_GB2312" pitchFamily="49" charset="-122"/>
              </a:rPr>
              <a:t>与电流的参考方向有关。</a:t>
            </a:r>
          </a:p>
          <a:p>
            <a:pPr marL="342900" indent="-342900" eaLnBrk="1" hangingPunct="1">
              <a:lnSpc>
                <a:spcPct val="120000"/>
              </a:lnSpc>
              <a:spcBef>
                <a:spcPct val="20000"/>
              </a:spcBef>
            </a:pPr>
            <a:r>
              <a:rPr lang="zh-CN" altLang="en-US" b="1" dirty="0">
                <a:latin typeface="楷体_GB2312" pitchFamily="49" charset="-122"/>
              </a:rPr>
              <a:t>   </a:t>
            </a:r>
            <a:r>
              <a:rPr lang="zh-CN" altLang="en-US" dirty="0">
                <a:latin typeface="楷体_GB2312" pitchFamily="49" charset="-122"/>
              </a:rPr>
              <a:t>（</a:t>
            </a:r>
            <a:r>
              <a:rPr lang="en-US" altLang="zh-CN" dirty="0">
                <a:latin typeface="楷体_GB2312" pitchFamily="49" charset="-122"/>
              </a:rPr>
              <a:t>2</a:t>
            </a:r>
            <a:r>
              <a:rPr lang="zh-CN" altLang="en-US" dirty="0">
                <a:latin typeface="楷体_GB2312" pitchFamily="49" charset="-122"/>
              </a:rPr>
              <a:t>）</a:t>
            </a:r>
            <a:r>
              <a:rPr lang="zh-CN" altLang="en-US" b="1" dirty="0">
                <a:latin typeface="楷体_GB2312" pitchFamily="49" charset="-122"/>
              </a:rPr>
              <a:t>与线圈的相对位置和绕向有关。</a:t>
            </a:r>
          </a:p>
        </p:txBody>
      </p:sp>
      <p:grpSp>
        <p:nvGrpSpPr>
          <p:cNvPr id="22531" name="Group 25"/>
          <p:cNvGrpSpPr/>
          <p:nvPr/>
        </p:nvGrpSpPr>
        <p:grpSpPr>
          <a:xfrm>
            <a:off x="8316913" y="6446838"/>
            <a:ext cx="792162" cy="366712"/>
            <a:chOff x="5193" y="4020"/>
            <a:chExt cx="499" cy="231"/>
          </a:xfrm>
        </p:grpSpPr>
        <p:pic>
          <p:nvPicPr>
            <p:cNvPr id="22542" name="Picture 26"/>
            <p:cNvPicPr>
              <a:picLocks noChangeAspect="1"/>
            </p:cNvPicPr>
            <p:nvPr/>
          </p:nvPicPr>
          <p:blipFill>
            <a:blip r:embed="rId2"/>
            <a:stretch>
              <a:fillRect/>
            </a:stretch>
          </p:blipFill>
          <p:spPr>
            <a:xfrm>
              <a:off x="5193" y="4066"/>
              <a:ext cx="499" cy="181"/>
            </a:xfrm>
            <a:prstGeom prst="rect">
              <a:avLst/>
            </a:prstGeom>
            <a:noFill/>
            <a:ln w="9525">
              <a:noFill/>
            </a:ln>
          </p:spPr>
        </p:pic>
        <p:sp>
          <p:nvSpPr>
            <p:cNvPr id="22543" name="Text Box 27">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2532" name="Group 28"/>
          <p:cNvGrpSpPr/>
          <p:nvPr/>
        </p:nvGrpSpPr>
        <p:grpSpPr>
          <a:xfrm>
            <a:off x="7453313" y="6446838"/>
            <a:ext cx="792162" cy="366712"/>
            <a:chOff x="4649" y="4020"/>
            <a:chExt cx="499" cy="231"/>
          </a:xfrm>
        </p:grpSpPr>
        <p:pic>
          <p:nvPicPr>
            <p:cNvPr id="22540" name="Picture 29"/>
            <p:cNvPicPr>
              <a:picLocks noChangeAspect="1"/>
            </p:cNvPicPr>
            <p:nvPr/>
          </p:nvPicPr>
          <p:blipFill>
            <a:blip r:embed="rId2"/>
            <a:stretch>
              <a:fillRect/>
            </a:stretch>
          </p:blipFill>
          <p:spPr>
            <a:xfrm>
              <a:off x="4649" y="4066"/>
              <a:ext cx="499" cy="181"/>
            </a:xfrm>
            <a:prstGeom prst="rect">
              <a:avLst/>
            </a:prstGeom>
            <a:noFill/>
            <a:ln w="9525">
              <a:noFill/>
            </a:ln>
          </p:spPr>
        </p:pic>
        <p:sp>
          <p:nvSpPr>
            <p:cNvPr id="22541" name="Text Box 30">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7923" name="Group 35"/>
          <p:cNvGrpSpPr/>
          <p:nvPr/>
        </p:nvGrpSpPr>
        <p:grpSpPr>
          <a:xfrm>
            <a:off x="755650" y="549275"/>
            <a:ext cx="1847850" cy="850900"/>
            <a:chOff x="385" y="3022"/>
            <a:chExt cx="1164" cy="536"/>
          </a:xfrm>
        </p:grpSpPr>
        <p:pic>
          <p:nvPicPr>
            <p:cNvPr id="22538" name="Picture 36"/>
            <p:cNvPicPr>
              <a:picLocks noChangeAspect="1"/>
            </p:cNvPicPr>
            <p:nvPr/>
          </p:nvPicPr>
          <p:blipFill>
            <a:blip r:embed="rId3"/>
            <a:stretch>
              <a:fillRect/>
            </a:stretch>
          </p:blipFill>
          <p:spPr>
            <a:xfrm>
              <a:off x="385" y="3022"/>
              <a:ext cx="590" cy="536"/>
            </a:xfrm>
            <a:prstGeom prst="rect">
              <a:avLst/>
            </a:prstGeom>
            <a:noFill/>
            <a:ln w="9525">
              <a:noFill/>
            </a:ln>
          </p:spPr>
        </p:pic>
        <p:sp>
          <p:nvSpPr>
            <p:cNvPr id="22539" name="Text Box 37"/>
            <p:cNvSpPr txBox="1"/>
            <p:nvPr/>
          </p:nvSpPr>
          <p:spPr>
            <a:xfrm>
              <a:off x="793" y="3116"/>
              <a:ext cx="756"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grpSp>
        <p:nvGrpSpPr>
          <p:cNvPr id="22534" name="Group 41"/>
          <p:cNvGrpSpPr/>
          <p:nvPr/>
        </p:nvGrpSpPr>
        <p:grpSpPr>
          <a:xfrm>
            <a:off x="6588125" y="6446838"/>
            <a:ext cx="792163" cy="366712"/>
            <a:chOff x="4649" y="4020"/>
            <a:chExt cx="499" cy="231"/>
          </a:xfrm>
        </p:grpSpPr>
        <p:pic>
          <p:nvPicPr>
            <p:cNvPr id="22536" name="Picture 42"/>
            <p:cNvPicPr>
              <a:picLocks noChangeAspect="1"/>
            </p:cNvPicPr>
            <p:nvPr/>
          </p:nvPicPr>
          <p:blipFill>
            <a:blip r:embed="rId2"/>
            <a:stretch>
              <a:fillRect/>
            </a:stretch>
          </p:blipFill>
          <p:spPr>
            <a:xfrm>
              <a:off x="4649" y="4066"/>
              <a:ext cx="499" cy="181"/>
            </a:xfrm>
            <a:prstGeom prst="rect">
              <a:avLst/>
            </a:prstGeom>
            <a:noFill/>
            <a:ln w="9525">
              <a:noFill/>
            </a:ln>
          </p:spPr>
        </p:pic>
        <p:sp>
          <p:nvSpPr>
            <p:cNvPr id="22537" name="Text Box 43">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pic>
        <p:nvPicPr>
          <p:cNvPr id="22535" name="Picture 10" descr="未标题-1 拷贝"/>
          <p:cNvPicPr>
            <a:picLocks noChangeAspect="1"/>
          </p:cNvPicPr>
          <p:nvPr/>
        </p:nvPicPr>
        <p:blipFill>
          <a:blip r:embed="rId4"/>
          <a:stretch>
            <a:fillRect/>
          </a:stretch>
        </p:blipFill>
        <p:spPr>
          <a:xfrm>
            <a:off x="2268538" y="4279900"/>
            <a:ext cx="2649537" cy="2473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7923"/>
                                        </p:tgtEl>
                                        <p:attrNameLst>
                                          <p:attrName>style.visibility</p:attrName>
                                        </p:attrNameLst>
                                      </p:cBhvr>
                                      <p:to>
                                        <p:strVal val="visible"/>
                                      </p:to>
                                    </p:set>
                                    <p:animEffect transition="in" filter="blinds(horizontal)">
                                      <p:cBhvr>
                                        <p:cTn id="7" dur="500"/>
                                        <p:tgtEl>
                                          <p:spTgt spid="3792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7902"/>
                                        </p:tgtEl>
                                        <p:attrNameLst>
                                          <p:attrName>style.visibility</p:attrName>
                                        </p:attrNameLst>
                                      </p:cBhvr>
                                      <p:to>
                                        <p:strVal val="visible"/>
                                      </p:to>
                                    </p:set>
                                    <p:animEffect transition="in" filter="slide(fromBottom)">
                                      <p:cBhvr>
                                        <p:cTn id="12" dur="2000"/>
                                        <p:tgtEl>
                                          <p:spTgt spid="37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p:nvPr/>
        </p:nvSpPr>
        <p:spPr>
          <a:xfrm>
            <a:off x="684213" y="476250"/>
            <a:ext cx="3970337" cy="579438"/>
          </a:xfrm>
          <a:prstGeom prst="rect">
            <a:avLst/>
          </a:prstGeom>
          <a:noFill/>
          <a:ln w="9525">
            <a:noFill/>
          </a:ln>
        </p:spPr>
        <p:txBody>
          <a:bodyPr>
            <a:spAutoFit/>
          </a:bodyPr>
          <a:lstStyle/>
          <a:p>
            <a:pPr eaLnBrk="1" hangingPunct="1">
              <a:spcBef>
                <a:spcPct val="50000"/>
              </a:spcBef>
            </a:pPr>
            <a:r>
              <a:rPr lang="en-US" altLang="zh-CN" sz="3200" b="1" dirty="0">
                <a:solidFill>
                  <a:schemeClr val="bg1"/>
                </a:solidFill>
                <a:latin typeface="楷体_GB2312" pitchFamily="49" charset="-122"/>
              </a:rPr>
              <a:t>4.</a:t>
            </a:r>
            <a:r>
              <a:rPr lang="zh-CN" altLang="en-US" sz="3200" b="1" dirty="0">
                <a:solidFill>
                  <a:schemeClr val="bg1"/>
                </a:solidFill>
                <a:latin typeface="楷体_GB2312" pitchFamily="49" charset="-122"/>
              </a:rPr>
              <a:t>互感线圈的同名端</a:t>
            </a:r>
          </a:p>
        </p:txBody>
      </p:sp>
      <p:sp>
        <p:nvSpPr>
          <p:cNvPr id="79875" name="Text Box 3"/>
          <p:cNvSpPr txBox="1"/>
          <p:nvPr/>
        </p:nvSpPr>
        <p:spPr>
          <a:xfrm>
            <a:off x="684213" y="1125538"/>
            <a:ext cx="7620000" cy="1117600"/>
          </a:xfrm>
          <a:prstGeom prst="rect">
            <a:avLst/>
          </a:prstGeom>
          <a:noFill/>
          <a:ln w="19050">
            <a:noFill/>
          </a:ln>
        </p:spPr>
        <p:txBody>
          <a:bodyPr>
            <a:spAutoFit/>
          </a:bodyPr>
          <a:lstStyle/>
          <a:p>
            <a:pPr indent="571500" algn="just" eaLnBrk="1" hangingPunct="1">
              <a:lnSpc>
                <a:spcPct val="120000"/>
              </a:lnSpc>
              <a:spcBef>
                <a:spcPct val="50000"/>
              </a:spcBef>
            </a:pPr>
            <a:r>
              <a:rPr lang="zh-CN" altLang="en-US" b="1" dirty="0">
                <a:latin typeface="楷体_GB2312" pitchFamily="49" charset="-122"/>
              </a:rPr>
              <a:t>对自感电压，当</a:t>
            </a:r>
            <a:r>
              <a:rPr lang="en-US" altLang="zh-CN" i="1" dirty="0">
                <a:solidFill>
                  <a:schemeClr val="bg1"/>
                </a:solidFill>
                <a:latin typeface="Times New Roman" panose="02020603050405020304" pitchFamily="18" charset="0"/>
              </a:rPr>
              <a:t>u</a:t>
            </a:r>
            <a:r>
              <a:rPr lang="en-US" altLang="zh-CN" dirty="0">
                <a:solidFill>
                  <a:schemeClr val="bg1"/>
                </a:solidFill>
                <a:latin typeface="Times New Roman" panose="02020603050405020304" pitchFamily="18" charset="0"/>
              </a:rPr>
              <a:t>, </a:t>
            </a:r>
            <a:r>
              <a:rPr lang="en-US" altLang="zh-CN" i="1" dirty="0">
                <a:solidFill>
                  <a:schemeClr val="bg1"/>
                </a:solidFill>
                <a:latin typeface="Times New Roman" panose="02020603050405020304" pitchFamily="18" charset="0"/>
              </a:rPr>
              <a:t>i</a:t>
            </a:r>
            <a:r>
              <a:rPr lang="en-US" altLang="zh-CN" b="1" dirty="0">
                <a:latin typeface="楷体_GB2312" pitchFamily="49" charset="-122"/>
              </a:rPr>
              <a:t> </a:t>
            </a:r>
            <a:r>
              <a:rPr lang="zh-CN" altLang="en-US" b="1" dirty="0">
                <a:latin typeface="楷体_GB2312" pitchFamily="49" charset="-122"/>
              </a:rPr>
              <a:t>取关联参考方向，</a:t>
            </a:r>
            <a:r>
              <a:rPr lang="en-US" altLang="zh-CN" i="1" dirty="0">
                <a:solidFill>
                  <a:schemeClr val="bg1"/>
                </a:solidFill>
                <a:latin typeface="Times New Roman" panose="02020603050405020304" pitchFamily="18" charset="0"/>
              </a:rPr>
              <a:t>u</a:t>
            </a:r>
            <a:r>
              <a:rPr lang="zh-CN" altLang="en-US" i="1" dirty="0">
                <a:solidFill>
                  <a:schemeClr val="bg1"/>
                </a:solidFill>
                <a:latin typeface="Times New Roman" panose="02020603050405020304" pitchFamily="18" charset="0"/>
              </a:rPr>
              <a:t>、</a:t>
            </a:r>
            <a:r>
              <a:rPr lang="en-US" altLang="zh-CN" i="1" dirty="0">
                <a:solidFill>
                  <a:schemeClr val="bg1"/>
                </a:solidFill>
                <a:latin typeface="Times New Roman" panose="02020603050405020304" pitchFamily="18" charset="0"/>
              </a:rPr>
              <a:t>i</a:t>
            </a:r>
            <a:r>
              <a:rPr lang="zh-CN" altLang="en-US" b="1" dirty="0">
                <a:latin typeface="楷体_GB2312" pitchFamily="49" charset="-122"/>
              </a:rPr>
              <a:t>与</a:t>
            </a:r>
            <a:r>
              <a:rPr lang="zh-CN" altLang="en-US" i="1" dirty="0">
                <a:solidFill>
                  <a:schemeClr val="bg1"/>
                </a:solidFill>
                <a:latin typeface="Times New Roman" panose="02020603050405020304" pitchFamily="18" charset="0"/>
                <a:sym typeface="Symbol" panose="05050102010706020507" pitchFamily="18" charset="2"/>
              </a:rPr>
              <a:t></a:t>
            </a:r>
            <a:r>
              <a:rPr lang="zh-CN" altLang="en-US" i="1" dirty="0">
                <a:latin typeface="Times New Roman" panose="02020603050405020304" pitchFamily="18" charset="0"/>
                <a:sym typeface="Symbol" panose="05050102010706020507" pitchFamily="18" charset="2"/>
              </a:rPr>
              <a:t> </a:t>
            </a:r>
            <a:r>
              <a:rPr lang="zh-CN" altLang="en-US" b="1" dirty="0">
                <a:latin typeface="楷体_GB2312" pitchFamily="49" charset="-122"/>
                <a:sym typeface="Symbol" panose="05050102010706020507" pitchFamily="18" charset="2"/>
              </a:rPr>
              <a:t>符合右手螺旋法则，其表达式为</a:t>
            </a:r>
            <a:endParaRPr lang="zh-CN" altLang="en-US" b="1" dirty="0">
              <a:latin typeface="楷体_GB2312" pitchFamily="49" charset="-122"/>
            </a:endParaRPr>
          </a:p>
        </p:txBody>
      </p:sp>
      <p:graphicFrame>
        <p:nvGraphicFramePr>
          <p:cNvPr id="79876" name="Object 4"/>
          <p:cNvGraphicFramePr>
            <a:graphicFrameLocks noChangeAspect="1"/>
          </p:cNvGraphicFramePr>
          <p:nvPr/>
        </p:nvGraphicFramePr>
        <p:xfrm>
          <a:off x="468313" y="2492375"/>
          <a:ext cx="5356225" cy="1022350"/>
        </p:xfrm>
        <a:graphic>
          <a:graphicData uri="http://schemas.openxmlformats.org/presentationml/2006/ole">
            <mc:AlternateContent xmlns:mc="http://schemas.openxmlformats.org/markup-compatibility/2006">
              <mc:Choice xmlns:v="urn:schemas-microsoft-com:vml" Requires="v">
                <p:oleObj r:id="rId2" imgW="2326640" imgH="445770" progId="Equation.3">
                  <p:embed/>
                </p:oleObj>
              </mc:Choice>
              <mc:Fallback>
                <p:oleObj r:id="rId2" imgW="2326640" imgH="445770" progId="Equation.3">
                  <p:embed/>
                  <p:pic>
                    <p:nvPicPr>
                      <p:cNvPr id="0" name="图片 3084"/>
                      <p:cNvPicPr/>
                      <p:nvPr/>
                    </p:nvPicPr>
                    <p:blipFill>
                      <a:blip r:embed="rId3">
                        <a:clrChange>
                          <a:clrFrom>
                            <a:srgbClr val="000000"/>
                          </a:clrFrom>
                          <a:clrTo>
                            <a:srgbClr val="FFFFFF"/>
                          </a:clrTo>
                        </a:clrChange>
                      </a:blip>
                      <a:stretch>
                        <a:fillRect/>
                      </a:stretch>
                    </p:blipFill>
                    <p:spPr>
                      <a:xfrm>
                        <a:off x="468313" y="2492375"/>
                        <a:ext cx="5356225" cy="1022350"/>
                      </a:xfrm>
                      <a:prstGeom prst="rect">
                        <a:avLst/>
                      </a:prstGeom>
                      <a:noFill/>
                      <a:ln w="38100">
                        <a:noFill/>
                        <a:miter/>
                      </a:ln>
                    </p:spPr>
                  </p:pic>
                </p:oleObj>
              </mc:Fallback>
            </mc:AlternateContent>
          </a:graphicData>
        </a:graphic>
      </p:graphicFrame>
      <p:sp>
        <p:nvSpPr>
          <p:cNvPr id="79877" name="Text Box 5"/>
          <p:cNvSpPr txBox="1"/>
          <p:nvPr/>
        </p:nvSpPr>
        <p:spPr>
          <a:xfrm>
            <a:off x="684213" y="3860800"/>
            <a:ext cx="7696200" cy="1630363"/>
          </a:xfrm>
          <a:prstGeom prst="rect">
            <a:avLst/>
          </a:prstGeom>
          <a:noFill/>
          <a:ln w="19050">
            <a:noFill/>
          </a:ln>
        </p:spPr>
        <p:txBody>
          <a:bodyPr>
            <a:spAutoFit/>
          </a:bodyPr>
          <a:lstStyle/>
          <a:p>
            <a:pPr algn="just" eaLnBrk="1" hangingPunct="1">
              <a:lnSpc>
                <a:spcPct val="120000"/>
              </a:lnSpc>
              <a:spcBef>
                <a:spcPct val="50000"/>
              </a:spcBef>
            </a:pPr>
            <a:r>
              <a:rPr lang="en-US" altLang="zh-CN" b="1" dirty="0">
                <a:latin typeface="楷体_GB2312" pitchFamily="49" charset="-122"/>
              </a:rPr>
              <a:t>    </a:t>
            </a:r>
            <a:r>
              <a:rPr lang="zh-CN" altLang="en-US" b="1" dirty="0">
                <a:latin typeface="楷体_GB2312" pitchFamily="49" charset="-122"/>
              </a:rPr>
              <a:t>上式说明，对于自感电压由于电压、电流为同一线圈上的，只要参考方向确定了，其数学描述便可容易地写出，可不用考虑线圈绕向。</a:t>
            </a:r>
          </a:p>
        </p:txBody>
      </p:sp>
      <p:grpSp>
        <p:nvGrpSpPr>
          <p:cNvPr id="23558" name="Group 23"/>
          <p:cNvGrpSpPr/>
          <p:nvPr/>
        </p:nvGrpSpPr>
        <p:grpSpPr>
          <a:xfrm>
            <a:off x="8316913" y="6446838"/>
            <a:ext cx="792162" cy="366712"/>
            <a:chOff x="5193" y="4020"/>
            <a:chExt cx="499" cy="231"/>
          </a:xfrm>
        </p:grpSpPr>
        <p:pic>
          <p:nvPicPr>
            <p:cNvPr id="23581" name="Picture 24"/>
            <p:cNvPicPr>
              <a:picLocks noChangeAspect="1"/>
            </p:cNvPicPr>
            <p:nvPr/>
          </p:nvPicPr>
          <p:blipFill>
            <a:blip r:embed="rId4"/>
            <a:stretch>
              <a:fillRect/>
            </a:stretch>
          </p:blipFill>
          <p:spPr>
            <a:xfrm>
              <a:off x="5193" y="4066"/>
              <a:ext cx="499" cy="181"/>
            </a:xfrm>
            <a:prstGeom prst="rect">
              <a:avLst/>
            </a:prstGeom>
            <a:noFill/>
            <a:ln w="9525">
              <a:noFill/>
            </a:ln>
          </p:spPr>
        </p:pic>
        <p:sp>
          <p:nvSpPr>
            <p:cNvPr id="23582" name="Text Box 25">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3559" name="Group 26"/>
          <p:cNvGrpSpPr/>
          <p:nvPr/>
        </p:nvGrpSpPr>
        <p:grpSpPr>
          <a:xfrm>
            <a:off x="7453313" y="6446838"/>
            <a:ext cx="792162" cy="366712"/>
            <a:chOff x="4649" y="4020"/>
            <a:chExt cx="499" cy="231"/>
          </a:xfrm>
        </p:grpSpPr>
        <p:pic>
          <p:nvPicPr>
            <p:cNvPr id="23579" name="Picture 27"/>
            <p:cNvPicPr>
              <a:picLocks noChangeAspect="1"/>
            </p:cNvPicPr>
            <p:nvPr/>
          </p:nvPicPr>
          <p:blipFill>
            <a:blip r:embed="rId4"/>
            <a:stretch>
              <a:fillRect/>
            </a:stretch>
          </p:blipFill>
          <p:spPr>
            <a:xfrm>
              <a:off x="4649" y="4066"/>
              <a:ext cx="499" cy="181"/>
            </a:xfrm>
            <a:prstGeom prst="rect">
              <a:avLst/>
            </a:prstGeom>
            <a:noFill/>
            <a:ln w="9525">
              <a:noFill/>
            </a:ln>
          </p:spPr>
        </p:pic>
        <p:sp>
          <p:nvSpPr>
            <p:cNvPr id="23580" name="Text Box 28">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23560" name="Group 50"/>
          <p:cNvGrpSpPr/>
          <p:nvPr/>
        </p:nvGrpSpPr>
        <p:grpSpPr>
          <a:xfrm>
            <a:off x="6588125" y="6446838"/>
            <a:ext cx="792163" cy="366712"/>
            <a:chOff x="4649" y="4020"/>
            <a:chExt cx="499" cy="231"/>
          </a:xfrm>
        </p:grpSpPr>
        <p:pic>
          <p:nvPicPr>
            <p:cNvPr id="23577" name="Picture 51"/>
            <p:cNvPicPr>
              <a:picLocks noChangeAspect="1"/>
            </p:cNvPicPr>
            <p:nvPr/>
          </p:nvPicPr>
          <p:blipFill>
            <a:blip r:embed="rId4"/>
            <a:stretch>
              <a:fillRect/>
            </a:stretch>
          </p:blipFill>
          <p:spPr>
            <a:xfrm>
              <a:off x="4649" y="4066"/>
              <a:ext cx="499" cy="181"/>
            </a:xfrm>
            <a:prstGeom prst="rect">
              <a:avLst/>
            </a:prstGeom>
            <a:noFill/>
            <a:ln w="9525">
              <a:noFill/>
            </a:ln>
          </p:spPr>
        </p:pic>
        <p:sp>
          <p:nvSpPr>
            <p:cNvPr id="23578" name="Text Box 52">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79930" name="Group 58"/>
          <p:cNvGrpSpPr/>
          <p:nvPr/>
        </p:nvGrpSpPr>
        <p:grpSpPr>
          <a:xfrm>
            <a:off x="5954713" y="2492375"/>
            <a:ext cx="2058987" cy="1073150"/>
            <a:chOff x="3751" y="1570"/>
            <a:chExt cx="1297" cy="676"/>
          </a:xfrm>
        </p:grpSpPr>
        <p:sp>
          <p:nvSpPr>
            <p:cNvPr id="23562" name="Line 30"/>
            <p:cNvSpPr/>
            <p:nvPr/>
          </p:nvSpPr>
          <p:spPr>
            <a:xfrm>
              <a:off x="4558" y="1919"/>
              <a:ext cx="414" cy="0"/>
            </a:xfrm>
            <a:prstGeom prst="line">
              <a:avLst/>
            </a:prstGeom>
            <a:ln w="28575" cap="flat" cmpd="sng">
              <a:solidFill>
                <a:srgbClr val="FFCC00"/>
              </a:solidFill>
              <a:prstDash val="solid"/>
              <a:headEnd type="none" w="med" len="med"/>
              <a:tailEnd type="none" w="med" len="med"/>
            </a:ln>
          </p:spPr>
        </p:sp>
        <p:sp>
          <p:nvSpPr>
            <p:cNvPr id="23563" name="Line 31"/>
            <p:cNvSpPr/>
            <p:nvPr/>
          </p:nvSpPr>
          <p:spPr>
            <a:xfrm>
              <a:off x="3814" y="1923"/>
              <a:ext cx="356" cy="0"/>
            </a:xfrm>
            <a:prstGeom prst="line">
              <a:avLst/>
            </a:prstGeom>
            <a:ln w="28575" cap="flat" cmpd="sng">
              <a:solidFill>
                <a:srgbClr val="FFCC00"/>
              </a:solidFill>
              <a:prstDash val="solid"/>
              <a:headEnd type="none" w="med" len="med"/>
              <a:tailEnd type="none" w="med" len="med"/>
            </a:ln>
          </p:spPr>
        </p:sp>
        <p:sp>
          <p:nvSpPr>
            <p:cNvPr id="23564" name="Line 32"/>
            <p:cNvSpPr/>
            <p:nvPr/>
          </p:nvSpPr>
          <p:spPr>
            <a:xfrm>
              <a:off x="3833" y="1924"/>
              <a:ext cx="306" cy="0"/>
            </a:xfrm>
            <a:prstGeom prst="line">
              <a:avLst/>
            </a:prstGeom>
            <a:ln w="28575" cap="flat" cmpd="sng">
              <a:solidFill>
                <a:srgbClr val="00FFFF"/>
              </a:solidFill>
              <a:prstDash val="solid"/>
              <a:headEnd type="none" w="med" len="med"/>
              <a:tailEnd type="triangle" w="med" len="med"/>
            </a:ln>
          </p:spPr>
        </p:sp>
        <p:sp>
          <p:nvSpPr>
            <p:cNvPr id="23565" name="Text Box 33"/>
            <p:cNvSpPr txBox="1"/>
            <p:nvPr/>
          </p:nvSpPr>
          <p:spPr>
            <a:xfrm>
              <a:off x="3878" y="1570"/>
              <a:ext cx="25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3566" name="Oval 34"/>
            <p:cNvSpPr/>
            <p:nvPr/>
          </p:nvSpPr>
          <p:spPr>
            <a:xfrm>
              <a:off x="3751" y="1878"/>
              <a:ext cx="72" cy="77"/>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3567" name="Oval 35"/>
            <p:cNvSpPr/>
            <p:nvPr/>
          </p:nvSpPr>
          <p:spPr>
            <a:xfrm>
              <a:off x="4976" y="1878"/>
              <a:ext cx="72" cy="77"/>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3568" name="Line 36"/>
            <p:cNvSpPr/>
            <p:nvPr/>
          </p:nvSpPr>
          <p:spPr>
            <a:xfrm>
              <a:off x="3806" y="2125"/>
              <a:ext cx="123" cy="0"/>
            </a:xfrm>
            <a:prstGeom prst="line">
              <a:avLst/>
            </a:prstGeom>
            <a:ln w="19050" cap="flat" cmpd="sng">
              <a:solidFill>
                <a:schemeClr val="bg1"/>
              </a:solidFill>
              <a:prstDash val="solid"/>
              <a:headEnd type="none" w="med" len="med"/>
              <a:tailEnd type="none" w="med" len="med"/>
            </a:ln>
          </p:spPr>
        </p:sp>
        <p:sp>
          <p:nvSpPr>
            <p:cNvPr id="23569" name="Line 37"/>
            <p:cNvSpPr/>
            <p:nvPr/>
          </p:nvSpPr>
          <p:spPr>
            <a:xfrm>
              <a:off x="4836" y="2127"/>
              <a:ext cx="123" cy="0"/>
            </a:xfrm>
            <a:prstGeom prst="line">
              <a:avLst/>
            </a:prstGeom>
            <a:ln w="19050" cap="flat" cmpd="sng">
              <a:solidFill>
                <a:schemeClr val="bg1"/>
              </a:solidFill>
              <a:prstDash val="solid"/>
              <a:headEnd type="none" w="med" len="med"/>
              <a:tailEnd type="none" w="med" len="med"/>
            </a:ln>
          </p:spPr>
        </p:sp>
        <p:sp>
          <p:nvSpPr>
            <p:cNvPr id="23570" name="Line 38"/>
            <p:cNvSpPr/>
            <p:nvPr/>
          </p:nvSpPr>
          <p:spPr>
            <a:xfrm rot="-5400000">
              <a:off x="3802" y="2125"/>
              <a:ext cx="130" cy="0"/>
            </a:xfrm>
            <a:prstGeom prst="line">
              <a:avLst/>
            </a:prstGeom>
            <a:ln w="19050" cap="flat" cmpd="sng">
              <a:solidFill>
                <a:schemeClr val="bg1"/>
              </a:solidFill>
              <a:prstDash val="solid"/>
              <a:headEnd type="none" w="med" len="med"/>
              <a:tailEnd type="none" w="med" len="med"/>
            </a:ln>
          </p:spPr>
        </p:sp>
        <p:sp>
          <p:nvSpPr>
            <p:cNvPr id="23571" name="Text Box 39"/>
            <p:cNvSpPr txBox="1"/>
            <p:nvPr/>
          </p:nvSpPr>
          <p:spPr>
            <a:xfrm>
              <a:off x="4195" y="1919"/>
              <a:ext cx="680"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11</a:t>
              </a:r>
            </a:p>
          </p:txBody>
        </p:sp>
        <p:grpSp>
          <p:nvGrpSpPr>
            <p:cNvPr id="23572" name="Group 53"/>
            <p:cNvGrpSpPr/>
            <p:nvPr/>
          </p:nvGrpSpPr>
          <p:grpSpPr>
            <a:xfrm rot="5400000">
              <a:off x="4317" y="1674"/>
              <a:ext cx="91" cy="408"/>
              <a:chOff x="1565" y="2614"/>
              <a:chExt cx="90" cy="486"/>
            </a:xfrm>
          </p:grpSpPr>
          <p:sp>
            <p:nvSpPr>
              <p:cNvPr id="23573" name="Arc 5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3574" name="Arc 5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3575" name="Arc 5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3576" name="Arc 5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9874"/>
                                        </p:tgtEl>
                                        <p:attrNameLst>
                                          <p:attrName>style.visibility</p:attrName>
                                        </p:attrNameLst>
                                      </p:cBhvr>
                                      <p:to>
                                        <p:strVal val="visible"/>
                                      </p:to>
                                    </p:set>
                                    <p:anim calcmode="lin" valueType="num">
                                      <p:cBhvr additive="base">
                                        <p:cTn id="7" dur="500" fill="hold"/>
                                        <p:tgtEl>
                                          <p:spTgt spid="79874"/>
                                        </p:tgtEl>
                                        <p:attrNameLst>
                                          <p:attrName>ppt_x</p:attrName>
                                        </p:attrNameLst>
                                      </p:cBhvr>
                                      <p:tavLst>
                                        <p:tav tm="0">
                                          <p:val>
                                            <p:strVal val="0-#ppt_w/2"/>
                                          </p:val>
                                        </p:tav>
                                        <p:tav tm="100000">
                                          <p:val>
                                            <p:strVal val="#ppt_x"/>
                                          </p:val>
                                        </p:tav>
                                      </p:tavLst>
                                    </p:anim>
                                    <p:anim calcmode="lin" valueType="num">
                                      <p:cBhvr additive="base">
                                        <p:cTn id="8" dur="500" fill="hold"/>
                                        <p:tgtEl>
                                          <p:spTgt spid="798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79875"/>
                                        </p:tgtEl>
                                        <p:attrNameLst>
                                          <p:attrName>style.visibility</p:attrName>
                                        </p:attrNameLst>
                                      </p:cBhvr>
                                      <p:to>
                                        <p:strVal val="visible"/>
                                      </p:to>
                                    </p:set>
                                    <p:animEffect transition="in" filter="wipe(up)">
                                      <p:cBhvr>
                                        <p:cTn id="13" dur="500"/>
                                        <p:tgtEl>
                                          <p:spTgt spid="7987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9930"/>
                                        </p:tgtEl>
                                        <p:attrNameLst>
                                          <p:attrName>style.visibility</p:attrName>
                                        </p:attrNameLst>
                                      </p:cBhvr>
                                      <p:to>
                                        <p:strVal val="visible"/>
                                      </p:to>
                                    </p:set>
                                    <p:animEffect transition="in" filter="blinds(horizontal)">
                                      <p:cBhvr>
                                        <p:cTn id="18" dur="500"/>
                                        <p:tgtEl>
                                          <p:spTgt spid="7993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9876"/>
                                        </p:tgtEl>
                                        <p:attrNameLst>
                                          <p:attrName>style.visibility</p:attrName>
                                        </p:attrNameLst>
                                      </p:cBhvr>
                                      <p:to>
                                        <p:strVal val="visible"/>
                                      </p:to>
                                    </p:set>
                                    <p:animEffect transition="in" filter="wipe(left)">
                                      <p:cBhvr>
                                        <p:cTn id="23" dur="2000"/>
                                        <p:tgtEl>
                                          <p:spTgt spid="7987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79877"/>
                                        </p:tgtEl>
                                        <p:attrNameLst>
                                          <p:attrName>style.visibility</p:attrName>
                                        </p:attrNameLst>
                                      </p:cBhvr>
                                      <p:to>
                                        <p:strVal val="visible"/>
                                      </p:to>
                                    </p:set>
                                    <p:animEffect transition="in" filter="wipe(left)">
                                      <p:cBhvr>
                                        <p:cTn id="28" dur="100"/>
                                        <p:tgtEl>
                                          <p:spTgt spid="79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P spid="79875" grpId="0"/>
      <p:bldP spid="7987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64" name="Text Box 24"/>
          <p:cNvSpPr txBox="1"/>
          <p:nvPr/>
        </p:nvSpPr>
        <p:spPr>
          <a:xfrm>
            <a:off x="755650" y="476250"/>
            <a:ext cx="8001000" cy="2143125"/>
          </a:xfrm>
          <a:prstGeom prst="rect">
            <a:avLst/>
          </a:prstGeom>
          <a:noFill/>
          <a:ln w="19050">
            <a:noFill/>
          </a:ln>
        </p:spPr>
        <p:txBody>
          <a:bodyPr>
            <a:spAutoFit/>
          </a:bodyPr>
          <a:lstStyle/>
          <a:p>
            <a:pPr indent="666750" algn="just" eaLnBrk="1" hangingPunct="1">
              <a:lnSpc>
                <a:spcPct val="120000"/>
              </a:lnSpc>
              <a:spcBef>
                <a:spcPct val="50000"/>
              </a:spcBef>
            </a:pPr>
            <a:r>
              <a:rPr lang="zh-CN" altLang="en-US" b="1" dirty="0">
                <a:latin typeface="Times New Roman" panose="02020603050405020304" pitchFamily="18" charset="0"/>
              </a:rPr>
              <a:t>对互感电压，因产生该电压的电流在另一线圈上，因此，要确定其符号，就必须知道两个线圈的绕向。这在电路分析中显得很不方便。</a:t>
            </a:r>
            <a:r>
              <a:rPr lang="zh-CN" altLang="en-US" b="1" dirty="0">
                <a:latin typeface="Arial" panose="020B0604020202020204" pitchFamily="34" charset="0"/>
              </a:rPr>
              <a:t>为解决这个问题引入同名端的概念。</a:t>
            </a:r>
            <a:endParaRPr lang="zh-CN" altLang="en-US" b="1" dirty="0">
              <a:latin typeface="Times New Roman" panose="02020603050405020304" pitchFamily="18" charset="0"/>
            </a:endParaRPr>
          </a:p>
        </p:txBody>
      </p:sp>
      <p:grpSp>
        <p:nvGrpSpPr>
          <p:cNvPr id="24579" name="Group 29"/>
          <p:cNvGrpSpPr/>
          <p:nvPr/>
        </p:nvGrpSpPr>
        <p:grpSpPr>
          <a:xfrm>
            <a:off x="8316913" y="6446838"/>
            <a:ext cx="792162" cy="366712"/>
            <a:chOff x="5193" y="4020"/>
            <a:chExt cx="499" cy="231"/>
          </a:xfrm>
        </p:grpSpPr>
        <p:pic>
          <p:nvPicPr>
            <p:cNvPr id="24589" name="Picture 30"/>
            <p:cNvPicPr>
              <a:picLocks noChangeAspect="1"/>
            </p:cNvPicPr>
            <p:nvPr/>
          </p:nvPicPr>
          <p:blipFill>
            <a:blip r:embed="rId2"/>
            <a:stretch>
              <a:fillRect/>
            </a:stretch>
          </p:blipFill>
          <p:spPr>
            <a:xfrm>
              <a:off x="5193" y="4066"/>
              <a:ext cx="499" cy="181"/>
            </a:xfrm>
            <a:prstGeom prst="rect">
              <a:avLst/>
            </a:prstGeom>
            <a:noFill/>
            <a:ln w="9525">
              <a:noFill/>
            </a:ln>
          </p:spPr>
        </p:pic>
        <p:sp>
          <p:nvSpPr>
            <p:cNvPr id="24590" name="Text Box 31">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4580" name="Group 32"/>
          <p:cNvGrpSpPr/>
          <p:nvPr/>
        </p:nvGrpSpPr>
        <p:grpSpPr>
          <a:xfrm>
            <a:off x="7453313" y="6446838"/>
            <a:ext cx="792162" cy="366712"/>
            <a:chOff x="4649" y="4020"/>
            <a:chExt cx="499" cy="231"/>
          </a:xfrm>
        </p:grpSpPr>
        <p:pic>
          <p:nvPicPr>
            <p:cNvPr id="24587" name="Picture 33"/>
            <p:cNvPicPr>
              <a:picLocks noChangeAspect="1"/>
            </p:cNvPicPr>
            <p:nvPr/>
          </p:nvPicPr>
          <p:blipFill>
            <a:blip r:embed="rId2"/>
            <a:stretch>
              <a:fillRect/>
            </a:stretch>
          </p:blipFill>
          <p:spPr>
            <a:xfrm>
              <a:off x="4649" y="4066"/>
              <a:ext cx="499" cy="181"/>
            </a:xfrm>
            <a:prstGeom prst="rect">
              <a:avLst/>
            </a:prstGeom>
            <a:noFill/>
            <a:ln w="9525">
              <a:noFill/>
            </a:ln>
          </p:spPr>
        </p:pic>
        <p:sp>
          <p:nvSpPr>
            <p:cNvPr id="24588" name="Text Box 34">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35879" name="Text Box 39"/>
          <p:cNvSpPr txBox="1"/>
          <p:nvPr/>
        </p:nvSpPr>
        <p:spPr>
          <a:xfrm>
            <a:off x="468313" y="3573463"/>
            <a:ext cx="8137525" cy="1630362"/>
          </a:xfrm>
          <a:prstGeom prst="rect">
            <a:avLst/>
          </a:prstGeom>
          <a:noFill/>
          <a:ln w="9525">
            <a:noFill/>
          </a:ln>
        </p:spPr>
        <p:txBody>
          <a:bodyPr>
            <a:spAutoFit/>
          </a:bodyPr>
          <a:lstStyle/>
          <a:p>
            <a:pPr marL="476250" indent="-476250" eaLnBrk="1" hangingPunct="1">
              <a:lnSpc>
                <a:spcPct val="120000"/>
              </a:lnSpc>
            </a:pPr>
            <a:r>
              <a:rPr lang="en-US" altLang="zh-CN" b="1" dirty="0">
                <a:latin typeface="楷体_GB2312" pitchFamily="49" charset="-122"/>
              </a:rPr>
              <a:t>       </a:t>
            </a:r>
            <a:r>
              <a:rPr lang="zh-CN" altLang="en-US" b="1" dirty="0">
                <a:latin typeface="楷体_GB2312" pitchFamily="49" charset="-122"/>
              </a:rPr>
              <a:t>当两个电流分别从两个线圈的对应端子同时流入或流出，若所产生的磁通相互加强时，则这两个对应端子称为两互感线圈的同名端。            </a:t>
            </a:r>
          </a:p>
        </p:txBody>
      </p:sp>
      <p:sp>
        <p:nvSpPr>
          <p:cNvPr id="35880" name="Text Box 40"/>
          <p:cNvSpPr txBox="1"/>
          <p:nvPr/>
        </p:nvSpPr>
        <p:spPr>
          <a:xfrm>
            <a:off x="971550" y="2924175"/>
            <a:ext cx="1403350" cy="519113"/>
          </a:xfrm>
          <a:prstGeom prst="rect">
            <a:avLst/>
          </a:prstGeom>
          <a:solidFill>
            <a:srgbClr val="008080"/>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rPr>
              <a:t>同名端</a:t>
            </a:r>
          </a:p>
        </p:txBody>
      </p:sp>
      <p:sp>
        <p:nvSpPr>
          <p:cNvPr id="35881" name="Line 41"/>
          <p:cNvSpPr/>
          <p:nvPr/>
        </p:nvSpPr>
        <p:spPr>
          <a:xfrm>
            <a:off x="2700338" y="3141663"/>
            <a:ext cx="863600" cy="0"/>
          </a:xfrm>
          <a:prstGeom prst="line">
            <a:avLst/>
          </a:prstGeom>
          <a:ln w="76200" cap="flat" cmpd="sng">
            <a:solidFill>
              <a:srgbClr val="3399FF"/>
            </a:solidFill>
            <a:prstDash val="solid"/>
            <a:headEnd type="none" w="med" len="med"/>
            <a:tailEnd type="triangle" w="med" len="med"/>
          </a:ln>
        </p:spPr>
      </p:sp>
      <p:grpSp>
        <p:nvGrpSpPr>
          <p:cNvPr id="24584" name="Group 45"/>
          <p:cNvGrpSpPr/>
          <p:nvPr/>
        </p:nvGrpSpPr>
        <p:grpSpPr>
          <a:xfrm>
            <a:off x="6588125" y="6446838"/>
            <a:ext cx="792163" cy="366712"/>
            <a:chOff x="4649" y="4020"/>
            <a:chExt cx="499" cy="231"/>
          </a:xfrm>
        </p:grpSpPr>
        <p:pic>
          <p:nvPicPr>
            <p:cNvPr id="24585" name="Picture 46"/>
            <p:cNvPicPr>
              <a:picLocks noChangeAspect="1"/>
            </p:cNvPicPr>
            <p:nvPr/>
          </p:nvPicPr>
          <p:blipFill>
            <a:blip r:embed="rId2"/>
            <a:stretch>
              <a:fillRect/>
            </a:stretch>
          </p:blipFill>
          <p:spPr>
            <a:xfrm>
              <a:off x="4649" y="4066"/>
              <a:ext cx="499" cy="181"/>
            </a:xfrm>
            <a:prstGeom prst="rect">
              <a:avLst/>
            </a:prstGeom>
            <a:noFill/>
            <a:ln w="9525">
              <a:noFill/>
            </a:ln>
          </p:spPr>
        </p:pic>
        <p:sp>
          <p:nvSpPr>
            <p:cNvPr id="24586" name="Text Box 4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0"/>
                                  </p:iterate>
                                  <p:childTnLst>
                                    <p:set>
                                      <p:cBhvr>
                                        <p:cTn id="6" dur="1" fill="hold">
                                          <p:stCondLst>
                                            <p:cond delay="0"/>
                                          </p:stCondLst>
                                        </p:cTn>
                                        <p:tgtEl>
                                          <p:spTgt spid="35864"/>
                                        </p:tgtEl>
                                        <p:attrNameLst>
                                          <p:attrName>style.visibility</p:attrName>
                                        </p:attrNameLst>
                                      </p:cBhvr>
                                      <p:to>
                                        <p:strVal val="visible"/>
                                      </p:to>
                                    </p:set>
                                    <p:animEffect transition="in" filter="wipe(left)">
                                      <p:cBhvr>
                                        <p:cTn id="7" dur="100"/>
                                        <p:tgtEl>
                                          <p:spTgt spid="3586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5880"/>
                                        </p:tgtEl>
                                        <p:attrNameLst>
                                          <p:attrName>style.visibility</p:attrName>
                                        </p:attrNameLst>
                                      </p:cBhvr>
                                      <p:to>
                                        <p:strVal val="visible"/>
                                      </p:to>
                                    </p:set>
                                    <p:anim calcmode="lin" valueType="num">
                                      <p:cBhvr additive="base">
                                        <p:cTn id="12" dur="500" fill="hold"/>
                                        <p:tgtEl>
                                          <p:spTgt spid="35880"/>
                                        </p:tgtEl>
                                        <p:attrNameLst>
                                          <p:attrName>ppt_x</p:attrName>
                                        </p:attrNameLst>
                                      </p:cBhvr>
                                      <p:tavLst>
                                        <p:tav tm="0">
                                          <p:val>
                                            <p:strVal val="0-#ppt_w/2"/>
                                          </p:val>
                                        </p:tav>
                                        <p:tav tm="100000">
                                          <p:val>
                                            <p:strVal val="#ppt_x"/>
                                          </p:val>
                                        </p:tav>
                                      </p:tavLst>
                                    </p:anim>
                                    <p:anim calcmode="lin" valueType="num">
                                      <p:cBhvr additive="base">
                                        <p:cTn id="13" dur="500" fill="hold"/>
                                        <p:tgtEl>
                                          <p:spTgt spid="3588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35881"/>
                                        </p:tgtEl>
                                        <p:attrNameLst>
                                          <p:attrName>style.visibility</p:attrName>
                                        </p:attrNameLst>
                                      </p:cBhvr>
                                      <p:to>
                                        <p:strVal val="visible"/>
                                      </p:to>
                                    </p:set>
                                    <p:animEffect transition="in" filter="slide(fromLeft)">
                                      <p:cBhvr>
                                        <p:cTn id="18" dur="500"/>
                                        <p:tgtEl>
                                          <p:spTgt spid="35881"/>
                                        </p:tgtEl>
                                      </p:cBhvr>
                                    </p:animEffect>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35879"/>
                                        </p:tgtEl>
                                        <p:attrNameLst>
                                          <p:attrName>style.visibility</p:attrName>
                                        </p:attrNameLst>
                                      </p:cBhvr>
                                      <p:to>
                                        <p:strVal val="visible"/>
                                      </p:to>
                                    </p:set>
                                    <p:animEffect transition="in" filter="wipe(up)">
                                      <p:cBhvr>
                                        <p:cTn id="22" dur="1000"/>
                                        <p:tgtEl>
                                          <p:spTgt spid="35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4" grpId="0"/>
      <p:bldP spid="35879" grpId="0"/>
      <p:bldP spid="3588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22" name="Object 2"/>
          <p:cNvGraphicFramePr>
            <a:graphicFrameLocks noChangeAspect="1"/>
          </p:cNvGraphicFramePr>
          <p:nvPr/>
        </p:nvGraphicFramePr>
        <p:xfrm>
          <a:off x="1547813" y="3644900"/>
          <a:ext cx="5726112" cy="1062038"/>
        </p:xfrm>
        <a:graphic>
          <a:graphicData uri="http://schemas.openxmlformats.org/presentationml/2006/ole">
            <mc:AlternateContent xmlns:mc="http://schemas.openxmlformats.org/markup-compatibility/2006">
              <mc:Choice xmlns:v="urn:schemas-microsoft-com:vml" Requires="v">
                <p:oleObj r:id="rId2" imgW="2400935" imgH="445770" progId="Equation.3">
                  <p:embed/>
                </p:oleObj>
              </mc:Choice>
              <mc:Fallback>
                <p:oleObj r:id="rId2" imgW="2400935" imgH="445770" progId="Equation.3">
                  <p:embed/>
                  <p:pic>
                    <p:nvPicPr>
                      <p:cNvPr id="0" name="图片 3085"/>
                      <p:cNvPicPr/>
                      <p:nvPr/>
                    </p:nvPicPr>
                    <p:blipFill>
                      <a:blip r:embed="rId3">
                        <a:clrChange>
                          <a:clrFrom>
                            <a:srgbClr val="000000"/>
                          </a:clrFrom>
                          <a:clrTo>
                            <a:srgbClr val="FFFFFF"/>
                          </a:clrTo>
                        </a:clrChange>
                      </a:blip>
                      <a:stretch>
                        <a:fillRect/>
                      </a:stretch>
                    </p:blipFill>
                    <p:spPr>
                      <a:xfrm>
                        <a:off x="1547813" y="3644900"/>
                        <a:ext cx="5726112" cy="1062038"/>
                      </a:xfrm>
                      <a:prstGeom prst="rect">
                        <a:avLst/>
                      </a:prstGeom>
                      <a:noFill/>
                      <a:ln w="38100">
                        <a:noFill/>
                        <a:miter/>
                      </a:ln>
                    </p:spPr>
                  </p:pic>
                </p:oleObj>
              </mc:Fallback>
            </mc:AlternateContent>
          </a:graphicData>
        </a:graphic>
      </p:graphicFrame>
      <p:sp>
        <p:nvSpPr>
          <p:cNvPr id="25603" name="Text Box 3"/>
          <p:cNvSpPr txBox="1"/>
          <p:nvPr/>
        </p:nvSpPr>
        <p:spPr>
          <a:xfrm>
            <a:off x="611188" y="333375"/>
            <a:ext cx="5111750" cy="457200"/>
          </a:xfrm>
          <a:prstGeom prst="rect">
            <a:avLst/>
          </a:prstGeom>
          <a:noFill/>
          <a:ln w="19050">
            <a:noFill/>
          </a:ln>
        </p:spPr>
        <p:txBody>
          <a:bodyPr>
            <a:spAutoFit/>
          </a:bodyPr>
          <a:lstStyle/>
          <a:p>
            <a:pPr eaLnBrk="1" hangingPunct="1">
              <a:spcBef>
                <a:spcPct val="50000"/>
              </a:spcBef>
            </a:pPr>
            <a:endParaRPr lang="zh-CN" altLang="zh-CN" sz="2400" b="1" dirty="0">
              <a:solidFill>
                <a:schemeClr val="bg1"/>
              </a:solidFill>
              <a:latin typeface="Times New Roman" panose="02020603050405020304" pitchFamily="18" charset="0"/>
              <a:ea typeface="宋体" panose="02010600030101010101" pitchFamily="2" charset="-122"/>
            </a:endParaRPr>
          </a:p>
        </p:txBody>
      </p:sp>
      <p:grpSp>
        <p:nvGrpSpPr>
          <p:cNvPr id="81925" name="Group 5"/>
          <p:cNvGrpSpPr/>
          <p:nvPr/>
        </p:nvGrpSpPr>
        <p:grpSpPr>
          <a:xfrm>
            <a:off x="2195513" y="2276475"/>
            <a:ext cx="4767262" cy="592138"/>
            <a:chOff x="1111" y="3339"/>
            <a:chExt cx="3003" cy="373"/>
          </a:xfrm>
        </p:grpSpPr>
        <p:sp>
          <p:nvSpPr>
            <p:cNvPr id="25687" name="Text Box 6"/>
            <p:cNvSpPr txBox="1"/>
            <p:nvPr/>
          </p:nvSpPr>
          <p:spPr>
            <a:xfrm>
              <a:off x="1111" y="3385"/>
              <a:ext cx="2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5688" name="Text Box 7"/>
            <p:cNvSpPr txBox="1"/>
            <p:nvPr/>
          </p:nvSpPr>
          <p:spPr>
            <a:xfrm>
              <a:off x="3742" y="3339"/>
              <a:ext cx="372"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pSp>
      <p:grpSp>
        <p:nvGrpSpPr>
          <p:cNvPr id="81928" name="Group 8"/>
          <p:cNvGrpSpPr/>
          <p:nvPr/>
        </p:nvGrpSpPr>
        <p:grpSpPr>
          <a:xfrm>
            <a:off x="2268538" y="2492375"/>
            <a:ext cx="2041525" cy="590550"/>
            <a:chOff x="1066" y="2387"/>
            <a:chExt cx="1286" cy="372"/>
          </a:xfrm>
        </p:grpSpPr>
        <p:sp>
          <p:nvSpPr>
            <p:cNvPr id="25685" name="Text Box 9"/>
            <p:cNvSpPr txBox="1"/>
            <p:nvPr/>
          </p:nvSpPr>
          <p:spPr>
            <a:xfrm>
              <a:off x="1066" y="2432"/>
              <a:ext cx="288"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5686" name="Text Box 10"/>
            <p:cNvSpPr txBox="1"/>
            <p:nvPr/>
          </p:nvSpPr>
          <p:spPr>
            <a:xfrm>
              <a:off x="2064" y="2387"/>
              <a:ext cx="288"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Arial" panose="020B0604020202020204" pitchFamily="34" charset="0"/>
                  <a:ea typeface="仿宋_GB2312" pitchFamily="49" charset="-122"/>
                  <a:sym typeface="Symbol" panose="05050102010706020507" pitchFamily="18" charset="2"/>
                </a:rPr>
                <a:t></a:t>
              </a:r>
            </a:p>
          </p:txBody>
        </p:sp>
      </p:grpSp>
      <p:grpSp>
        <p:nvGrpSpPr>
          <p:cNvPr id="81942" name="Group 22"/>
          <p:cNvGrpSpPr/>
          <p:nvPr/>
        </p:nvGrpSpPr>
        <p:grpSpPr>
          <a:xfrm>
            <a:off x="3924300" y="2511425"/>
            <a:ext cx="2987675" cy="519113"/>
            <a:chOff x="2109" y="2399"/>
            <a:chExt cx="1882" cy="327"/>
          </a:xfrm>
        </p:grpSpPr>
        <p:sp>
          <p:nvSpPr>
            <p:cNvPr id="25683" name="Rectangle 23"/>
            <p:cNvSpPr/>
            <p:nvPr/>
          </p:nvSpPr>
          <p:spPr>
            <a:xfrm>
              <a:off x="2109" y="2399"/>
              <a:ext cx="340" cy="327"/>
            </a:xfrm>
            <a:prstGeom prst="rect">
              <a:avLst/>
            </a:prstGeom>
            <a:noFill/>
            <a:ln w="9525">
              <a:noFill/>
            </a:ln>
          </p:spPr>
          <p:txBody>
            <a:bodyPr wrap="none">
              <a:spAutoFit/>
            </a:bodyPr>
            <a:lstStyle/>
            <a:p>
              <a:pPr eaLnBrk="1" hangingPunct="1"/>
              <a:r>
                <a:rPr lang="en-US" altLang="zh-CN" dirty="0">
                  <a:solidFill>
                    <a:schemeClr val="bg1"/>
                  </a:solidFill>
                  <a:latin typeface="仿宋_GB2312" pitchFamily="49" charset="-122"/>
                  <a:ea typeface="仿宋_GB2312" pitchFamily="49" charset="-122"/>
                  <a:sym typeface="Symbol" panose="05050102010706020507" pitchFamily="18" charset="2"/>
                </a:rPr>
                <a:t>△</a:t>
              </a:r>
            </a:p>
          </p:txBody>
        </p:sp>
        <p:sp>
          <p:nvSpPr>
            <p:cNvPr id="25684" name="Rectangle 24"/>
            <p:cNvSpPr/>
            <p:nvPr/>
          </p:nvSpPr>
          <p:spPr>
            <a:xfrm>
              <a:off x="3651" y="2399"/>
              <a:ext cx="340" cy="327"/>
            </a:xfrm>
            <a:prstGeom prst="rect">
              <a:avLst/>
            </a:prstGeom>
            <a:noFill/>
            <a:ln w="9525">
              <a:noFill/>
            </a:ln>
          </p:spPr>
          <p:txBody>
            <a:bodyPr wrap="none">
              <a:spAutoFit/>
            </a:bodyPr>
            <a:lstStyle/>
            <a:p>
              <a:pPr eaLnBrk="1" hangingPunct="1"/>
              <a:r>
                <a:rPr lang="en-US" altLang="zh-CN" dirty="0">
                  <a:solidFill>
                    <a:schemeClr val="bg1"/>
                  </a:solidFill>
                  <a:latin typeface="仿宋_GB2312" pitchFamily="49" charset="-122"/>
                  <a:ea typeface="仿宋_GB2312" pitchFamily="49" charset="-122"/>
                  <a:sym typeface="Symbol" panose="05050102010706020507" pitchFamily="18" charset="2"/>
                </a:rPr>
                <a:t>△</a:t>
              </a:r>
            </a:p>
          </p:txBody>
        </p:sp>
      </p:grpSp>
      <p:sp>
        <p:nvSpPr>
          <p:cNvPr id="81945" name="Text Box 25"/>
          <p:cNvSpPr txBox="1"/>
          <p:nvPr/>
        </p:nvSpPr>
        <p:spPr>
          <a:xfrm>
            <a:off x="2268538" y="4941888"/>
            <a:ext cx="5570537" cy="519112"/>
          </a:xfrm>
          <a:prstGeom prst="rect">
            <a:avLst/>
          </a:prstGeom>
          <a:noFill/>
          <a:ln w="19050">
            <a:noFill/>
          </a:ln>
        </p:spPr>
        <p:txBody>
          <a:bodyPr>
            <a:spAutoFit/>
          </a:bodyPr>
          <a:lstStyle/>
          <a:p>
            <a:pPr eaLnBrk="1" hangingPunct="1"/>
            <a:r>
              <a:rPr lang="zh-CN" altLang="en-US" b="1" dirty="0">
                <a:latin typeface="Times New Roman" panose="02020603050405020304" pitchFamily="18" charset="0"/>
              </a:rPr>
              <a:t>线圈的同名端必须两两确定。</a:t>
            </a:r>
          </a:p>
        </p:txBody>
      </p:sp>
      <p:grpSp>
        <p:nvGrpSpPr>
          <p:cNvPr id="25608" name="Group 81"/>
          <p:cNvGrpSpPr/>
          <p:nvPr/>
        </p:nvGrpSpPr>
        <p:grpSpPr>
          <a:xfrm>
            <a:off x="8316913" y="6446838"/>
            <a:ext cx="792162" cy="366712"/>
            <a:chOff x="5193" y="4020"/>
            <a:chExt cx="499" cy="231"/>
          </a:xfrm>
        </p:grpSpPr>
        <p:pic>
          <p:nvPicPr>
            <p:cNvPr id="25681" name="Picture 82"/>
            <p:cNvPicPr>
              <a:picLocks noChangeAspect="1"/>
            </p:cNvPicPr>
            <p:nvPr/>
          </p:nvPicPr>
          <p:blipFill>
            <a:blip r:embed="rId4"/>
            <a:stretch>
              <a:fillRect/>
            </a:stretch>
          </p:blipFill>
          <p:spPr>
            <a:xfrm>
              <a:off x="5193" y="4066"/>
              <a:ext cx="499" cy="181"/>
            </a:xfrm>
            <a:prstGeom prst="rect">
              <a:avLst/>
            </a:prstGeom>
            <a:noFill/>
            <a:ln w="9525">
              <a:noFill/>
            </a:ln>
          </p:spPr>
        </p:pic>
        <p:sp>
          <p:nvSpPr>
            <p:cNvPr id="25682" name="Text Box 83">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5609" name="Group 84"/>
          <p:cNvGrpSpPr/>
          <p:nvPr/>
        </p:nvGrpSpPr>
        <p:grpSpPr>
          <a:xfrm>
            <a:off x="7453313" y="6446838"/>
            <a:ext cx="792162" cy="366712"/>
            <a:chOff x="4649" y="4020"/>
            <a:chExt cx="499" cy="231"/>
          </a:xfrm>
        </p:grpSpPr>
        <p:pic>
          <p:nvPicPr>
            <p:cNvPr id="25679" name="Picture 85"/>
            <p:cNvPicPr>
              <a:picLocks noChangeAspect="1"/>
            </p:cNvPicPr>
            <p:nvPr/>
          </p:nvPicPr>
          <p:blipFill>
            <a:blip r:embed="rId4"/>
            <a:stretch>
              <a:fillRect/>
            </a:stretch>
          </p:blipFill>
          <p:spPr>
            <a:xfrm>
              <a:off x="4649" y="4066"/>
              <a:ext cx="499" cy="181"/>
            </a:xfrm>
            <a:prstGeom prst="rect">
              <a:avLst/>
            </a:prstGeom>
            <a:noFill/>
            <a:ln w="9525">
              <a:noFill/>
            </a:ln>
          </p:spPr>
        </p:pic>
        <p:sp>
          <p:nvSpPr>
            <p:cNvPr id="25680" name="Text Box 86">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82010" name="Group 90"/>
          <p:cNvGrpSpPr/>
          <p:nvPr/>
        </p:nvGrpSpPr>
        <p:grpSpPr>
          <a:xfrm>
            <a:off x="539750" y="4868863"/>
            <a:ext cx="1847850" cy="850900"/>
            <a:chOff x="385" y="3022"/>
            <a:chExt cx="1164" cy="536"/>
          </a:xfrm>
        </p:grpSpPr>
        <p:pic>
          <p:nvPicPr>
            <p:cNvPr id="25677" name="Picture 91"/>
            <p:cNvPicPr>
              <a:picLocks noChangeAspect="1"/>
            </p:cNvPicPr>
            <p:nvPr/>
          </p:nvPicPr>
          <p:blipFill>
            <a:blip r:embed="rId5"/>
            <a:stretch>
              <a:fillRect/>
            </a:stretch>
          </p:blipFill>
          <p:spPr>
            <a:xfrm>
              <a:off x="385" y="3022"/>
              <a:ext cx="590" cy="536"/>
            </a:xfrm>
            <a:prstGeom prst="rect">
              <a:avLst/>
            </a:prstGeom>
            <a:noFill/>
            <a:ln w="9525">
              <a:noFill/>
            </a:ln>
          </p:spPr>
        </p:pic>
        <p:sp>
          <p:nvSpPr>
            <p:cNvPr id="25678" name="Text Box 92"/>
            <p:cNvSpPr txBox="1"/>
            <p:nvPr/>
          </p:nvSpPr>
          <p:spPr>
            <a:xfrm>
              <a:off x="793" y="3116"/>
              <a:ext cx="756"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grpSp>
        <p:nvGrpSpPr>
          <p:cNvPr id="25611" name="Group 93"/>
          <p:cNvGrpSpPr/>
          <p:nvPr/>
        </p:nvGrpSpPr>
        <p:grpSpPr>
          <a:xfrm>
            <a:off x="1258888" y="620713"/>
            <a:ext cx="6337300" cy="2728912"/>
            <a:chOff x="793" y="391"/>
            <a:chExt cx="3992" cy="1719"/>
          </a:xfrm>
        </p:grpSpPr>
        <p:sp>
          <p:nvSpPr>
            <p:cNvPr id="25624" name="Rectangle 28"/>
            <p:cNvSpPr/>
            <p:nvPr/>
          </p:nvSpPr>
          <p:spPr>
            <a:xfrm>
              <a:off x="1314" y="775"/>
              <a:ext cx="2880" cy="528"/>
            </a:xfrm>
            <a:prstGeom prst="rect">
              <a:avLst/>
            </a:prstGeom>
            <a:solidFill>
              <a:srgbClr val="FF9900"/>
            </a:solidFill>
            <a:ln w="38100"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5625" name="Arc 29"/>
            <p:cNvSpPr/>
            <p:nvPr/>
          </p:nvSpPr>
          <p:spPr>
            <a:xfrm flipH="1" flipV="1">
              <a:off x="1035" y="823"/>
              <a:ext cx="3312" cy="192"/>
            </a:xfrm>
            <a:custGeom>
              <a:avLst/>
              <a:gdLst/>
              <a:ahLst/>
              <a:cxnLst>
                <a:cxn ang="0">
                  <a:pos x="0" y="120"/>
                </a:cxn>
                <a:cxn ang="0">
                  <a:pos x="3312" y="92"/>
                </a:cxn>
                <a:cxn ang="0">
                  <a:pos x="1724" y="192"/>
                </a:cxn>
              </a:cxnLst>
              <a:rect l="0" t="0" r="0" b="0"/>
              <a:pathLst>
                <a:path w="38424" h="21600" fill="none">
                  <a:moveTo>
                    <a:pt x="0" y="13446"/>
                  </a:moveTo>
                  <a:cubicBezTo>
                    <a:pt x="3314" y="5315"/>
                    <a:pt x="11221" y="0"/>
                    <a:pt x="20002" y="0"/>
                  </a:cubicBezTo>
                  <a:cubicBezTo>
                    <a:pt x="27520" y="0"/>
                    <a:pt x="34498" y="3909"/>
                    <a:pt x="38423" y="10322"/>
                  </a:cubicBezTo>
                </a:path>
                <a:path w="38424" h="21600" stroke="0">
                  <a:moveTo>
                    <a:pt x="0" y="13446"/>
                  </a:moveTo>
                  <a:cubicBezTo>
                    <a:pt x="3314" y="5315"/>
                    <a:pt x="11221" y="0"/>
                    <a:pt x="20002" y="0"/>
                  </a:cubicBezTo>
                  <a:cubicBezTo>
                    <a:pt x="27520" y="0"/>
                    <a:pt x="34498" y="3909"/>
                    <a:pt x="38423" y="10322"/>
                  </a:cubicBezTo>
                  <a:lnTo>
                    <a:pt x="20002" y="21600"/>
                  </a:lnTo>
                  <a:lnTo>
                    <a:pt x="0" y="13446"/>
                  </a:lnTo>
                  <a:close/>
                </a:path>
              </a:pathLst>
            </a:custGeom>
            <a:noFill/>
            <a:ln w="38100" cap="flat" cmpd="sng">
              <a:solidFill>
                <a:srgbClr val="FF3300">
                  <a:alpha val="100000"/>
                </a:srgbClr>
              </a:solidFill>
              <a:prstDash val="dash"/>
              <a:round/>
              <a:headEnd type="none" w="med" len="med"/>
              <a:tailEnd type="stealth" w="sm" len="med"/>
            </a:ln>
          </p:spPr>
          <p:txBody>
            <a:bodyPr/>
            <a:lstStyle/>
            <a:p>
              <a:endParaRPr lang="zh-CN" altLang="en-US"/>
            </a:p>
          </p:txBody>
        </p:sp>
        <p:sp>
          <p:nvSpPr>
            <p:cNvPr id="25626" name="Line 30"/>
            <p:cNvSpPr/>
            <p:nvPr/>
          </p:nvSpPr>
          <p:spPr>
            <a:xfrm flipH="1">
              <a:off x="1035" y="1063"/>
              <a:ext cx="3312" cy="0"/>
            </a:xfrm>
            <a:prstGeom prst="line">
              <a:avLst/>
            </a:prstGeom>
            <a:ln w="38100" cap="flat" cmpd="sng">
              <a:solidFill>
                <a:srgbClr val="FF3300"/>
              </a:solidFill>
              <a:prstDash val="dash"/>
              <a:headEnd type="none" w="med" len="med"/>
              <a:tailEnd type="stealth" w="sm" len="med"/>
            </a:ln>
          </p:spPr>
        </p:sp>
        <p:sp>
          <p:nvSpPr>
            <p:cNvPr id="25627" name="Arc 31"/>
            <p:cNvSpPr/>
            <p:nvPr/>
          </p:nvSpPr>
          <p:spPr>
            <a:xfrm flipH="1">
              <a:off x="1035" y="1207"/>
              <a:ext cx="3268" cy="192"/>
            </a:xfrm>
            <a:custGeom>
              <a:avLst/>
              <a:gdLst/>
              <a:ahLst/>
              <a:cxnLst>
                <a:cxn ang="0">
                  <a:pos x="0" y="120"/>
                </a:cxn>
                <a:cxn ang="0">
                  <a:pos x="3268" y="119"/>
                </a:cxn>
                <a:cxn ang="0">
                  <a:pos x="1635" y="192"/>
                </a:cxn>
              </a:cxnLst>
              <a:rect l="0" t="0" r="0" b="0"/>
              <a:pathLst>
                <a:path w="39984" h="21600" fill="none">
                  <a:moveTo>
                    <a:pt x="0" y="13446"/>
                  </a:moveTo>
                  <a:cubicBezTo>
                    <a:pt x="3314" y="5315"/>
                    <a:pt x="11221" y="0"/>
                    <a:pt x="20002" y="0"/>
                  </a:cubicBezTo>
                  <a:cubicBezTo>
                    <a:pt x="28763" y="0"/>
                    <a:pt x="36656" y="5292"/>
                    <a:pt x="39983" y="13397"/>
                  </a:cubicBezTo>
                </a:path>
                <a:path w="39984" h="21600" stroke="0">
                  <a:moveTo>
                    <a:pt x="0" y="13446"/>
                  </a:moveTo>
                  <a:cubicBezTo>
                    <a:pt x="3314" y="5315"/>
                    <a:pt x="11221" y="0"/>
                    <a:pt x="20002" y="0"/>
                  </a:cubicBezTo>
                  <a:cubicBezTo>
                    <a:pt x="28763" y="0"/>
                    <a:pt x="36656" y="5292"/>
                    <a:pt x="39983" y="13397"/>
                  </a:cubicBezTo>
                  <a:lnTo>
                    <a:pt x="20002" y="21600"/>
                  </a:lnTo>
                  <a:lnTo>
                    <a:pt x="0" y="13446"/>
                  </a:lnTo>
                  <a:close/>
                </a:path>
              </a:pathLst>
            </a:custGeom>
            <a:noFill/>
            <a:ln w="38100" cap="flat" cmpd="sng">
              <a:solidFill>
                <a:srgbClr val="FF3300">
                  <a:alpha val="100000"/>
                </a:srgbClr>
              </a:solidFill>
              <a:prstDash val="dash"/>
              <a:round/>
              <a:headEnd type="none" w="med" len="med"/>
              <a:tailEnd type="stealth" w="sm" len="med"/>
            </a:ln>
          </p:spPr>
          <p:txBody>
            <a:bodyPr/>
            <a:lstStyle/>
            <a:p>
              <a:endParaRPr lang="zh-CN" altLang="en-US"/>
            </a:p>
          </p:txBody>
        </p:sp>
        <p:sp>
          <p:nvSpPr>
            <p:cNvPr id="25628" name="Arc 32"/>
            <p:cNvSpPr/>
            <p:nvPr/>
          </p:nvSpPr>
          <p:spPr>
            <a:xfrm flipH="1">
              <a:off x="1035" y="1111"/>
              <a:ext cx="3312" cy="192"/>
            </a:xfrm>
            <a:custGeom>
              <a:avLst/>
              <a:gdLst/>
              <a:ahLst/>
              <a:cxnLst>
                <a:cxn ang="0">
                  <a:pos x="0" y="120"/>
                </a:cxn>
                <a:cxn ang="0">
                  <a:pos x="3312" y="92"/>
                </a:cxn>
                <a:cxn ang="0">
                  <a:pos x="1724" y="192"/>
                </a:cxn>
              </a:cxnLst>
              <a:rect l="0" t="0" r="0" b="0"/>
              <a:pathLst>
                <a:path w="38424" h="21600" fill="none">
                  <a:moveTo>
                    <a:pt x="0" y="13446"/>
                  </a:moveTo>
                  <a:cubicBezTo>
                    <a:pt x="3314" y="5315"/>
                    <a:pt x="11221" y="0"/>
                    <a:pt x="20002" y="0"/>
                  </a:cubicBezTo>
                  <a:cubicBezTo>
                    <a:pt x="27520" y="0"/>
                    <a:pt x="34498" y="3909"/>
                    <a:pt x="38423" y="10322"/>
                  </a:cubicBezTo>
                </a:path>
                <a:path w="38424" h="21600" stroke="0">
                  <a:moveTo>
                    <a:pt x="0" y="13446"/>
                  </a:moveTo>
                  <a:cubicBezTo>
                    <a:pt x="3314" y="5315"/>
                    <a:pt x="11221" y="0"/>
                    <a:pt x="20002" y="0"/>
                  </a:cubicBezTo>
                  <a:cubicBezTo>
                    <a:pt x="27520" y="0"/>
                    <a:pt x="34498" y="3909"/>
                    <a:pt x="38423" y="10322"/>
                  </a:cubicBezTo>
                  <a:lnTo>
                    <a:pt x="20002" y="21600"/>
                  </a:lnTo>
                  <a:lnTo>
                    <a:pt x="0" y="13446"/>
                  </a:lnTo>
                  <a:close/>
                </a:path>
              </a:pathLst>
            </a:custGeom>
            <a:noFill/>
            <a:ln w="38100" cap="flat" cmpd="sng">
              <a:solidFill>
                <a:srgbClr val="FF3300">
                  <a:alpha val="100000"/>
                </a:srgbClr>
              </a:solidFill>
              <a:prstDash val="dash"/>
              <a:round/>
              <a:headEnd type="none" w="med" len="med"/>
              <a:tailEnd type="stealth" w="sm" len="med"/>
            </a:ln>
          </p:spPr>
          <p:txBody>
            <a:bodyPr/>
            <a:lstStyle/>
            <a:p>
              <a:endParaRPr lang="zh-CN" altLang="en-US"/>
            </a:p>
          </p:txBody>
        </p:sp>
        <p:sp>
          <p:nvSpPr>
            <p:cNvPr id="25629" name="Arc 33"/>
            <p:cNvSpPr/>
            <p:nvPr/>
          </p:nvSpPr>
          <p:spPr>
            <a:xfrm flipV="1">
              <a:off x="1266" y="1255"/>
              <a:ext cx="960" cy="336"/>
            </a:xfrm>
            <a:custGeom>
              <a:avLst/>
              <a:gdLst/>
              <a:ahLst/>
              <a:cxnLst>
                <a:cxn ang="0">
                  <a:pos x="480" y="0"/>
                </a:cxn>
                <a:cxn ang="0">
                  <a:pos x="461" y="0"/>
                </a:cxn>
                <a:cxn ang="0">
                  <a:pos x="480" y="168"/>
                </a:cxn>
              </a:cxnLst>
              <a:rect l="0" t="0" r="0" b="0"/>
              <a:pathLst>
                <a:path w="43200" h="43200" fill="none">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lnTo>
                    <a:pt x="21600" y="0"/>
                  </a:lnTo>
                  <a:close/>
                </a:path>
              </a:pathLst>
            </a:custGeom>
            <a:noFill/>
            <a:ln w="38100" cap="flat" cmpd="sng">
              <a:solidFill>
                <a:srgbClr val="FF3300">
                  <a:alpha val="100000"/>
                </a:srgbClr>
              </a:solidFill>
              <a:prstDash val="dash"/>
              <a:round/>
              <a:headEnd type="none" w="med" len="med"/>
              <a:tailEnd type="stealth" w="sm" len="med"/>
            </a:ln>
          </p:spPr>
          <p:txBody>
            <a:bodyPr/>
            <a:lstStyle/>
            <a:p>
              <a:endParaRPr lang="zh-CN" altLang="en-US"/>
            </a:p>
          </p:txBody>
        </p:sp>
        <p:sp>
          <p:nvSpPr>
            <p:cNvPr id="25630" name="Arc 34"/>
            <p:cNvSpPr/>
            <p:nvPr/>
          </p:nvSpPr>
          <p:spPr>
            <a:xfrm>
              <a:off x="1266" y="487"/>
              <a:ext cx="960" cy="336"/>
            </a:xfrm>
            <a:custGeom>
              <a:avLst/>
              <a:gdLst/>
              <a:ahLst/>
              <a:cxnLst>
                <a:cxn ang="0">
                  <a:pos x="480" y="0"/>
                </a:cxn>
                <a:cxn ang="0">
                  <a:pos x="461" y="0"/>
                </a:cxn>
                <a:cxn ang="0">
                  <a:pos x="480" y="168"/>
                </a:cxn>
              </a:cxnLst>
              <a:rect l="0" t="0" r="0" b="0"/>
              <a:pathLst>
                <a:path w="43200" h="43200" fill="none">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path>
                <a:path w="43200" h="43200" stroke="0">
                  <a:moveTo>
                    <a:pt x="21600" y="0"/>
                  </a:moveTo>
                  <a:cubicBezTo>
                    <a:pt x="33529" y="0"/>
                    <a:pt x="43200" y="9670"/>
                    <a:pt x="43200" y="21600"/>
                  </a:cubicBezTo>
                  <a:cubicBezTo>
                    <a:pt x="43200" y="33529"/>
                    <a:pt x="33529" y="43200"/>
                    <a:pt x="21600" y="43200"/>
                  </a:cubicBezTo>
                  <a:cubicBezTo>
                    <a:pt x="9670" y="43200"/>
                    <a:pt x="0" y="33529"/>
                    <a:pt x="0" y="21600"/>
                  </a:cubicBezTo>
                  <a:cubicBezTo>
                    <a:pt x="0" y="9995"/>
                    <a:pt x="9169" y="464"/>
                    <a:pt x="20765" y="16"/>
                  </a:cubicBezTo>
                  <a:lnTo>
                    <a:pt x="21600" y="21600"/>
                  </a:lnTo>
                  <a:lnTo>
                    <a:pt x="21600" y="0"/>
                  </a:lnTo>
                  <a:close/>
                </a:path>
              </a:pathLst>
            </a:custGeom>
            <a:noFill/>
            <a:ln w="38100" cap="flat" cmpd="sng">
              <a:solidFill>
                <a:srgbClr val="FF3300">
                  <a:alpha val="100000"/>
                </a:srgbClr>
              </a:solidFill>
              <a:prstDash val="dash"/>
              <a:round/>
              <a:headEnd type="none" w="med" len="med"/>
              <a:tailEnd type="stealth" w="sm" len="med"/>
            </a:ln>
          </p:spPr>
          <p:txBody>
            <a:bodyPr/>
            <a:lstStyle/>
            <a:p>
              <a:endParaRPr lang="zh-CN" altLang="en-US"/>
            </a:p>
          </p:txBody>
        </p:sp>
        <p:sp>
          <p:nvSpPr>
            <p:cNvPr id="25631" name="Text Box 35"/>
            <p:cNvSpPr txBox="1"/>
            <p:nvPr/>
          </p:nvSpPr>
          <p:spPr>
            <a:xfrm>
              <a:off x="1314" y="1783"/>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5632" name="Text Box 36"/>
            <p:cNvSpPr txBox="1"/>
            <p:nvPr/>
          </p:nvSpPr>
          <p:spPr>
            <a:xfrm>
              <a:off x="1986" y="1783"/>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5633" name="Text Box 37"/>
            <p:cNvSpPr txBox="1"/>
            <p:nvPr/>
          </p:nvSpPr>
          <p:spPr>
            <a:xfrm>
              <a:off x="1650" y="1783"/>
              <a:ext cx="43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5634" name="Text Box 38"/>
            <p:cNvSpPr txBox="1"/>
            <p:nvPr/>
          </p:nvSpPr>
          <p:spPr>
            <a:xfrm>
              <a:off x="2322" y="1783"/>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5635" name="Text Box 39"/>
            <p:cNvSpPr txBox="1"/>
            <p:nvPr/>
          </p:nvSpPr>
          <p:spPr>
            <a:xfrm>
              <a:off x="2994" y="1783"/>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5636" name="Text Box 40"/>
            <p:cNvSpPr txBox="1"/>
            <p:nvPr/>
          </p:nvSpPr>
          <p:spPr>
            <a:xfrm>
              <a:off x="2610" y="1783"/>
              <a:ext cx="43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5637" name="Text Box 41"/>
            <p:cNvSpPr txBox="1"/>
            <p:nvPr/>
          </p:nvSpPr>
          <p:spPr>
            <a:xfrm>
              <a:off x="793" y="391"/>
              <a:ext cx="680"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aseline="-25000" dirty="0">
                  <a:solidFill>
                    <a:schemeClr val="bg1"/>
                  </a:solidFill>
                  <a:latin typeface="Times New Roman" panose="02020603050405020304" pitchFamily="18" charset="0"/>
                  <a:ea typeface="宋体" panose="02010600030101010101" pitchFamily="2" charset="-122"/>
                </a:rPr>
                <a:t>11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5638" name="Text Box 42"/>
            <p:cNvSpPr txBox="1"/>
            <p:nvPr/>
          </p:nvSpPr>
          <p:spPr>
            <a:xfrm>
              <a:off x="4299" y="919"/>
              <a:ext cx="486"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aseline="-25000" dirty="0">
                  <a:solidFill>
                    <a:schemeClr val="bg1"/>
                  </a:solidFill>
                  <a:latin typeface="Times New Roman" panose="02020603050405020304" pitchFamily="18" charset="0"/>
                  <a:ea typeface="宋体" panose="02010600030101010101" pitchFamily="2" charset="-122"/>
                </a:rPr>
                <a:t> 0</a:t>
              </a:r>
            </a:p>
          </p:txBody>
        </p:sp>
        <p:sp>
          <p:nvSpPr>
            <p:cNvPr id="25639" name="Text Box 43"/>
            <p:cNvSpPr txBox="1"/>
            <p:nvPr/>
          </p:nvSpPr>
          <p:spPr>
            <a:xfrm>
              <a:off x="1602" y="1303"/>
              <a:ext cx="43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N</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5640" name="Text Box 44"/>
            <p:cNvSpPr txBox="1"/>
            <p:nvPr/>
          </p:nvSpPr>
          <p:spPr>
            <a:xfrm>
              <a:off x="2658" y="1351"/>
              <a:ext cx="38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N</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5641" name="Text Box 55"/>
            <p:cNvSpPr txBox="1"/>
            <p:nvPr/>
          </p:nvSpPr>
          <p:spPr>
            <a:xfrm>
              <a:off x="3282" y="1783"/>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5642" name="Text Box 56"/>
            <p:cNvSpPr txBox="1"/>
            <p:nvPr/>
          </p:nvSpPr>
          <p:spPr>
            <a:xfrm>
              <a:off x="3954" y="1783"/>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5643" name="Text Box 57"/>
            <p:cNvSpPr txBox="1"/>
            <p:nvPr/>
          </p:nvSpPr>
          <p:spPr>
            <a:xfrm>
              <a:off x="3570" y="1783"/>
              <a:ext cx="43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31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5644" name="Text Box 58"/>
            <p:cNvSpPr txBox="1"/>
            <p:nvPr/>
          </p:nvSpPr>
          <p:spPr>
            <a:xfrm>
              <a:off x="3666" y="1351"/>
              <a:ext cx="38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N</a:t>
              </a:r>
              <a:r>
                <a:rPr lang="en-US" altLang="zh-CN" baseline="-25000" dirty="0">
                  <a:solidFill>
                    <a:schemeClr val="bg1"/>
                  </a:solidFill>
                  <a:latin typeface="Times New Roman" panose="02020603050405020304" pitchFamily="18" charset="0"/>
                  <a:ea typeface="宋体" panose="02010600030101010101" pitchFamily="2" charset="-122"/>
                </a:rPr>
                <a:t>3</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5645" name="Text Box 59"/>
            <p:cNvSpPr txBox="1"/>
            <p:nvPr/>
          </p:nvSpPr>
          <p:spPr>
            <a:xfrm>
              <a:off x="2154" y="391"/>
              <a:ext cx="43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aseline="-25000" dirty="0">
                  <a:solidFill>
                    <a:schemeClr val="bg1"/>
                  </a:solidFill>
                  <a:latin typeface="Times New Roman" panose="02020603050405020304" pitchFamily="18" charset="0"/>
                  <a:ea typeface="宋体" panose="02010600030101010101" pitchFamily="2" charset="-122"/>
                </a:rPr>
                <a:t> </a:t>
              </a:r>
              <a:r>
                <a:rPr lang="en-US" altLang="zh-CN"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25646" name="Arc 27"/>
            <p:cNvSpPr/>
            <p:nvPr/>
          </p:nvSpPr>
          <p:spPr>
            <a:xfrm flipH="1" flipV="1">
              <a:off x="1026" y="727"/>
              <a:ext cx="3268" cy="192"/>
            </a:xfrm>
            <a:custGeom>
              <a:avLst/>
              <a:gdLst/>
              <a:ahLst/>
              <a:cxnLst>
                <a:cxn ang="0">
                  <a:pos x="0" y="120"/>
                </a:cxn>
                <a:cxn ang="0">
                  <a:pos x="3268" y="119"/>
                </a:cxn>
                <a:cxn ang="0">
                  <a:pos x="1635" y="192"/>
                </a:cxn>
              </a:cxnLst>
              <a:rect l="0" t="0" r="0" b="0"/>
              <a:pathLst>
                <a:path w="39984" h="21600" fill="none">
                  <a:moveTo>
                    <a:pt x="0" y="13446"/>
                  </a:moveTo>
                  <a:cubicBezTo>
                    <a:pt x="3314" y="5315"/>
                    <a:pt x="11221" y="0"/>
                    <a:pt x="20002" y="0"/>
                  </a:cubicBezTo>
                  <a:cubicBezTo>
                    <a:pt x="28763" y="0"/>
                    <a:pt x="36656" y="5292"/>
                    <a:pt x="39983" y="13397"/>
                  </a:cubicBezTo>
                </a:path>
                <a:path w="39984" h="21600" stroke="0">
                  <a:moveTo>
                    <a:pt x="0" y="13446"/>
                  </a:moveTo>
                  <a:cubicBezTo>
                    <a:pt x="3314" y="5315"/>
                    <a:pt x="11221" y="0"/>
                    <a:pt x="20002" y="0"/>
                  </a:cubicBezTo>
                  <a:cubicBezTo>
                    <a:pt x="28763" y="0"/>
                    <a:pt x="36656" y="5292"/>
                    <a:pt x="39983" y="13397"/>
                  </a:cubicBezTo>
                  <a:lnTo>
                    <a:pt x="20002" y="21600"/>
                  </a:lnTo>
                  <a:lnTo>
                    <a:pt x="0" y="13446"/>
                  </a:lnTo>
                  <a:close/>
                </a:path>
              </a:pathLst>
            </a:custGeom>
            <a:noFill/>
            <a:ln w="38100" cap="flat" cmpd="sng">
              <a:solidFill>
                <a:srgbClr val="FF3300">
                  <a:alpha val="100000"/>
                </a:srgbClr>
              </a:solidFill>
              <a:prstDash val="dash"/>
              <a:round/>
              <a:headEnd type="none" w="med" len="med"/>
              <a:tailEnd type="stealth" w="sm" len="med"/>
            </a:ln>
          </p:spPr>
          <p:txBody>
            <a:bodyPr/>
            <a:lstStyle/>
            <a:p>
              <a:endParaRPr lang="zh-CN" altLang="en-US"/>
            </a:p>
          </p:txBody>
        </p:sp>
        <p:grpSp>
          <p:nvGrpSpPr>
            <p:cNvPr id="25647" name="Group 45"/>
            <p:cNvGrpSpPr/>
            <p:nvPr/>
          </p:nvGrpSpPr>
          <p:grpSpPr>
            <a:xfrm flipH="1">
              <a:off x="3330" y="631"/>
              <a:ext cx="720" cy="1152"/>
              <a:chOff x="1420" y="1152"/>
              <a:chExt cx="904" cy="1220"/>
            </a:xfrm>
          </p:grpSpPr>
          <p:sp>
            <p:nvSpPr>
              <p:cNvPr id="25668" name="Freeform 46"/>
              <p:cNvSpPr/>
              <p:nvPr/>
            </p:nvSpPr>
            <p:spPr>
              <a:xfrm>
                <a:off x="1440" y="1152"/>
                <a:ext cx="48" cy="1152"/>
              </a:xfrm>
              <a:custGeom>
                <a:avLst/>
                <a:gdLst/>
                <a:ahLst/>
                <a:cxnLst>
                  <a:cxn ang="0">
                    <a:pos x="5" y="1152"/>
                  </a:cxn>
                  <a:cxn ang="0">
                    <a:pos x="7" y="166"/>
                  </a:cxn>
                  <a:cxn ang="0">
                    <a:pos x="48" y="151"/>
                  </a:cxn>
                </a:cxnLst>
                <a:rect l="0" t="0" r="0" b="0"/>
                <a:pathLst>
                  <a:path w="60" h="880">
                    <a:moveTo>
                      <a:pt x="6" y="880"/>
                    </a:moveTo>
                    <a:cubicBezTo>
                      <a:pt x="6" y="754"/>
                      <a:pt x="0" y="254"/>
                      <a:pt x="9" y="127"/>
                    </a:cubicBezTo>
                    <a:cubicBezTo>
                      <a:pt x="18" y="0"/>
                      <a:pt x="50" y="117"/>
                      <a:pt x="60" y="115"/>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69" name="Freeform 47"/>
              <p:cNvSpPr/>
              <p:nvPr/>
            </p:nvSpPr>
            <p:spPr>
              <a:xfrm>
                <a:off x="1536" y="1205"/>
                <a:ext cx="126" cy="705"/>
              </a:xfrm>
              <a:custGeom>
                <a:avLst/>
                <a:gdLst/>
                <a:ahLst/>
                <a:cxnLst>
                  <a:cxn ang="0">
                    <a:pos x="0" y="667"/>
                  </a:cxn>
                  <a:cxn ang="0">
                    <a:pos x="36" y="691"/>
                  </a:cxn>
                  <a:cxn ang="0">
                    <a:pos x="60" y="604"/>
                  </a:cxn>
                  <a:cxn ang="0">
                    <a:pos x="72" y="85"/>
                  </a:cxn>
                  <a:cxn ang="0">
                    <a:pos x="126" y="94"/>
                  </a:cxn>
                </a:cxnLst>
                <a:rect l="0" t="0" r="0" b="0"/>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70" name="Freeform 48"/>
              <p:cNvSpPr/>
              <p:nvPr/>
            </p:nvSpPr>
            <p:spPr>
              <a:xfrm>
                <a:off x="1680"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71" name="Freeform 49"/>
              <p:cNvSpPr/>
              <p:nvPr/>
            </p:nvSpPr>
            <p:spPr>
              <a:xfrm>
                <a:off x="1824"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72" name="Freeform 50"/>
              <p:cNvSpPr/>
              <p:nvPr/>
            </p:nvSpPr>
            <p:spPr>
              <a:xfrm>
                <a:off x="1968"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73" name="Freeform 51"/>
              <p:cNvSpPr/>
              <p:nvPr/>
            </p:nvSpPr>
            <p:spPr>
              <a:xfrm>
                <a:off x="2112"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74" name="Freeform 52"/>
              <p:cNvSpPr/>
              <p:nvPr/>
            </p:nvSpPr>
            <p:spPr>
              <a:xfrm>
                <a:off x="2280" y="1878"/>
                <a:ext cx="1" cy="432"/>
              </a:xfrm>
              <a:custGeom>
                <a:avLst/>
                <a:gdLst/>
                <a:ahLst/>
                <a:cxnLst>
                  <a:cxn ang="0">
                    <a:pos x="0" y="0"/>
                  </a:cxn>
                  <a:cxn ang="0">
                    <a:pos x="0" y="432"/>
                  </a:cxn>
                </a:cxnLst>
                <a:rect l="0" t="0" r="0" b="0"/>
                <a:pathLst>
                  <a:path w="1" h="432">
                    <a:moveTo>
                      <a:pt x="0" y="0"/>
                    </a:moveTo>
                    <a:lnTo>
                      <a:pt x="0" y="432"/>
                    </a:ln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75" name="Oval 53"/>
              <p:cNvSpPr/>
              <p:nvPr/>
            </p:nvSpPr>
            <p:spPr>
              <a:xfrm>
                <a:off x="1420" y="2304"/>
                <a:ext cx="68" cy="68"/>
              </a:xfrm>
              <a:prstGeom prst="ellipse">
                <a:avLst/>
              </a:prstGeom>
              <a:noFill/>
              <a:ln w="38100"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5676" name="Oval 54"/>
              <p:cNvSpPr/>
              <p:nvPr/>
            </p:nvSpPr>
            <p:spPr>
              <a:xfrm>
                <a:off x="2256" y="2304"/>
                <a:ext cx="68" cy="68"/>
              </a:xfrm>
              <a:prstGeom prst="ellipse">
                <a:avLst/>
              </a:prstGeom>
              <a:noFill/>
              <a:ln w="38100"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25648" name="Group 60"/>
            <p:cNvGrpSpPr/>
            <p:nvPr/>
          </p:nvGrpSpPr>
          <p:grpSpPr>
            <a:xfrm>
              <a:off x="2418" y="631"/>
              <a:ext cx="720" cy="1152"/>
              <a:chOff x="1420" y="1152"/>
              <a:chExt cx="904" cy="1220"/>
            </a:xfrm>
          </p:grpSpPr>
          <p:sp>
            <p:nvSpPr>
              <p:cNvPr id="25659" name="Freeform 61"/>
              <p:cNvSpPr/>
              <p:nvPr/>
            </p:nvSpPr>
            <p:spPr>
              <a:xfrm>
                <a:off x="1440" y="1152"/>
                <a:ext cx="48" cy="1152"/>
              </a:xfrm>
              <a:custGeom>
                <a:avLst/>
                <a:gdLst/>
                <a:ahLst/>
                <a:cxnLst>
                  <a:cxn ang="0">
                    <a:pos x="5" y="1152"/>
                  </a:cxn>
                  <a:cxn ang="0">
                    <a:pos x="7" y="166"/>
                  </a:cxn>
                  <a:cxn ang="0">
                    <a:pos x="48" y="151"/>
                  </a:cxn>
                </a:cxnLst>
                <a:rect l="0" t="0" r="0" b="0"/>
                <a:pathLst>
                  <a:path w="60" h="880">
                    <a:moveTo>
                      <a:pt x="6" y="880"/>
                    </a:moveTo>
                    <a:cubicBezTo>
                      <a:pt x="6" y="754"/>
                      <a:pt x="0" y="254"/>
                      <a:pt x="9" y="127"/>
                    </a:cubicBezTo>
                    <a:cubicBezTo>
                      <a:pt x="18" y="0"/>
                      <a:pt x="50" y="117"/>
                      <a:pt x="60" y="115"/>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60" name="Freeform 62"/>
              <p:cNvSpPr/>
              <p:nvPr/>
            </p:nvSpPr>
            <p:spPr>
              <a:xfrm>
                <a:off x="1536" y="1205"/>
                <a:ext cx="126" cy="705"/>
              </a:xfrm>
              <a:custGeom>
                <a:avLst/>
                <a:gdLst/>
                <a:ahLst/>
                <a:cxnLst>
                  <a:cxn ang="0">
                    <a:pos x="0" y="667"/>
                  </a:cxn>
                  <a:cxn ang="0">
                    <a:pos x="36" y="691"/>
                  </a:cxn>
                  <a:cxn ang="0">
                    <a:pos x="60" y="604"/>
                  </a:cxn>
                  <a:cxn ang="0">
                    <a:pos x="72" y="85"/>
                  </a:cxn>
                  <a:cxn ang="0">
                    <a:pos x="126" y="94"/>
                  </a:cxn>
                </a:cxnLst>
                <a:rect l="0" t="0" r="0" b="0"/>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61" name="Freeform 63"/>
              <p:cNvSpPr/>
              <p:nvPr/>
            </p:nvSpPr>
            <p:spPr>
              <a:xfrm>
                <a:off x="1680"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62" name="Freeform 64"/>
              <p:cNvSpPr/>
              <p:nvPr/>
            </p:nvSpPr>
            <p:spPr>
              <a:xfrm>
                <a:off x="1824"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63" name="Freeform 65"/>
              <p:cNvSpPr/>
              <p:nvPr/>
            </p:nvSpPr>
            <p:spPr>
              <a:xfrm>
                <a:off x="1968"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64" name="Freeform 66"/>
              <p:cNvSpPr/>
              <p:nvPr/>
            </p:nvSpPr>
            <p:spPr>
              <a:xfrm>
                <a:off x="2112"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65" name="Freeform 67"/>
              <p:cNvSpPr/>
              <p:nvPr/>
            </p:nvSpPr>
            <p:spPr>
              <a:xfrm>
                <a:off x="2280" y="1878"/>
                <a:ext cx="1" cy="432"/>
              </a:xfrm>
              <a:custGeom>
                <a:avLst/>
                <a:gdLst/>
                <a:ahLst/>
                <a:cxnLst>
                  <a:cxn ang="0">
                    <a:pos x="0" y="0"/>
                  </a:cxn>
                  <a:cxn ang="0">
                    <a:pos x="0" y="432"/>
                  </a:cxn>
                </a:cxnLst>
                <a:rect l="0" t="0" r="0" b="0"/>
                <a:pathLst>
                  <a:path w="1" h="432">
                    <a:moveTo>
                      <a:pt x="0" y="0"/>
                    </a:moveTo>
                    <a:lnTo>
                      <a:pt x="0" y="432"/>
                    </a:ln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66" name="Oval 68"/>
              <p:cNvSpPr/>
              <p:nvPr/>
            </p:nvSpPr>
            <p:spPr>
              <a:xfrm>
                <a:off x="1420" y="2304"/>
                <a:ext cx="68" cy="68"/>
              </a:xfrm>
              <a:prstGeom prst="ellipse">
                <a:avLst/>
              </a:prstGeom>
              <a:noFill/>
              <a:ln w="38100"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5667" name="Oval 69"/>
              <p:cNvSpPr/>
              <p:nvPr/>
            </p:nvSpPr>
            <p:spPr>
              <a:xfrm>
                <a:off x="2256" y="2304"/>
                <a:ext cx="68" cy="68"/>
              </a:xfrm>
              <a:prstGeom prst="ellipse">
                <a:avLst/>
              </a:prstGeom>
              <a:noFill/>
              <a:ln w="38100"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25649" name="Group 70"/>
            <p:cNvGrpSpPr/>
            <p:nvPr/>
          </p:nvGrpSpPr>
          <p:grpSpPr>
            <a:xfrm>
              <a:off x="1410" y="631"/>
              <a:ext cx="720" cy="1152"/>
              <a:chOff x="1420" y="1152"/>
              <a:chExt cx="904" cy="1220"/>
            </a:xfrm>
          </p:grpSpPr>
          <p:sp>
            <p:nvSpPr>
              <p:cNvPr id="25650" name="Freeform 71"/>
              <p:cNvSpPr/>
              <p:nvPr/>
            </p:nvSpPr>
            <p:spPr>
              <a:xfrm>
                <a:off x="1440" y="1152"/>
                <a:ext cx="48" cy="1152"/>
              </a:xfrm>
              <a:custGeom>
                <a:avLst/>
                <a:gdLst/>
                <a:ahLst/>
                <a:cxnLst>
                  <a:cxn ang="0">
                    <a:pos x="5" y="1152"/>
                  </a:cxn>
                  <a:cxn ang="0">
                    <a:pos x="7" y="166"/>
                  </a:cxn>
                  <a:cxn ang="0">
                    <a:pos x="48" y="151"/>
                  </a:cxn>
                </a:cxnLst>
                <a:rect l="0" t="0" r="0" b="0"/>
                <a:pathLst>
                  <a:path w="60" h="880">
                    <a:moveTo>
                      <a:pt x="6" y="880"/>
                    </a:moveTo>
                    <a:cubicBezTo>
                      <a:pt x="6" y="754"/>
                      <a:pt x="0" y="254"/>
                      <a:pt x="9" y="127"/>
                    </a:cubicBezTo>
                    <a:cubicBezTo>
                      <a:pt x="18" y="0"/>
                      <a:pt x="50" y="117"/>
                      <a:pt x="60" y="115"/>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51" name="Freeform 72"/>
              <p:cNvSpPr/>
              <p:nvPr/>
            </p:nvSpPr>
            <p:spPr>
              <a:xfrm>
                <a:off x="1536" y="1205"/>
                <a:ext cx="126" cy="705"/>
              </a:xfrm>
              <a:custGeom>
                <a:avLst/>
                <a:gdLst/>
                <a:ahLst/>
                <a:cxnLst>
                  <a:cxn ang="0">
                    <a:pos x="0" y="667"/>
                  </a:cxn>
                  <a:cxn ang="0">
                    <a:pos x="36" y="691"/>
                  </a:cxn>
                  <a:cxn ang="0">
                    <a:pos x="60" y="604"/>
                  </a:cxn>
                  <a:cxn ang="0">
                    <a:pos x="72" y="85"/>
                  </a:cxn>
                  <a:cxn ang="0">
                    <a:pos x="126" y="94"/>
                  </a:cxn>
                </a:cxnLst>
                <a:rect l="0" t="0" r="0" b="0"/>
                <a:pathLst>
                  <a:path w="126" h="705">
                    <a:moveTo>
                      <a:pt x="0" y="667"/>
                    </a:moveTo>
                    <a:cubicBezTo>
                      <a:pt x="6" y="671"/>
                      <a:pt x="26" y="702"/>
                      <a:pt x="36" y="691"/>
                    </a:cubicBezTo>
                    <a:cubicBezTo>
                      <a:pt x="46" y="680"/>
                      <a:pt x="54" y="705"/>
                      <a:pt x="60" y="604"/>
                    </a:cubicBezTo>
                    <a:cubicBezTo>
                      <a:pt x="66" y="503"/>
                      <a:pt x="61" y="170"/>
                      <a:pt x="72" y="85"/>
                    </a:cubicBezTo>
                    <a:cubicBezTo>
                      <a:pt x="83" y="0"/>
                      <a:pt x="115" y="92"/>
                      <a:pt x="126" y="94"/>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52" name="Freeform 73"/>
              <p:cNvSpPr/>
              <p:nvPr/>
            </p:nvSpPr>
            <p:spPr>
              <a:xfrm>
                <a:off x="1680"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53" name="Freeform 74"/>
              <p:cNvSpPr/>
              <p:nvPr/>
            </p:nvSpPr>
            <p:spPr>
              <a:xfrm>
                <a:off x="1824"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54" name="Freeform 75"/>
              <p:cNvSpPr/>
              <p:nvPr/>
            </p:nvSpPr>
            <p:spPr>
              <a:xfrm>
                <a:off x="1968"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55" name="Freeform 76"/>
              <p:cNvSpPr/>
              <p:nvPr/>
            </p:nvSpPr>
            <p:spPr>
              <a:xfrm>
                <a:off x="2112" y="1212"/>
                <a:ext cx="123" cy="708"/>
              </a:xfrm>
              <a:custGeom>
                <a:avLst/>
                <a:gdLst/>
                <a:ahLst/>
                <a:cxnLst>
                  <a:cxn ang="0">
                    <a:pos x="0" y="657"/>
                  </a:cxn>
                  <a:cxn ang="0">
                    <a:pos x="33" y="694"/>
                  </a:cxn>
                  <a:cxn ang="0">
                    <a:pos x="57" y="607"/>
                  </a:cxn>
                  <a:cxn ang="0">
                    <a:pos x="69" y="88"/>
                  </a:cxn>
                  <a:cxn ang="0">
                    <a:pos x="123" y="81"/>
                  </a:cxn>
                </a:cxnLst>
                <a:rect l="0" t="0" r="0" b="0"/>
                <a:pathLst>
                  <a:path w="123" h="708">
                    <a:moveTo>
                      <a:pt x="0" y="657"/>
                    </a:moveTo>
                    <a:cubicBezTo>
                      <a:pt x="5" y="663"/>
                      <a:pt x="23" y="702"/>
                      <a:pt x="33" y="694"/>
                    </a:cubicBezTo>
                    <a:cubicBezTo>
                      <a:pt x="43" y="686"/>
                      <a:pt x="51" y="708"/>
                      <a:pt x="57" y="607"/>
                    </a:cubicBezTo>
                    <a:cubicBezTo>
                      <a:pt x="63" y="506"/>
                      <a:pt x="58" y="176"/>
                      <a:pt x="69" y="88"/>
                    </a:cubicBezTo>
                    <a:cubicBezTo>
                      <a:pt x="80" y="0"/>
                      <a:pt x="112" y="82"/>
                      <a:pt x="123" y="81"/>
                    </a:cubicBez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56" name="Freeform 77"/>
              <p:cNvSpPr/>
              <p:nvPr/>
            </p:nvSpPr>
            <p:spPr>
              <a:xfrm>
                <a:off x="2280" y="1878"/>
                <a:ext cx="1" cy="432"/>
              </a:xfrm>
              <a:custGeom>
                <a:avLst/>
                <a:gdLst/>
                <a:ahLst/>
                <a:cxnLst>
                  <a:cxn ang="0">
                    <a:pos x="0" y="0"/>
                  </a:cxn>
                  <a:cxn ang="0">
                    <a:pos x="0" y="432"/>
                  </a:cxn>
                </a:cxnLst>
                <a:rect l="0" t="0" r="0" b="0"/>
                <a:pathLst>
                  <a:path w="1" h="432">
                    <a:moveTo>
                      <a:pt x="0" y="0"/>
                    </a:moveTo>
                    <a:lnTo>
                      <a:pt x="0" y="432"/>
                    </a:lnTo>
                  </a:path>
                </a:pathLst>
              </a:custGeom>
              <a:noFill/>
              <a:ln w="38100" cap="flat" cmpd="sng">
                <a:solidFill>
                  <a:srgbClr val="00FFFF">
                    <a:alpha val="100000"/>
                  </a:srgbClr>
                </a:solidFill>
                <a:prstDash val="solid"/>
                <a:round/>
                <a:headEnd type="none" w="med" len="med"/>
                <a:tailEnd type="none" w="med" len="med"/>
              </a:ln>
            </p:spPr>
            <p:txBody>
              <a:bodyPr/>
              <a:lstStyle/>
              <a:p>
                <a:endParaRPr lang="zh-CN" altLang="en-US"/>
              </a:p>
            </p:txBody>
          </p:sp>
          <p:sp>
            <p:nvSpPr>
              <p:cNvPr id="25657" name="Oval 78"/>
              <p:cNvSpPr/>
              <p:nvPr/>
            </p:nvSpPr>
            <p:spPr>
              <a:xfrm>
                <a:off x="1420" y="2304"/>
                <a:ext cx="68" cy="68"/>
              </a:xfrm>
              <a:prstGeom prst="ellipse">
                <a:avLst/>
              </a:prstGeom>
              <a:noFill/>
              <a:ln w="38100"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5658" name="Oval 79"/>
              <p:cNvSpPr/>
              <p:nvPr/>
            </p:nvSpPr>
            <p:spPr>
              <a:xfrm>
                <a:off x="2256" y="2304"/>
                <a:ext cx="68" cy="68"/>
              </a:xfrm>
              <a:prstGeom prst="ellipse">
                <a:avLst/>
              </a:prstGeom>
              <a:noFill/>
              <a:ln w="38100" cap="flat" cmpd="sng">
                <a:solidFill>
                  <a:srgbClr val="00FFFF"/>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grpSp>
        <p:nvGrpSpPr>
          <p:cNvPr id="25612" name="Group 97"/>
          <p:cNvGrpSpPr/>
          <p:nvPr/>
        </p:nvGrpSpPr>
        <p:grpSpPr>
          <a:xfrm>
            <a:off x="6588125" y="6446838"/>
            <a:ext cx="792163" cy="366712"/>
            <a:chOff x="4649" y="4020"/>
            <a:chExt cx="499" cy="231"/>
          </a:xfrm>
        </p:grpSpPr>
        <p:pic>
          <p:nvPicPr>
            <p:cNvPr id="25622" name="Picture 98"/>
            <p:cNvPicPr>
              <a:picLocks noChangeAspect="1"/>
            </p:cNvPicPr>
            <p:nvPr/>
          </p:nvPicPr>
          <p:blipFill>
            <a:blip r:embed="rId4"/>
            <a:stretch>
              <a:fillRect/>
            </a:stretch>
          </p:blipFill>
          <p:spPr>
            <a:xfrm>
              <a:off x="4649" y="4066"/>
              <a:ext cx="499" cy="181"/>
            </a:xfrm>
            <a:prstGeom prst="rect">
              <a:avLst/>
            </a:prstGeom>
            <a:noFill/>
            <a:ln w="9525">
              <a:noFill/>
            </a:ln>
          </p:spPr>
        </p:pic>
        <p:sp>
          <p:nvSpPr>
            <p:cNvPr id="25623" name="Text Box 99">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81933" name="Group 13"/>
          <p:cNvGrpSpPr/>
          <p:nvPr/>
        </p:nvGrpSpPr>
        <p:grpSpPr>
          <a:xfrm>
            <a:off x="1882775" y="2174875"/>
            <a:ext cx="457200" cy="533400"/>
            <a:chOff x="711" y="2311"/>
            <a:chExt cx="288" cy="336"/>
          </a:xfrm>
        </p:grpSpPr>
        <p:sp>
          <p:nvSpPr>
            <p:cNvPr id="25620" name="Line 14"/>
            <p:cNvSpPr/>
            <p:nvPr/>
          </p:nvSpPr>
          <p:spPr>
            <a:xfrm flipV="1">
              <a:off x="951" y="2311"/>
              <a:ext cx="0" cy="336"/>
            </a:xfrm>
            <a:prstGeom prst="line">
              <a:avLst/>
            </a:prstGeom>
            <a:ln w="38100" cap="flat" cmpd="sng">
              <a:solidFill>
                <a:srgbClr val="FF9900"/>
              </a:solidFill>
              <a:prstDash val="solid"/>
              <a:headEnd type="none" w="med" len="med"/>
              <a:tailEnd type="stealth" w="sm" len="med"/>
            </a:ln>
          </p:spPr>
        </p:sp>
        <p:sp>
          <p:nvSpPr>
            <p:cNvPr id="25621" name="Text Box 15"/>
            <p:cNvSpPr txBox="1"/>
            <p:nvPr/>
          </p:nvSpPr>
          <p:spPr>
            <a:xfrm>
              <a:off x="711" y="2359"/>
              <a:ext cx="288" cy="288"/>
            </a:xfrm>
            <a:prstGeom prst="rect">
              <a:avLst/>
            </a:prstGeom>
            <a:noFill/>
            <a:ln w="38100">
              <a:noFill/>
            </a:ln>
          </p:spPr>
          <p:txBody>
            <a:bodyPr>
              <a:spAutoFit/>
            </a:bodyPr>
            <a:lstStyle/>
            <a:p>
              <a:pPr eaLnBrk="1" hangingPunct="1">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1</a:t>
              </a:r>
              <a:endParaRPr lang="en-US" altLang="zh-CN" sz="2400" b="1" dirty="0">
                <a:solidFill>
                  <a:schemeClr val="bg1"/>
                </a:solidFill>
                <a:latin typeface="Times New Roman" panose="02020603050405020304" pitchFamily="18" charset="0"/>
                <a:ea typeface="宋体" panose="02010600030101010101" pitchFamily="2" charset="-122"/>
              </a:endParaRPr>
            </a:p>
          </p:txBody>
        </p:sp>
      </p:grpSp>
      <p:grpSp>
        <p:nvGrpSpPr>
          <p:cNvPr id="81936" name="Group 16"/>
          <p:cNvGrpSpPr/>
          <p:nvPr/>
        </p:nvGrpSpPr>
        <p:grpSpPr>
          <a:xfrm>
            <a:off x="3492500" y="2174875"/>
            <a:ext cx="457200" cy="533400"/>
            <a:chOff x="711" y="2311"/>
            <a:chExt cx="288" cy="336"/>
          </a:xfrm>
        </p:grpSpPr>
        <p:sp>
          <p:nvSpPr>
            <p:cNvPr id="25618" name="Line 17"/>
            <p:cNvSpPr/>
            <p:nvPr/>
          </p:nvSpPr>
          <p:spPr>
            <a:xfrm flipV="1">
              <a:off x="951" y="2311"/>
              <a:ext cx="0" cy="336"/>
            </a:xfrm>
            <a:prstGeom prst="line">
              <a:avLst/>
            </a:prstGeom>
            <a:ln w="38100" cap="flat" cmpd="sng">
              <a:solidFill>
                <a:srgbClr val="FF9900"/>
              </a:solidFill>
              <a:prstDash val="solid"/>
              <a:headEnd type="none" w="med" len="med"/>
              <a:tailEnd type="stealth" w="sm" len="med"/>
            </a:ln>
          </p:spPr>
        </p:sp>
        <p:sp>
          <p:nvSpPr>
            <p:cNvPr id="25619" name="Text Box 18"/>
            <p:cNvSpPr txBox="1"/>
            <p:nvPr/>
          </p:nvSpPr>
          <p:spPr>
            <a:xfrm>
              <a:off x="711" y="2359"/>
              <a:ext cx="288" cy="288"/>
            </a:xfrm>
            <a:prstGeom prst="rect">
              <a:avLst/>
            </a:prstGeom>
            <a:noFill/>
            <a:ln w="38100">
              <a:noFill/>
            </a:ln>
          </p:spPr>
          <p:txBody>
            <a:bodyPr>
              <a:spAutoFit/>
            </a:bodyPr>
            <a:lstStyle/>
            <a:p>
              <a:pPr eaLnBrk="1" hangingPunct="1">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2</a:t>
              </a:r>
              <a:endParaRPr lang="en-US" altLang="zh-CN" sz="2400" b="1" dirty="0">
                <a:solidFill>
                  <a:schemeClr val="bg1"/>
                </a:solidFill>
                <a:latin typeface="Times New Roman" panose="02020603050405020304" pitchFamily="18" charset="0"/>
                <a:ea typeface="宋体" panose="02010600030101010101" pitchFamily="2" charset="-122"/>
              </a:endParaRPr>
            </a:p>
          </p:txBody>
        </p:sp>
      </p:grpSp>
      <p:grpSp>
        <p:nvGrpSpPr>
          <p:cNvPr id="81939" name="Group 19"/>
          <p:cNvGrpSpPr/>
          <p:nvPr/>
        </p:nvGrpSpPr>
        <p:grpSpPr>
          <a:xfrm>
            <a:off x="4978400" y="2174875"/>
            <a:ext cx="457200" cy="533400"/>
            <a:chOff x="711" y="2311"/>
            <a:chExt cx="288" cy="336"/>
          </a:xfrm>
        </p:grpSpPr>
        <p:sp>
          <p:nvSpPr>
            <p:cNvPr id="25616" name="Line 20"/>
            <p:cNvSpPr/>
            <p:nvPr/>
          </p:nvSpPr>
          <p:spPr>
            <a:xfrm flipV="1">
              <a:off x="951" y="2311"/>
              <a:ext cx="0" cy="336"/>
            </a:xfrm>
            <a:prstGeom prst="line">
              <a:avLst/>
            </a:prstGeom>
            <a:ln w="38100" cap="flat" cmpd="sng">
              <a:solidFill>
                <a:srgbClr val="FF9900"/>
              </a:solidFill>
              <a:prstDash val="solid"/>
              <a:headEnd type="none" w="med" len="med"/>
              <a:tailEnd type="stealth" w="sm" len="med"/>
            </a:ln>
          </p:spPr>
        </p:sp>
        <p:sp>
          <p:nvSpPr>
            <p:cNvPr id="25617" name="Text Box 21"/>
            <p:cNvSpPr txBox="1"/>
            <p:nvPr/>
          </p:nvSpPr>
          <p:spPr>
            <a:xfrm>
              <a:off x="711" y="2359"/>
              <a:ext cx="288" cy="288"/>
            </a:xfrm>
            <a:prstGeom prst="rect">
              <a:avLst/>
            </a:prstGeom>
            <a:noFill/>
            <a:ln w="38100">
              <a:noFill/>
            </a:ln>
          </p:spPr>
          <p:txBody>
            <a:bodyPr>
              <a:spAutoFit/>
            </a:bodyPr>
            <a:lstStyle/>
            <a:p>
              <a:pPr eaLnBrk="1" hangingPunct="1">
                <a:spcBef>
                  <a:spcPct val="50000"/>
                </a:spcBef>
              </a:pPr>
              <a:r>
                <a:rPr lang="en-US" altLang="zh-CN" sz="2400" b="1" i="1" dirty="0">
                  <a:solidFill>
                    <a:schemeClr val="bg1"/>
                  </a:solidFill>
                  <a:latin typeface="Times New Roman" panose="02020603050405020304" pitchFamily="18" charset="0"/>
                  <a:ea typeface="宋体" panose="02010600030101010101" pitchFamily="2" charset="-122"/>
                </a:rPr>
                <a:t>i</a:t>
              </a:r>
              <a:r>
                <a:rPr lang="en-US" altLang="zh-CN" sz="2400" b="1" baseline="-25000" dirty="0">
                  <a:solidFill>
                    <a:schemeClr val="bg1"/>
                  </a:solidFill>
                  <a:latin typeface="Times New Roman" panose="02020603050405020304" pitchFamily="18" charset="0"/>
                  <a:ea typeface="宋体" panose="02010600030101010101" pitchFamily="2" charset="-122"/>
                </a:rPr>
                <a:t>3</a:t>
              </a:r>
              <a:endParaRPr lang="en-US" altLang="zh-CN" sz="2400" b="1"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81933"/>
                                        </p:tgtEl>
                                        <p:attrNameLst>
                                          <p:attrName>style.visibility</p:attrName>
                                        </p:attrNameLst>
                                      </p:cBhvr>
                                      <p:to>
                                        <p:strVal val="visible"/>
                                      </p:to>
                                    </p:set>
                                    <p:anim calcmode="lin" valueType="num">
                                      <p:cBhvr>
                                        <p:cTn id="7" dur="1000" fill="hold"/>
                                        <p:tgtEl>
                                          <p:spTgt spid="81933"/>
                                        </p:tgtEl>
                                        <p:attrNameLst>
                                          <p:attrName>ppt_w</p:attrName>
                                        </p:attrNameLst>
                                      </p:cBhvr>
                                      <p:tavLst>
                                        <p:tav tm="0">
                                          <p:val>
                                            <p:fltVal val="0"/>
                                          </p:val>
                                        </p:tav>
                                        <p:tav tm="100000">
                                          <p:val>
                                            <p:strVal val="#ppt_w"/>
                                          </p:val>
                                        </p:tav>
                                      </p:tavLst>
                                    </p:anim>
                                    <p:anim calcmode="lin" valueType="num">
                                      <p:cBhvr>
                                        <p:cTn id="8" dur="1000" fill="hold"/>
                                        <p:tgtEl>
                                          <p:spTgt spid="81933"/>
                                        </p:tgtEl>
                                        <p:attrNameLst>
                                          <p:attrName>ppt_h</p:attrName>
                                        </p:attrNameLst>
                                      </p:cBhvr>
                                      <p:tavLst>
                                        <p:tav tm="0">
                                          <p:val>
                                            <p:fltVal val="0"/>
                                          </p:val>
                                        </p:tav>
                                        <p:tav tm="100000">
                                          <p:val>
                                            <p:strVal val="#ppt_h"/>
                                          </p:val>
                                        </p:tav>
                                      </p:tavLst>
                                    </p:anim>
                                    <p:anim calcmode="lin" valueType="num">
                                      <p:cBhvr>
                                        <p:cTn id="9" dur="1000" fill="hold"/>
                                        <p:tgtEl>
                                          <p:spTgt spid="8193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193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81936"/>
                                        </p:tgtEl>
                                        <p:attrNameLst>
                                          <p:attrName>style.visibility</p:attrName>
                                        </p:attrNameLst>
                                      </p:cBhvr>
                                      <p:to>
                                        <p:strVal val="visible"/>
                                      </p:to>
                                    </p:set>
                                    <p:anim calcmode="lin" valueType="num">
                                      <p:cBhvr>
                                        <p:cTn id="15" dur="1000" fill="hold"/>
                                        <p:tgtEl>
                                          <p:spTgt spid="81936"/>
                                        </p:tgtEl>
                                        <p:attrNameLst>
                                          <p:attrName>ppt_w</p:attrName>
                                        </p:attrNameLst>
                                      </p:cBhvr>
                                      <p:tavLst>
                                        <p:tav tm="0">
                                          <p:val>
                                            <p:fltVal val="0"/>
                                          </p:val>
                                        </p:tav>
                                        <p:tav tm="100000">
                                          <p:val>
                                            <p:strVal val="#ppt_w"/>
                                          </p:val>
                                        </p:tav>
                                      </p:tavLst>
                                    </p:anim>
                                    <p:anim calcmode="lin" valueType="num">
                                      <p:cBhvr>
                                        <p:cTn id="16" dur="1000" fill="hold"/>
                                        <p:tgtEl>
                                          <p:spTgt spid="81936"/>
                                        </p:tgtEl>
                                        <p:attrNameLst>
                                          <p:attrName>ppt_h</p:attrName>
                                        </p:attrNameLst>
                                      </p:cBhvr>
                                      <p:tavLst>
                                        <p:tav tm="0">
                                          <p:val>
                                            <p:fltVal val="0"/>
                                          </p:val>
                                        </p:tav>
                                        <p:tav tm="100000">
                                          <p:val>
                                            <p:strVal val="#ppt_h"/>
                                          </p:val>
                                        </p:tav>
                                      </p:tavLst>
                                    </p:anim>
                                    <p:anim calcmode="lin" valueType="num">
                                      <p:cBhvr>
                                        <p:cTn id="17" dur="1000" fill="hold"/>
                                        <p:tgtEl>
                                          <p:spTgt spid="81936"/>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8193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32" fill="hold" nodeType="clickEffect">
                                  <p:stCondLst>
                                    <p:cond delay="0"/>
                                  </p:stCondLst>
                                  <p:childTnLst>
                                    <p:set>
                                      <p:cBhvr>
                                        <p:cTn id="22" dur="1" fill="hold">
                                          <p:stCondLst>
                                            <p:cond delay="0"/>
                                          </p:stCondLst>
                                        </p:cTn>
                                        <p:tgtEl>
                                          <p:spTgt spid="81928"/>
                                        </p:tgtEl>
                                        <p:attrNameLst>
                                          <p:attrName>style.visibility</p:attrName>
                                        </p:attrNameLst>
                                      </p:cBhvr>
                                      <p:to>
                                        <p:strVal val="visible"/>
                                      </p:to>
                                    </p:set>
                                    <p:anim calcmode="lin" valueType="num">
                                      <p:cBhvr>
                                        <p:cTn id="23" dur="500" fill="hold"/>
                                        <p:tgtEl>
                                          <p:spTgt spid="81928"/>
                                        </p:tgtEl>
                                        <p:attrNameLst>
                                          <p:attrName>ppt_w</p:attrName>
                                        </p:attrNameLst>
                                      </p:cBhvr>
                                      <p:tavLst>
                                        <p:tav tm="0">
                                          <p:val>
                                            <p:strVal val="4*#ppt_w"/>
                                          </p:val>
                                        </p:tav>
                                        <p:tav tm="100000">
                                          <p:val>
                                            <p:strVal val="#ppt_w"/>
                                          </p:val>
                                        </p:tav>
                                      </p:tavLst>
                                    </p:anim>
                                    <p:anim calcmode="lin" valueType="num">
                                      <p:cBhvr>
                                        <p:cTn id="24" dur="500" fill="hold"/>
                                        <p:tgtEl>
                                          <p:spTgt spid="81928"/>
                                        </p:tgtEl>
                                        <p:attrNameLst>
                                          <p:attrName>ppt_h</p:attrName>
                                        </p:attrNameLst>
                                      </p:cBhvr>
                                      <p:tavLst>
                                        <p:tav tm="0">
                                          <p:val>
                                            <p:strVal val="4*#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5" presetClass="entr" presetSubtype="0" fill="hold" nodeType="clickEffect">
                                  <p:stCondLst>
                                    <p:cond delay="0"/>
                                  </p:stCondLst>
                                  <p:childTnLst>
                                    <p:set>
                                      <p:cBhvr>
                                        <p:cTn id="28" dur="1" fill="hold">
                                          <p:stCondLst>
                                            <p:cond delay="0"/>
                                          </p:stCondLst>
                                        </p:cTn>
                                        <p:tgtEl>
                                          <p:spTgt spid="81939"/>
                                        </p:tgtEl>
                                        <p:attrNameLst>
                                          <p:attrName>style.visibility</p:attrName>
                                        </p:attrNameLst>
                                      </p:cBhvr>
                                      <p:to>
                                        <p:strVal val="visible"/>
                                      </p:to>
                                    </p:set>
                                    <p:anim calcmode="lin" valueType="num">
                                      <p:cBhvr>
                                        <p:cTn id="29" dur="1000" fill="hold"/>
                                        <p:tgtEl>
                                          <p:spTgt spid="81939"/>
                                        </p:tgtEl>
                                        <p:attrNameLst>
                                          <p:attrName>ppt_w</p:attrName>
                                        </p:attrNameLst>
                                      </p:cBhvr>
                                      <p:tavLst>
                                        <p:tav tm="0">
                                          <p:val>
                                            <p:fltVal val="0"/>
                                          </p:val>
                                        </p:tav>
                                        <p:tav tm="100000">
                                          <p:val>
                                            <p:strVal val="#ppt_w"/>
                                          </p:val>
                                        </p:tav>
                                      </p:tavLst>
                                    </p:anim>
                                    <p:anim calcmode="lin" valueType="num">
                                      <p:cBhvr>
                                        <p:cTn id="30" dur="1000" fill="hold"/>
                                        <p:tgtEl>
                                          <p:spTgt spid="81939"/>
                                        </p:tgtEl>
                                        <p:attrNameLst>
                                          <p:attrName>ppt_h</p:attrName>
                                        </p:attrNameLst>
                                      </p:cBhvr>
                                      <p:tavLst>
                                        <p:tav tm="0">
                                          <p:val>
                                            <p:fltVal val="0"/>
                                          </p:val>
                                        </p:tav>
                                        <p:tav tm="100000">
                                          <p:val>
                                            <p:strVal val="#ppt_h"/>
                                          </p:val>
                                        </p:tav>
                                      </p:tavLst>
                                    </p:anim>
                                    <p:anim calcmode="lin" valueType="num">
                                      <p:cBhvr>
                                        <p:cTn id="31" dur="1000" fill="hold"/>
                                        <p:tgtEl>
                                          <p:spTgt spid="81939"/>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8193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528" fill="hold" nodeType="clickEffect">
                                  <p:stCondLst>
                                    <p:cond delay="0"/>
                                  </p:stCondLst>
                                  <p:childTnLst>
                                    <p:set>
                                      <p:cBhvr>
                                        <p:cTn id="36" dur="1" fill="hold">
                                          <p:stCondLst>
                                            <p:cond delay="0"/>
                                          </p:stCondLst>
                                        </p:cTn>
                                        <p:tgtEl>
                                          <p:spTgt spid="81925"/>
                                        </p:tgtEl>
                                        <p:attrNameLst>
                                          <p:attrName>style.visibility</p:attrName>
                                        </p:attrNameLst>
                                      </p:cBhvr>
                                      <p:to>
                                        <p:strVal val="visible"/>
                                      </p:to>
                                    </p:set>
                                    <p:anim calcmode="lin" valueType="num">
                                      <p:cBhvr>
                                        <p:cTn id="37" dur="500" fill="hold"/>
                                        <p:tgtEl>
                                          <p:spTgt spid="81925"/>
                                        </p:tgtEl>
                                        <p:attrNameLst>
                                          <p:attrName>ppt_w</p:attrName>
                                        </p:attrNameLst>
                                      </p:cBhvr>
                                      <p:tavLst>
                                        <p:tav tm="0">
                                          <p:val>
                                            <p:fltVal val="0"/>
                                          </p:val>
                                        </p:tav>
                                        <p:tav tm="100000">
                                          <p:val>
                                            <p:strVal val="#ppt_w"/>
                                          </p:val>
                                        </p:tav>
                                      </p:tavLst>
                                    </p:anim>
                                    <p:anim calcmode="lin" valueType="num">
                                      <p:cBhvr>
                                        <p:cTn id="38" dur="500" fill="hold"/>
                                        <p:tgtEl>
                                          <p:spTgt spid="81925"/>
                                        </p:tgtEl>
                                        <p:attrNameLst>
                                          <p:attrName>ppt_h</p:attrName>
                                        </p:attrNameLst>
                                      </p:cBhvr>
                                      <p:tavLst>
                                        <p:tav tm="0">
                                          <p:val>
                                            <p:fltVal val="0"/>
                                          </p:val>
                                        </p:tav>
                                        <p:tav tm="100000">
                                          <p:val>
                                            <p:strVal val="#ppt_h"/>
                                          </p:val>
                                        </p:tav>
                                      </p:tavLst>
                                    </p:anim>
                                    <p:anim calcmode="lin" valueType="num">
                                      <p:cBhvr>
                                        <p:cTn id="39" dur="500" fill="hold"/>
                                        <p:tgtEl>
                                          <p:spTgt spid="81925"/>
                                        </p:tgtEl>
                                        <p:attrNameLst>
                                          <p:attrName>ppt_x</p:attrName>
                                        </p:attrNameLst>
                                      </p:cBhvr>
                                      <p:tavLst>
                                        <p:tav tm="0">
                                          <p:val>
                                            <p:fltVal val="0.5"/>
                                          </p:val>
                                        </p:tav>
                                        <p:tav tm="100000">
                                          <p:val>
                                            <p:strVal val="#ppt_x"/>
                                          </p:val>
                                        </p:tav>
                                      </p:tavLst>
                                    </p:anim>
                                    <p:anim calcmode="lin" valueType="num">
                                      <p:cBhvr>
                                        <p:cTn id="40" dur="500" fill="hold"/>
                                        <p:tgtEl>
                                          <p:spTgt spid="81925"/>
                                        </p:tgtEl>
                                        <p:attrNameLst>
                                          <p:attrName>ppt_y</p:attrName>
                                        </p:attrNameLst>
                                      </p:cBhvr>
                                      <p:tavLst>
                                        <p:tav tm="0">
                                          <p:val>
                                            <p:fltVal val="0.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81942"/>
                                        </p:tgtEl>
                                        <p:attrNameLst>
                                          <p:attrName>style.visibility</p:attrName>
                                        </p:attrNameLst>
                                      </p:cBhvr>
                                      <p:to>
                                        <p:strVal val="visible"/>
                                      </p:to>
                                    </p:set>
                                    <p:anim calcmode="lin" valueType="num">
                                      <p:cBhvr>
                                        <p:cTn id="45" dur="500" fill="hold"/>
                                        <p:tgtEl>
                                          <p:spTgt spid="81942"/>
                                        </p:tgtEl>
                                        <p:attrNameLst>
                                          <p:attrName>ppt_w</p:attrName>
                                        </p:attrNameLst>
                                      </p:cBhvr>
                                      <p:tavLst>
                                        <p:tav tm="0">
                                          <p:val>
                                            <p:fltVal val="0"/>
                                          </p:val>
                                        </p:tav>
                                        <p:tav tm="100000">
                                          <p:val>
                                            <p:strVal val="#ppt_w"/>
                                          </p:val>
                                        </p:tav>
                                      </p:tavLst>
                                    </p:anim>
                                    <p:anim calcmode="lin" valueType="num">
                                      <p:cBhvr>
                                        <p:cTn id="46" dur="500" fill="hold"/>
                                        <p:tgtEl>
                                          <p:spTgt spid="81942"/>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81922"/>
                                        </p:tgtEl>
                                        <p:attrNameLst>
                                          <p:attrName>style.visibility</p:attrName>
                                        </p:attrNameLst>
                                      </p:cBhvr>
                                      <p:to>
                                        <p:strVal val="visible"/>
                                      </p:to>
                                    </p:set>
                                    <p:animEffect transition="in" filter="wipe(left)">
                                      <p:cBhvr>
                                        <p:cTn id="51" dur="2000"/>
                                        <p:tgtEl>
                                          <p:spTgt spid="81922"/>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82010"/>
                                        </p:tgtEl>
                                        <p:attrNameLst>
                                          <p:attrName>style.visibility</p:attrName>
                                        </p:attrNameLst>
                                      </p:cBhvr>
                                      <p:to>
                                        <p:strVal val="visible"/>
                                      </p:to>
                                    </p:set>
                                    <p:animEffect transition="in" filter="blinds(horizontal)">
                                      <p:cBhvr>
                                        <p:cTn id="56" dur="500"/>
                                        <p:tgtEl>
                                          <p:spTgt spid="82010"/>
                                        </p:tgtEl>
                                      </p:cBhvr>
                                    </p:animEffect>
                                  </p:childTnLst>
                                </p:cTn>
                              </p:par>
                            </p:childTnLst>
                          </p:cTn>
                        </p:par>
                      </p:childTnLst>
                    </p:cTn>
                  </p:par>
                  <p:par>
                    <p:cTn id="57" fill="hold">
                      <p:stCondLst>
                        <p:cond delay="indefinite"/>
                      </p:stCondLst>
                      <p:childTnLst>
                        <p:par>
                          <p:cTn id="58" fill="hold">
                            <p:stCondLst>
                              <p:cond delay="0"/>
                            </p:stCondLst>
                            <p:childTnLst>
                              <p:par>
                                <p:cTn id="59" presetID="55" presetClass="entr" presetSubtype="0" fill="hold" grpId="0" nodeType="clickEffect">
                                  <p:stCondLst>
                                    <p:cond delay="0"/>
                                  </p:stCondLst>
                                  <p:childTnLst>
                                    <p:set>
                                      <p:cBhvr>
                                        <p:cTn id="60" dur="1" fill="hold">
                                          <p:stCondLst>
                                            <p:cond delay="0"/>
                                          </p:stCondLst>
                                        </p:cTn>
                                        <p:tgtEl>
                                          <p:spTgt spid="81945"/>
                                        </p:tgtEl>
                                        <p:attrNameLst>
                                          <p:attrName>style.visibility</p:attrName>
                                        </p:attrNameLst>
                                      </p:cBhvr>
                                      <p:to>
                                        <p:strVal val="visible"/>
                                      </p:to>
                                    </p:set>
                                    <p:anim calcmode="lin" valueType="num">
                                      <p:cBhvr>
                                        <p:cTn id="61" dur="1000" fill="hold"/>
                                        <p:tgtEl>
                                          <p:spTgt spid="81945"/>
                                        </p:tgtEl>
                                        <p:attrNameLst>
                                          <p:attrName>ppt_w</p:attrName>
                                        </p:attrNameLst>
                                      </p:cBhvr>
                                      <p:tavLst>
                                        <p:tav tm="0">
                                          <p:val>
                                            <p:strVal val="#ppt_w*0.70"/>
                                          </p:val>
                                        </p:tav>
                                        <p:tav tm="100000">
                                          <p:val>
                                            <p:strVal val="#ppt_w"/>
                                          </p:val>
                                        </p:tav>
                                      </p:tavLst>
                                    </p:anim>
                                    <p:anim calcmode="lin" valueType="num">
                                      <p:cBhvr>
                                        <p:cTn id="62" dur="1000" fill="hold"/>
                                        <p:tgtEl>
                                          <p:spTgt spid="81945"/>
                                        </p:tgtEl>
                                        <p:attrNameLst>
                                          <p:attrName>ppt_h</p:attrName>
                                        </p:attrNameLst>
                                      </p:cBhvr>
                                      <p:tavLst>
                                        <p:tav tm="0">
                                          <p:val>
                                            <p:strVal val="#ppt_h"/>
                                          </p:val>
                                        </p:tav>
                                        <p:tav tm="100000">
                                          <p:val>
                                            <p:strVal val="#ppt_h"/>
                                          </p:val>
                                        </p:tav>
                                      </p:tavLst>
                                    </p:anim>
                                    <p:animEffect transition="in" filter="fade">
                                      <p:cBhvr>
                                        <p:cTn id="63" dur="1000"/>
                                        <p:tgtEl>
                                          <p:spTgt spid="81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Text Box 5"/>
          <p:cNvSpPr txBox="1"/>
          <p:nvPr/>
        </p:nvSpPr>
        <p:spPr>
          <a:xfrm>
            <a:off x="539750" y="476250"/>
            <a:ext cx="4103688" cy="519113"/>
          </a:xfrm>
          <a:prstGeom prst="rect">
            <a:avLst/>
          </a:prstGeom>
          <a:solidFill>
            <a:srgbClr val="008080"/>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rPr>
              <a:t>确定同名端的方法：</a:t>
            </a:r>
          </a:p>
        </p:txBody>
      </p:sp>
      <p:sp>
        <p:nvSpPr>
          <p:cNvPr id="33798" name="Text Box 6"/>
          <p:cNvSpPr txBox="1"/>
          <p:nvPr/>
        </p:nvSpPr>
        <p:spPr>
          <a:xfrm>
            <a:off x="468313" y="1125538"/>
            <a:ext cx="8207375" cy="1117600"/>
          </a:xfrm>
          <a:prstGeom prst="rect">
            <a:avLst/>
          </a:prstGeom>
          <a:noFill/>
          <a:ln w="19050">
            <a:noFill/>
          </a:ln>
        </p:spPr>
        <p:txBody>
          <a:bodyPr>
            <a:spAutoFit/>
          </a:bodyPr>
          <a:lstStyle/>
          <a:p>
            <a:pPr marL="476250" indent="-476250" algn="just" eaLnBrk="1" hangingPunct="1">
              <a:lnSpc>
                <a:spcPct val="120000"/>
              </a:lnSpc>
              <a:spcBef>
                <a:spcPct val="50000"/>
              </a:spcBef>
            </a:pPr>
            <a:r>
              <a:rPr lang="en-US" altLang="zh-CN" dirty="0">
                <a:latin typeface="楷体_GB2312" pitchFamily="49" charset="-122"/>
              </a:rPr>
              <a:t>(1)</a:t>
            </a:r>
            <a:r>
              <a:rPr lang="zh-CN" altLang="en-US" b="1" dirty="0">
                <a:latin typeface="楷体_GB2312" pitchFamily="49" charset="-122"/>
              </a:rPr>
              <a:t>当两个线圈中电流同时由同名端流入</a:t>
            </a:r>
            <a:r>
              <a:rPr lang="en-US" altLang="zh-CN" b="1" dirty="0">
                <a:latin typeface="楷体_GB2312" pitchFamily="49" charset="-122"/>
              </a:rPr>
              <a:t>(</a:t>
            </a:r>
            <a:r>
              <a:rPr lang="zh-CN" altLang="en-US" b="1" dirty="0">
                <a:latin typeface="楷体_GB2312" pitchFamily="49" charset="-122"/>
              </a:rPr>
              <a:t>或流出</a:t>
            </a:r>
            <a:r>
              <a:rPr lang="en-US" altLang="zh-CN" b="1" dirty="0">
                <a:latin typeface="楷体_GB2312" pitchFamily="49" charset="-122"/>
              </a:rPr>
              <a:t>)</a:t>
            </a:r>
            <a:r>
              <a:rPr lang="zh-CN" altLang="en-US" b="1" dirty="0">
                <a:latin typeface="楷体_GB2312" pitchFamily="49" charset="-122"/>
              </a:rPr>
              <a:t>时，两个电流产生的磁场相互增强。</a:t>
            </a:r>
          </a:p>
        </p:txBody>
      </p:sp>
      <p:sp>
        <p:nvSpPr>
          <p:cNvPr id="33829" name="Text Box 37"/>
          <p:cNvSpPr txBox="1"/>
          <p:nvPr/>
        </p:nvSpPr>
        <p:spPr>
          <a:xfrm>
            <a:off x="1187450" y="2924175"/>
            <a:ext cx="381000" cy="457200"/>
          </a:xfrm>
          <a:prstGeom prst="rect">
            <a:avLst/>
          </a:prstGeom>
          <a:noFill/>
          <a:ln w="28575">
            <a:noFill/>
          </a:ln>
        </p:spPr>
        <p:txBody>
          <a:bodyPr>
            <a:spAutoFit/>
          </a:bodyPr>
          <a:lstStyle/>
          <a:p>
            <a:pPr eaLnBrk="1" hangingPunct="1">
              <a:spcBef>
                <a:spcPct val="50000"/>
              </a:spcBef>
            </a:pPr>
            <a:r>
              <a:rPr lang="en-US" altLang="zh-CN" sz="2400" b="1" dirty="0">
                <a:solidFill>
                  <a:schemeClr val="bg1"/>
                </a:solidFill>
                <a:latin typeface="Times New Roman" panose="02020603050405020304" pitchFamily="18" charset="0"/>
                <a:ea typeface="宋体" panose="02010600030101010101" pitchFamily="2" charset="-122"/>
              </a:rPr>
              <a:t>*</a:t>
            </a:r>
          </a:p>
        </p:txBody>
      </p:sp>
      <p:sp>
        <p:nvSpPr>
          <p:cNvPr id="33830" name="Text Box 38"/>
          <p:cNvSpPr txBox="1"/>
          <p:nvPr/>
        </p:nvSpPr>
        <p:spPr>
          <a:xfrm>
            <a:off x="3543300" y="2924175"/>
            <a:ext cx="381000" cy="457200"/>
          </a:xfrm>
          <a:prstGeom prst="rect">
            <a:avLst/>
          </a:prstGeom>
          <a:noFill/>
          <a:ln w="28575">
            <a:noFill/>
          </a:ln>
        </p:spPr>
        <p:txBody>
          <a:bodyPr>
            <a:spAutoFit/>
          </a:bodyPr>
          <a:lstStyle/>
          <a:p>
            <a:pPr eaLnBrk="1" hangingPunct="1">
              <a:spcBef>
                <a:spcPct val="50000"/>
              </a:spcBef>
            </a:pPr>
            <a:r>
              <a:rPr lang="en-US" altLang="zh-CN" sz="2400" b="1" dirty="0">
                <a:solidFill>
                  <a:schemeClr val="bg1"/>
                </a:solidFill>
                <a:latin typeface="Times New Roman" panose="02020603050405020304" pitchFamily="18" charset="0"/>
                <a:ea typeface="宋体" panose="02010600030101010101" pitchFamily="2" charset="-122"/>
              </a:rPr>
              <a:t>*</a:t>
            </a:r>
          </a:p>
        </p:txBody>
      </p:sp>
      <p:grpSp>
        <p:nvGrpSpPr>
          <p:cNvPr id="33831" name="Group 39"/>
          <p:cNvGrpSpPr/>
          <p:nvPr/>
        </p:nvGrpSpPr>
        <p:grpSpPr>
          <a:xfrm>
            <a:off x="5435600" y="2997200"/>
            <a:ext cx="838200" cy="1143000"/>
            <a:chOff x="2352" y="3600"/>
            <a:chExt cx="528" cy="720"/>
          </a:xfrm>
        </p:grpSpPr>
        <p:sp>
          <p:nvSpPr>
            <p:cNvPr id="26721" name="Line 40"/>
            <p:cNvSpPr/>
            <p:nvPr/>
          </p:nvSpPr>
          <p:spPr>
            <a:xfrm rot="-5400000">
              <a:off x="2667" y="3572"/>
              <a:ext cx="0" cy="55"/>
            </a:xfrm>
            <a:prstGeom prst="line">
              <a:avLst/>
            </a:prstGeom>
            <a:ln w="28575" cap="flat" cmpd="sng">
              <a:solidFill>
                <a:srgbClr val="FF3300"/>
              </a:solidFill>
              <a:prstDash val="dash"/>
              <a:headEnd type="none" w="med" len="med"/>
              <a:tailEnd type="stealth" w="sm" len="med"/>
            </a:ln>
          </p:spPr>
        </p:sp>
        <p:sp>
          <p:nvSpPr>
            <p:cNvPr id="26722" name="AutoShape 41"/>
            <p:cNvSpPr/>
            <p:nvPr/>
          </p:nvSpPr>
          <p:spPr>
            <a:xfrm>
              <a:off x="2352" y="3600"/>
              <a:ext cx="528" cy="720"/>
            </a:xfrm>
            <a:prstGeom prst="roundRect">
              <a:avLst>
                <a:gd name="adj" fmla="val 16667"/>
              </a:avLst>
            </a:prstGeom>
            <a:noFill/>
            <a:ln w="28575" cap="flat" cmpd="sng">
              <a:solidFill>
                <a:srgbClr val="FF3300"/>
              </a:solidFill>
              <a:prstDash val="dash"/>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33834" name="Group 42"/>
          <p:cNvGrpSpPr/>
          <p:nvPr/>
        </p:nvGrpSpPr>
        <p:grpSpPr>
          <a:xfrm>
            <a:off x="5364163" y="2924175"/>
            <a:ext cx="1905000" cy="1295400"/>
            <a:chOff x="3216" y="3648"/>
            <a:chExt cx="1200" cy="816"/>
          </a:xfrm>
        </p:grpSpPr>
        <p:sp>
          <p:nvSpPr>
            <p:cNvPr id="26719" name="Line 43"/>
            <p:cNvSpPr/>
            <p:nvPr/>
          </p:nvSpPr>
          <p:spPr>
            <a:xfrm rot="-5400000" flipH="1">
              <a:off x="3867" y="3620"/>
              <a:ext cx="0" cy="55"/>
            </a:xfrm>
            <a:prstGeom prst="line">
              <a:avLst/>
            </a:prstGeom>
            <a:ln w="28575" cap="flat" cmpd="sng">
              <a:solidFill>
                <a:srgbClr val="FF3300"/>
              </a:solidFill>
              <a:prstDash val="dash"/>
              <a:headEnd type="none" w="med" len="med"/>
              <a:tailEnd type="stealth" w="sm" len="med"/>
            </a:ln>
          </p:spPr>
        </p:sp>
        <p:sp>
          <p:nvSpPr>
            <p:cNvPr id="26720" name="AutoShape 44"/>
            <p:cNvSpPr/>
            <p:nvPr/>
          </p:nvSpPr>
          <p:spPr>
            <a:xfrm>
              <a:off x="3216" y="3648"/>
              <a:ext cx="1200" cy="816"/>
            </a:xfrm>
            <a:prstGeom prst="roundRect">
              <a:avLst>
                <a:gd name="adj" fmla="val 16667"/>
              </a:avLst>
            </a:prstGeom>
            <a:noFill/>
            <a:ln w="28575" cap="flat" cmpd="sng">
              <a:solidFill>
                <a:srgbClr val="FF3300"/>
              </a:solidFill>
              <a:prstDash val="dash"/>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33837" name="Group 45"/>
          <p:cNvGrpSpPr/>
          <p:nvPr/>
        </p:nvGrpSpPr>
        <p:grpSpPr>
          <a:xfrm>
            <a:off x="4643438" y="2852738"/>
            <a:ext cx="3505200" cy="1411287"/>
            <a:chOff x="2784" y="2513"/>
            <a:chExt cx="2208" cy="889"/>
          </a:xfrm>
        </p:grpSpPr>
        <p:sp>
          <p:nvSpPr>
            <p:cNvPr id="26683" name="Rectangle 46"/>
            <p:cNvSpPr/>
            <p:nvPr/>
          </p:nvSpPr>
          <p:spPr>
            <a:xfrm>
              <a:off x="3166" y="2513"/>
              <a:ext cx="1368" cy="889"/>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684" name="Rectangle 47"/>
            <p:cNvSpPr/>
            <p:nvPr/>
          </p:nvSpPr>
          <p:spPr>
            <a:xfrm>
              <a:off x="3371" y="2686"/>
              <a:ext cx="373" cy="551"/>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685" name="Rectangle 48"/>
            <p:cNvSpPr/>
            <p:nvPr/>
          </p:nvSpPr>
          <p:spPr>
            <a:xfrm>
              <a:off x="3951" y="2686"/>
              <a:ext cx="373" cy="551"/>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nvGrpSpPr>
            <p:cNvPr id="26686" name="Group 49"/>
            <p:cNvGrpSpPr/>
            <p:nvPr/>
          </p:nvGrpSpPr>
          <p:grpSpPr>
            <a:xfrm>
              <a:off x="2985" y="2734"/>
              <a:ext cx="451" cy="467"/>
              <a:chOff x="2985" y="2734"/>
              <a:chExt cx="451" cy="467"/>
            </a:xfrm>
          </p:grpSpPr>
          <p:sp>
            <p:nvSpPr>
              <p:cNvPr id="26711" name="Freeform 50"/>
              <p:cNvSpPr/>
              <p:nvPr/>
            </p:nvSpPr>
            <p:spPr>
              <a:xfrm>
                <a:off x="3104" y="2820"/>
                <a:ext cx="332" cy="88"/>
              </a:xfrm>
              <a:custGeom>
                <a:avLst/>
                <a:gdLst/>
                <a:ahLst/>
                <a:cxnLst>
                  <a:cxn ang="0">
                    <a:pos x="58" y="0"/>
                  </a:cxn>
                  <a:cxn ang="0">
                    <a:pos x="29" y="7"/>
                  </a:cxn>
                  <a:cxn ang="0">
                    <a:pos x="43" y="31"/>
                  </a:cxn>
                  <a:cxn ang="0">
                    <a:pos x="288" y="47"/>
                  </a:cxn>
                  <a:cxn ang="0">
                    <a:pos x="306" y="77"/>
                  </a:cxn>
                  <a:cxn ang="0">
                    <a:pos x="272" y="88"/>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12" name="Freeform 51"/>
              <p:cNvSpPr/>
              <p:nvPr/>
            </p:nvSpPr>
            <p:spPr>
              <a:xfrm>
                <a:off x="3101" y="2936"/>
                <a:ext cx="331" cy="89"/>
              </a:xfrm>
              <a:custGeom>
                <a:avLst/>
                <a:gdLst/>
                <a:ahLst/>
                <a:cxnLst>
                  <a:cxn ang="0">
                    <a:pos x="57" y="0"/>
                  </a:cxn>
                  <a:cxn ang="0">
                    <a:pos x="29" y="7"/>
                  </a:cxn>
                  <a:cxn ang="0">
                    <a:pos x="43" y="32"/>
                  </a:cxn>
                  <a:cxn ang="0">
                    <a:pos x="287" y="47"/>
                  </a:cxn>
                  <a:cxn ang="0">
                    <a:pos x="305" y="78"/>
                  </a:cxn>
                  <a:cxn ang="0">
                    <a:pos x="272" y="89"/>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13" name="Freeform 52"/>
              <p:cNvSpPr/>
              <p:nvPr/>
            </p:nvSpPr>
            <p:spPr>
              <a:xfrm>
                <a:off x="3104" y="3053"/>
                <a:ext cx="332" cy="88"/>
              </a:xfrm>
              <a:custGeom>
                <a:avLst/>
                <a:gdLst/>
                <a:ahLst/>
                <a:cxnLst>
                  <a:cxn ang="0">
                    <a:pos x="58" y="0"/>
                  </a:cxn>
                  <a:cxn ang="0">
                    <a:pos x="29" y="7"/>
                  </a:cxn>
                  <a:cxn ang="0">
                    <a:pos x="43" y="31"/>
                  </a:cxn>
                  <a:cxn ang="0">
                    <a:pos x="288" y="47"/>
                  </a:cxn>
                  <a:cxn ang="0">
                    <a:pos x="306" y="77"/>
                  </a:cxn>
                  <a:cxn ang="0">
                    <a:pos x="272" y="88"/>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14" name="Freeform 53"/>
              <p:cNvSpPr/>
              <p:nvPr/>
            </p:nvSpPr>
            <p:spPr>
              <a:xfrm>
                <a:off x="3032" y="2754"/>
                <a:ext cx="354" cy="2"/>
              </a:xfrm>
              <a:custGeom>
                <a:avLst/>
                <a:gdLst/>
                <a:ahLst/>
                <a:cxnLst>
                  <a:cxn ang="0">
                    <a:pos x="0" y="2"/>
                  </a:cxn>
                  <a:cxn ang="0">
                    <a:pos x="354" y="0"/>
                  </a:cxn>
                </a:cxnLst>
                <a:rect l="0" t="0" r="0" b="0"/>
                <a:pathLst>
                  <a:path w="354" h="2">
                    <a:moveTo>
                      <a:pt x="0" y="2"/>
                    </a:moveTo>
                    <a:lnTo>
                      <a:pt x="354"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15" name="Freeform 54"/>
              <p:cNvSpPr/>
              <p:nvPr/>
            </p:nvSpPr>
            <p:spPr>
              <a:xfrm>
                <a:off x="3032" y="3177"/>
                <a:ext cx="130" cy="3"/>
              </a:xfrm>
              <a:custGeom>
                <a:avLst/>
                <a:gdLst/>
                <a:ahLst/>
                <a:cxnLst>
                  <a:cxn ang="0">
                    <a:pos x="0" y="3"/>
                  </a:cxn>
                  <a:cxn ang="0">
                    <a:pos x="130" y="0"/>
                  </a:cxn>
                </a:cxnLst>
                <a:rect l="0" t="0" r="0" b="0"/>
                <a:pathLst>
                  <a:path w="130" h="3">
                    <a:moveTo>
                      <a:pt x="0" y="3"/>
                    </a:moveTo>
                    <a:lnTo>
                      <a:pt x="130"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16" name="Freeform 55"/>
              <p:cNvSpPr/>
              <p:nvPr/>
            </p:nvSpPr>
            <p:spPr>
              <a:xfrm>
                <a:off x="3375" y="2753"/>
                <a:ext cx="44" cy="28"/>
              </a:xfrm>
              <a:custGeom>
                <a:avLst/>
                <a:gdLst/>
                <a:ahLst/>
                <a:cxnLst>
                  <a:cxn ang="0">
                    <a:pos x="7" y="1"/>
                  </a:cxn>
                  <a:cxn ang="0">
                    <a:pos x="40" y="4"/>
                  </a:cxn>
                  <a:cxn ang="0">
                    <a:pos x="29" y="24"/>
                  </a:cxn>
                  <a:cxn ang="0">
                    <a:pos x="0" y="28"/>
                  </a:cxn>
                </a:cxnLst>
                <a:rect l="0" t="0" r="0" b="0"/>
                <a:pathLst>
                  <a:path w="90" h="53">
                    <a:moveTo>
                      <a:pt x="14" y="1"/>
                    </a:moveTo>
                    <a:cubicBezTo>
                      <a:pt x="44" y="0"/>
                      <a:pt x="74" y="0"/>
                      <a:pt x="82" y="7"/>
                    </a:cubicBezTo>
                    <a:cubicBezTo>
                      <a:pt x="90" y="14"/>
                      <a:pt x="74" y="37"/>
                      <a:pt x="60" y="45"/>
                    </a:cubicBezTo>
                    <a:cubicBezTo>
                      <a:pt x="46" y="53"/>
                      <a:pt x="23" y="53"/>
                      <a:pt x="0" y="53"/>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17" name="Oval 56"/>
              <p:cNvSpPr/>
              <p:nvPr/>
            </p:nvSpPr>
            <p:spPr>
              <a:xfrm>
                <a:off x="2985" y="3159"/>
                <a:ext cx="39" cy="42"/>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718" name="Oval 57"/>
              <p:cNvSpPr/>
              <p:nvPr/>
            </p:nvSpPr>
            <p:spPr>
              <a:xfrm>
                <a:off x="2985" y="2734"/>
                <a:ext cx="39" cy="42"/>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grpSp>
          <p:nvGrpSpPr>
            <p:cNvPr id="26687" name="Group 58"/>
            <p:cNvGrpSpPr/>
            <p:nvPr/>
          </p:nvGrpSpPr>
          <p:grpSpPr>
            <a:xfrm>
              <a:off x="3600" y="2736"/>
              <a:ext cx="399" cy="432"/>
              <a:chOff x="3600" y="2736"/>
              <a:chExt cx="399" cy="432"/>
            </a:xfrm>
          </p:grpSpPr>
          <p:sp>
            <p:nvSpPr>
              <p:cNvPr id="26703" name="Freeform 59"/>
              <p:cNvSpPr/>
              <p:nvPr/>
            </p:nvSpPr>
            <p:spPr>
              <a:xfrm>
                <a:off x="3699" y="2822"/>
                <a:ext cx="300" cy="88"/>
              </a:xfrm>
              <a:custGeom>
                <a:avLst/>
                <a:gdLst/>
                <a:ahLst/>
                <a:cxnLst>
                  <a:cxn ang="0">
                    <a:pos x="52" y="0"/>
                  </a:cxn>
                  <a:cxn ang="0">
                    <a:pos x="26" y="7"/>
                  </a:cxn>
                  <a:cxn ang="0">
                    <a:pos x="39" y="31"/>
                  </a:cxn>
                  <a:cxn ang="0">
                    <a:pos x="260" y="47"/>
                  </a:cxn>
                  <a:cxn ang="0">
                    <a:pos x="277" y="77"/>
                  </a:cxn>
                  <a:cxn ang="0">
                    <a:pos x="246" y="88"/>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04" name="Freeform 60"/>
              <p:cNvSpPr/>
              <p:nvPr/>
            </p:nvSpPr>
            <p:spPr>
              <a:xfrm>
                <a:off x="3696" y="2938"/>
                <a:ext cx="299" cy="89"/>
              </a:xfrm>
              <a:custGeom>
                <a:avLst/>
                <a:gdLst/>
                <a:ahLst/>
                <a:cxnLst>
                  <a:cxn ang="0">
                    <a:pos x="52" y="0"/>
                  </a:cxn>
                  <a:cxn ang="0">
                    <a:pos x="26" y="7"/>
                  </a:cxn>
                  <a:cxn ang="0">
                    <a:pos x="39" y="32"/>
                  </a:cxn>
                  <a:cxn ang="0">
                    <a:pos x="259" y="47"/>
                  </a:cxn>
                  <a:cxn ang="0">
                    <a:pos x="276" y="78"/>
                  </a:cxn>
                  <a:cxn ang="0">
                    <a:pos x="245" y="89"/>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05" name="Freeform 61"/>
              <p:cNvSpPr/>
              <p:nvPr/>
            </p:nvSpPr>
            <p:spPr>
              <a:xfrm>
                <a:off x="3699" y="3055"/>
                <a:ext cx="300" cy="88"/>
              </a:xfrm>
              <a:custGeom>
                <a:avLst/>
                <a:gdLst/>
                <a:ahLst/>
                <a:cxnLst>
                  <a:cxn ang="0">
                    <a:pos x="52" y="0"/>
                  </a:cxn>
                  <a:cxn ang="0">
                    <a:pos x="26" y="7"/>
                  </a:cxn>
                  <a:cxn ang="0">
                    <a:pos x="39" y="31"/>
                  </a:cxn>
                  <a:cxn ang="0">
                    <a:pos x="260" y="47"/>
                  </a:cxn>
                  <a:cxn ang="0">
                    <a:pos x="277" y="77"/>
                  </a:cxn>
                  <a:cxn ang="0">
                    <a:pos x="246" y="88"/>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06" name="Freeform 62"/>
              <p:cNvSpPr/>
              <p:nvPr/>
            </p:nvSpPr>
            <p:spPr>
              <a:xfrm>
                <a:off x="3643" y="2756"/>
                <a:ext cx="320" cy="2"/>
              </a:xfrm>
              <a:custGeom>
                <a:avLst/>
                <a:gdLst/>
                <a:ahLst/>
                <a:cxnLst>
                  <a:cxn ang="0">
                    <a:pos x="0" y="2"/>
                  </a:cxn>
                  <a:cxn ang="0">
                    <a:pos x="320" y="0"/>
                  </a:cxn>
                </a:cxnLst>
                <a:rect l="0" t="0" r="0" b="0"/>
                <a:pathLst>
                  <a:path w="354" h="2">
                    <a:moveTo>
                      <a:pt x="0" y="2"/>
                    </a:moveTo>
                    <a:lnTo>
                      <a:pt x="354"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07" name="Freeform 63"/>
              <p:cNvSpPr/>
              <p:nvPr/>
            </p:nvSpPr>
            <p:spPr>
              <a:xfrm>
                <a:off x="3652" y="3156"/>
                <a:ext cx="96" cy="4"/>
              </a:xfrm>
              <a:custGeom>
                <a:avLst/>
                <a:gdLst/>
                <a:ahLst/>
                <a:cxnLst>
                  <a:cxn ang="0">
                    <a:pos x="0" y="0"/>
                  </a:cxn>
                  <a:cxn ang="0">
                    <a:pos x="96" y="4"/>
                  </a:cxn>
                </a:cxnLst>
                <a:rect l="0" t="0" r="0" b="0"/>
                <a:pathLst>
                  <a:path w="96" h="4">
                    <a:moveTo>
                      <a:pt x="0" y="0"/>
                    </a:moveTo>
                    <a:lnTo>
                      <a:pt x="96" y="4"/>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08" name="Freeform 64"/>
              <p:cNvSpPr/>
              <p:nvPr/>
            </p:nvSpPr>
            <p:spPr>
              <a:xfrm>
                <a:off x="3944" y="2755"/>
                <a:ext cx="40" cy="28"/>
              </a:xfrm>
              <a:custGeom>
                <a:avLst/>
                <a:gdLst/>
                <a:ahLst/>
                <a:cxnLst>
                  <a:cxn ang="0">
                    <a:pos x="6" y="1"/>
                  </a:cxn>
                  <a:cxn ang="0">
                    <a:pos x="36" y="4"/>
                  </a:cxn>
                  <a:cxn ang="0">
                    <a:pos x="27" y="24"/>
                  </a:cxn>
                  <a:cxn ang="0">
                    <a:pos x="0" y="28"/>
                  </a:cxn>
                </a:cxnLst>
                <a:rect l="0" t="0" r="0" b="0"/>
                <a:pathLst>
                  <a:path w="90" h="53">
                    <a:moveTo>
                      <a:pt x="14" y="1"/>
                    </a:moveTo>
                    <a:cubicBezTo>
                      <a:pt x="44" y="0"/>
                      <a:pt x="74" y="0"/>
                      <a:pt x="82" y="7"/>
                    </a:cubicBezTo>
                    <a:cubicBezTo>
                      <a:pt x="90" y="14"/>
                      <a:pt x="74" y="37"/>
                      <a:pt x="60" y="45"/>
                    </a:cubicBezTo>
                    <a:cubicBezTo>
                      <a:pt x="46" y="53"/>
                      <a:pt x="23" y="53"/>
                      <a:pt x="0" y="53"/>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09" name="Oval 65"/>
              <p:cNvSpPr/>
              <p:nvPr/>
            </p:nvSpPr>
            <p:spPr>
              <a:xfrm>
                <a:off x="3613" y="3126"/>
                <a:ext cx="35" cy="42"/>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710" name="Oval 66"/>
              <p:cNvSpPr/>
              <p:nvPr/>
            </p:nvSpPr>
            <p:spPr>
              <a:xfrm>
                <a:off x="3600" y="2736"/>
                <a:ext cx="35" cy="42"/>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grpSp>
          <p:nvGrpSpPr>
            <p:cNvPr id="26688" name="Group 67"/>
            <p:cNvGrpSpPr/>
            <p:nvPr/>
          </p:nvGrpSpPr>
          <p:grpSpPr>
            <a:xfrm>
              <a:off x="4272" y="2742"/>
              <a:ext cx="384" cy="426"/>
              <a:chOff x="4272" y="2742"/>
              <a:chExt cx="384" cy="426"/>
            </a:xfrm>
          </p:grpSpPr>
          <p:sp>
            <p:nvSpPr>
              <p:cNvPr id="26695" name="Freeform 68"/>
              <p:cNvSpPr/>
              <p:nvPr/>
            </p:nvSpPr>
            <p:spPr>
              <a:xfrm flipH="1" flipV="1">
                <a:off x="4272" y="3016"/>
                <a:ext cx="317" cy="56"/>
              </a:xfrm>
              <a:custGeom>
                <a:avLst/>
                <a:gdLst/>
                <a:ahLst/>
                <a:cxnLst>
                  <a:cxn ang="0">
                    <a:pos x="55" y="0"/>
                  </a:cxn>
                  <a:cxn ang="0">
                    <a:pos x="28" y="4"/>
                  </a:cxn>
                  <a:cxn ang="0">
                    <a:pos x="41" y="20"/>
                  </a:cxn>
                  <a:cxn ang="0">
                    <a:pos x="275" y="30"/>
                  </a:cxn>
                  <a:cxn ang="0">
                    <a:pos x="292" y="49"/>
                  </a:cxn>
                  <a:cxn ang="0">
                    <a:pos x="260" y="56"/>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96" name="Freeform 69"/>
              <p:cNvSpPr/>
              <p:nvPr/>
            </p:nvSpPr>
            <p:spPr>
              <a:xfrm flipH="1" flipV="1">
                <a:off x="4276" y="2925"/>
                <a:ext cx="317" cy="51"/>
              </a:xfrm>
              <a:custGeom>
                <a:avLst/>
                <a:gdLst/>
                <a:ahLst/>
                <a:cxnLst>
                  <a:cxn ang="0">
                    <a:pos x="55" y="0"/>
                  </a:cxn>
                  <a:cxn ang="0">
                    <a:pos x="28" y="4"/>
                  </a:cxn>
                  <a:cxn ang="0">
                    <a:pos x="41" y="18"/>
                  </a:cxn>
                  <a:cxn ang="0">
                    <a:pos x="275" y="27"/>
                  </a:cxn>
                  <a:cxn ang="0">
                    <a:pos x="292" y="45"/>
                  </a:cxn>
                  <a:cxn ang="0">
                    <a:pos x="260" y="51"/>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97" name="Freeform 70"/>
              <p:cNvSpPr/>
              <p:nvPr/>
            </p:nvSpPr>
            <p:spPr>
              <a:xfrm flipH="1" flipV="1">
                <a:off x="4272" y="2784"/>
                <a:ext cx="317" cy="65"/>
              </a:xfrm>
              <a:custGeom>
                <a:avLst/>
                <a:gdLst/>
                <a:ahLst/>
                <a:cxnLst>
                  <a:cxn ang="0">
                    <a:pos x="55" y="0"/>
                  </a:cxn>
                  <a:cxn ang="0">
                    <a:pos x="28" y="5"/>
                  </a:cxn>
                  <a:cxn ang="0">
                    <a:pos x="41" y="23"/>
                  </a:cxn>
                  <a:cxn ang="0">
                    <a:pos x="275" y="35"/>
                  </a:cxn>
                  <a:cxn ang="0">
                    <a:pos x="292" y="57"/>
                  </a:cxn>
                  <a:cxn ang="0">
                    <a:pos x="260" y="65"/>
                  </a:cxn>
                </a:cxnLst>
                <a:rect l="0" t="0" r="0" b="0"/>
                <a:pathLst>
                  <a:path w="680" h="169">
                    <a:moveTo>
                      <a:pt x="118" y="0"/>
                    </a:moveTo>
                    <a:cubicBezTo>
                      <a:pt x="108" y="2"/>
                      <a:pt x="65" y="3"/>
                      <a:pt x="60" y="13"/>
                    </a:cubicBezTo>
                    <a:cubicBezTo>
                      <a:pt x="55" y="23"/>
                      <a:pt x="0" y="47"/>
                      <a:pt x="88" y="60"/>
                    </a:cubicBezTo>
                    <a:cubicBezTo>
                      <a:pt x="176" y="73"/>
                      <a:pt x="500" y="75"/>
                      <a:pt x="590" y="90"/>
                    </a:cubicBezTo>
                    <a:cubicBezTo>
                      <a:pt x="680" y="105"/>
                      <a:pt x="632" y="135"/>
                      <a:pt x="627" y="148"/>
                    </a:cubicBezTo>
                    <a:cubicBezTo>
                      <a:pt x="622" y="161"/>
                      <a:pt x="572" y="165"/>
                      <a:pt x="558" y="169"/>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98" name="Freeform 71"/>
              <p:cNvSpPr/>
              <p:nvPr/>
            </p:nvSpPr>
            <p:spPr>
              <a:xfrm flipH="1" flipV="1">
                <a:off x="4308" y="3146"/>
                <a:ext cx="320" cy="2"/>
              </a:xfrm>
              <a:custGeom>
                <a:avLst/>
                <a:gdLst/>
                <a:ahLst/>
                <a:cxnLst>
                  <a:cxn ang="0">
                    <a:pos x="0" y="2"/>
                  </a:cxn>
                  <a:cxn ang="0">
                    <a:pos x="320" y="0"/>
                  </a:cxn>
                </a:cxnLst>
                <a:rect l="0" t="0" r="0" b="0"/>
                <a:pathLst>
                  <a:path w="354" h="2">
                    <a:moveTo>
                      <a:pt x="0" y="2"/>
                    </a:moveTo>
                    <a:lnTo>
                      <a:pt x="354"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99" name="Freeform 72"/>
              <p:cNvSpPr/>
              <p:nvPr/>
            </p:nvSpPr>
            <p:spPr>
              <a:xfrm>
                <a:off x="4532" y="2764"/>
                <a:ext cx="88" cy="1"/>
              </a:xfrm>
              <a:custGeom>
                <a:avLst/>
                <a:gdLst/>
                <a:ahLst/>
                <a:cxnLst>
                  <a:cxn ang="0">
                    <a:pos x="88" y="0"/>
                  </a:cxn>
                  <a:cxn ang="0">
                    <a:pos x="0" y="0"/>
                  </a:cxn>
                </a:cxnLst>
                <a:rect l="0" t="0" r="0" b="0"/>
                <a:pathLst>
                  <a:path w="88" h="1">
                    <a:moveTo>
                      <a:pt x="88" y="0"/>
                    </a:moveTo>
                    <a:lnTo>
                      <a:pt x="0"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00" name="Freeform 73"/>
              <p:cNvSpPr/>
              <p:nvPr/>
            </p:nvSpPr>
            <p:spPr>
              <a:xfrm flipH="1" flipV="1">
                <a:off x="4287" y="3121"/>
                <a:ext cx="40" cy="28"/>
              </a:xfrm>
              <a:custGeom>
                <a:avLst/>
                <a:gdLst/>
                <a:ahLst/>
                <a:cxnLst>
                  <a:cxn ang="0">
                    <a:pos x="6" y="1"/>
                  </a:cxn>
                  <a:cxn ang="0">
                    <a:pos x="36" y="4"/>
                  </a:cxn>
                  <a:cxn ang="0">
                    <a:pos x="27" y="24"/>
                  </a:cxn>
                  <a:cxn ang="0">
                    <a:pos x="0" y="28"/>
                  </a:cxn>
                </a:cxnLst>
                <a:rect l="0" t="0" r="0" b="0"/>
                <a:pathLst>
                  <a:path w="90" h="53">
                    <a:moveTo>
                      <a:pt x="14" y="1"/>
                    </a:moveTo>
                    <a:cubicBezTo>
                      <a:pt x="44" y="0"/>
                      <a:pt x="74" y="0"/>
                      <a:pt x="82" y="7"/>
                    </a:cubicBezTo>
                    <a:cubicBezTo>
                      <a:pt x="90" y="14"/>
                      <a:pt x="74" y="37"/>
                      <a:pt x="60" y="45"/>
                    </a:cubicBezTo>
                    <a:cubicBezTo>
                      <a:pt x="46" y="53"/>
                      <a:pt x="23" y="53"/>
                      <a:pt x="0" y="53"/>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701" name="Oval 74"/>
              <p:cNvSpPr/>
              <p:nvPr/>
            </p:nvSpPr>
            <p:spPr>
              <a:xfrm flipH="1" flipV="1">
                <a:off x="4621" y="2742"/>
                <a:ext cx="35" cy="42"/>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702" name="Oval 75"/>
              <p:cNvSpPr/>
              <p:nvPr/>
            </p:nvSpPr>
            <p:spPr>
              <a:xfrm flipH="1" flipV="1">
                <a:off x="4621" y="3126"/>
                <a:ext cx="35" cy="42"/>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6689" name="Text Box 76"/>
            <p:cNvSpPr txBox="1"/>
            <p:nvPr/>
          </p:nvSpPr>
          <p:spPr>
            <a:xfrm>
              <a:off x="2784" y="2640"/>
              <a:ext cx="240"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26690" name="Text Box 77"/>
            <p:cNvSpPr txBox="1"/>
            <p:nvPr/>
          </p:nvSpPr>
          <p:spPr>
            <a:xfrm>
              <a:off x="2784" y="3062"/>
              <a:ext cx="336"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26691" name="Text Box 78"/>
            <p:cNvSpPr txBox="1"/>
            <p:nvPr/>
          </p:nvSpPr>
          <p:spPr>
            <a:xfrm>
              <a:off x="3456" y="2640"/>
              <a:ext cx="240"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26692" name="Text Box 79"/>
            <p:cNvSpPr txBox="1"/>
            <p:nvPr/>
          </p:nvSpPr>
          <p:spPr>
            <a:xfrm>
              <a:off x="3456" y="3014"/>
              <a:ext cx="336"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26693" name="Text Box 80"/>
            <p:cNvSpPr txBox="1"/>
            <p:nvPr/>
          </p:nvSpPr>
          <p:spPr>
            <a:xfrm>
              <a:off x="4656" y="3014"/>
              <a:ext cx="336"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3'</a:t>
              </a:r>
            </a:p>
          </p:txBody>
        </p:sp>
        <p:sp>
          <p:nvSpPr>
            <p:cNvPr id="26694" name="Text Box 81"/>
            <p:cNvSpPr txBox="1"/>
            <p:nvPr/>
          </p:nvSpPr>
          <p:spPr>
            <a:xfrm>
              <a:off x="4656" y="2640"/>
              <a:ext cx="336"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3</a:t>
              </a:r>
            </a:p>
          </p:txBody>
        </p:sp>
      </p:grpSp>
      <p:sp>
        <p:nvSpPr>
          <p:cNvPr id="33874" name="Text Box 82"/>
          <p:cNvSpPr txBox="1"/>
          <p:nvPr/>
        </p:nvSpPr>
        <p:spPr>
          <a:xfrm>
            <a:off x="4932363" y="2852738"/>
            <a:ext cx="381000" cy="457200"/>
          </a:xfrm>
          <a:prstGeom prst="rect">
            <a:avLst/>
          </a:prstGeom>
          <a:noFill/>
          <a:ln w="28575">
            <a:noFill/>
          </a:ln>
        </p:spPr>
        <p:txBody>
          <a:bodyPr>
            <a:spAutoFit/>
          </a:bodyPr>
          <a:lstStyle/>
          <a:p>
            <a:pPr eaLnBrk="1" hangingPunct="1">
              <a:spcBef>
                <a:spcPct val="50000"/>
              </a:spcBef>
            </a:pPr>
            <a:r>
              <a:rPr lang="en-US" altLang="zh-CN" sz="2400" b="1" dirty="0">
                <a:solidFill>
                  <a:schemeClr val="bg1"/>
                </a:solidFill>
                <a:latin typeface="Times New Roman" panose="02020603050405020304" pitchFamily="18" charset="0"/>
                <a:ea typeface="宋体" panose="02010600030101010101" pitchFamily="2" charset="-122"/>
              </a:rPr>
              <a:t>*</a:t>
            </a:r>
          </a:p>
        </p:txBody>
      </p:sp>
      <p:sp>
        <p:nvSpPr>
          <p:cNvPr id="33875" name="Text Box 83"/>
          <p:cNvSpPr txBox="1"/>
          <p:nvPr/>
        </p:nvSpPr>
        <p:spPr>
          <a:xfrm>
            <a:off x="5867400" y="3500438"/>
            <a:ext cx="457200" cy="457200"/>
          </a:xfrm>
          <a:prstGeom prst="rect">
            <a:avLst/>
          </a:prstGeom>
          <a:noFill/>
          <a:ln w="28575">
            <a:noFill/>
          </a:ln>
        </p:spPr>
        <p:txBody>
          <a:bodyPr>
            <a:spAutoFit/>
          </a:bodyPr>
          <a:lstStyle/>
          <a:p>
            <a:pPr eaLnBrk="1" hangingPunct="1">
              <a:spcBef>
                <a:spcPct val="50000"/>
              </a:spcBef>
            </a:pPr>
            <a:r>
              <a:rPr lang="en-US" altLang="zh-CN" sz="2400" b="1" dirty="0">
                <a:solidFill>
                  <a:schemeClr val="bg1"/>
                </a:solidFill>
                <a:latin typeface="Times New Roman" panose="02020603050405020304" pitchFamily="18" charset="0"/>
                <a:ea typeface="宋体" panose="02010600030101010101" pitchFamily="2" charset="-122"/>
              </a:rPr>
              <a:t>*</a:t>
            </a:r>
          </a:p>
        </p:txBody>
      </p:sp>
      <p:sp>
        <p:nvSpPr>
          <p:cNvPr id="33876" name="Text Box 84"/>
          <p:cNvSpPr txBox="1"/>
          <p:nvPr/>
        </p:nvSpPr>
        <p:spPr>
          <a:xfrm>
            <a:off x="7451725" y="3500438"/>
            <a:ext cx="304800" cy="396875"/>
          </a:xfrm>
          <a:prstGeom prst="rect">
            <a:avLst/>
          </a:prstGeom>
          <a:noFill/>
          <a:ln w="28575">
            <a:noFill/>
          </a:ln>
        </p:spPr>
        <p:txBody>
          <a:bodyPr>
            <a:spAutoFit/>
          </a:bodyPr>
          <a:lstStyle/>
          <a:p>
            <a:pPr eaLnBrk="1" hangingPunct="1">
              <a:spcBef>
                <a:spcPct val="50000"/>
              </a:spcBef>
            </a:pPr>
            <a:r>
              <a:rPr lang="en-US" altLang="zh-CN" sz="2000" b="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33877" name="Text Box 85"/>
          <p:cNvSpPr txBox="1"/>
          <p:nvPr/>
        </p:nvSpPr>
        <p:spPr>
          <a:xfrm>
            <a:off x="4787900" y="2852738"/>
            <a:ext cx="304800" cy="396875"/>
          </a:xfrm>
          <a:prstGeom prst="rect">
            <a:avLst/>
          </a:prstGeom>
          <a:noFill/>
          <a:ln w="28575">
            <a:noFill/>
          </a:ln>
        </p:spPr>
        <p:txBody>
          <a:bodyPr>
            <a:spAutoFit/>
          </a:bodyPr>
          <a:lstStyle/>
          <a:p>
            <a:pPr eaLnBrk="1" hangingPunct="1">
              <a:spcBef>
                <a:spcPct val="50000"/>
              </a:spcBef>
            </a:pPr>
            <a:r>
              <a:rPr lang="en-US" altLang="zh-CN" sz="2000" b="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33878" name="Text Box 86"/>
          <p:cNvSpPr txBox="1"/>
          <p:nvPr/>
        </p:nvSpPr>
        <p:spPr>
          <a:xfrm>
            <a:off x="5795963" y="2852738"/>
            <a:ext cx="457200" cy="366712"/>
          </a:xfrm>
          <a:prstGeom prst="rect">
            <a:avLst/>
          </a:prstGeom>
          <a:noFill/>
          <a:ln w="28575">
            <a:noFill/>
          </a:ln>
        </p:spPr>
        <p:txBody>
          <a:bodyPr>
            <a:spAutoFit/>
          </a:bodyPr>
          <a:lstStyle/>
          <a:p>
            <a:pPr eaLnBrk="1" hangingPunct="1">
              <a:spcBef>
                <a:spcPct val="50000"/>
              </a:spcBef>
            </a:pPr>
            <a:r>
              <a:rPr lang="en-US" altLang="zh-CN" sz="1800" b="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dirty="0">
              <a:solidFill>
                <a:schemeClr val="bg1"/>
              </a:solidFill>
              <a:latin typeface="Times New Roman" panose="02020603050405020304" pitchFamily="18" charset="0"/>
              <a:ea typeface="宋体" panose="02010600030101010101" pitchFamily="2" charset="-122"/>
            </a:endParaRPr>
          </a:p>
        </p:txBody>
      </p:sp>
      <p:sp>
        <p:nvSpPr>
          <p:cNvPr id="33879" name="Text Box 87"/>
          <p:cNvSpPr txBox="1"/>
          <p:nvPr/>
        </p:nvSpPr>
        <p:spPr>
          <a:xfrm>
            <a:off x="7380288" y="3860800"/>
            <a:ext cx="457200" cy="366713"/>
          </a:xfrm>
          <a:prstGeom prst="rect">
            <a:avLst/>
          </a:prstGeom>
          <a:noFill/>
          <a:ln w="28575">
            <a:noFill/>
          </a:ln>
        </p:spPr>
        <p:txBody>
          <a:bodyPr>
            <a:spAutoFit/>
          </a:bodyPr>
          <a:lstStyle/>
          <a:p>
            <a:pPr eaLnBrk="1" hangingPunct="1">
              <a:spcBef>
                <a:spcPct val="50000"/>
              </a:spcBef>
            </a:pPr>
            <a:r>
              <a:rPr lang="en-US" altLang="zh-CN" sz="1800" b="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dirty="0">
              <a:solidFill>
                <a:schemeClr val="bg1"/>
              </a:solidFill>
              <a:latin typeface="Times New Roman" panose="02020603050405020304" pitchFamily="18" charset="0"/>
              <a:ea typeface="宋体" panose="02010600030101010101" pitchFamily="2" charset="-122"/>
            </a:endParaRPr>
          </a:p>
        </p:txBody>
      </p:sp>
      <p:sp>
        <p:nvSpPr>
          <p:cNvPr id="33880" name="Text Box 88"/>
          <p:cNvSpPr txBox="1"/>
          <p:nvPr/>
        </p:nvSpPr>
        <p:spPr>
          <a:xfrm>
            <a:off x="539750" y="2420938"/>
            <a:ext cx="609600" cy="579437"/>
          </a:xfrm>
          <a:prstGeom prst="rect">
            <a:avLst/>
          </a:prstGeom>
          <a:noFill/>
          <a:ln w="28575">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p>
        </p:txBody>
      </p:sp>
      <p:grpSp>
        <p:nvGrpSpPr>
          <p:cNvPr id="33881" name="Group 89"/>
          <p:cNvGrpSpPr/>
          <p:nvPr/>
        </p:nvGrpSpPr>
        <p:grpSpPr>
          <a:xfrm>
            <a:off x="6372225" y="2997200"/>
            <a:ext cx="827088" cy="1084263"/>
            <a:chOff x="4807" y="3456"/>
            <a:chExt cx="521" cy="683"/>
          </a:xfrm>
        </p:grpSpPr>
        <p:sp>
          <p:nvSpPr>
            <p:cNvPr id="26681" name="AutoShape 90"/>
            <p:cNvSpPr/>
            <p:nvPr/>
          </p:nvSpPr>
          <p:spPr>
            <a:xfrm>
              <a:off x="4807" y="3456"/>
              <a:ext cx="521" cy="683"/>
            </a:xfrm>
            <a:prstGeom prst="flowChartAlternateProcess">
              <a:avLst/>
            </a:prstGeom>
            <a:noFill/>
            <a:ln w="28575" cap="flat" cmpd="sng">
              <a:solidFill>
                <a:srgbClr val="FF3300"/>
              </a:solidFill>
              <a:prstDash val="dash"/>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6682" name="Line 91"/>
            <p:cNvSpPr/>
            <p:nvPr/>
          </p:nvSpPr>
          <p:spPr>
            <a:xfrm>
              <a:off x="4992" y="3456"/>
              <a:ext cx="180" cy="0"/>
            </a:xfrm>
            <a:prstGeom prst="line">
              <a:avLst/>
            </a:prstGeom>
            <a:ln w="28575" cap="flat" cmpd="sng">
              <a:solidFill>
                <a:srgbClr val="FF3300"/>
              </a:solidFill>
              <a:prstDash val="solid"/>
              <a:headEnd type="none" w="med" len="med"/>
              <a:tailEnd type="triangle" w="med" len="med"/>
            </a:ln>
          </p:spPr>
        </p:sp>
      </p:grpSp>
      <p:sp>
        <p:nvSpPr>
          <p:cNvPr id="33886" name="Text Box 94"/>
          <p:cNvSpPr txBox="1"/>
          <p:nvPr/>
        </p:nvSpPr>
        <p:spPr>
          <a:xfrm>
            <a:off x="539750" y="4797425"/>
            <a:ext cx="8064500" cy="1373188"/>
          </a:xfrm>
          <a:prstGeom prst="rect">
            <a:avLst/>
          </a:prstGeom>
          <a:noFill/>
          <a:ln w="19050">
            <a:noFill/>
          </a:ln>
        </p:spPr>
        <p:txBody>
          <a:bodyPr>
            <a:spAutoFit/>
          </a:bodyPr>
          <a:lstStyle/>
          <a:p>
            <a:pPr marL="476250" indent="-476250" algn="just" eaLnBrk="1" hangingPunct="1">
              <a:spcBef>
                <a:spcPct val="50000"/>
              </a:spcBef>
            </a:pPr>
            <a:r>
              <a:rPr lang="en-US" altLang="zh-CN" dirty="0">
                <a:latin typeface="楷体_GB2312" pitchFamily="49" charset="-122"/>
              </a:rPr>
              <a:t>(2)</a:t>
            </a:r>
            <a:r>
              <a:rPr lang="zh-CN" altLang="en-US" b="1" dirty="0">
                <a:latin typeface="楷体_GB2312" pitchFamily="49" charset="-122"/>
              </a:rPr>
              <a:t>当随时间增大的时变电流从一线圈的一端流入时，将会引起另一线圈相应同名端的电位升高。</a:t>
            </a:r>
          </a:p>
        </p:txBody>
      </p:sp>
      <p:grpSp>
        <p:nvGrpSpPr>
          <p:cNvPr id="26642" name="Group 99"/>
          <p:cNvGrpSpPr/>
          <p:nvPr/>
        </p:nvGrpSpPr>
        <p:grpSpPr>
          <a:xfrm>
            <a:off x="8316913" y="6446838"/>
            <a:ext cx="792162" cy="366712"/>
            <a:chOff x="5193" y="4020"/>
            <a:chExt cx="499" cy="231"/>
          </a:xfrm>
        </p:grpSpPr>
        <p:pic>
          <p:nvPicPr>
            <p:cNvPr id="26679" name="Picture 100"/>
            <p:cNvPicPr>
              <a:picLocks noChangeAspect="1"/>
            </p:cNvPicPr>
            <p:nvPr/>
          </p:nvPicPr>
          <p:blipFill>
            <a:blip r:embed="rId2"/>
            <a:stretch>
              <a:fillRect/>
            </a:stretch>
          </p:blipFill>
          <p:spPr>
            <a:xfrm>
              <a:off x="5193" y="4066"/>
              <a:ext cx="499" cy="181"/>
            </a:xfrm>
            <a:prstGeom prst="rect">
              <a:avLst/>
            </a:prstGeom>
            <a:noFill/>
            <a:ln w="9525">
              <a:noFill/>
            </a:ln>
          </p:spPr>
        </p:pic>
        <p:sp>
          <p:nvSpPr>
            <p:cNvPr id="26680" name="Text Box 101">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6643" name="Group 102"/>
          <p:cNvGrpSpPr/>
          <p:nvPr/>
        </p:nvGrpSpPr>
        <p:grpSpPr>
          <a:xfrm>
            <a:off x="7453313" y="6446838"/>
            <a:ext cx="792162" cy="366712"/>
            <a:chOff x="4649" y="4020"/>
            <a:chExt cx="499" cy="231"/>
          </a:xfrm>
        </p:grpSpPr>
        <p:pic>
          <p:nvPicPr>
            <p:cNvPr id="26677" name="Picture 103"/>
            <p:cNvPicPr>
              <a:picLocks noChangeAspect="1"/>
            </p:cNvPicPr>
            <p:nvPr/>
          </p:nvPicPr>
          <p:blipFill>
            <a:blip r:embed="rId2"/>
            <a:stretch>
              <a:fillRect/>
            </a:stretch>
          </p:blipFill>
          <p:spPr>
            <a:xfrm>
              <a:off x="4649" y="4066"/>
              <a:ext cx="499" cy="181"/>
            </a:xfrm>
            <a:prstGeom prst="rect">
              <a:avLst/>
            </a:prstGeom>
            <a:noFill/>
            <a:ln w="9525">
              <a:noFill/>
            </a:ln>
          </p:spPr>
        </p:pic>
        <p:sp>
          <p:nvSpPr>
            <p:cNvPr id="26678" name="Text Box 104">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26644" name="Group 113"/>
          <p:cNvGrpSpPr/>
          <p:nvPr/>
        </p:nvGrpSpPr>
        <p:grpSpPr>
          <a:xfrm>
            <a:off x="6588125" y="6446838"/>
            <a:ext cx="792163" cy="366712"/>
            <a:chOff x="4649" y="4020"/>
            <a:chExt cx="499" cy="231"/>
          </a:xfrm>
        </p:grpSpPr>
        <p:pic>
          <p:nvPicPr>
            <p:cNvPr id="26675" name="Picture 114"/>
            <p:cNvPicPr>
              <a:picLocks noChangeAspect="1"/>
            </p:cNvPicPr>
            <p:nvPr/>
          </p:nvPicPr>
          <p:blipFill>
            <a:blip r:embed="rId2"/>
            <a:stretch>
              <a:fillRect/>
            </a:stretch>
          </p:blipFill>
          <p:spPr>
            <a:xfrm>
              <a:off x="4649" y="4066"/>
              <a:ext cx="499" cy="181"/>
            </a:xfrm>
            <a:prstGeom prst="rect">
              <a:avLst/>
            </a:prstGeom>
            <a:noFill/>
            <a:ln w="9525">
              <a:noFill/>
            </a:ln>
          </p:spPr>
        </p:pic>
        <p:sp>
          <p:nvSpPr>
            <p:cNvPr id="26676" name="Text Box 115">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33911" name="Group 119"/>
          <p:cNvGrpSpPr/>
          <p:nvPr/>
        </p:nvGrpSpPr>
        <p:grpSpPr>
          <a:xfrm>
            <a:off x="893763" y="2738438"/>
            <a:ext cx="3438525" cy="1611312"/>
            <a:chOff x="563" y="1725"/>
            <a:chExt cx="2166" cy="1015"/>
          </a:xfrm>
        </p:grpSpPr>
        <p:sp>
          <p:nvSpPr>
            <p:cNvPr id="26646" name="Rectangle 8"/>
            <p:cNvSpPr/>
            <p:nvPr/>
          </p:nvSpPr>
          <p:spPr>
            <a:xfrm>
              <a:off x="1211" y="1807"/>
              <a:ext cx="876" cy="933"/>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647" name="Rectangle 9"/>
            <p:cNvSpPr/>
            <p:nvPr/>
          </p:nvSpPr>
          <p:spPr>
            <a:xfrm>
              <a:off x="1390" y="1973"/>
              <a:ext cx="482" cy="589"/>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648" name="AutoShape 10"/>
            <p:cNvSpPr/>
            <p:nvPr/>
          </p:nvSpPr>
          <p:spPr>
            <a:xfrm>
              <a:off x="1283" y="1894"/>
              <a:ext cx="696" cy="742"/>
            </a:xfrm>
            <a:prstGeom prst="roundRect">
              <a:avLst>
                <a:gd name="adj" fmla="val 16667"/>
              </a:avLst>
            </a:prstGeom>
            <a:noFill/>
            <a:ln w="28575" cap="flat" cmpd="sng">
              <a:solidFill>
                <a:srgbClr val="FF3300"/>
              </a:solidFill>
              <a:prstDash val="dash"/>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649" name="Line 11"/>
            <p:cNvSpPr/>
            <p:nvPr/>
          </p:nvSpPr>
          <p:spPr>
            <a:xfrm>
              <a:off x="1979" y="2249"/>
              <a:ext cx="0" cy="63"/>
            </a:xfrm>
            <a:prstGeom prst="line">
              <a:avLst/>
            </a:prstGeom>
            <a:ln w="28575" cap="flat" cmpd="sng">
              <a:solidFill>
                <a:srgbClr val="FFCC00"/>
              </a:solidFill>
              <a:prstDash val="solid"/>
              <a:headEnd type="none" w="med" len="med"/>
              <a:tailEnd type="stealth" w="sm" len="med"/>
            </a:ln>
          </p:spPr>
        </p:sp>
        <p:sp>
          <p:nvSpPr>
            <p:cNvPr id="26650" name="Text Box 22"/>
            <p:cNvSpPr txBox="1"/>
            <p:nvPr/>
          </p:nvSpPr>
          <p:spPr>
            <a:xfrm>
              <a:off x="1444" y="1725"/>
              <a:ext cx="375" cy="326"/>
            </a:xfrm>
            <a:prstGeom prst="rect">
              <a:avLst/>
            </a:prstGeom>
            <a:noFill/>
            <a:ln w="28575">
              <a:noFill/>
            </a:ln>
          </p:spPr>
          <p:txBody>
            <a:bodyPr/>
            <a:lstStyle/>
            <a:p>
              <a:pPr algn="just" eaLnBrk="1" hangingPunct="1"/>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6651" name="Text Box 23"/>
            <p:cNvSpPr txBox="1"/>
            <p:nvPr/>
          </p:nvSpPr>
          <p:spPr>
            <a:xfrm>
              <a:off x="908" y="1752"/>
              <a:ext cx="339" cy="326"/>
            </a:xfrm>
            <a:prstGeom prst="rect">
              <a:avLst/>
            </a:prstGeom>
            <a:noFill/>
            <a:ln w="28575">
              <a:noFill/>
            </a:ln>
          </p:spPr>
          <p:txBody>
            <a:bodyPr/>
            <a:lstStyle/>
            <a:p>
              <a:pPr algn="just" eaLnBrk="1" hangingPunct="1"/>
              <a:r>
                <a:rPr lang="en-US" altLang="zh-CN" i="1" dirty="0">
                  <a:solidFill>
                    <a:schemeClr val="bg1"/>
                  </a:solidFill>
                  <a:latin typeface="Times New Roman" panose="02020603050405020304" pitchFamily="18" charset="0"/>
                  <a:ea typeface="宋体" panose="02010600030101010101" pitchFamily="2" charset="-122"/>
                </a:rPr>
                <a:t>i</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26652" name="Group 24"/>
            <p:cNvGrpSpPr/>
            <p:nvPr/>
          </p:nvGrpSpPr>
          <p:grpSpPr>
            <a:xfrm flipH="1">
              <a:off x="1819" y="2051"/>
              <a:ext cx="589" cy="439"/>
              <a:chOff x="862" y="2612"/>
              <a:chExt cx="423" cy="450"/>
            </a:xfrm>
          </p:grpSpPr>
          <p:sp>
            <p:nvSpPr>
              <p:cNvPr id="26667" name="Freeform 25"/>
              <p:cNvSpPr/>
              <p:nvPr/>
            </p:nvSpPr>
            <p:spPr>
              <a:xfrm>
                <a:off x="892" y="2626"/>
                <a:ext cx="348" cy="1"/>
              </a:xfrm>
              <a:custGeom>
                <a:avLst/>
                <a:gdLst/>
                <a:ahLst/>
                <a:cxnLst>
                  <a:cxn ang="0">
                    <a:pos x="0" y="0"/>
                  </a:cxn>
                  <a:cxn ang="0">
                    <a:pos x="348" y="0"/>
                  </a:cxn>
                </a:cxnLst>
                <a:rect l="0" t="0" r="0" b="0"/>
                <a:pathLst>
                  <a:path w="739" h="1">
                    <a:moveTo>
                      <a:pt x="0" y="0"/>
                    </a:moveTo>
                    <a:lnTo>
                      <a:pt x="739"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68" name="Line 26"/>
              <p:cNvSpPr/>
              <p:nvPr/>
            </p:nvSpPr>
            <p:spPr>
              <a:xfrm>
                <a:off x="888" y="3036"/>
                <a:ext cx="204" cy="3"/>
              </a:xfrm>
              <a:prstGeom prst="line">
                <a:avLst/>
              </a:prstGeom>
              <a:ln w="28575" cap="flat" cmpd="sng">
                <a:solidFill>
                  <a:srgbClr val="00FFFF"/>
                </a:solidFill>
                <a:prstDash val="solid"/>
                <a:headEnd type="none" w="med" len="med"/>
                <a:tailEnd type="none" w="med" len="med"/>
              </a:ln>
            </p:spPr>
          </p:sp>
          <p:sp>
            <p:nvSpPr>
              <p:cNvPr id="26669" name="Freeform 27"/>
              <p:cNvSpPr/>
              <p:nvPr/>
            </p:nvSpPr>
            <p:spPr>
              <a:xfrm>
                <a:off x="1239" y="2624"/>
                <a:ext cx="45" cy="36"/>
              </a:xfrm>
              <a:custGeom>
                <a:avLst/>
                <a:gdLst/>
                <a:ahLst/>
                <a:cxnLst>
                  <a:cxn ang="0">
                    <a:pos x="0" y="0"/>
                  </a:cxn>
                  <a:cxn ang="0">
                    <a:pos x="43" y="11"/>
                  </a:cxn>
                  <a:cxn ang="0">
                    <a:pos x="14" y="36"/>
                  </a:cxn>
                </a:cxnLst>
                <a:rect l="0" t="0" r="0" b="0"/>
                <a:pathLst>
                  <a:path w="95" h="60">
                    <a:moveTo>
                      <a:pt x="0" y="0"/>
                    </a:moveTo>
                    <a:cubicBezTo>
                      <a:pt x="15" y="3"/>
                      <a:pt x="85" y="8"/>
                      <a:pt x="90" y="18"/>
                    </a:cubicBezTo>
                    <a:cubicBezTo>
                      <a:pt x="95" y="28"/>
                      <a:pt x="42" y="51"/>
                      <a:pt x="30" y="60"/>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70" name="Freeform 28"/>
              <p:cNvSpPr/>
              <p:nvPr/>
            </p:nvSpPr>
            <p:spPr>
              <a:xfrm>
                <a:off x="1061" y="2697"/>
                <a:ext cx="223" cy="75"/>
              </a:xfrm>
              <a:custGeom>
                <a:avLst/>
                <a:gdLst/>
                <a:ahLst/>
                <a:cxnLst>
                  <a:cxn ang="0">
                    <a:pos x="29" y="0"/>
                  </a:cxn>
                  <a:cxn ang="0">
                    <a:pos x="1" y="8"/>
                  </a:cxn>
                  <a:cxn ang="0">
                    <a:pos x="34" y="34"/>
                  </a:cxn>
                  <a:cxn ang="0">
                    <a:pos x="196" y="49"/>
                  </a:cxn>
                  <a:cxn ang="0">
                    <a:pos x="199" y="75"/>
                  </a:cxn>
                </a:cxnLst>
                <a:rect l="0" t="0" r="0" b="0"/>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71" name="Freeform 29"/>
              <p:cNvSpPr/>
              <p:nvPr/>
            </p:nvSpPr>
            <p:spPr>
              <a:xfrm>
                <a:off x="1061" y="2801"/>
                <a:ext cx="223" cy="75"/>
              </a:xfrm>
              <a:custGeom>
                <a:avLst/>
                <a:gdLst/>
                <a:ahLst/>
                <a:cxnLst>
                  <a:cxn ang="0">
                    <a:pos x="29" y="0"/>
                  </a:cxn>
                  <a:cxn ang="0">
                    <a:pos x="0" y="8"/>
                  </a:cxn>
                  <a:cxn ang="0">
                    <a:pos x="32" y="34"/>
                  </a:cxn>
                  <a:cxn ang="0">
                    <a:pos x="195" y="49"/>
                  </a:cxn>
                  <a:cxn ang="0">
                    <a:pos x="198" y="75"/>
                  </a:cxn>
                </a:cxnLst>
                <a:rect l="0" t="0" r="0" b="0"/>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72" name="Freeform 30"/>
              <p:cNvSpPr/>
              <p:nvPr/>
            </p:nvSpPr>
            <p:spPr>
              <a:xfrm>
                <a:off x="1055" y="2913"/>
                <a:ext cx="230" cy="86"/>
              </a:xfrm>
              <a:custGeom>
                <a:avLst/>
                <a:gdLst/>
                <a:ahLst/>
                <a:cxnLst>
                  <a:cxn ang="0">
                    <a:pos x="24" y="0"/>
                  </a:cxn>
                  <a:cxn ang="0">
                    <a:pos x="6" y="13"/>
                  </a:cxn>
                  <a:cxn ang="0">
                    <a:pos x="33" y="32"/>
                  </a:cxn>
                  <a:cxn ang="0">
                    <a:pos x="202" y="48"/>
                  </a:cxn>
                  <a:cxn ang="0">
                    <a:pos x="203" y="86"/>
                  </a:cxn>
                </a:cxnLst>
                <a:rect l="0" t="0" r="0" b="0"/>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73" name="Oval 31"/>
              <p:cNvSpPr/>
              <p:nvPr/>
            </p:nvSpPr>
            <p:spPr>
              <a:xfrm>
                <a:off x="862" y="2612"/>
                <a:ext cx="29" cy="40"/>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674" name="Oval 32"/>
              <p:cNvSpPr/>
              <p:nvPr/>
            </p:nvSpPr>
            <p:spPr>
              <a:xfrm>
                <a:off x="866" y="3022"/>
                <a:ext cx="28" cy="40"/>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6653" name="Text Box 33"/>
            <p:cNvSpPr txBox="1"/>
            <p:nvPr/>
          </p:nvSpPr>
          <p:spPr>
            <a:xfrm>
              <a:off x="567" y="1888"/>
              <a:ext cx="214"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26654" name="Text Box 34"/>
            <p:cNvSpPr txBox="1"/>
            <p:nvPr/>
          </p:nvSpPr>
          <p:spPr>
            <a:xfrm>
              <a:off x="563" y="2341"/>
              <a:ext cx="321"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26655" name="Text Box 35"/>
            <p:cNvSpPr txBox="1"/>
            <p:nvPr/>
          </p:nvSpPr>
          <p:spPr>
            <a:xfrm>
              <a:off x="2408" y="1905"/>
              <a:ext cx="321"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26656" name="Text Box 36"/>
            <p:cNvSpPr txBox="1"/>
            <p:nvPr/>
          </p:nvSpPr>
          <p:spPr>
            <a:xfrm>
              <a:off x="2408" y="2295"/>
              <a:ext cx="321"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grpSp>
          <p:nvGrpSpPr>
            <p:cNvPr id="26657" name="Group 118"/>
            <p:cNvGrpSpPr/>
            <p:nvPr/>
          </p:nvGrpSpPr>
          <p:grpSpPr>
            <a:xfrm>
              <a:off x="793" y="2024"/>
              <a:ext cx="639" cy="494"/>
              <a:chOff x="793" y="1979"/>
              <a:chExt cx="639" cy="494"/>
            </a:xfrm>
          </p:grpSpPr>
          <p:sp>
            <p:nvSpPr>
              <p:cNvPr id="26658" name="Oval 19"/>
              <p:cNvSpPr/>
              <p:nvPr/>
            </p:nvSpPr>
            <p:spPr>
              <a:xfrm>
                <a:off x="793" y="2024"/>
                <a:ext cx="32" cy="41"/>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659" name="Oval 20"/>
              <p:cNvSpPr/>
              <p:nvPr/>
            </p:nvSpPr>
            <p:spPr>
              <a:xfrm>
                <a:off x="807" y="2432"/>
                <a:ext cx="32" cy="41"/>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6660" name="Freeform 13"/>
              <p:cNvSpPr/>
              <p:nvPr/>
            </p:nvSpPr>
            <p:spPr>
              <a:xfrm flipV="1">
                <a:off x="839" y="1979"/>
                <a:ext cx="543" cy="56"/>
              </a:xfrm>
              <a:custGeom>
                <a:avLst/>
                <a:gdLst/>
                <a:ahLst/>
                <a:cxnLst>
                  <a:cxn ang="0">
                    <a:pos x="0" y="0"/>
                  </a:cxn>
                  <a:cxn ang="0">
                    <a:pos x="543" y="0"/>
                  </a:cxn>
                </a:cxnLst>
                <a:rect l="0" t="0" r="0" b="0"/>
                <a:pathLst>
                  <a:path w="739" h="1">
                    <a:moveTo>
                      <a:pt x="0" y="0"/>
                    </a:moveTo>
                    <a:lnTo>
                      <a:pt x="739"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61" name="Freeform 15"/>
              <p:cNvSpPr/>
              <p:nvPr/>
            </p:nvSpPr>
            <p:spPr>
              <a:xfrm>
                <a:off x="1381" y="2035"/>
                <a:ext cx="50" cy="37"/>
              </a:xfrm>
              <a:custGeom>
                <a:avLst/>
                <a:gdLst/>
                <a:ahLst/>
                <a:cxnLst>
                  <a:cxn ang="0">
                    <a:pos x="0" y="0"/>
                  </a:cxn>
                  <a:cxn ang="0">
                    <a:pos x="47" y="11"/>
                  </a:cxn>
                  <a:cxn ang="0">
                    <a:pos x="16" y="37"/>
                  </a:cxn>
                </a:cxnLst>
                <a:rect l="0" t="0" r="0" b="0"/>
                <a:pathLst>
                  <a:path w="95" h="60">
                    <a:moveTo>
                      <a:pt x="0" y="0"/>
                    </a:moveTo>
                    <a:cubicBezTo>
                      <a:pt x="15" y="3"/>
                      <a:pt x="85" y="8"/>
                      <a:pt x="90" y="18"/>
                    </a:cubicBezTo>
                    <a:cubicBezTo>
                      <a:pt x="95" y="28"/>
                      <a:pt x="42" y="51"/>
                      <a:pt x="30" y="60"/>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62" name="Freeform 16"/>
              <p:cNvSpPr/>
              <p:nvPr/>
            </p:nvSpPr>
            <p:spPr>
              <a:xfrm>
                <a:off x="1182" y="2115"/>
                <a:ext cx="249" cy="76"/>
              </a:xfrm>
              <a:custGeom>
                <a:avLst/>
                <a:gdLst/>
                <a:ahLst/>
                <a:cxnLst>
                  <a:cxn ang="0">
                    <a:pos x="33" y="0"/>
                  </a:cxn>
                  <a:cxn ang="0">
                    <a:pos x="1" y="8"/>
                  </a:cxn>
                  <a:cxn ang="0">
                    <a:pos x="38" y="34"/>
                  </a:cxn>
                  <a:cxn ang="0">
                    <a:pos x="219" y="49"/>
                  </a:cxn>
                  <a:cxn ang="0">
                    <a:pos x="222" y="76"/>
                  </a:cxn>
                </a:cxnLst>
                <a:rect l="0" t="0" r="0" b="0"/>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63" name="Freeform 17"/>
              <p:cNvSpPr/>
              <p:nvPr/>
            </p:nvSpPr>
            <p:spPr>
              <a:xfrm>
                <a:off x="1182" y="2222"/>
                <a:ext cx="249" cy="76"/>
              </a:xfrm>
              <a:custGeom>
                <a:avLst/>
                <a:gdLst/>
                <a:ahLst/>
                <a:cxnLst>
                  <a:cxn ang="0">
                    <a:pos x="32" y="0"/>
                  </a:cxn>
                  <a:cxn ang="0">
                    <a:pos x="1" y="8"/>
                  </a:cxn>
                  <a:cxn ang="0">
                    <a:pos x="36" y="34"/>
                  </a:cxn>
                  <a:cxn ang="0">
                    <a:pos x="218" y="49"/>
                  </a:cxn>
                  <a:cxn ang="0">
                    <a:pos x="221" y="76"/>
                  </a:cxn>
                </a:cxnLst>
                <a:rect l="0" t="0" r="0" b="0"/>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64" name="Freeform 18"/>
              <p:cNvSpPr/>
              <p:nvPr/>
            </p:nvSpPr>
            <p:spPr>
              <a:xfrm>
                <a:off x="1175" y="2336"/>
                <a:ext cx="257" cy="87"/>
              </a:xfrm>
              <a:custGeom>
                <a:avLst/>
                <a:gdLst/>
                <a:ahLst/>
                <a:cxnLst>
                  <a:cxn ang="0">
                    <a:pos x="27" y="0"/>
                  </a:cxn>
                  <a:cxn ang="0">
                    <a:pos x="6" y="13"/>
                  </a:cxn>
                  <a:cxn ang="0">
                    <a:pos x="36" y="33"/>
                  </a:cxn>
                  <a:cxn ang="0">
                    <a:pos x="225" y="49"/>
                  </a:cxn>
                  <a:cxn ang="0">
                    <a:pos x="226" y="87"/>
                  </a:cxn>
                </a:cxnLst>
                <a:rect l="0" t="0" r="0" b="0"/>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26665" name="Line 116"/>
              <p:cNvSpPr/>
              <p:nvPr/>
            </p:nvSpPr>
            <p:spPr>
              <a:xfrm flipH="1">
                <a:off x="839" y="2441"/>
                <a:ext cx="363" cy="0"/>
              </a:xfrm>
              <a:prstGeom prst="line">
                <a:avLst/>
              </a:prstGeom>
              <a:ln w="28575" cap="flat" cmpd="sng">
                <a:solidFill>
                  <a:srgbClr val="00FFFF"/>
                </a:solidFill>
                <a:prstDash val="solid"/>
                <a:headEnd type="none" w="med" len="med"/>
                <a:tailEnd type="none" w="med" len="med"/>
              </a:ln>
            </p:spPr>
          </p:sp>
          <p:sp>
            <p:nvSpPr>
              <p:cNvPr id="26666" name="Line 21"/>
              <p:cNvSpPr/>
              <p:nvPr/>
            </p:nvSpPr>
            <p:spPr>
              <a:xfrm>
                <a:off x="884" y="2035"/>
                <a:ext cx="231" cy="0"/>
              </a:xfrm>
              <a:prstGeom prst="line">
                <a:avLst/>
              </a:prstGeom>
              <a:ln w="28575" cap="flat" cmpd="sng">
                <a:solidFill>
                  <a:srgbClr val="FF9900"/>
                </a:solidFill>
                <a:prstDash val="solid"/>
                <a:headEnd type="none" w="med" len="med"/>
                <a:tailEnd type="triangl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3797"/>
                                        </p:tgtEl>
                                        <p:attrNameLst>
                                          <p:attrName>style.visibility</p:attrName>
                                        </p:attrNameLst>
                                      </p:cBhvr>
                                      <p:to>
                                        <p:strVal val="visible"/>
                                      </p:to>
                                    </p:set>
                                    <p:anim calcmode="lin" valueType="num">
                                      <p:cBhvr additive="base">
                                        <p:cTn id="7" dur="500" fill="hold"/>
                                        <p:tgtEl>
                                          <p:spTgt spid="33797"/>
                                        </p:tgtEl>
                                        <p:attrNameLst>
                                          <p:attrName>ppt_x</p:attrName>
                                        </p:attrNameLst>
                                      </p:cBhvr>
                                      <p:tavLst>
                                        <p:tav tm="0">
                                          <p:val>
                                            <p:strVal val="0-#ppt_w/2"/>
                                          </p:val>
                                        </p:tav>
                                        <p:tav tm="100000">
                                          <p:val>
                                            <p:strVal val="#ppt_x"/>
                                          </p:val>
                                        </p:tav>
                                      </p:tavLst>
                                    </p:anim>
                                    <p:anim calcmode="lin" valueType="num">
                                      <p:cBhvr additive="base">
                                        <p:cTn id="8" dur="500" fill="hold"/>
                                        <p:tgtEl>
                                          <p:spTgt spid="337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3798"/>
                                        </p:tgtEl>
                                        <p:attrNameLst>
                                          <p:attrName>style.visibility</p:attrName>
                                        </p:attrNameLst>
                                      </p:cBhvr>
                                      <p:to>
                                        <p:strVal val="visible"/>
                                      </p:to>
                                    </p:set>
                                    <p:animEffect transition="in" filter="slide(fromBottom)">
                                      <p:cBhvr>
                                        <p:cTn id="13" dur="2000"/>
                                        <p:tgtEl>
                                          <p:spTgt spid="33798"/>
                                        </p:tgtEl>
                                      </p:cBhvr>
                                    </p:animEffect>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33880"/>
                                        </p:tgtEl>
                                        <p:attrNameLst>
                                          <p:attrName>style.visibility</p:attrName>
                                        </p:attrNameLst>
                                      </p:cBhvr>
                                      <p:to>
                                        <p:strVal val="visible"/>
                                      </p:to>
                                    </p:set>
                                    <p:anim calcmode="lin" valueType="num">
                                      <p:cBhvr>
                                        <p:cTn id="18" dur="1000" fill="hold"/>
                                        <p:tgtEl>
                                          <p:spTgt spid="33880"/>
                                        </p:tgtEl>
                                        <p:attrNameLst>
                                          <p:attrName>ppt_w</p:attrName>
                                        </p:attrNameLst>
                                      </p:cBhvr>
                                      <p:tavLst>
                                        <p:tav tm="0">
                                          <p:val>
                                            <p:fltVal val="0"/>
                                          </p:val>
                                        </p:tav>
                                        <p:tav tm="100000">
                                          <p:val>
                                            <p:strVal val="#ppt_w"/>
                                          </p:val>
                                        </p:tav>
                                      </p:tavLst>
                                    </p:anim>
                                    <p:anim calcmode="lin" valueType="num">
                                      <p:cBhvr>
                                        <p:cTn id="19" dur="1000" fill="hold"/>
                                        <p:tgtEl>
                                          <p:spTgt spid="33880"/>
                                        </p:tgtEl>
                                        <p:attrNameLst>
                                          <p:attrName>ppt_h</p:attrName>
                                        </p:attrNameLst>
                                      </p:cBhvr>
                                      <p:tavLst>
                                        <p:tav tm="0">
                                          <p:val>
                                            <p:fltVal val="0"/>
                                          </p:val>
                                        </p:tav>
                                        <p:tav tm="100000">
                                          <p:val>
                                            <p:strVal val="#ppt_h"/>
                                          </p:val>
                                        </p:tav>
                                      </p:tavLst>
                                    </p:anim>
                                    <p:anim calcmode="lin" valueType="num">
                                      <p:cBhvr>
                                        <p:cTn id="20" dur="1000" fill="hold"/>
                                        <p:tgtEl>
                                          <p:spTgt spid="33880"/>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3388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3911"/>
                                        </p:tgtEl>
                                        <p:attrNameLst>
                                          <p:attrName>style.visibility</p:attrName>
                                        </p:attrNameLst>
                                      </p:cBhvr>
                                      <p:to>
                                        <p:strVal val="visible"/>
                                      </p:to>
                                    </p:set>
                                    <p:animEffect transition="in" filter="blinds(horizontal)">
                                      <p:cBhvr>
                                        <p:cTn id="26" dur="500"/>
                                        <p:tgtEl>
                                          <p:spTgt spid="33911"/>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32" fill="hold" grpId="0" nodeType="clickEffect">
                                  <p:stCondLst>
                                    <p:cond delay="0"/>
                                  </p:stCondLst>
                                  <p:childTnLst>
                                    <p:set>
                                      <p:cBhvr>
                                        <p:cTn id="30" dur="1" fill="hold">
                                          <p:stCondLst>
                                            <p:cond delay="0"/>
                                          </p:stCondLst>
                                        </p:cTn>
                                        <p:tgtEl>
                                          <p:spTgt spid="33829"/>
                                        </p:tgtEl>
                                        <p:attrNameLst>
                                          <p:attrName>style.visibility</p:attrName>
                                        </p:attrNameLst>
                                      </p:cBhvr>
                                      <p:to>
                                        <p:strVal val="visible"/>
                                      </p:to>
                                    </p:set>
                                    <p:anim calcmode="lin" valueType="num">
                                      <p:cBhvr>
                                        <p:cTn id="31" dur="500" fill="hold"/>
                                        <p:tgtEl>
                                          <p:spTgt spid="33829"/>
                                        </p:tgtEl>
                                        <p:attrNameLst>
                                          <p:attrName>ppt_w</p:attrName>
                                        </p:attrNameLst>
                                      </p:cBhvr>
                                      <p:tavLst>
                                        <p:tav tm="0">
                                          <p:val>
                                            <p:strVal val="4*#ppt_w"/>
                                          </p:val>
                                        </p:tav>
                                        <p:tav tm="100000">
                                          <p:val>
                                            <p:strVal val="#ppt_w"/>
                                          </p:val>
                                        </p:tav>
                                      </p:tavLst>
                                    </p:anim>
                                    <p:anim calcmode="lin" valueType="num">
                                      <p:cBhvr>
                                        <p:cTn id="32" dur="500" fill="hold"/>
                                        <p:tgtEl>
                                          <p:spTgt spid="33829"/>
                                        </p:tgtEl>
                                        <p:attrNameLst>
                                          <p:attrName>ppt_h</p:attrName>
                                        </p:attrNameLst>
                                      </p:cBhvr>
                                      <p:tavLst>
                                        <p:tav tm="0">
                                          <p:val>
                                            <p:strVal val="4*#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32" fill="hold" grpId="0" nodeType="clickEffect">
                                  <p:stCondLst>
                                    <p:cond delay="0"/>
                                  </p:stCondLst>
                                  <p:childTnLst>
                                    <p:set>
                                      <p:cBhvr>
                                        <p:cTn id="36" dur="1" fill="hold">
                                          <p:stCondLst>
                                            <p:cond delay="0"/>
                                          </p:stCondLst>
                                        </p:cTn>
                                        <p:tgtEl>
                                          <p:spTgt spid="33830"/>
                                        </p:tgtEl>
                                        <p:attrNameLst>
                                          <p:attrName>style.visibility</p:attrName>
                                        </p:attrNameLst>
                                      </p:cBhvr>
                                      <p:to>
                                        <p:strVal val="visible"/>
                                      </p:to>
                                    </p:set>
                                    <p:anim calcmode="lin" valueType="num">
                                      <p:cBhvr>
                                        <p:cTn id="37" dur="500" fill="hold"/>
                                        <p:tgtEl>
                                          <p:spTgt spid="33830"/>
                                        </p:tgtEl>
                                        <p:attrNameLst>
                                          <p:attrName>ppt_w</p:attrName>
                                        </p:attrNameLst>
                                      </p:cBhvr>
                                      <p:tavLst>
                                        <p:tav tm="0">
                                          <p:val>
                                            <p:strVal val="4*#ppt_w"/>
                                          </p:val>
                                        </p:tav>
                                        <p:tav tm="100000">
                                          <p:val>
                                            <p:strVal val="#ppt_w"/>
                                          </p:val>
                                        </p:tav>
                                      </p:tavLst>
                                    </p:anim>
                                    <p:anim calcmode="lin" valueType="num">
                                      <p:cBhvr>
                                        <p:cTn id="38" dur="500" fill="hold"/>
                                        <p:tgtEl>
                                          <p:spTgt spid="33830"/>
                                        </p:tgtEl>
                                        <p:attrNameLst>
                                          <p:attrName>ppt_h</p:attrName>
                                        </p:attrNameLst>
                                      </p:cBhvr>
                                      <p:tavLst>
                                        <p:tav tm="0">
                                          <p:val>
                                            <p:strVal val="4*#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33837"/>
                                        </p:tgtEl>
                                        <p:attrNameLst>
                                          <p:attrName>style.visibility</p:attrName>
                                        </p:attrNameLst>
                                      </p:cBhvr>
                                      <p:to>
                                        <p:strVal val="visible"/>
                                      </p:to>
                                    </p:set>
                                    <p:anim calcmode="lin" valueType="num">
                                      <p:cBhvr>
                                        <p:cTn id="43" dur="500" fill="hold"/>
                                        <p:tgtEl>
                                          <p:spTgt spid="33837"/>
                                        </p:tgtEl>
                                        <p:attrNameLst>
                                          <p:attrName>ppt_w</p:attrName>
                                        </p:attrNameLst>
                                      </p:cBhvr>
                                      <p:tavLst>
                                        <p:tav tm="0">
                                          <p:val>
                                            <p:fltVal val="0"/>
                                          </p:val>
                                        </p:tav>
                                        <p:tav tm="100000">
                                          <p:val>
                                            <p:strVal val="#ppt_w"/>
                                          </p:val>
                                        </p:tav>
                                      </p:tavLst>
                                    </p:anim>
                                    <p:anim calcmode="lin" valueType="num">
                                      <p:cBhvr>
                                        <p:cTn id="44" dur="500" fill="hold"/>
                                        <p:tgtEl>
                                          <p:spTgt spid="33837"/>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 fill="hold">
                                          <p:stCondLst>
                                            <p:cond delay="0"/>
                                          </p:stCondLst>
                                        </p:cTn>
                                        <p:tgtEl>
                                          <p:spTgt spid="33831"/>
                                        </p:tgtEl>
                                        <p:attrNameLst>
                                          <p:attrName>style.visibility</p:attrName>
                                        </p:attrNameLst>
                                      </p:cBhvr>
                                      <p:to>
                                        <p:strVal val="visible"/>
                                      </p:to>
                                    </p:set>
                                    <p:animEffect transition="in" filter="box(out)">
                                      <p:cBhvr>
                                        <p:cTn id="49" dur="500"/>
                                        <p:tgtEl>
                                          <p:spTgt spid="33831"/>
                                        </p:tgtEl>
                                      </p:cBhvr>
                                    </p:animEffect>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grpId="0" nodeType="clickEffect">
                                  <p:stCondLst>
                                    <p:cond delay="0"/>
                                  </p:stCondLst>
                                  <p:childTnLst>
                                    <p:set>
                                      <p:cBhvr>
                                        <p:cTn id="53" dur="1" fill="hold">
                                          <p:stCondLst>
                                            <p:cond delay="0"/>
                                          </p:stCondLst>
                                        </p:cTn>
                                        <p:tgtEl>
                                          <p:spTgt spid="33874"/>
                                        </p:tgtEl>
                                        <p:attrNameLst>
                                          <p:attrName>style.visibility</p:attrName>
                                        </p:attrNameLst>
                                      </p:cBhvr>
                                      <p:to>
                                        <p:strVal val="visible"/>
                                      </p:to>
                                    </p:set>
                                    <p:anim calcmode="lin" valueType="num">
                                      <p:cBhvr>
                                        <p:cTn id="54" dur="500" fill="hold"/>
                                        <p:tgtEl>
                                          <p:spTgt spid="33874"/>
                                        </p:tgtEl>
                                        <p:attrNameLst>
                                          <p:attrName>ppt_w</p:attrName>
                                        </p:attrNameLst>
                                      </p:cBhvr>
                                      <p:tavLst>
                                        <p:tav tm="0">
                                          <p:val>
                                            <p:fltVal val="0"/>
                                          </p:val>
                                        </p:tav>
                                        <p:tav tm="100000">
                                          <p:val>
                                            <p:strVal val="#ppt_w"/>
                                          </p:val>
                                        </p:tav>
                                      </p:tavLst>
                                    </p:anim>
                                    <p:anim calcmode="lin" valueType="num">
                                      <p:cBhvr>
                                        <p:cTn id="55" dur="500" fill="hold"/>
                                        <p:tgtEl>
                                          <p:spTgt spid="33874"/>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grpId="0" nodeType="clickEffect">
                                  <p:stCondLst>
                                    <p:cond delay="0"/>
                                  </p:stCondLst>
                                  <p:childTnLst>
                                    <p:set>
                                      <p:cBhvr>
                                        <p:cTn id="59" dur="1" fill="hold">
                                          <p:stCondLst>
                                            <p:cond delay="0"/>
                                          </p:stCondLst>
                                        </p:cTn>
                                        <p:tgtEl>
                                          <p:spTgt spid="33875"/>
                                        </p:tgtEl>
                                        <p:attrNameLst>
                                          <p:attrName>style.visibility</p:attrName>
                                        </p:attrNameLst>
                                      </p:cBhvr>
                                      <p:to>
                                        <p:strVal val="visible"/>
                                      </p:to>
                                    </p:set>
                                    <p:anim calcmode="lin" valueType="num">
                                      <p:cBhvr>
                                        <p:cTn id="60" dur="500" fill="hold"/>
                                        <p:tgtEl>
                                          <p:spTgt spid="33875"/>
                                        </p:tgtEl>
                                        <p:attrNameLst>
                                          <p:attrName>ppt_w</p:attrName>
                                        </p:attrNameLst>
                                      </p:cBhvr>
                                      <p:tavLst>
                                        <p:tav tm="0">
                                          <p:val>
                                            <p:fltVal val="0"/>
                                          </p:val>
                                        </p:tav>
                                        <p:tav tm="100000">
                                          <p:val>
                                            <p:strVal val="#ppt_w"/>
                                          </p:val>
                                        </p:tav>
                                      </p:tavLst>
                                    </p:anim>
                                    <p:anim calcmode="lin" valueType="num">
                                      <p:cBhvr>
                                        <p:cTn id="61" dur="500" fill="hold"/>
                                        <p:tgtEl>
                                          <p:spTgt spid="33875"/>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4" presetClass="entr" presetSubtype="32" fill="hold" nodeType="clickEffect">
                                  <p:stCondLst>
                                    <p:cond delay="0"/>
                                  </p:stCondLst>
                                  <p:childTnLst>
                                    <p:set>
                                      <p:cBhvr>
                                        <p:cTn id="65" dur="1" fill="hold">
                                          <p:stCondLst>
                                            <p:cond delay="0"/>
                                          </p:stCondLst>
                                        </p:cTn>
                                        <p:tgtEl>
                                          <p:spTgt spid="33834"/>
                                        </p:tgtEl>
                                        <p:attrNameLst>
                                          <p:attrName>style.visibility</p:attrName>
                                        </p:attrNameLst>
                                      </p:cBhvr>
                                      <p:to>
                                        <p:strVal val="visible"/>
                                      </p:to>
                                    </p:set>
                                    <p:animEffect transition="in" filter="box(out)">
                                      <p:cBhvr>
                                        <p:cTn id="66" dur="500"/>
                                        <p:tgtEl>
                                          <p:spTgt spid="33834"/>
                                        </p:tgtEl>
                                      </p:cBhvr>
                                    </p:animEffect>
                                  </p:childTnLst>
                                </p:cTn>
                              </p:par>
                            </p:childTnLst>
                          </p:cTn>
                        </p:par>
                      </p:childTnLst>
                    </p:cTn>
                  </p:par>
                  <p:par>
                    <p:cTn id="67" fill="hold">
                      <p:stCondLst>
                        <p:cond delay="indefinite"/>
                      </p:stCondLst>
                      <p:childTnLst>
                        <p:par>
                          <p:cTn id="68" fill="hold">
                            <p:stCondLst>
                              <p:cond delay="0"/>
                            </p:stCondLst>
                            <p:childTnLst>
                              <p:par>
                                <p:cTn id="69" presetID="23" presetClass="entr" presetSubtype="32" fill="hold" grpId="0" nodeType="clickEffect">
                                  <p:stCondLst>
                                    <p:cond delay="0"/>
                                  </p:stCondLst>
                                  <p:childTnLst>
                                    <p:set>
                                      <p:cBhvr>
                                        <p:cTn id="70" dur="1" fill="hold">
                                          <p:stCondLst>
                                            <p:cond delay="0"/>
                                          </p:stCondLst>
                                        </p:cTn>
                                        <p:tgtEl>
                                          <p:spTgt spid="33877"/>
                                        </p:tgtEl>
                                        <p:attrNameLst>
                                          <p:attrName>style.visibility</p:attrName>
                                        </p:attrNameLst>
                                      </p:cBhvr>
                                      <p:to>
                                        <p:strVal val="visible"/>
                                      </p:to>
                                    </p:set>
                                    <p:anim calcmode="lin" valueType="num">
                                      <p:cBhvr>
                                        <p:cTn id="71" dur="500" fill="hold"/>
                                        <p:tgtEl>
                                          <p:spTgt spid="33877"/>
                                        </p:tgtEl>
                                        <p:attrNameLst>
                                          <p:attrName>ppt_w</p:attrName>
                                        </p:attrNameLst>
                                      </p:cBhvr>
                                      <p:tavLst>
                                        <p:tav tm="0">
                                          <p:val>
                                            <p:strVal val="4*#ppt_w"/>
                                          </p:val>
                                        </p:tav>
                                        <p:tav tm="100000">
                                          <p:val>
                                            <p:strVal val="#ppt_w"/>
                                          </p:val>
                                        </p:tav>
                                      </p:tavLst>
                                    </p:anim>
                                    <p:anim calcmode="lin" valueType="num">
                                      <p:cBhvr>
                                        <p:cTn id="72" dur="500" fill="hold"/>
                                        <p:tgtEl>
                                          <p:spTgt spid="33877"/>
                                        </p:tgtEl>
                                        <p:attrNameLst>
                                          <p:attrName>ppt_h</p:attrName>
                                        </p:attrNameLst>
                                      </p:cBhvr>
                                      <p:tavLst>
                                        <p:tav tm="0">
                                          <p:val>
                                            <p:strVal val="4*#ppt_h"/>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3" presetClass="entr" presetSubtype="32" fill="hold" grpId="0" nodeType="clickEffect">
                                  <p:stCondLst>
                                    <p:cond delay="0"/>
                                  </p:stCondLst>
                                  <p:childTnLst>
                                    <p:set>
                                      <p:cBhvr>
                                        <p:cTn id="76" dur="1" fill="hold">
                                          <p:stCondLst>
                                            <p:cond delay="0"/>
                                          </p:stCondLst>
                                        </p:cTn>
                                        <p:tgtEl>
                                          <p:spTgt spid="33876"/>
                                        </p:tgtEl>
                                        <p:attrNameLst>
                                          <p:attrName>style.visibility</p:attrName>
                                        </p:attrNameLst>
                                      </p:cBhvr>
                                      <p:to>
                                        <p:strVal val="visible"/>
                                      </p:to>
                                    </p:set>
                                    <p:anim calcmode="lin" valueType="num">
                                      <p:cBhvr>
                                        <p:cTn id="77" dur="500" fill="hold"/>
                                        <p:tgtEl>
                                          <p:spTgt spid="33876"/>
                                        </p:tgtEl>
                                        <p:attrNameLst>
                                          <p:attrName>ppt_w</p:attrName>
                                        </p:attrNameLst>
                                      </p:cBhvr>
                                      <p:tavLst>
                                        <p:tav tm="0">
                                          <p:val>
                                            <p:strVal val="4*#ppt_w"/>
                                          </p:val>
                                        </p:tav>
                                        <p:tav tm="100000">
                                          <p:val>
                                            <p:strVal val="#ppt_w"/>
                                          </p:val>
                                        </p:tav>
                                      </p:tavLst>
                                    </p:anim>
                                    <p:anim calcmode="lin" valueType="num">
                                      <p:cBhvr>
                                        <p:cTn id="78" dur="500" fill="hold"/>
                                        <p:tgtEl>
                                          <p:spTgt spid="33876"/>
                                        </p:tgtEl>
                                        <p:attrNameLst>
                                          <p:attrName>ppt_h</p:attrName>
                                        </p:attrNameLst>
                                      </p:cBhvr>
                                      <p:tavLst>
                                        <p:tav tm="0">
                                          <p:val>
                                            <p:strVal val="4*#ppt_h"/>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nodeType="clickEffect">
                                  <p:stCondLst>
                                    <p:cond delay="0"/>
                                  </p:stCondLst>
                                  <p:childTnLst>
                                    <p:set>
                                      <p:cBhvr>
                                        <p:cTn id="82" dur="1" fill="hold">
                                          <p:stCondLst>
                                            <p:cond delay="0"/>
                                          </p:stCondLst>
                                        </p:cTn>
                                        <p:tgtEl>
                                          <p:spTgt spid="33881"/>
                                        </p:tgtEl>
                                        <p:attrNameLst>
                                          <p:attrName>style.visibility</p:attrName>
                                        </p:attrNameLst>
                                      </p:cBhvr>
                                      <p:to>
                                        <p:strVal val="visible"/>
                                      </p:to>
                                    </p:set>
                                    <p:animEffect transition="in" filter="dissolve">
                                      <p:cBhvr>
                                        <p:cTn id="83" dur="500"/>
                                        <p:tgtEl>
                                          <p:spTgt spid="33881"/>
                                        </p:tgtEl>
                                      </p:cBhvr>
                                    </p:animEffect>
                                  </p:childTnLst>
                                </p:cTn>
                              </p:par>
                            </p:childTnLst>
                          </p:cTn>
                        </p:par>
                      </p:childTnLst>
                    </p:cTn>
                  </p:par>
                  <p:par>
                    <p:cTn id="84" fill="hold">
                      <p:stCondLst>
                        <p:cond delay="indefinite"/>
                      </p:stCondLst>
                      <p:childTnLst>
                        <p:par>
                          <p:cTn id="85" fill="hold">
                            <p:stCondLst>
                              <p:cond delay="0"/>
                            </p:stCondLst>
                            <p:childTnLst>
                              <p:par>
                                <p:cTn id="86" presetID="15" presetClass="entr" presetSubtype="0" fill="hold" grpId="0" nodeType="clickEffect">
                                  <p:stCondLst>
                                    <p:cond delay="0"/>
                                  </p:stCondLst>
                                  <p:childTnLst>
                                    <p:set>
                                      <p:cBhvr>
                                        <p:cTn id="87" dur="1" fill="hold">
                                          <p:stCondLst>
                                            <p:cond delay="0"/>
                                          </p:stCondLst>
                                        </p:cTn>
                                        <p:tgtEl>
                                          <p:spTgt spid="33878"/>
                                        </p:tgtEl>
                                        <p:attrNameLst>
                                          <p:attrName>style.visibility</p:attrName>
                                        </p:attrNameLst>
                                      </p:cBhvr>
                                      <p:to>
                                        <p:strVal val="visible"/>
                                      </p:to>
                                    </p:set>
                                    <p:anim calcmode="lin" valueType="num">
                                      <p:cBhvr>
                                        <p:cTn id="88" dur="1000" fill="hold"/>
                                        <p:tgtEl>
                                          <p:spTgt spid="33878"/>
                                        </p:tgtEl>
                                        <p:attrNameLst>
                                          <p:attrName>ppt_w</p:attrName>
                                        </p:attrNameLst>
                                      </p:cBhvr>
                                      <p:tavLst>
                                        <p:tav tm="0">
                                          <p:val>
                                            <p:fltVal val="0"/>
                                          </p:val>
                                        </p:tav>
                                        <p:tav tm="100000">
                                          <p:val>
                                            <p:strVal val="#ppt_w"/>
                                          </p:val>
                                        </p:tav>
                                      </p:tavLst>
                                    </p:anim>
                                    <p:anim calcmode="lin" valueType="num">
                                      <p:cBhvr>
                                        <p:cTn id="89" dur="1000" fill="hold"/>
                                        <p:tgtEl>
                                          <p:spTgt spid="33878"/>
                                        </p:tgtEl>
                                        <p:attrNameLst>
                                          <p:attrName>ppt_h</p:attrName>
                                        </p:attrNameLst>
                                      </p:cBhvr>
                                      <p:tavLst>
                                        <p:tav tm="0">
                                          <p:val>
                                            <p:fltVal val="0"/>
                                          </p:val>
                                        </p:tav>
                                        <p:tav tm="100000">
                                          <p:val>
                                            <p:strVal val="#ppt_h"/>
                                          </p:val>
                                        </p:tav>
                                      </p:tavLst>
                                    </p:anim>
                                    <p:anim calcmode="lin" valueType="num">
                                      <p:cBhvr>
                                        <p:cTn id="90" dur="1000" fill="hold"/>
                                        <p:tgtEl>
                                          <p:spTgt spid="33878"/>
                                        </p:tgtEl>
                                        <p:attrNameLst>
                                          <p:attrName>ppt_x</p:attrName>
                                        </p:attrNameLst>
                                      </p:cBhvr>
                                      <p:tavLst>
                                        <p:tav tm="0" fmla="#ppt_x+(cos(-2*pi*(1-$))*-#ppt_x-sin(-2*pi*(1-$))*(1-#ppt_y))*(1-$)">
                                          <p:val>
                                            <p:fltVal val="0"/>
                                          </p:val>
                                        </p:tav>
                                        <p:tav tm="100000">
                                          <p:val>
                                            <p:fltVal val="1"/>
                                          </p:val>
                                        </p:tav>
                                      </p:tavLst>
                                    </p:anim>
                                    <p:anim calcmode="lin" valueType="num">
                                      <p:cBhvr>
                                        <p:cTn id="91" dur="1000" fill="hold"/>
                                        <p:tgtEl>
                                          <p:spTgt spid="3387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2" fill="hold">
                      <p:stCondLst>
                        <p:cond delay="indefinite"/>
                      </p:stCondLst>
                      <p:childTnLst>
                        <p:par>
                          <p:cTn id="93" fill="hold">
                            <p:stCondLst>
                              <p:cond delay="0"/>
                            </p:stCondLst>
                            <p:childTnLst>
                              <p:par>
                                <p:cTn id="94" presetID="15" presetClass="entr" presetSubtype="0" fill="hold" grpId="0" nodeType="clickEffect">
                                  <p:stCondLst>
                                    <p:cond delay="0"/>
                                  </p:stCondLst>
                                  <p:childTnLst>
                                    <p:set>
                                      <p:cBhvr>
                                        <p:cTn id="95" dur="1" fill="hold">
                                          <p:stCondLst>
                                            <p:cond delay="0"/>
                                          </p:stCondLst>
                                        </p:cTn>
                                        <p:tgtEl>
                                          <p:spTgt spid="33879"/>
                                        </p:tgtEl>
                                        <p:attrNameLst>
                                          <p:attrName>style.visibility</p:attrName>
                                        </p:attrNameLst>
                                      </p:cBhvr>
                                      <p:to>
                                        <p:strVal val="visible"/>
                                      </p:to>
                                    </p:set>
                                    <p:anim calcmode="lin" valueType="num">
                                      <p:cBhvr>
                                        <p:cTn id="96" dur="1000" fill="hold"/>
                                        <p:tgtEl>
                                          <p:spTgt spid="33879"/>
                                        </p:tgtEl>
                                        <p:attrNameLst>
                                          <p:attrName>ppt_w</p:attrName>
                                        </p:attrNameLst>
                                      </p:cBhvr>
                                      <p:tavLst>
                                        <p:tav tm="0">
                                          <p:val>
                                            <p:fltVal val="0"/>
                                          </p:val>
                                        </p:tav>
                                        <p:tav tm="100000">
                                          <p:val>
                                            <p:strVal val="#ppt_w"/>
                                          </p:val>
                                        </p:tav>
                                      </p:tavLst>
                                    </p:anim>
                                    <p:anim calcmode="lin" valueType="num">
                                      <p:cBhvr>
                                        <p:cTn id="97" dur="1000" fill="hold"/>
                                        <p:tgtEl>
                                          <p:spTgt spid="33879"/>
                                        </p:tgtEl>
                                        <p:attrNameLst>
                                          <p:attrName>ppt_h</p:attrName>
                                        </p:attrNameLst>
                                      </p:cBhvr>
                                      <p:tavLst>
                                        <p:tav tm="0">
                                          <p:val>
                                            <p:fltVal val="0"/>
                                          </p:val>
                                        </p:tav>
                                        <p:tav tm="100000">
                                          <p:val>
                                            <p:strVal val="#ppt_h"/>
                                          </p:val>
                                        </p:tav>
                                      </p:tavLst>
                                    </p:anim>
                                    <p:anim calcmode="lin" valueType="num">
                                      <p:cBhvr>
                                        <p:cTn id="98" dur="1000" fill="hold"/>
                                        <p:tgtEl>
                                          <p:spTgt spid="33879"/>
                                        </p:tgtEl>
                                        <p:attrNameLst>
                                          <p:attrName>ppt_x</p:attrName>
                                        </p:attrNameLst>
                                      </p:cBhvr>
                                      <p:tavLst>
                                        <p:tav tm="0" fmla="#ppt_x+(cos(-2*pi*(1-$))*-#ppt_x-sin(-2*pi*(1-$))*(1-#ppt_y))*(1-$)">
                                          <p:val>
                                            <p:fltVal val="0"/>
                                          </p:val>
                                        </p:tav>
                                        <p:tav tm="100000">
                                          <p:val>
                                            <p:fltVal val="1"/>
                                          </p:val>
                                        </p:tav>
                                      </p:tavLst>
                                    </p:anim>
                                    <p:anim calcmode="lin" valueType="num">
                                      <p:cBhvr>
                                        <p:cTn id="99" dur="1000" fill="hold"/>
                                        <p:tgtEl>
                                          <p:spTgt spid="3387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0" fill="hold">
                      <p:stCondLst>
                        <p:cond delay="indefinite"/>
                      </p:stCondLst>
                      <p:childTnLst>
                        <p:par>
                          <p:cTn id="101" fill="hold">
                            <p:stCondLst>
                              <p:cond delay="0"/>
                            </p:stCondLst>
                            <p:childTnLst>
                              <p:par>
                                <p:cTn id="102" presetID="12" presetClass="entr" presetSubtype="4" fill="hold" grpId="0" nodeType="clickEffect">
                                  <p:stCondLst>
                                    <p:cond delay="0"/>
                                  </p:stCondLst>
                                  <p:childTnLst>
                                    <p:set>
                                      <p:cBhvr>
                                        <p:cTn id="103" dur="1" fill="hold">
                                          <p:stCondLst>
                                            <p:cond delay="0"/>
                                          </p:stCondLst>
                                        </p:cTn>
                                        <p:tgtEl>
                                          <p:spTgt spid="33886"/>
                                        </p:tgtEl>
                                        <p:attrNameLst>
                                          <p:attrName>style.visibility</p:attrName>
                                        </p:attrNameLst>
                                      </p:cBhvr>
                                      <p:to>
                                        <p:strVal val="visible"/>
                                      </p:to>
                                    </p:set>
                                    <p:animEffect transition="in" filter="slide(fromBottom)">
                                      <p:cBhvr>
                                        <p:cTn id="104" dur="2000"/>
                                        <p:tgtEl>
                                          <p:spTgt spid="33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nimBg="1"/>
      <p:bldP spid="33798" grpId="0"/>
      <p:bldP spid="33829" grpId="0"/>
      <p:bldP spid="33830" grpId="0"/>
      <p:bldP spid="33874" grpId="0"/>
      <p:bldP spid="33875" grpId="0"/>
      <p:bldP spid="33876" grpId="0"/>
      <p:bldP spid="33877" grpId="0"/>
      <p:bldP spid="33878" grpId="0"/>
      <p:bldP spid="33879" grpId="0"/>
      <p:bldP spid="33880" grpId="0"/>
      <p:bldP spid="3388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864" name="Group 96"/>
          <p:cNvGrpSpPr/>
          <p:nvPr/>
        </p:nvGrpSpPr>
        <p:grpSpPr>
          <a:xfrm>
            <a:off x="5651500" y="1600200"/>
            <a:ext cx="1822450" cy="1239838"/>
            <a:chOff x="793" y="2205"/>
            <a:chExt cx="1148" cy="781"/>
          </a:xfrm>
        </p:grpSpPr>
        <p:sp>
          <p:nvSpPr>
            <p:cNvPr id="27711" name="Freeform 97"/>
            <p:cNvSpPr/>
            <p:nvPr/>
          </p:nvSpPr>
          <p:spPr>
            <a:xfrm>
              <a:off x="793" y="2341"/>
              <a:ext cx="816" cy="46"/>
            </a:xfrm>
            <a:custGeom>
              <a:avLst/>
              <a:gdLst/>
              <a:ahLst/>
              <a:cxnLst>
                <a:cxn ang="0">
                  <a:pos x="0" y="0"/>
                </a:cxn>
                <a:cxn ang="0">
                  <a:pos x="816" y="0"/>
                </a:cxn>
              </a:cxnLst>
              <a:rect l="0" t="0" r="0" b="0"/>
              <a:pathLst>
                <a:path w="510" h="1">
                  <a:moveTo>
                    <a:pt x="0" y="0"/>
                  </a:moveTo>
                  <a:lnTo>
                    <a:pt x="510" y="0"/>
                  </a:ln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712" name="Freeform 98"/>
            <p:cNvSpPr/>
            <p:nvPr/>
          </p:nvSpPr>
          <p:spPr>
            <a:xfrm flipV="1">
              <a:off x="793" y="2840"/>
              <a:ext cx="834" cy="46"/>
            </a:xfrm>
            <a:custGeom>
              <a:avLst/>
              <a:gdLst/>
              <a:ahLst/>
              <a:cxnLst>
                <a:cxn ang="0">
                  <a:pos x="0" y="0"/>
                </a:cxn>
                <a:cxn ang="0">
                  <a:pos x="834" y="0"/>
                </a:cxn>
              </a:cxnLst>
              <a:rect l="0" t="0" r="0" b="0"/>
              <a:pathLst>
                <a:path w="516" h="1">
                  <a:moveTo>
                    <a:pt x="0" y="0"/>
                  </a:moveTo>
                  <a:lnTo>
                    <a:pt x="516" y="0"/>
                  </a:ln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713" name="Text Box 99"/>
            <p:cNvSpPr txBox="1"/>
            <p:nvPr/>
          </p:nvSpPr>
          <p:spPr>
            <a:xfrm>
              <a:off x="1701" y="2205"/>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7714" name="Text Box 100"/>
            <p:cNvSpPr txBox="1"/>
            <p:nvPr/>
          </p:nvSpPr>
          <p:spPr>
            <a:xfrm>
              <a:off x="1701" y="2659"/>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7715" name="Line 101"/>
            <p:cNvSpPr/>
            <p:nvPr/>
          </p:nvSpPr>
          <p:spPr>
            <a:xfrm>
              <a:off x="1610" y="2341"/>
              <a:ext cx="0" cy="545"/>
            </a:xfrm>
            <a:prstGeom prst="line">
              <a:avLst/>
            </a:prstGeom>
            <a:ln w="28575" cap="flat" cmpd="sng">
              <a:solidFill>
                <a:srgbClr val="FFCC00"/>
              </a:solidFill>
              <a:prstDash val="solid"/>
              <a:headEnd type="none" w="med" len="med"/>
              <a:tailEnd type="none" w="med" len="med"/>
            </a:ln>
          </p:spPr>
        </p:sp>
        <p:sp>
          <p:nvSpPr>
            <p:cNvPr id="27716" name="Oval 102"/>
            <p:cNvSpPr/>
            <p:nvPr/>
          </p:nvSpPr>
          <p:spPr>
            <a:xfrm>
              <a:off x="1429" y="2432"/>
              <a:ext cx="317" cy="317"/>
            </a:xfrm>
            <a:prstGeom prst="ellipse">
              <a:avLst/>
            </a:prstGeom>
            <a:blipFill rotWithShape="1">
              <a:blip r:embed="rId2"/>
            </a:blipFill>
            <a:ln w="38100" cap="flat" cmpd="sng">
              <a:solidFill>
                <a:srgbClr val="FF9900"/>
              </a:solidFill>
              <a:prstDash val="solid"/>
              <a:headEnd type="none" w="med" len="med"/>
              <a:tailEnd type="none" w="med" len="med"/>
            </a:ln>
          </p:spPr>
          <p:txBody>
            <a:bodyPr wrap="none" anchor="ctr" anchorCtr="0"/>
            <a:lstStyle/>
            <a:p>
              <a:pPr algn="ctr" eaLnBrk="1" hangingPunct="1"/>
              <a:r>
                <a:rPr lang="en-US" altLang="zh-CN" sz="2400" dirty="0">
                  <a:solidFill>
                    <a:schemeClr val="tx1"/>
                  </a:solidFill>
                  <a:latin typeface="Times New Roman" panose="02020603050405020304" pitchFamily="18" charset="0"/>
                  <a:ea typeface="仿宋_GB2312" pitchFamily="49" charset="-122"/>
                </a:rPr>
                <a:t>V</a:t>
              </a:r>
            </a:p>
          </p:txBody>
        </p:sp>
      </p:grpSp>
      <p:sp>
        <p:nvSpPr>
          <p:cNvPr id="32772" name="Text Box 4"/>
          <p:cNvSpPr txBox="1"/>
          <p:nvPr/>
        </p:nvSpPr>
        <p:spPr>
          <a:xfrm>
            <a:off x="539750" y="549275"/>
            <a:ext cx="3598863" cy="519113"/>
          </a:xfrm>
          <a:prstGeom prst="rect">
            <a:avLst/>
          </a:prstGeom>
          <a:solidFill>
            <a:srgbClr val="008080"/>
          </a:solidFill>
          <a:ln w="9525">
            <a:noFill/>
          </a:ln>
        </p:spPr>
        <p:txBody>
          <a:bodyPr>
            <a:spAutoFit/>
          </a:bodyPr>
          <a:lstStyle/>
          <a:p>
            <a:pPr eaLnBrk="1" hangingPunct="1"/>
            <a:r>
              <a:rPr lang="en-US" altLang="zh-CN" b="1" dirty="0">
                <a:solidFill>
                  <a:schemeClr val="bg1"/>
                </a:solidFill>
                <a:latin typeface="楷体_GB2312" pitchFamily="49" charset="-122"/>
              </a:rPr>
              <a:t> </a:t>
            </a:r>
            <a:r>
              <a:rPr lang="zh-CN" altLang="en-US" b="1" dirty="0">
                <a:solidFill>
                  <a:schemeClr val="bg1"/>
                </a:solidFill>
                <a:latin typeface="楷体_GB2312" pitchFamily="49" charset="-122"/>
              </a:rPr>
              <a:t>同名端的实验测定：</a:t>
            </a:r>
          </a:p>
        </p:txBody>
      </p:sp>
      <p:sp>
        <p:nvSpPr>
          <p:cNvPr id="32799" name="Text Box 31"/>
          <p:cNvSpPr txBox="1"/>
          <p:nvPr/>
        </p:nvSpPr>
        <p:spPr>
          <a:xfrm>
            <a:off x="3492500" y="1744663"/>
            <a:ext cx="436563" cy="519112"/>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00" name="Text Box 32"/>
          <p:cNvSpPr txBox="1"/>
          <p:nvPr/>
        </p:nvSpPr>
        <p:spPr>
          <a:xfrm>
            <a:off x="5292725" y="1816100"/>
            <a:ext cx="436563" cy="519113"/>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28" name="Text Box 60"/>
          <p:cNvSpPr txBox="1"/>
          <p:nvPr/>
        </p:nvSpPr>
        <p:spPr>
          <a:xfrm>
            <a:off x="5580063" y="3860800"/>
            <a:ext cx="2952750" cy="519113"/>
          </a:xfrm>
          <a:prstGeom prst="rect">
            <a:avLst/>
          </a:prstGeom>
          <a:noFill/>
          <a:ln w="9525">
            <a:noFill/>
          </a:ln>
        </p:spPr>
        <p:txBody>
          <a:bodyPr>
            <a:spAutoFit/>
          </a:bodyPr>
          <a:lstStyle/>
          <a:p>
            <a:pPr eaLnBrk="1" hangingPunct="1"/>
            <a:r>
              <a:rPr lang="zh-CN" altLang="en-US" b="1" dirty="0">
                <a:latin typeface="Times New Roman" panose="02020603050405020304" pitchFamily="18" charset="0"/>
              </a:rPr>
              <a:t>电压表正偏。</a:t>
            </a:r>
          </a:p>
        </p:txBody>
      </p:sp>
      <p:graphicFrame>
        <p:nvGraphicFramePr>
          <p:cNvPr id="32829" name="Object 61"/>
          <p:cNvGraphicFramePr>
            <a:graphicFrameLocks noChangeAspect="1"/>
          </p:cNvGraphicFramePr>
          <p:nvPr/>
        </p:nvGraphicFramePr>
        <p:xfrm>
          <a:off x="684213" y="3716338"/>
          <a:ext cx="4608512" cy="860425"/>
        </p:xfrm>
        <a:graphic>
          <a:graphicData uri="http://schemas.openxmlformats.org/presentationml/2006/ole">
            <mc:AlternateContent xmlns:mc="http://schemas.openxmlformats.org/markup-compatibility/2006">
              <mc:Choice xmlns:v="urn:schemas-microsoft-com:vml" Requires="v">
                <p:oleObj r:id="rId3" imgW="1917700" imgH="356870" progId="Equation.3">
                  <p:embed/>
                </p:oleObj>
              </mc:Choice>
              <mc:Fallback>
                <p:oleObj r:id="rId3" imgW="1917700" imgH="356870" progId="Equation.3">
                  <p:embed/>
                  <p:pic>
                    <p:nvPicPr>
                      <p:cNvPr id="0" name="图片 3086"/>
                      <p:cNvPicPr/>
                      <p:nvPr/>
                    </p:nvPicPr>
                    <p:blipFill>
                      <a:blip r:embed="rId4">
                        <a:clrChange>
                          <a:clrFrom>
                            <a:srgbClr val="000000"/>
                          </a:clrFrom>
                          <a:clrTo>
                            <a:srgbClr val="FFFFFF"/>
                          </a:clrTo>
                        </a:clrChange>
                      </a:blip>
                      <a:stretch>
                        <a:fillRect/>
                      </a:stretch>
                    </p:blipFill>
                    <p:spPr>
                      <a:xfrm>
                        <a:off x="684213" y="3716338"/>
                        <a:ext cx="4608512" cy="860425"/>
                      </a:xfrm>
                      <a:prstGeom prst="rect">
                        <a:avLst/>
                      </a:prstGeom>
                      <a:noFill/>
                      <a:ln w="38100">
                        <a:noFill/>
                        <a:miter/>
                      </a:ln>
                    </p:spPr>
                  </p:pic>
                </p:oleObj>
              </mc:Fallback>
            </mc:AlternateContent>
          </a:graphicData>
        </a:graphic>
      </p:graphicFrame>
      <p:sp>
        <p:nvSpPr>
          <p:cNvPr id="32830" name="Text Box 62"/>
          <p:cNvSpPr txBox="1"/>
          <p:nvPr/>
        </p:nvSpPr>
        <p:spPr>
          <a:xfrm>
            <a:off x="827088" y="3213100"/>
            <a:ext cx="7129462" cy="519113"/>
          </a:xfrm>
          <a:prstGeom prst="rect">
            <a:avLst/>
          </a:prstGeom>
          <a:noFill/>
          <a:ln w="19050">
            <a:noFill/>
          </a:ln>
        </p:spPr>
        <p:txBody>
          <a:bodyPr>
            <a:spAutoFit/>
          </a:bodyPr>
          <a:lstStyle/>
          <a:p>
            <a:pPr eaLnBrk="1" hangingPunct="1">
              <a:spcBef>
                <a:spcPct val="50000"/>
              </a:spcBef>
            </a:pPr>
            <a:r>
              <a:rPr lang="zh-CN" altLang="en-US" b="1" dirty="0">
                <a:latin typeface="楷体_GB2312" pitchFamily="49" charset="-122"/>
              </a:rPr>
              <a:t>如图电路，当闭合开关 </a:t>
            </a:r>
            <a:r>
              <a:rPr lang="en-US" altLang="zh-CN" dirty="0">
                <a:solidFill>
                  <a:schemeClr val="bg1"/>
                </a:solidFill>
                <a:latin typeface="Times New Roman" panose="02020603050405020304" pitchFamily="18" charset="0"/>
              </a:rPr>
              <a:t>S</a:t>
            </a:r>
            <a:r>
              <a:rPr lang="en-US" altLang="zh-CN" dirty="0">
                <a:latin typeface="楷体_GB2312" pitchFamily="49" charset="-122"/>
              </a:rPr>
              <a:t> </a:t>
            </a:r>
            <a:r>
              <a:rPr lang="zh-CN" altLang="en-US" b="1" dirty="0">
                <a:latin typeface="楷体_GB2312" pitchFamily="49" charset="-122"/>
              </a:rPr>
              <a:t>时，</a:t>
            </a:r>
            <a:r>
              <a:rPr lang="en-US" altLang="zh-CN" i="1" dirty="0">
                <a:solidFill>
                  <a:schemeClr val="bg1"/>
                </a:solidFill>
                <a:latin typeface="Times New Roman" panose="02020603050405020304" pitchFamily="18" charset="0"/>
              </a:rPr>
              <a:t>i</a:t>
            </a:r>
            <a:r>
              <a:rPr lang="en-US" altLang="zh-CN" i="1" dirty="0">
                <a:latin typeface="Times New Roman" panose="02020603050405020304" pitchFamily="18" charset="0"/>
              </a:rPr>
              <a:t> </a:t>
            </a:r>
            <a:r>
              <a:rPr lang="zh-CN" altLang="en-US" b="1" dirty="0">
                <a:latin typeface="楷体_GB2312" pitchFamily="49" charset="-122"/>
              </a:rPr>
              <a:t>增加，</a:t>
            </a:r>
          </a:p>
        </p:txBody>
      </p:sp>
      <p:sp>
        <p:nvSpPr>
          <p:cNvPr id="32831" name="Text Box 63"/>
          <p:cNvSpPr txBox="1"/>
          <p:nvPr/>
        </p:nvSpPr>
        <p:spPr>
          <a:xfrm>
            <a:off x="611188" y="4652963"/>
            <a:ext cx="7467600" cy="1630362"/>
          </a:xfrm>
          <a:prstGeom prst="rect">
            <a:avLst/>
          </a:prstGeom>
          <a:noFill/>
          <a:ln w="9525">
            <a:noFill/>
          </a:ln>
        </p:spPr>
        <p:txBody>
          <a:bodyPr>
            <a:spAutoFit/>
          </a:bodyPr>
          <a:lstStyle/>
          <a:p>
            <a:pPr algn="just" eaLnBrk="1" hangingPunct="1">
              <a:lnSpc>
                <a:spcPct val="120000"/>
              </a:lnSpc>
            </a:pPr>
            <a:r>
              <a:rPr lang="en-US" altLang="zh-CN" b="1" dirty="0">
                <a:latin typeface="楷体_GB2312" pitchFamily="49" charset="-122"/>
              </a:rPr>
              <a:t>    </a:t>
            </a:r>
            <a:r>
              <a:rPr lang="zh-CN" altLang="en-US" b="1" dirty="0">
                <a:latin typeface="楷体_GB2312" pitchFamily="49" charset="-122"/>
              </a:rPr>
              <a:t>当两组线圈装在黑盒里，只引出四个端线组，要确定其同名端，就可以利用上面的结论来加以判断。</a:t>
            </a:r>
          </a:p>
        </p:txBody>
      </p:sp>
      <p:sp>
        <p:nvSpPr>
          <p:cNvPr id="32836" name="Text Box 68"/>
          <p:cNvSpPr txBox="1"/>
          <p:nvPr/>
        </p:nvSpPr>
        <p:spPr>
          <a:xfrm>
            <a:off x="5651500" y="1673225"/>
            <a:ext cx="452438" cy="519113"/>
          </a:xfrm>
          <a:prstGeom prst="rect">
            <a:avLst/>
          </a:prstGeom>
          <a:noFill/>
          <a:ln w="19050">
            <a:noFill/>
          </a:ln>
        </p:spPr>
        <p:txBody>
          <a:bodyPr wrap="none">
            <a:spAutoFit/>
          </a:bodyPr>
          <a:lstStyle/>
          <a:p>
            <a:pPr eaLnBrk="1" hangingPunct="1"/>
            <a:r>
              <a:rPr lang="en-US" altLang="zh-CN" dirty="0">
                <a:solidFill>
                  <a:srgbClr val="FF33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rgbClr val="FF3300"/>
              </a:solidFill>
              <a:latin typeface="Times New Roman" panose="02020603050405020304" pitchFamily="18" charset="0"/>
              <a:ea typeface="宋体" panose="02010600030101010101" pitchFamily="2" charset="-122"/>
            </a:endParaRPr>
          </a:p>
        </p:txBody>
      </p:sp>
      <p:sp>
        <p:nvSpPr>
          <p:cNvPr id="32837" name="Text Box 69"/>
          <p:cNvSpPr txBox="1"/>
          <p:nvPr/>
        </p:nvSpPr>
        <p:spPr>
          <a:xfrm>
            <a:off x="2843213" y="1673225"/>
            <a:ext cx="452437" cy="519113"/>
          </a:xfrm>
          <a:prstGeom prst="rect">
            <a:avLst/>
          </a:prstGeom>
          <a:noFill/>
          <a:ln w="19050">
            <a:noFill/>
          </a:ln>
        </p:spPr>
        <p:txBody>
          <a:bodyPr wrap="none">
            <a:spAutoFit/>
          </a:bodyPr>
          <a:lstStyle/>
          <a:p>
            <a:pPr eaLnBrk="1" hangingPunct="1"/>
            <a:r>
              <a:rPr lang="en-US" altLang="zh-CN" dirty="0">
                <a:solidFill>
                  <a:srgbClr val="FF33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rgbClr val="FF3300"/>
              </a:solidFill>
              <a:latin typeface="Times New Roman" panose="02020603050405020304" pitchFamily="18" charset="0"/>
              <a:ea typeface="宋体" panose="02010600030101010101" pitchFamily="2" charset="-122"/>
            </a:endParaRPr>
          </a:p>
        </p:txBody>
      </p:sp>
      <p:grpSp>
        <p:nvGrpSpPr>
          <p:cNvPr id="27660" name="Group 74"/>
          <p:cNvGrpSpPr/>
          <p:nvPr/>
        </p:nvGrpSpPr>
        <p:grpSpPr>
          <a:xfrm>
            <a:off x="8316913" y="6446838"/>
            <a:ext cx="792162" cy="366712"/>
            <a:chOff x="5193" y="4020"/>
            <a:chExt cx="499" cy="231"/>
          </a:xfrm>
        </p:grpSpPr>
        <p:pic>
          <p:nvPicPr>
            <p:cNvPr id="27709" name="Picture 75"/>
            <p:cNvPicPr>
              <a:picLocks noChangeAspect="1"/>
            </p:cNvPicPr>
            <p:nvPr/>
          </p:nvPicPr>
          <p:blipFill>
            <a:blip r:embed="rId5"/>
            <a:stretch>
              <a:fillRect/>
            </a:stretch>
          </p:blipFill>
          <p:spPr>
            <a:xfrm>
              <a:off x="5193" y="4066"/>
              <a:ext cx="499" cy="181"/>
            </a:xfrm>
            <a:prstGeom prst="rect">
              <a:avLst/>
            </a:prstGeom>
            <a:noFill/>
            <a:ln w="9525">
              <a:noFill/>
            </a:ln>
          </p:spPr>
        </p:pic>
        <p:sp>
          <p:nvSpPr>
            <p:cNvPr id="27710" name="Text Box 7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7661" name="Group 77"/>
          <p:cNvGrpSpPr/>
          <p:nvPr/>
        </p:nvGrpSpPr>
        <p:grpSpPr>
          <a:xfrm>
            <a:off x="7453313" y="6446838"/>
            <a:ext cx="792162" cy="366712"/>
            <a:chOff x="4649" y="4020"/>
            <a:chExt cx="499" cy="231"/>
          </a:xfrm>
        </p:grpSpPr>
        <p:pic>
          <p:nvPicPr>
            <p:cNvPr id="27707" name="Picture 78"/>
            <p:cNvPicPr>
              <a:picLocks noChangeAspect="1"/>
            </p:cNvPicPr>
            <p:nvPr/>
          </p:nvPicPr>
          <p:blipFill>
            <a:blip r:embed="rId5"/>
            <a:stretch>
              <a:fillRect/>
            </a:stretch>
          </p:blipFill>
          <p:spPr>
            <a:xfrm>
              <a:off x="4649" y="4066"/>
              <a:ext cx="499" cy="181"/>
            </a:xfrm>
            <a:prstGeom prst="rect">
              <a:avLst/>
            </a:prstGeom>
            <a:noFill/>
            <a:ln w="9525">
              <a:noFill/>
            </a:ln>
          </p:spPr>
        </p:pic>
        <p:sp>
          <p:nvSpPr>
            <p:cNvPr id="27708" name="Text Box 7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2880" name="Group 112"/>
          <p:cNvGrpSpPr/>
          <p:nvPr/>
        </p:nvGrpSpPr>
        <p:grpSpPr>
          <a:xfrm>
            <a:off x="1116013" y="1241425"/>
            <a:ext cx="2376487" cy="1482725"/>
            <a:chOff x="703" y="709"/>
            <a:chExt cx="1497" cy="934"/>
          </a:xfrm>
        </p:grpSpPr>
        <p:sp>
          <p:nvSpPr>
            <p:cNvPr id="27696" name="Oval 84"/>
            <p:cNvSpPr/>
            <p:nvPr/>
          </p:nvSpPr>
          <p:spPr>
            <a:xfrm>
              <a:off x="884" y="111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27697" name="Line 85"/>
            <p:cNvSpPr/>
            <p:nvPr/>
          </p:nvSpPr>
          <p:spPr>
            <a:xfrm flipV="1">
              <a:off x="1066" y="1026"/>
              <a:ext cx="453" cy="0"/>
            </a:xfrm>
            <a:prstGeom prst="line">
              <a:avLst/>
            </a:prstGeom>
            <a:ln w="28575" cap="flat" cmpd="sng">
              <a:solidFill>
                <a:srgbClr val="FFCC00"/>
              </a:solidFill>
              <a:prstDash val="solid"/>
              <a:headEnd type="none" w="med" len="med"/>
              <a:tailEnd type="none" w="med" len="med"/>
            </a:ln>
          </p:spPr>
        </p:sp>
        <p:sp>
          <p:nvSpPr>
            <p:cNvPr id="27698" name="Line 86"/>
            <p:cNvSpPr/>
            <p:nvPr/>
          </p:nvSpPr>
          <p:spPr>
            <a:xfrm flipH="1">
              <a:off x="1065" y="1571"/>
              <a:ext cx="1135" cy="0"/>
            </a:xfrm>
            <a:prstGeom prst="line">
              <a:avLst/>
            </a:prstGeom>
            <a:ln w="28575" cap="flat" cmpd="sng">
              <a:solidFill>
                <a:srgbClr val="FFCC00"/>
              </a:solidFill>
              <a:prstDash val="solid"/>
              <a:headEnd type="none" w="med" len="med"/>
              <a:tailEnd type="none" w="med" len="med"/>
            </a:ln>
          </p:spPr>
        </p:sp>
        <p:sp>
          <p:nvSpPr>
            <p:cNvPr id="27699" name="Line 87"/>
            <p:cNvSpPr/>
            <p:nvPr/>
          </p:nvSpPr>
          <p:spPr>
            <a:xfrm flipH="1">
              <a:off x="1066" y="1026"/>
              <a:ext cx="0" cy="545"/>
            </a:xfrm>
            <a:prstGeom prst="line">
              <a:avLst/>
            </a:prstGeom>
            <a:ln w="28575" cap="flat" cmpd="sng">
              <a:solidFill>
                <a:srgbClr val="FFCC00"/>
              </a:solidFill>
              <a:prstDash val="solid"/>
              <a:headEnd type="none" w="med" len="med"/>
              <a:tailEnd type="none" w="med" len="med"/>
            </a:ln>
          </p:spPr>
        </p:sp>
        <p:sp>
          <p:nvSpPr>
            <p:cNvPr id="27700" name="Line 89"/>
            <p:cNvSpPr/>
            <p:nvPr/>
          </p:nvSpPr>
          <p:spPr>
            <a:xfrm flipV="1">
              <a:off x="1607" y="1026"/>
              <a:ext cx="593" cy="6"/>
            </a:xfrm>
            <a:prstGeom prst="line">
              <a:avLst/>
            </a:prstGeom>
            <a:ln w="28575" cap="flat" cmpd="sng">
              <a:solidFill>
                <a:srgbClr val="FFCC00"/>
              </a:solidFill>
              <a:prstDash val="solid"/>
              <a:headEnd type="none" w="med" len="med"/>
              <a:tailEnd type="none" w="med" len="med"/>
            </a:ln>
          </p:spPr>
        </p:sp>
        <p:sp>
          <p:nvSpPr>
            <p:cNvPr id="27701" name="Freeform 90"/>
            <p:cNvSpPr/>
            <p:nvPr/>
          </p:nvSpPr>
          <p:spPr>
            <a:xfrm>
              <a:off x="1429" y="1026"/>
              <a:ext cx="181" cy="156"/>
            </a:xfrm>
            <a:custGeom>
              <a:avLst/>
              <a:gdLst/>
              <a:ahLst/>
              <a:cxnLst>
                <a:cxn ang="0">
                  <a:pos x="0" y="156"/>
                </a:cxn>
                <a:cxn ang="0">
                  <a:pos x="181" y="0"/>
                </a:cxn>
              </a:cxnLst>
              <a:rect l="0" t="0" r="0" b="0"/>
              <a:pathLst>
                <a:path w="144" h="66">
                  <a:moveTo>
                    <a:pt x="0" y="66"/>
                  </a:moveTo>
                  <a:lnTo>
                    <a:pt x="144" y="0"/>
                  </a:ln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702" name="Text Box 91"/>
            <p:cNvSpPr txBox="1"/>
            <p:nvPr/>
          </p:nvSpPr>
          <p:spPr>
            <a:xfrm>
              <a:off x="1401" y="1234"/>
              <a:ext cx="288"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7703" name="Text Box 92"/>
            <p:cNvSpPr txBox="1"/>
            <p:nvPr/>
          </p:nvSpPr>
          <p:spPr>
            <a:xfrm>
              <a:off x="1383" y="709"/>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S</a:t>
              </a:r>
            </a:p>
          </p:txBody>
        </p:sp>
        <p:sp>
          <p:nvSpPr>
            <p:cNvPr id="27704" name="Rectangle 93"/>
            <p:cNvSpPr/>
            <p:nvPr/>
          </p:nvSpPr>
          <p:spPr>
            <a:xfrm>
              <a:off x="1383" y="150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27705" name="Text Box 94"/>
            <p:cNvSpPr txBox="1"/>
            <p:nvPr/>
          </p:nvSpPr>
          <p:spPr>
            <a:xfrm>
              <a:off x="703" y="890"/>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7706" name="Text Box 95"/>
            <p:cNvSpPr txBox="1"/>
            <p:nvPr/>
          </p:nvSpPr>
          <p:spPr>
            <a:xfrm>
              <a:off x="703" y="1298"/>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宋体" panose="02010600030101010101" pitchFamily="2" charset="-122"/>
                  <a:ea typeface="宋体" panose="02010600030101010101" pitchFamily="2" charset="-122"/>
                </a:rPr>
                <a:t>-</a:t>
              </a:r>
            </a:p>
          </p:txBody>
        </p:sp>
      </p:grpSp>
      <p:grpSp>
        <p:nvGrpSpPr>
          <p:cNvPr id="32873" name="Group 105"/>
          <p:cNvGrpSpPr/>
          <p:nvPr/>
        </p:nvGrpSpPr>
        <p:grpSpPr>
          <a:xfrm>
            <a:off x="2555875" y="1600200"/>
            <a:ext cx="576263" cy="519113"/>
            <a:chOff x="1519" y="1026"/>
            <a:chExt cx="363" cy="327"/>
          </a:xfrm>
        </p:grpSpPr>
        <p:sp>
          <p:nvSpPr>
            <p:cNvPr id="27694" name="Line 103"/>
            <p:cNvSpPr/>
            <p:nvPr/>
          </p:nvSpPr>
          <p:spPr>
            <a:xfrm>
              <a:off x="1565" y="1117"/>
              <a:ext cx="317" cy="0"/>
            </a:xfrm>
            <a:prstGeom prst="line">
              <a:avLst/>
            </a:prstGeom>
            <a:ln w="28575" cap="flat" cmpd="sng">
              <a:solidFill>
                <a:srgbClr val="00FFFF"/>
              </a:solidFill>
              <a:prstDash val="solid"/>
              <a:headEnd type="none" w="med" len="med"/>
              <a:tailEnd type="triangle" w="med" len="med"/>
            </a:ln>
          </p:spPr>
        </p:sp>
        <p:sp>
          <p:nvSpPr>
            <p:cNvPr id="27695" name="Text Box 104"/>
            <p:cNvSpPr txBox="1"/>
            <p:nvPr/>
          </p:nvSpPr>
          <p:spPr>
            <a:xfrm>
              <a:off x="1519" y="1026"/>
              <a:ext cx="363"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i</a:t>
              </a:r>
            </a:p>
          </p:txBody>
        </p:sp>
      </p:grpSp>
      <p:grpSp>
        <p:nvGrpSpPr>
          <p:cNvPr id="27664" name="Group 109"/>
          <p:cNvGrpSpPr/>
          <p:nvPr/>
        </p:nvGrpSpPr>
        <p:grpSpPr>
          <a:xfrm>
            <a:off x="6588125" y="6446838"/>
            <a:ext cx="792163" cy="366712"/>
            <a:chOff x="4649" y="4020"/>
            <a:chExt cx="499" cy="231"/>
          </a:xfrm>
        </p:grpSpPr>
        <p:pic>
          <p:nvPicPr>
            <p:cNvPr id="27692" name="Picture 110"/>
            <p:cNvPicPr>
              <a:picLocks noChangeAspect="1"/>
            </p:cNvPicPr>
            <p:nvPr/>
          </p:nvPicPr>
          <p:blipFill>
            <a:blip r:embed="rId5"/>
            <a:stretch>
              <a:fillRect/>
            </a:stretch>
          </p:blipFill>
          <p:spPr>
            <a:xfrm>
              <a:off x="4649" y="4066"/>
              <a:ext cx="499" cy="181"/>
            </a:xfrm>
            <a:prstGeom prst="rect">
              <a:avLst/>
            </a:prstGeom>
            <a:noFill/>
            <a:ln w="9525">
              <a:noFill/>
            </a:ln>
          </p:spPr>
        </p:pic>
        <p:sp>
          <p:nvSpPr>
            <p:cNvPr id="27693" name="Text Box 11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32882" name="Group 114"/>
          <p:cNvGrpSpPr/>
          <p:nvPr/>
        </p:nvGrpSpPr>
        <p:grpSpPr>
          <a:xfrm>
            <a:off x="3348038" y="1270000"/>
            <a:ext cx="2438400" cy="1727200"/>
            <a:chOff x="4468" y="2069"/>
            <a:chExt cx="1536" cy="1088"/>
          </a:xfrm>
        </p:grpSpPr>
        <p:sp>
          <p:nvSpPr>
            <p:cNvPr id="27667" name="Rectangle 6"/>
            <p:cNvSpPr/>
            <p:nvPr/>
          </p:nvSpPr>
          <p:spPr>
            <a:xfrm>
              <a:off x="4835" y="2168"/>
              <a:ext cx="785" cy="918"/>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7668" name="Rectangle 7"/>
            <p:cNvSpPr/>
            <p:nvPr/>
          </p:nvSpPr>
          <p:spPr>
            <a:xfrm>
              <a:off x="4996" y="2331"/>
              <a:ext cx="432" cy="580"/>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nvGrpSpPr>
            <p:cNvPr id="27669" name="Group 8"/>
            <p:cNvGrpSpPr/>
            <p:nvPr/>
          </p:nvGrpSpPr>
          <p:grpSpPr>
            <a:xfrm>
              <a:off x="4610" y="2380"/>
              <a:ext cx="423" cy="450"/>
              <a:chOff x="862" y="2612"/>
              <a:chExt cx="423" cy="450"/>
            </a:xfrm>
          </p:grpSpPr>
          <p:sp>
            <p:nvSpPr>
              <p:cNvPr id="27684" name="Freeform 9"/>
              <p:cNvSpPr/>
              <p:nvPr/>
            </p:nvSpPr>
            <p:spPr>
              <a:xfrm>
                <a:off x="892" y="2626"/>
                <a:ext cx="348" cy="1"/>
              </a:xfrm>
              <a:custGeom>
                <a:avLst/>
                <a:gdLst/>
                <a:ahLst/>
                <a:cxnLst>
                  <a:cxn ang="0">
                    <a:pos x="0" y="0"/>
                  </a:cxn>
                  <a:cxn ang="0">
                    <a:pos x="348" y="0"/>
                  </a:cxn>
                </a:cxnLst>
                <a:rect l="0" t="0" r="0" b="0"/>
                <a:pathLst>
                  <a:path w="739" h="1">
                    <a:moveTo>
                      <a:pt x="0" y="0"/>
                    </a:moveTo>
                    <a:lnTo>
                      <a:pt x="739" y="0"/>
                    </a:ln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85" name="Line 10"/>
              <p:cNvSpPr/>
              <p:nvPr/>
            </p:nvSpPr>
            <p:spPr>
              <a:xfrm>
                <a:off x="888" y="3036"/>
                <a:ext cx="204" cy="3"/>
              </a:xfrm>
              <a:prstGeom prst="line">
                <a:avLst/>
              </a:prstGeom>
              <a:ln w="28575" cap="flat" cmpd="sng">
                <a:solidFill>
                  <a:srgbClr val="FFCC00"/>
                </a:solidFill>
                <a:prstDash val="solid"/>
                <a:headEnd type="none" w="med" len="med"/>
                <a:tailEnd type="none" w="med" len="med"/>
              </a:ln>
            </p:spPr>
          </p:sp>
          <p:sp>
            <p:nvSpPr>
              <p:cNvPr id="27686" name="Freeform 11"/>
              <p:cNvSpPr/>
              <p:nvPr/>
            </p:nvSpPr>
            <p:spPr>
              <a:xfrm>
                <a:off x="1239" y="2624"/>
                <a:ext cx="45" cy="36"/>
              </a:xfrm>
              <a:custGeom>
                <a:avLst/>
                <a:gdLst/>
                <a:ahLst/>
                <a:cxnLst>
                  <a:cxn ang="0">
                    <a:pos x="0" y="0"/>
                  </a:cxn>
                  <a:cxn ang="0">
                    <a:pos x="43" y="11"/>
                  </a:cxn>
                  <a:cxn ang="0">
                    <a:pos x="14" y="36"/>
                  </a:cxn>
                </a:cxnLst>
                <a:rect l="0" t="0" r="0" b="0"/>
                <a:pathLst>
                  <a:path w="95" h="60">
                    <a:moveTo>
                      <a:pt x="0" y="0"/>
                    </a:moveTo>
                    <a:cubicBezTo>
                      <a:pt x="15" y="3"/>
                      <a:pt x="85" y="8"/>
                      <a:pt x="90" y="18"/>
                    </a:cubicBezTo>
                    <a:cubicBezTo>
                      <a:pt x="95" y="28"/>
                      <a:pt x="42" y="51"/>
                      <a:pt x="30" y="60"/>
                    </a:cubicBez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87" name="Freeform 12"/>
              <p:cNvSpPr/>
              <p:nvPr/>
            </p:nvSpPr>
            <p:spPr>
              <a:xfrm>
                <a:off x="1061" y="2697"/>
                <a:ext cx="223" cy="75"/>
              </a:xfrm>
              <a:custGeom>
                <a:avLst/>
                <a:gdLst/>
                <a:ahLst/>
                <a:cxnLst>
                  <a:cxn ang="0">
                    <a:pos x="29" y="0"/>
                  </a:cxn>
                  <a:cxn ang="0">
                    <a:pos x="1" y="8"/>
                  </a:cxn>
                  <a:cxn ang="0">
                    <a:pos x="34" y="34"/>
                  </a:cxn>
                  <a:cxn ang="0">
                    <a:pos x="196" y="49"/>
                  </a:cxn>
                  <a:cxn ang="0">
                    <a:pos x="199" y="75"/>
                  </a:cxn>
                </a:cxnLst>
                <a:rect l="0" t="0" r="0" b="0"/>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88" name="Freeform 13"/>
              <p:cNvSpPr/>
              <p:nvPr/>
            </p:nvSpPr>
            <p:spPr>
              <a:xfrm>
                <a:off x="1061" y="2801"/>
                <a:ext cx="223" cy="75"/>
              </a:xfrm>
              <a:custGeom>
                <a:avLst/>
                <a:gdLst/>
                <a:ahLst/>
                <a:cxnLst>
                  <a:cxn ang="0">
                    <a:pos x="29" y="0"/>
                  </a:cxn>
                  <a:cxn ang="0">
                    <a:pos x="0" y="8"/>
                  </a:cxn>
                  <a:cxn ang="0">
                    <a:pos x="32" y="34"/>
                  </a:cxn>
                  <a:cxn ang="0">
                    <a:pos x="195" y="49"/>
                  </a:cxn>
                  <a:cxn ang="0">
                    <a:pos x="198" y="75"/>
                  </a:cxn>
                </a:cxnLst>
                <a:rect l="0" t="0" r="0" b="0"/>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89" name="Freeform 14"/>
              <p:cNvSpPr/>
              <p:nvPr/>
            </p:nvSpPr>
            <p:spPr>
              <a:xfrm>
                <a:off x="1055" y="2913"/>
                <a:ext cx="230" cy="86"/>
              </a:xfrm>
              <a:custGeom>
                <a:avLst/>
                <a:gdLst/>
                <a:ahLst/>
                <a:cxnLst>
                  <a:cxn ang="0">
                    <a:pos x="24" y="0"/>
                  </a:cxn>
                  <a:cxn ang="0">
                    <a:pos x="6" y="13"/>
                  </a:cxn>
                  <a:cxn ang="0">
                    <a:pos x="33" y="32"/>
                  </a:cxn>
                  <a:cxn ang="0">
                    <a:pos x="202" y="48"/>
                  </a:cxn>
                  <a:cxn ang="0">
                    <a:pos x="203" y="86"/>
                  </a:cxn>
                </a:cxnLst>
                <a:rect l="0" t="0" r="0" b="0"/>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90" name="Oval 15"/>
              <p:cNvSpPr/>
              <p:nvPr/>
            </p:nvSpPr>
            <p:spPr>
              <a:xfrm>
                <a:off x="862" y="2612"/>
                <a:ext cx="29" cy="40"/>
              </a:xfrm>
              <a:prstGeom prst="ellipse">
                <a:avLst/>
              </a:prstGeom>
              <a:noFill/>
              <a:ln w="28575" cap="flat" cmpd="sng">
                <a:solidFill>
                  <a:srgbClr val="FFCC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7691" name="Oval 16"/>
              <p:cNvSpPr/>
              <p:nvPr/>
            </p:nvSpPr>
            <p:spPr>
              <a:xfrm>
                <a:off x="866" y="3022"/>
                <a:ext cx="28" cy="40"/>
              </a:xfrm>
              <a:prstGeom prst="ellipse">
                <a:avLst/>
              </a:prstGeom>
              <a:noFill/>
              <a:ln w="28575" cap="flat" cmpd="sng">
                <a:solidFill>
                  <a:srgbClr val="FFCC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7670" name="Text Box 18"/>
            <p:cNvSpPr txBox="1"/>
            <p:nvPr/>
          </p:nvSpPr>
          <p:spPr>
            <a:xfrm>
              <a:off x="4656" y="2069"/>
              <a:ext cx="304" cy="321"/>
            </a:xfrm>
            <a:prstGeom prst="rect">
              <a:avLst/>
            </a:prstGeom>
            <a:noFill/>
            <a:ln w="28575">
              <a:noFill/>
            </a:ln>
          </p:spPr>
          <p:txBody>
            <a:bodyPr/>
            <a:lstStyle/>
            <a:p>
              <a:pPr algn="just" eaLnBrk="1" hangingPunct="1"/>
              <a:r>
                <a:rPr lang="en-US" altLang="zh-CN" i="1" dirty="0">
                  <a:solidFill>
                    <a:schemeClr val="bg1"/>
                  </a:solidFill>
                  <a:latin typeface="Times New Roman" panose="02020603050405020304" pitchFamily="18" charset="0"/>
                  <a:ea typeface="宋体" panose="02010600030101010101" pitchFamily="2" charset="-122"/>
                </a:rPr>
                <a:t>i</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7671" name="Freeform 19"/>
            <p:cNvSpPr/>
            <p:nvPr/>
          </p:nvSpPr>
          <p:spPr>
            <a:xfrm flipH="1">
              <a:off x="5436" y="2421"/>
              <a:ext cx="376" cy="47"/>
            </a:xfrm>
            <a:custGeom>
              <a:avLst/>
              <a:gdLst/>
              <a:ahLst/>
              <a:cxnLst>
                <a:cxn ang="0">
                  <a:pos x="0" y="0"/>
                </a:cxn>
                <a:cxn ang="0">
                  <a:pos x="376" y="0"/>
                </a:cxn>
              </a:cxnLst>
              <a:rect l="0" t="0" r="0" b="0"/>
              <a:pathLst>
                <a:path w="739" h="1">
                  <a:moveTo>
                    <a:pt x="0" y="0"/>
                  </a:moveTo>
                  <a:lnTo>
                    <a:pt x="739" y="0"/>
                  </a:ln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72" name="Freeform 20"/>
            <p:cNvSpPr/>
            <p:nvPr/>
          </p:nvSpPr>
          <p:spPr>
            <a:xfrm>
              <a:off x="5622" y="2816"/>
              <a:ext cx="214" cy="2"/>
            </a:xfrm>
            <a:custGeom>
              <a:avLst/>
              <a:gdLst/>
              <a:ahLst/>
              <a:cxnLst>
                <a:cxn ang="0">
                  <a:pos x="214" y="0"/>
                </a:cxn>
                <a:cxn ang="0">
                  <a:pos x="0" y="2"/>
                </a:cxn>
              </a:cxnLst>
              <a:rect l="0" t="0" r="0" b="0"/>
              <a:pathLst>
                <a:path w="214" h="2">
                  <a:moveTo>
                    <a:pt x="214" y="0"/>
                  </a:moveTo>
                  <a:lnTo>
                    <a:pt x="0" y="2"/>
                  </a:ln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73" name="Freeform 21"/>
            <p:cNvSpPr/>
            <p:nvPr/>
          </p:nvSpPr>
          <p:spPr>
            <a:xfrm flipH="1">
              <a:off x="5381" y="2420"/>
              <a:ext cx="56" cy="34"/>
            </a:xfrm>
            <a:custGeom>
              <a:avLst/>
              <a:gdLst/>
              <a:ahLst/>
              <a:cxnLst>
                <a:cxn ang="0">
                  <a:pos x="0" y="0"/>
                </a:cxn>
                <a:cxn ang="0">
                  <a:pos x="53" y="10"/>
                </a:cxn>
                <a:cxn ang="0">
                  <a:pos x="18" y="34"/>
                </a:cxn>
              </a:cxnLst>
              <a:rect l="0" t="0" r="0" b="0"/>
              <a:pathLst>
                <a:path w="95" h="60">
                  <a:moveTo>
                    <a:pt x="0" y="0"/>
                  </a:moveTo>
                  <a:cubicBezTo>
                    <a:pt x="15" y="3"/>
                    <a:pt x="85" y="8"/>
                    <a:pt x="90" y="18"/>
                  </a:cubicBezTo>
                  <a:cubicBezTo>
                    <a:pt x="95" y="28"/>
                    <a:pt x="42" y="51"/>
                    <a:pt x="30" y="60"/>
                  </a:cubicBez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74" name="Freeform 22"/>
            <p:cNvSpPr/>
            <p:nvPr/>
          </p:nvSpPr>
          <p:spPr>
            <a:xfrm flipH="1">
              <a:off x="5381" y="2490"/>
              <a:ext cx="279" cy="72"/>
            </a:xfrm>
            <a:custGeom>
              <a:avLst/>
              <a:gdLst/>
              <a:ahLst/>
              <a:cxnLst>
                <a:cxn ang="0">
                  <a:pos x="36" y="0"/>
                </a:cxn>
                <a:cxn ang="0">
                  <a:pos x="1" y="8"/>
                </a:cxn>
                <a:cxn ang="0">
                  <a:pos x="43" y="33"/>
                </a:cxn>
                <a:cxn ang="0">
                  <a:pos x="245" y="47"/>
                </a:cxn>
                <a:cxn ang="0">
                  <a:pos x="248" y="72"/>
                </a:cxn>
              </a:cxnLst>
              <a:rect l="0" t="0" r="0" b="0"/>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75" name="Freeform 23"/>
            <p:cNvSpPr/>
            <p:nvPr/>
          </p:nvSpPr>
          <p:spPr>
            <a:xfrm flipH="1">
              <a:off x="5381" y="2589"/>
              <a:ext cx="279" cy="72"/>
            </a:xfrm>
            <a:custGeom>
              <a:avLst/>
              <a:gdLst/>
              <a:ahLst/>
              <a:cxnLst>
                <a:cxn ang="0">
                  <a:pos x="36" y="0"/>
                </a:cxn>
                <a:cxn ang="0">
                  <a:pos x="1" y="8"/>
                </a:cxn>
                <a:cxn ang="0">
                  <a:pos x="41" y="33"/>
                </a:cxn>
                <a:cxn ang="0">
                  <a:pos x="244" y="47"/>
                </a:cxn>
                <a:cxn ang="0">
                  <a:pos x="248" y="72"/>
                </a:cxn>
              </a:cxnLst>
              <a:rect l="0" t="0" r="0" b="0"/>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76" name="Freeform 24"/>
            <p:cNvSpPr/>
            <p:nvPr/>
          </p:nvSpPr>
          <p:spPr>
            <a:xfrm flipH="1">
              <a:off x="5380" y="2697"/>
              <a:ext cx="287" cy="83"/>
            </a:xfrm>
            <a:custGeom>
              <a:avLst/>
              <a:gdLst/>
              <a:ahLst/>
              <a:cxnLst>
                <a:cxn ang="0">
                  <a:pos x="30" y="0"/>
                </a:cxn>
                <a:cxn ang="0">
                  <a:pos x="7" y="12"/>
                </a:cxn>
                <a:cxn ang="0">
                  <a:pos x="41" y="31"/>
                </a:cxn>
                <a:cxn ang="0">
                  <a:pos x="252" y="47"/>
                </a:cxn>
                <a:cxn ang="0">
                  <a:pos x="253" y="83"/>
                </a:cxn>
              </a:cxnLst>
              <a:rect l="0" t="0" r="0" b="0"/>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28575" cap="flat" cmpd="sng">
              <a:solidFill>
                <a:srgbClr val="FFCC00">
                  <a:alpha val="100000"/>
                </a:srgbClr>
              </a:solidFill>
              <a:prstDash val="solid"/>
              <a:round/>
              <a:headEnd type="none" w="med" len="med"/>
              <a:tailEnd type="none" w="med" len="med"/>
            </a:ln>
          </p:spPr>
          <p:txBody>
            <a:bodyPr/>
            <a:lstStyle/>
            <a:p>
              <a:endParaRPr lang="zh-CN" altLang="en-US"/>
            </a:p>
          </p:txBody>
        </p:sp>
        <p:sp>
          <p:nvSpPr>
            <p:cNvPr id="27677" name="Oval 25"/>
            <p:cNvSpPr/>
            <p:nvPr/>
          </p:nvSpPr>
          <p:spPr>
            <a:xfrm flipH="1">
              <a:off x="5812" y="2408"/>
              <a:ext cx="36" cy="38"/>
            </a:xfrm>
            <a:prstGeom prst="ellipse">
              <a:avLst/>
            </a:prstGeom>
            <a:noFill/>
            <a:ln w="28575" cap="flat" cmpd="sng">
              <a:solidFill>
                <a:srgbClr val="FFCC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7678" name="Oval 26"/>
            <p:cNvSpPr/>
            <p:nvPr/>
          </p:nvSpPr>
          <p:spPr>
            <a:xfrm flipH="1">
              <a:off x="5825" y="2802"/>
              <a:ext cx="35" cy="38"/>
            </a:xfrm>
            <a:prstGeom prst="ellipse">
              <a:avLst/>
            </a:prstGeom>
            <a:noFill/>
            <a:ln w="28575" cap="flat" cmpd="sng">
              <a:solidFill>
                <a:srgbClr val="FFCC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7679" name="Text Box 27"/>
            <p:cNvSpPr txBox="1"/>
            <p:nvPr/>
          </p:nvSpPr>
          <p:spPr>
            <a:xfrm>
              <a:off x="4468" y="2069"/>
              <a:ext cx="192"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27680" name="Text Box 28"/>
            <p:cNvSpPr txBox="1"/>
            <p:nvPr/>
          </p:nvSpPr>
          <p:spPr>
            <a:xfrm>
              <a:off x="4468" y="2792"/>
              <a:ext cx="288"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27681" name="Text Box 29"/>
            <p:cNvSpPr txBox="1"/>
            <p:nvPr/>
          </p:nvSpPr>
          <p:spPr>
            <a:xfrm>
              <a:off x="5716" y="2105"/>
              <a:ext cx="288"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27682" name="Text Box 30"/>
            <p:cNvSpPr txBox="1"/>
            <p:nvPr/>
          </p:nvSpPr>
          <p:spPr>
            <a:xfrm>
              <a:off x="5716" y="2830"/>
              <a:ext cx="288"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27683" name="Line 17"/>
            <p:cNvSpPr/>
            <p:nvPr/>
          </p:nvSpPr>
          <p:spPr>
            <a:xfrm>
              <a:off x="4643" y="2387"/>
              <a:ext cx="181" cy="0"/>
            </a:xfrm>
            <a:prstGeom prst="line">
              <a:avLst/>
            </a:prstGeom>
            <a:ln w="28575" cap="flat" cmpd="sng">
              <a:solidFill>
                <a:srgbClr val="00FFFF"/>
              </a:solidFill>
              <a:prstDash val="solid"/>
              <a:headEnd type="none" w="med" len="med"/>
              <a:tailEnd type="triangle" w="med" len="med"/>
            </a:ln>
          </p:spPr>
        </p:sp>
      </p:grpSp>
      <p:sp>
        <p:nvSpPr>
          <p:cNvPr id="32832" name="Rectangle 64"/>
          <p:cNvSpPr/>
          <p:nvPr/>
        </p:nvSpPr>
        <p:spPr>
          <a:xfrm>
            <a:off x="3348038" y="1268413"/>
            <a:ext cx="2376487" cy="1828800"/>
          </a:xfrm>
          <a:prstGeom prst="rect">
            <a:avLst/>
          </a:prstGeom>
          <a:blipFill rotWithShape="1">
            <a:blip r:embed="rId6"/>
          </a:blipFill>
          <a:ln w="38100" cap="flat" cmpd="sng">
            <a:solidFill>
              <a:srgbClr val="FF99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2772"/>
                                        </p:tgtEl>
                                        <p:attrNameLst>
                                          <p:attrName>style.visibility</p:attrName>
                                        </p:attrNameLst>
                                      </p:cBhvr>
                                      <p:to>
                                        <p:strVal val="visible"/>
                                      </p:to>
                                    </p:set>
                                    <p:anim calcmode="lin" valueType="num">
                                      <p:cBhvr additive="base">
                                        <p:cTn id="7" dur="500" fill="hold"/>
                                        <p:tgtEl>
                                          <p:spTgt spid="32772"/>
                                        </p:tgtEl>
                                        <p:attrNameLst>
                                          <p:attrName>ppt_x</p:attrName>
                                        </p:attrNameLst>
                                      </p:cBhvr>
                                      <p:tavLst>
                                        <p:tav tm="0">
                                          <p:val>
                                            <p:strVal val="#ppt_x"/>
                                          </p:val>
                                        </p:tav>
                                        <p:tav tm="100000">
                                          <p:val>
                                            <p:strVal val="#ppt_x"/>
                                          </p:val>
                                        </p:tav>
                                      </p:tavLst>
                                    </p:anim>
                                    <p:anim calcmode="lin" valueType="num">
                                      <p:cBhvr additive="base">
                                        <p:cTn id="8" dur="500" fill="hold"/>
                                        <p:tgtEl>
                                          <p:spTgt spid="3277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32882"/>
                                        </p:tgtEl>
                                        <p:attrNameLst>
                                          <p:attrName>style.visibility</p:attrName>
                                        </p:attrNameLst>
                                      </p:cBhvr>
                                      <p:to>
                                        <p:strVal val="visible"/>
                                      </p:to>
                                    </p:set>
                                    <p:anim calcmode="lin" valueType="num">
                                      <p:cBhvr>
                                        <p:cTn id="12" dur="500" fill="hold"/>
                                        <p:tgtEl>
                                          <p:spTgt spid="32882"/>
                                        </p:tgtEl>
                                        <p:attrNameLst>
                                          <p:attrName>ppt_w</p:attrName>
                                        </p:attrNameLst>
                                      </p:cBhvr>
                                      <p:tavLst>
                                        <p:tav tm="0">
                                          <p:val>
                                            <p:fltVal val="0"/>
                                          </p:val>
                                        </p:tav>
                                        <p:tav tm="100000">
                                          <p:val>
                                            <p:strVal val="#ppt_w"/>
                                          </p:val>
                                        </p:tav>
                                      </p:tavLst>
                                    </p:anim>
                                    <p:anim calcmode="lin" valueType="num">
                                      <p:cBhvr>
                                        <p:cTn id="13" dur="500" fill="hold"/>
                                        <p:tgtEl>
                                          <p:spTgt spid="3288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32799"/>
                                        </p:tgtEl>
                                        <p:attrNameLst>
                                          <p:attrName>style.visibility</p:attrName>
                                        </p:attrNameLst>
                                      </p:cBhvr>
                                      <p:to>
                                        <p:strVal val="visible"/>
                                      </p:to>
                                    </p:set>
                                    <p:animEffect transition="in" filter="box(out)">
                                      <p:cBhvr>
                                        <p:cTn id="18" dur="500"/>
                                        <p:tgtEl>
                                          <p:spTgt spid="32799"/>
                                        </p:tgtEl>
                                      </p:cBhvr>
                                    </p:animEffect>
                                  </p:childTnLst>
                                </p:cTn>
                              </p:par>
                            </p:childTnLst>
                          </p:cTn>
                        </p:par>
                        <p:par>
                          <p:cTn id="19" fill="hold">
                            <p:stCondLst>
                              <p:cond delay="500"/>
                            </p:stCondLst>
                            <p:childTnLst>
                              <p:par>
                                <p:cTn id="20" presetID="4" presetClass="entr" presetSubtype="32" fill="hold" grpId="0" nodeType="afterEffect">
                                  <p:stCondLst>
                                    <p:cond delay="0"/>
                                  </p:stCondLst>
                                  <p:childTnLst>
                                    <p:set>
                                      <p:cBhvr>
                                        <p:cTn id="21" dur="1" fill="hold">
                                          <p:stCondLst>
                                            <p:cond delay="0"/>
                                          </p:stCondLst>
                                        </p:cTn>
                                        <p:tgtEl>
                                          <p:spTgt spid="32800"/>
                                        </p:tgtEl>
                                        <p:attrNameLst>
                                          <p:attrName>style.visibility</p:attrName>
                                        </p:attrNameLst>
                                      </p:cBhvr>
                                      <p:to>
                                        <p:strVal val="visible"/>
                                      </p:to>
                                    </p:set>
                                    <p:animEffect transition="in" filter="box(out)">
                                      <p:cBhvr>
                                        <p:cTn id="22" dur="500"/>
                                        <p:tgtEl>
                                          <p:spTgt spid="3280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2832"/>
                                        </p:tgtEl>
                                        <p:attrNameLst>
                                          <p:attrName>style.visibility</p:attrName>
                                        </p:attrNameLst>
                                      </p:cBhvr>
                                      <p:to>
                                        <p:strVal val="visible"/>
                                      </p:to>
                                    </p:set>
                                    <p:animEffect transition="in" filter="box(in)">
                                      <p:cBhvr>
                                        <p:cTn id="27" dur="500"/>
                                        <p:tgtEl>
                                          <p:spTgt spid="3283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2880"/>
                                        </p:tgtEl>
                                        <p:attrNameLst>
                                          <p:attrName>style.visibility</p:attrName>
                                        </p:attrNameLst>
                                      </p:cBhvr>
                                      <p:to>
                                        <p:strVal val="visible"/>
                                      </p:to>
                                    </p:set>
                                    <p:anim calcmode="lin" valueType="num">
                                      <p:cBhvr additive="base">
                                        <p:cTn id="32" dur="500" fill="hold"/>
                                        <p:tgtEl>
                                          <p:spTgt spid="32880"/>
                                        </p:tgtEl>
                                        <p:attrNameLst>
                                          <p:attrName>ppt_x</p:attrName>
                                        </p:attrNameLst>
                                      </p:cBhvr>
                                      <p:tavLst>
                                        <p:tav tm="0">
                                          <p:val>
                                            <p:strVal val="0-#ppt_w/2"/>
                                          </p:val>
                                        </p:tav>
                                        <p:tav tm="100000">
                                          <p:val>
                                            <p:strVal val="#ppt_x"/>
                                          </p:val>
                                        </p:tav>
                                      </p:tavLst>
                                    </p:anim>
                                    <p:anim calcmode="lin" valueType="num">
                                      <p:cBhvr additive="base">
                                        <p:cTn id="33" dur="500" fill="hold"/>
                                        <p:tgtEl>
                                          <p:spTgt spid="32880"/>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32873"/>
                                        </p:tgtEl>
                                        <p:attrNameLst>
                                          <p:attrName>style.visibility</p:attrName>
                                        </p:attrNameLst>
                                      </p:cBhvr>
                                      <p:to>
                                        <p:strVal val="visible"/>
                                      </p:to>
                                    </p:set>
                                    <p:animEffect transition="in" filter="blinds(horizontal)">
                                      <p:cBhvr>
                                        <p:cTn id="37" dur="500"/>
                                        <p:tgtEl>
                                          <p:spTgt spid="3287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2" fill="hold" nodeType="clickEffect">
                                  <p:stCondLst>
                                    <p:cond delay="0"/>
                                  </p:stCondLst>
                                  <p:childTnLst>
                                    <p:set>
                                      <p:cBhvr>
                                        <p:cTn id="41" dur="1" fill="hold">
                                          <p:stCondLst>
                                            <p:cond delay="0"/>
                                          </p:stCondLst>
                                        </p:cTn>
                                        <p:tgtEl>
                                          <p:spTgt spid="32864"/>
                                        </p:tgtEl>
                                        <p:attrNameLst>
                                          <p:attrName>style.visibility</p:attrName>
                                        </p:attrNameLst>
                                      </p:cBhvr>
                                      <p:to>
                                        <p:strVal val="visible"/>
                                      </p:to>
                                    </p:set>
                                    <p:animEffect transition="in" filter="slide(fromRight)">
                                      <p:cBhvr>
                                        <p:cTn id="42" dur="500"/>
                                        <p:tgtEl>
                                          <p:spTgt spid="3286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2830"/>
                                        </p:tgtEl>
                                        <p:attrNameLst>
                                          <p:attrName>style.visibility</p:attrName>
                                        </p:attrNameLst>
                                      </p:cBhvr>
                                      <p:to>
                                        <p:strVal val="visible"/>
                                      </p:to>
                                    </p:set>
                                    <p:animEffect transition="in" filter="wipe(left)">
                                      <p:cBhvr>
                                        <p:cTn id="47" dur="500"/>
                                        <p:tgtEl>
                                          <p:spTgt spid="32830"/>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10" fill="hold" nodeType="clickEffect">
                                  <p:stCondLst>
                                    <p:cond delay="0"/>
                                  </p:stCondLst>
                                  <p:childTnLst>
                                    <p:set>
                                      <p:cBhvr>
                                        <p:cTn id="51" dur="1" fill="hold">
                                          <p:stCondLst>
                                            <p:cond delay="0"/>
                                          </p:stCondLst>
                                        </p:cTn>
                                        <p:tgtEl>
                                          <p:spTgt spid="32829"/>
                                        </p:tgtEl>
                                        <p:attrNameLst>
                                          <p:attrName>style.visibility</p:attrName>
                                        </p:attrNameLst>
                                      </p:cBhvr>
                                      <p:to>
                                        <p:strVal val="visible"/>
                                      </p:to>
                                    </p:set>
                                    <p:anim calcmode="lin" valueType="num">
                                      <p:cBhvr>
                                        <p:cTn id="52" dur="500" fill="hold"/>
                                        <p:tgtEl>
                                          <p:spTgt spid="32829"/>
                                        </p:tgtEl>
                                        <p:attrNameLst>
                                          <p:attrName>ppt_w</p:attrName>
                                        </p:attrNameLst>
                                      </p:cBhvr>
                                      <p:tavLst>
                                        <p:tav tm="0">
                                          <p:val>
                                            <p:fltVal val="0"/>
                                          </p:val>
                                        </p:tav>
                                        <p:tav tm="100000">
                                          <p:val>
                                            <p:strVal val="#ppt_w"/>
                                          </p:val>
                                        </p:tav>
                                      </p:tavLst>
                                    </p:anim>
                                    <p:anim calcmode="lin" valueType="num">
                                      <p:cBhvr>
                                        <p:cTn id="53" dur="500" fill="hold"/>
                                        <p:tgtEl>
                                          <p:spTgt spid="32829"/>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32828"/>
                                        </p:tgtEl>
                                        <p:attrNameLst>
                                          <p:attrName>style.visibility</p:attrName>
                                        </p:attrNameLst>
                                      </p:cBhvr>
                                      <p:to>
                                        <p:strVal val="visible"/>
                                      </p:to>
                                    </p:set>
                                    <p:anim calcmode="lin" valueType="num">
                                      <p:cBhvr additive="base">
                                        <p:cTn id="58" dur="500" fill="hold"/>
                                        <p:tgtEl>
                                          <p:spTgt spid="32828"/>
                                        </p:tgtEl>
                                        <p:attrNameLst>
                                          <p:attrName>ppt_x</p:attrName>
                                        </p:attrNameLst>
                                      </p:cBhvr>
                                      <p:tavLst>
                                        <p:tav tm="0">
                                          <p:val>
                                            <p:strVal val="1+#ppt_w/2"/>
                                          </p:val>
                                        </p:tav>
                                        <p:tav tm="100000">
                                          <p:val>
                                            <p:strVal val="#ppt_x"/>
                                          </p:val>
                                        </p:tav>
                                      </p:tavLst>
                                    </p:anim>
                                    <p:anim calcmode="lin" valueType="num">
                                      <p:cBhvr additive="base">
                                        <p:cTn id="59" dur="500" fill="hold"/>
                                        <p:tgtEl>
                                          <p:spTgt spid="32828"/>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5" presetClass="entr" presetSubtype="0" fill="hold" grpId="0" nodeType="clickEffect">
                                  <p:stCondLst>
                                    <p:cond delay="0"/>
                                  </p:stCondLst>
                                  <p:childTnLst>
                                    <p:set>
                                      <p:cBhvr>
                                        <p:cTn id="63" dur="1" fill="hold">
                                          <p:stCondLst>
                                            <p:cond delay="0"/>
                                          </p:stCondLst>
                                        </p:cTn>
                                        <p:tgtEl>
                                          <p:spTgt spid="32837"/>
                                        </p:tgtEl>
                                        <p:attrNameLst>
                                          <p:attrName>style.visibility</p:attrName>
                                        </p:attrNameLst>
                                      </p:cBhvr>
                                      <p:to>
                                        <p:strVal val="visible"/>
                                      </p:to>
                                    </p:set>
                                    <p:anim calcmode="lin" valueType="num">
                                      <p:cBhvr>
                                        <p:cTn id="64" dur="1000" fill="hold"/>
                                        <p:tgtEl>
                                          <p:spTgt spid="32837"/>
                                        </p:tgtEl>
                                        <p:attrNameLst>
                                          <p:attrName>ppt_w</p:attrName>
                                        </p:attrNameLst>
                                      </p:cBhvr>
                                      <p:tavLst>
                                        <p:tav tm="0">
                                          <p:val>
                                            <p:fltVal val="0"/>
                                          </p:val>
                                        </p:tav>
                                        <p:tav tm="100000">
                                          <p:val>
                                            <p:strVal val="#ppt_w"/>
                                          </p:val>
                                        </p:tav>
                                      </p:tavLst>
                                    </p:anim>
                                    <p:anim calcmode="lin" valueType="num">
                                      <p:cBhvr>
                                        <p:cTn id="65" dur="1000" fill="hold"/>
                                        <p:tgtEl>
                                          <p:spTgt spid="32837"/>
                                        </p:tgtEl>
                                        <p:attrNameLst>
                                          <p:attrName>ppt_h</p:attrName>
                                        </p:attrNameLst>
                                      </p:cBhvr>
                                      <p:tavLst>
                                        <p:tav tm="0">
                                          <p:val>
                                            <p:fltVal val="0"/>
                                          </p:val>
                                        </p:tav>
                                        <p:tav tm="100000">
                                          <p:val>
                                            <p:strVal val="#ppt_h"/>
                                          </p:val>
                                        </p:tav>
                                      </p:tavLst>
                                    </p:anim>
                                    <p:anim calcmode="lin" valueType="num">
                                      <p:cBhvr>
                                        <p:cTn id="66" dur="1000" fill="hold"/>
                                        <p:tgtEl>
                                          <p:spTgt spid="32837"/>
                                        </p:tgtEl>
                                        <p:attrNameLst>
                                          <p:attrName>ppt_x</p:attrName>
                                        </p:attrNameLst>
                                      </p:cBhvr>
                                      <p:tavLst>
                                        <p:tav tm="0" fmla="#ppt_x+(cos(-2*pi*(1-$))*-#ppt_x-sin(-2*pi*(1-$))*(1-#ppt_y))*(1-$)">
                                          <p:val>
                                            <p:fltVal val="0"/>
                                          </p:val>
                                        </p:tav>
                                        <p:tav tm="100000">
                                          <p:val>
                                            <p:fltVal val="1"/>
                                          </p:val>
                                        </p:tav>
                                      </p:tavLst>
                                    </p:anim>
                                    <p:anim calcmode="lin" valueType="num">
                                      <p:cBhvr>
                                        <p:cTn id="67" dur="1000" fill="hold"/>
                                        <p:tgtEl>
                                          <p:spTgt spid="3283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8" fill="hold">
                      <p:stCondLst>
                        <p:cond delay="indefinite"/>
                      </p:stCondLst>
                      <p:childTnLst>
                        <p:par>
                          <p:cTn id="69" fill="hold">
                            <p:stCondLst>
                              <p:cond delay="0"/>
                            </p:stCondLst>
                            <p:childTnLst>
                              <p:par>
                                <p:cTn id="70" presetID="15" presetClass="entr" presetSubtype="0" fill="hold" grpId="0" nodeType="clickEffect">
                                  <p:stCondLst>
                                    <p:cond delay="0"/>
                                  </p:stCondLst>
                                  <p:childTnLst>
                                    <p:set>
                                      <p:cBhvr>
                                        <p:cTn id="71" dur="1" fill="hold">
                                          <p:stCondLst>
                                            <p:cond delay="0"/>
                                          </p:stCondLst>
                                        </p:cTn>
                                        <p:tgtEl>
                                          <p:spTgt spid="32836"/>
                                        </p:tgtEl>
                                        <p:attrNameLst>
                                          <p:attrName>style.visibility</p:attrName>
                                        </p:attrNameLst>
                                      </p:cBhvr>
                                      <p:to>
                                        <p:strVal val="visible"/>
                                      </p:to>
                                    </p:set>
                                    <p:anim calcmode="lin" valueType="num">
                                      <p:cBhvr>
                                        <p:cTn id="72" dur="1000" fill="hold"/>
                                        <p:tgtEl>
                                          <p:spTgt spid="32836"/>
                                        </p:tgtEl>
                                        <p:attrNameLst>
                                          <p:attrName>ppt_w</p:attrName>
                                        </p:attrNameLst>
                                      </p:cBhvr>
                                      <p:tavLst>
                                        <p:tav tm="0">
                                          <p:val>
                                            <p:fltVal val="0"/>
                                          </p:val>
                                        </p:tav>
                                        <p:tav tm="100000">
                                          <p:val>
                                            <p:strVal val="#ppt_w"/>
                                          </p:val>
                                        </p:tav>
                                      </p:tavLst>
                                    </p:anim>
                                    <p:anim calcmode="lin" valueType="num">
                                      <p:cBhvr>
                                        <p:cTn id="73" dur="1000" fill="hold"/>
                                        <p:tgtEl>
                                          <p:spTgt spid="32836"/>
                                        </p:tgtEl>
                                        <p:attrNameLst>
                                          <p:attrName>ppt_h</p:attrName>
                                        </p:attrNameLst>
                                      </p:cBhvr>
                                      <p:tavLst>
                                        <p:tav tm="0">
                                          <p:val>
                                            <p:fltVal val="0"/>
                                          </p:val>
                                        </p:tav>
                                        <p:tav tm="100000">
                                          <p:val>
                                            <p:strVal val="#ppt_h"/>
                                          </p:val>
                                        </p:tav>
                                      </p:tavLst>
                                    </p:anim>
                                    <p:anim calcmode="lin" valueType="num">
                                      <p:cBhvr>
                                        <p:cTn id="74" dur="1000" fill="hold"/>
                                        <p:tgtEl>
                                          <p:spTgt spid="32836"/>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3283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32831"/>
                                        </p:tgtEl>
                                        <p:attrNameLst>
                                          <p:attrName>style.visibility</p:attrName>
                                        </p:attrNameLst>
                                      </p:cBhvr>
                                      <p:to>
                                        <p:strVal val="visible"/>
                                      </p:to>
                                    </p:set>
                                    <p:animEffect transition="in" filter="slide(fromBottom)">
                                      <p:cBhvr>
                                        <p:cTn id="80" dur="500"/>
                                        <p:tgtEl>
                                          <p:spTgt spid="32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P spid="32799" grpId="0"/>
      <p:bldP spid="32800" grpId="0"/>
      <p:bldP spid="32828" grpId="0"/>
      <p:bldP spid="32830" grpId="0"/>
      <p:bldP spid="32831" grpId="0"/>
      <p:bldP spid="32836" grpId="0"/>
      <p:bldP spid="3283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 Box 4"/>
          <p:cNvSpPr txBox="1"/>
          <p:nvPr/>
        </p:nvSpPr>
        <p:spPr>
          <a:xfrm>
            <a:off x="611188" y="549275"/>
            <a:ext cx="7993062" cy="519113"/>
          </a:xfrm>
          <a:prstGeom prst="rect">
            <a:avLst/>
          </a:prstGeom>
          <a:solidFill>
            <a:srgbClr val="008080"/>
          </a:solidFill>
          <a:ln w="19050">
            <a:noFill/>
          </a:ln>
        </p:spPr>
        <p:txBody>
          <a:bodyPr>
            <a:spAutoFit/>
          </a:bodyPr>
          <a:lstStyle/>
          <a:p>
            <a:pPr eaLnBrk="1" hangingPunct="1">
              <a:spcBef>
                <a:spcPct val="50000"/>
              </a:spcBef>
            </a:pPr>
            <a:r>
              <a:rPr lang="zh-CN" altLang="en-US" b="1" dirty="0">
                <a:solidFill>
                  <a:schemeClr val="bg1"/>
                </a:solidFill>
                <a:latin typeface="楷体_GB2312" pitchFamily="49" charset="-122"/>
              </a:rPr>
              <a:t>由同名端及</a:t>
            </a:r>
            <a:r>
              <a:rPr lang="en-US" altLang="zh-CN" i="1" dirty="0">
                <a:solidFill>
                  <a:schemeClr val="bg1"/>
                </a:solidFill>
                <a:latin typeface="Times New Roman" panose="02020603050405020304" pitchFamily="18" charset="0"/>
              </a:rPr>
              <a:t>u</a:t>
            </a:r>
            <a:r>
              <a:rPr lang="zh-CN" altLang="en-US" dirty="0">
                <a:solidFill>
                  <a:schemeClr val="bg1"/>
                </a:solidFill>
                <a:latin typeface="Times New Roman" panose="02020603050405020304" pitchFamily="18" charset="0"/>
              </a:rPr>
              <a:t>、</a:t>
            </a:r>
            <a:r>
              <a:rPr lang="en-US" altLang="zh-CN" i="1" dirty="0">
                <a:solidFill>
                  <a:schemeClr val="bg1"/>
                </a:solidFill>
                <a:latin typeface="Times New Roman" panose="02020603050405020304" pitchFamily="18" charset="0"/>
              </a:rPr>
              <a:t>i</a:t>
            </a:r>
            <a:r>
              <a:rPr lang="zh-CN" altLang="en-US" b="1" dirty="0">
                <a:solidFill>
                  <a:schemeClr val="bg1"/>
                </a:solidFill>
                <a:latin typeface="楷体_GB2312" pitchFamily="49" charset="-122"/>
              </a:rPr>
              <a:t>参考方向确定互感线圈的特性方程</a:t>
            </a:r>
          </a:p>
        </p:txBody>
      </p:sp>
      <p:sp>
        <p:nvSpPr>
          <p:cNvPr id="43013" name="Text Box 5"/>
          <p:cNvSpPr txBox="1"/>
          <p:nvPr/>
        </p:nvSpPr>
        <p:spPr>
          <a:xfrm>
            <a:off x="611188" y="1196975"/>
            <a:ext cx="7993062" cy="1630363"/>
          </a:xfrm>
          <a:prstGeom prst="rect">
            <a:avLst/>
          </a:prstGeom>
          <a:noFill/>
          <a:ln w="9525">
            <a:noFill/>
          </a:ln>
        </p:spPr>
        <p:txBody>
          <a:bodyPr lIns="198000" rIns="198000">
            <a:spAutoFit/>
          </a:bodyPr>
          <a:lstStyle/>
          <a:p>
            <a:pPr eaLnBrk="1" hangingPunct="1">
              <a:lnSpc>
                <a:spcPct val="120000"/>
              </a:lnSpc>
            </a:pPr>
            <a:r>
              <a:rPr lang="en-US" altLang="zh-CN" b="1" dirty="0">
                <a:latin typeface="楷体_GB2312" pitchFamily="49" charset="-122"/>
              </a:rPr>
              <a:t>    </a:t>
            </a:r>
            <a:r>
              <a:rPr lang="zh-CN" altLang="en-US" b="1" dirty="0">
                <a:latin typeface="楷体_GB2312" pitchFamily="49" charset="-122"/>
              </a:rPr>
              <a:t>有了同名端，表示两个线圈相互作用时，就不需考虑实际绕向，而只画出同名端及</a:t>
            </a:r>
            <a:r>
              <a:rPr lang="en-US" altLang="zh-CN" i="1" dirty="0">
                <a:solidFill>
                  <a:schemeClr val="bg1"/>
                </a:solidFill>
                <a:latin typeface="Times New Roman" panose="02020603050405020304" pitchFamily="18" charset="0"/>
              </a:rPr>
              <a:t>u</a:t>
            </a:r>
            <a:r>
              <a:rPr lang="zh-CN" altLang="en-US" i="1" dirty="0">
                <a:solidFill>
                  <a:schemeClr val="bg1"/>
                </a:solidFill>
                <a:latin typeface="Times New Roman" panose="02020603050405020304" pitchFamily="18" charset="0"/>
              </a:rPr>
              <a:t>、</a:t>
            </a:r>
            <a:r>
              <a:rPr lang="en-US" altLang="zh-CN" i="1" dirty="0">
                <a:solidFill>
                  <a:schemeClr val="bg1"/>
                </a:solidFill>
                <a:latin typeface="Times New Roman" panose="02020603050405020304" pitchFamily="18" charset="0"/>
              </a:rPr>
              <a:t>i</a:t>
            </a:r>
            <a:r>
              <a:rPr lang="zh-CN" altLang="en-US" b="1" dirty="0">
                <a:latin typeface="楷体_GB2312" pitchFamily="49" charset="-122"/>
              </a:rPr>
              <a:t>参考方向即可。</a:t>
            </a:r>
          </a:p>
        </p:txBody>
      </p:sp>
      <p:graphicFrame>
        <p:nvGraphicFramePr>
          <p:cNvPr id="43014" name="Object 6"/>
          <p:cNvGraphicFramePr>
            <a:graphicFrameLocks noChangeAspect="1"/>
          </p:cNvGraphicFramePr>
          <p:nvPr/>
        </p:nvGraphicFramePr>
        <p:xfrm>
          <a:off x="6084888" y="3141663"/>
          <a:ext cx="1600200" cy="822325"/>
        </p:xfrm>
        <a:graphic>
          <a:graphicData uri="http://schemas.openxmlformats.org/presentationml/2006/ole">
            <mc:AlternateContent xmlns:mc="http://schemas.openxmlformats.org/markup-compatibility/2006">
              <mc:Choice xmlns:v="urn:schemas-microsoft-com:vml" Requires="v">
                <p:oleObj r:id="rId2" imgW="795655" imgH="408940" progId="Equation.3">
                  <p:embed/>
                </p:oleObj>
              </mc:Choice>
              <mc:Fallback>
                <p:oleObj r:id="rId2" imgW="795655" imgH="408940" progId="Equation.3">
                  <p:embed/>
                  <p:pic>
                    <p:nvPicPr>
                      <p:cNvPr id="0" name="图片 3087"/>
                      <p:cNvPicPr/>
                      <p:nvPr/>
                    </p:nvPicPr>
                    <p:blipFill>
                      <a:blip r:embed="rId3">
                        <a:clrChange>
                          <a:clrFrom>
                            <a:srgbClr val="000000"/>
                          </a:clrFrom>
                          <a:clrTo>
                            <a:srgbClr val="FFFFFF"/>
                          </a:clrTo>
                        </a:clrChange>
                      </a:blip>
                      <a:stretch>
                        <a:fillRect/>
                      </a:stretch>
                    </p:blipFill>
                    <p:spPr>
                      <a:xfrm>
                        <a:off x="6084888" y="3141663"/>
                        <a:ext cx="1600200" cy="822325"/>
                      </a:xfrm>
                      <a:prstGeom prst="rect">
                        <a:avLst/>
                      </a:prstGeom>
                      <a:noFill/>
                      <a:ln w="38100">
                        <a:noFill/>
                        <a:miter/>
                      </a:ln>
                    </p:spPr>
                  </p:pic>
                </p:oleObj>
              </mc:Fallback>
            </mc:AlternateContent>
          </a:graphicData>
        </a:graphic>
      </p:graphicFrame>
      <p:graphicFrame>
        <p:nvGraphicFramePr>
          <p:cNvPr id="43015" name="Object 7"/>
          <p:cNvGraphicFramePr>
            <a:graphicFrameLocks noChangeAspect="1"/>
          </p:cNvGraphicFramePr>
          <p:nvPr/>
        </p:nvGraphicFramePr>
        <p:xfrm>
          <a:off x="5940425" y="4581525"/>
          <a:ext cx="1971675" cy="898525"/>
        </p:xfrm>
        <a:graphic>
          <a:graphicData uri="http://schemas.openxmlformats.org/presentationml/2006/ole">
            <mc:AlternateContent xmlns:mc="http://schemas.openxmlformats.org/markup-compatibility/2006">
              <mc:Choice xmlns:v="urn:schemas-microsoft-com:vml" Requires="v">
                <p:oleObj r:id="rId4" imgW="892175" imgH="408940" progId="Equation.3">
                  <p:embed/>
                </p:oleObj>
              </mc:Choice>
              <mc:Fallback>
                <p:oleObj r:id="rId4" imgW="892175" imgH="408940" progId="Equation.3">
                  <p:embed/>
                  <p:pic>
                    <p:nvPicPr>
                      <p:cNvPr id="0" name="图片 3088"/>
                      <p:cNvPicPr/>
                      <p:nvPr/>
                    </p:nvPicPr>
                    <p:blipFill>
                      <a:blip r:embed="rId5">
                        <a:clrChange>
                          <a:clrFrom>
                            <a:srgbClr val="000000"/>
                          </a:clrFrom>
                          <a:clrTo>
                            <a:srgbClr val="FFFFFF"/>
                          </a:clrTo>
                        </a:clrChange>
                      </a:blip>
                      <a:stretch>
                        <a:fillRect/>
                      </a:stretch>
                    </p:blipFill>
                    <p:spPr>
                      <a:xfrm>
                        <a:off x="5940425" y="4581525"/>
                        <a:ext cx="1971675" cy="898525"/>
                      </a:xfrm>
                      <a:prstGeom prst="rect">
                        <a:avLst/>
                      </a:prstGeom>
                      <a:noFill/>
                      <a:ln w="38100">
                        <a:noFill/>
                        <a:miter/>
                      </a:ln>
                    </p:spPr>
                  </p:pic>
                </p:oleObj>
              </mc:Fallback>
            </mc:AlternateContent>
          </a:graphicData>
        </a:graphic>
      </p:graphicFrame>
      <p:grpSp>
        <p:nvGrpSpPr>
          <p:cNvPr id="28678" name="Group 70"/>
          <p:cNvGrpSpPr/>
          <p:nvPr/>
        </p:nvGrpSpPr>
        <p:grpSpPr>
          <a:xfrm>
            <a:off x="8316913" y="6446838"/>
            <a:ext cx="792162" cy="366712"/>
            <a:chOff x="5193" y="4020"/>
            <a:chExt cx="499" cy="231"/>
          </a:xfrm>
        </p:grpSpPr>
        <p:pic>
          <p:nvPicPr>
            <p:cNvPr id="28743" name="Picture 71"/>
            <p:cNvPicPr>
              <a:picLocks noChangeAspect="1"/>
            </p:cNvPicPr>
            <p:nvPr/>
          </p:nvPicPr>
          <p:blipFill>
            <a:blip r:embed="rId6"/>
            <a:stretch>
              <a:fillRect/>
            </a:stretch>
          </p:blipFill>
          <p:spPr>
            <a:xfrm>
              <a:off x="5193" y="4066"/>
              <a:ext cx="499" cy="181"/>
            </a:xfrm>
            <a:prstGeom prst="rect">
              <a:avLst/>
            </a:prstGeom>
            <a:noFill/>
            <a:ln w="9525">
              <a:noFill/>
            </a:ln>
          </p:spPr>
        </p:pic>
        <p:sp>
          <p:nvSpPr>
            <p:cNvPr id="28744" name="Text Box 7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8679" name="Group 73"/>
          <p:cNvGrpSpPr/>
          <p:nvPr/>
        </p:nvGrpSpPr>
        <p:grpSpPr>
          <a:xfrm>
            <a:off x="7453313" y="6446838"/>
            <a:ext cx="792162" cy="366712"/>
            <a:chOff x="4649" y="4020"/>
            <a:chExt cx="499" cy="231"/>
          </a:xfrm>
        </p:grpSpPr>
        <p:pic>
          <p:nvPicPr>
            <p:cNvPr id="28741" name="Picture 74"/>
            <p:cNvPicPr>
              <a:picLocks noChangeAspect="1"/>
            </p:cNvPicPr>
            <p:nvPr/>
          </p:nvPicPr>
          <p:blipFill>
            <a:blip r:embed="rId6"/>
            <a:stretch>
              <a:fillRect/>
            </a:stretch>
          </p:blipFill>
          <p:spPr>
            <a:xfrm>
              <a:off x="4649" y="4066"/>
              <a:ext cx="499" cy="181"/>
            </a:xfrm>
            <a:prstGeom prst="rect">
              <a:avLst/>
            </a:prstGeom>
            <a:noFill/>
            <a:ln w="9525">
              <a:noFill/>
            </a:ln>
          </p:spPr>
        </p:pic>
        <p:sp>
          <p:nvSpPr>
            <p:cNvPr id="28742" name="Text Box 7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28680" name="Group 136"/>
          <p:cNvGrpSpPr/>
          <p:nvPr/>
        </p:nvGrpSpPr>
        <p:grpSpPr>
          <a:xfrm>
            <a:off x="6588125" y="6446838"/>
            <a:ext cx="792163" cy="366712"/>
            <a:chOff x="4649" y="4020"/>
            <a:chExt cx="499" cy="231"/>
          </a:xfrm>
        </p:grpSpPr>
        <p:pic>
          <p:nvPicPr>
            <p:cNvPr id="28739" name="Picture 137"/>
            <p:cNvPicPr>
              <a:picLocks noChangeAspect="1"/>
            </p:cNvPicPr>
            <p:nvPr/>
          </p:nvPicPr>
          <p:blipFill>
            <a:blip r:embed="rId6"/>
            <a:stretch>
              <a:fillRect/>
            </a:stretch>
          </p:blipFill>
          <p:spPr>
            <a:xfrm>
              <a:off x="4649" y="4066"/>
              <a:ext cx="499" cy="181"/>
            </a:xfrm>
            <a:prstGeom prst="rect">
              <a:avLst/>
            </a:prstGeom>
            <a:noFill/>
            <a:ln w="9525">
              <a:noFill/>
            </a:ln>
          </p:spPr>
        </p:pic>
        <p:sp>
          <p:nvSpPr>
            <p:cNvPr id="28740" name="Text Box 138">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43157" name="Group 149"/>
          <p:cNvGrpSpPr/>
          <p:nvPr/>
        </p:nvGrpSpPr>
        <p:grpSpPr>
          <a:xfrm>
            <a:off x="971550" y="2781300"/>
            <a:ext cx="4392613" cy="1433513"/>
            <a:chOff x="612" y="1752"/>
            <a:chExt cx="2767" cy="903"/>
          </a:xfrm>
        </p:grpSpPr>
        <p:sp>
          <p:nvSpPr>
            <p:cNvPr id="28711" name="Line 80"/>
            <p:cNvSpPr/>
            <p:nvPr/>
          </p:nvSpPr>
          <p:spPr>
            <a:xfrm>
              <a:off x="1424" y="2280"/>
              <a:ext cx="390" cy="0"/>
            </a:xfrm>
            <a:prstGeom prst="line">
              <a:avLst/>
            </a:prstGeom>
            <a:ln w="28575" cap="flat" cmpd="sng">
              <a:solidFill>
                <a:srgbClr val="FFCC00"/>
              </a:solidFill>
              <a:prstDash val="solid"/>
              <a:headEnd type="none" w="med" len="med"/>
              <a:tailEnd type="none" w="med" len="med"/>
            </a:ln>
          </p:spPr>
        </p:sp>
        <p:sp>
          <p:nvSpPr>
            <p:cNvPr id="28712" name="Line 81"/>
            <p:cNvSpPr/>
            <p:nvPr/>
          </p:nvSpPr>
          <p:spPr>
            <a:xfrm>
              <a:off x="680" y="2280"/>
              <a:ext cx="336" cy="0"/>
            </a:xfrm>
            <a:prstGeom prst="line">
              <a:avLst/>
            </a:prstGeom>
            <a:ln w="28575" cap="flat" cmpd="sng">
              <a:solidFill>
                <a:srgbClr val="FFCC00"/>
              </a:solidFill>
              <a:prstDash val="solid"/>
              <a:headEnd type="none" w="med" len="med"/>
              <a:tailEnd type="none" w="med" len="med"/>
            </a:ln>
          </p:spPr>
        </p:sp>
        <p:sp>
          <p:nvSpPr>
            <p:cNvPr id="28713" name="Line 82"/>
            <p:cNvSpPr/>
            <p:nvPr/>
          </p:nvSpPr>
          <p:spPr>
            <a:xfrm>
              <a:off x="703" y="2278"/>
              <a:ext cx="288" cy="0"/>
            </a:xfrm>
            <a:prstGeom prst="line">
              <a:avLst/>
            </a:prstGeom>
            <a:ln w="38100" cap="flat" cmpd="sng">
              <a:solidFill>
                <a:srgbClr val="00FFFF"/>
              </a:solidFill>
              <a:prstDash val="solid"/>
              <a:headEnd type="none" w="med" len="med"/>
              <a:tailEnd type="triangle" w="med" len="med"/>
            </a:ln>
          </p:spPr>
        </p:sp>
        <p:sp>
          <p:nvSpPr>
            <p:cNvPr id="28714" name="Text Box 83"/>
            <p:cNvSpPr txBox="1"/>
            <p:nvPr/>
          </p:nvSpPr>
          <p:spPr>
            <a:xfrm>
              <a:off x="703" y="2251"/>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8715" name="Text Box 84"/>
            <p:cNvSpPr txBox="1"/>
            <p:nvPr/>
          </p:nvSpPr>
          <p:spPr>
            <a:xfrm>
              <a:off x="776" y="200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8716" name="Text Box 85"/>
            <p:cNvSpPr txBox="1"/>
            <p:nvPr/>
          </p:nvSpPr>
          <p:spPr>
            <a:xfrm>
              <a:off x="2264" y="2040"/>
              <a:ext cx="21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8717" name="Text Box 86"/>
            <p:cNvSpPr txBox="1"/>
            <p:nvPr/>
          </p:nvSpPr>
          <p:spPr>
            <a:xfrm>
              <a:off x="2600" y="2248"/>
              <a:ext cx="380"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8718" name="Oval 87"/>
            <p:cNvSpPr/>
            <p:nvPr/>
          </p:nvSpPr>
          <p:spPr>
            <a:xfrm>
              <a:off x="612" y="224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8719" name="Oval 88"/>
            <p:cNvSpPr/>
            <p:nvPr/>
          </p:nvSpPr>
          <p:spPr>
            <a:xfrm>
              <a:off x="1814" y="223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8720" name="Line 89"/>
            <p:cNvSpPr/>
            <p:nvPr/>
          </p:nvSpPr>
          <p:spPr>
            <a:xfrm>
              <a:off x="2921" y="2280"/>
              <a:ext cx="390" cy="0"/>
            </a:xfrm>
            <a:prstGeom prst="line">
              <a:avLst/>
            </a:prstGeom>
            <a:ln w="28575" cap="flat" cmpd="sng">
              <a:solidFill>
                <a:srgbClr val="FFCC00"/>
              </a:solidFill>
              <a:prstDash val="solid"/>
              <a:headEnd type="none" w="med" len="med"/>
              <a:tailEnd type="none" w="med" len="med"/>
            </a:ln>
          </p:spPr>
        </p:sp>
        <p:sp>
          <p:nvSpPr>
            <p:cNvPr id="28721" name="Line 90"/>
            <p:cNvSpPr/>
            <p:nvPr/>
          </p:nvSpPr>
          <p:spPr>
            <a:xfrm>
              <a:off x="2174" y="2280"/>
              <a:ext cx="336" cy="0"/>
            </a:xfrm>
            <a:prstGeom prst="line">
              <a:avLst/>
            </a:prstGeom>
            <a:ln w="28575" cap="flat" cmpd="sng">
              <a:solidFill>
                <a:srgbClr val="FFCC00"/>
              </a:solidFill>
              <a:prstDash val="solid"/>
              <a:headEnd type="none" w="med" len="med"/>
              <a:tailEnd type="none" w="med" len="med"/>
            </a:ln>
          </p:spPr>
        </p:sp>
        <p:sp>
          <p:nvSpPr>
            <p:cNvPr id="28722" name="Oval 91"/>
            <p:cNvSpPr/>
            <p:nvPr/>
          </p:nvSpPr>
          <p:spPr>
            <a:xfrm>
              <a:off x="2106" y="224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8723" name="Oval 92"/>
            <p:cNvSpPr/>
            <p:nvPr/>
          </p:nvSpPr>
          <p:spPr>
            <a:xfrm>
              <a:off x="3311" y="223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8724" name="Arc 93"/>
            <p:cNvSpPr/>
            <p:nvPr/>
          </p:nvSpPr>
          <p:spPr>
            <a:xfrm>
              <a:off x="1736" y="1896"/>
              <a:ext cx="592" cy="288"/>
            </a:xfrm>
            <a:custGeom>
              <a:avLst/>
              <a:gdLst/>
              <a:ahLst/>
              <a:cxnLst>
                <a:cxn ang="0">
                  <a:pos x="0" y="0"/>
                </a:cxn>
                <a:cxn ang="0">
                  <a:pos x="592" y="208"/>
                </a:cxn>
                <a:cxn ang="0">
                  <a:pos x="0" y="288"/>
                </a:cxn>
              </a:cxnLst>
              <a:rect l="0" t="0" r="0" b="0"/>
              <a:pathLst>
                <a:path w="20759" h="21600" fill="none">
                  <a:moveTo>
                    <a:pt x="0" y="0"/>
                  </a:moveTo>
                  <a:cubicBezTo>
                    <a:pt x="9630" y="0"/>
                    <a:pt x="18097" y="6375"/>
                    <a:pt x="20758" y="15630"/>
                  </a:cubicBezTo>
                </a:path>
                <a:path w="20759" h="21600" stroke="0">
                  <a:moveTo>
                    <a:pt x="0" y="0"/>
                  </a:moveTo>
                  <a:cubicBezTo>
                    <a:pt x="9630" y="0"/>
                    <a:pt x="18097" y="6375"/>
                    <a:pt x="20758" y="1563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28725" name="Arc 94"/>
            <p:cNvSpPr/>
            <p:nvPr/>
          </p:nvSpPr>
          <p:spPr>
            <a:xfrm flipH="1">
              <a:off x="968" y="1896"/>
              <a:ext cx="544" cy="288"/>
            </a:xfrm>
            <a:custGeom>
              <a:avLst/>
              <a:gdLst/>
              <a:ahLst/>
              <a:cxnLst>
                <a:cxn ang="0">
                  <a:pos x="0" y="0"/>
                </a:cxn>
                <a:cxn ang="0">
                  <a:pos x="544" y="208"/>
                </a:cxn>
                <a:cxn ang="0">
                  <a:pos x="0" y="288"/>
                </a:cxn>
              </a:cxnLst>
              <a:rect l="0" t="0" r="0" b="0"/>
              <a:pathLst>
                <a:path w="20759" h="21600" fill="none">
                  <a:moveTo>
                    <a:pt x="0" y="0"/>
                  </a:moveTo>
                  <a:cubicBezTo>
                    <a:pt x="9630" y="0"/>
                    <a:pt x="18097" y="6375"/>
                    <a:pt x="20758" y="15630"/>
                  </a:cubicBezTo>
                </a:path>
                <a:path w="20759" h="21600" stroke="0">
                  <a:moveTo>
                    <a:pt x="0" y="0"/>
                  </a:moveTo>
                  <a:cubicBezTo>
                    <a:pt x="9630" y="0"/>
                    <a:pt x="18097" y="6375"/>
                    <a:pt x="20758" y="1563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28726" name="Text Box 95"/>
            <p:cNvSpPr txBox="1"/>
            <p:nvPr/>
          </p:nvSpPr>
          <p:spPr>
            <a:xfrm>
              <a:off x="2216" y="2328"/>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8727" name="Text Box 96"/>
            <p:cNvSpPr txBox="1"/>
            <p:nvPr/>
          </p:nvSpPr>
          <p:spPr>
            <a:xfrm>
              <a:off x="3032" y="2328"/>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8728" name="Text Box 97"/>
            <p:cNvSpPr txBox="1"/>
            <p:nvPr/>
          </p:nvSpPr>
          <p:spPr>
            <a:xfrm>
              <a:off x="1496" y="1752"/>
              <a:ext cx="288"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28729" name="Group 139"/>
            <p:cNvGrpSpPr/>
            <p:nvPr/>
          </p:nvGrpSpPr>
          <p:grpSpPr>
            <a:xfrm rot="5400000">
              <a:off x="2666" y="2028"/>
              <a:ext cx="91" cy="408"/>
              <a:chOff x="1565" y="2614"/>
              <a:chExt cx="90" cy="486"/>
            </a:xfrm>
          </p:grpSpPr>
          <p:sp>
            <p:nvSpPr>
              <p:cNvPr id="28735" name="Arc 14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36" name="Arc 14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37" name="Arc 14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38" name="Arc 14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28730" name="Group 144"/>
            <p:cNvGrpSpPr/>
            <p:nvPr/>
          </p:nvGrpSpPr>
          <p:grpSpPr>
            <a:xfrm rot="5400000">
              <a:off x="1187" y="2028"/>
              <a:ext cx="91" cy="408"/>
              <a:chOff x="1565" y="2614"/>
              <a:chExt cx="90" cy="486"/>
            </a:xfrm>
          </p:grpSpPr>
          <p:sp>
            <p:nvSpPr>
              <p:cNvPr id="28731" name="Arc 14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32" name="Arc 14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33" name="Arc 14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34" name="Arc 14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43187" name="Group 179"/>
          <p:cNvGrpSpPr/>
          <p:nvPr/>
        </p:nvGrpSpPr>
        <p:grpSpPr>
          <a:xfrm>
            <a:off x="971550" y="4292600"/>
            <a:ext cx="4421188" cy="1384300"/>
            <a:chOff x="612" y="2704"/>
            <a:chExt cx="2785" cy="872"/>
          </a:xfrm>
        </p:grpSpPr>
        <p:sp>
          <p:nvSpPr>
            <p:cNvPr id="28683" name="Line 151"/>
            <p:cNvSpPr/>
            <p:nvPr/>
          </p:nvSpPr>
          <p:spPr>
            <a:xfrm>
              <a:off x="1424" y="3232"/>
              <a:ext cx="390" cy="0"/>
            </a:xfrm>
            <a:prstGeom prst="line">
              <a:avLst/>
            </a:prstGeom>
            <a:ln w="28575" cap="flat" cmpd="sng">
              <a:solidFill>
                <a:srgbClr val="FFCC00"/>
              </a:solidFill>
              <a:prstDash val="solid"/>
              <a:headEnd type="none" w="med" len="med"/>
              <a:tailEnd type="none" w="med" len="med"/>
            </a:ln>
          </p:spPr>
        </p:sp>
        <p:sp>
          <p:nvSpPr>
            <p:cNvPr id="28684" name="Line 152"/>
            <p:cNvSpPr/>
            <p:nvPr/>
          </p:nvSpPr>
          <p:spPr>
            <a:xfrm>
              <a:off x="680" y="3232"/>
              <a:ext cx="336" cy="0"/>
            </a:xfrm>
            <a:prstGeom prst="line">
              <a:avLst/>
            </a:prstGeom>
            <a:ln w="28575" cap="flat" cmpd="sng">
              <a:solidFill>
                <a:srgbClr val="FFCC00"/>
              </a:solidFill>
              <a:prstDash val="solid"/>
              <a:headEnd type="none" w="med" len="med"/>
              <a:tailEnd type="none" w="med" len="med"/>
            </a:ln>
          </p:spPr>
        </p:sp>
        <p:sp>
          <p:nvSpPr>
            <p:cNvPr id="28685" name="Line 153"/>
            <p:cNvSpPr/>
            <p:nvPr/>
          </p:nvSpPr>
          <p:spPr>
            <a:xfrm>
              <a:off x="703" y="3230"/>
              <a:ext cx="288" cy="0"/>
            </a:xfrm>
            <a:prstGeom prst="line">
              <a:avLst/>
            </a:prstGeom>
            <a:ln w="38100" cap="flat" cmpd="sng">
              <a:solidFill>
                <a:srgbClr val="00FFFF"/>
              </a:solidFill>
              <a:prstDash val="solid"/>
              <a:headEnd type="none" w="med" len="med"/>
              <a:tailEnd type="triangle" w="med" len="med"/>
            </a:ln>
          </p:spPr>
        </p:sp>
        <p:sp>
          <p:nvSpPr>
            <p:cNvPr id="28686" name="Text Box 154"/>
            <p:cNvSpPr txBox="1"/>
            <p:nvPr/>
          </p:nvSpPr>
          <p:spPr>
            <a:xfrm>
              <a:off x="703" y="3203"/>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8687" name="Text Box 155"/>
            <p:cNvSpPr txBox="1"/>
            <p:nvPr/>
          </p:nvSpPr>
          <p:spPr>
            <a:xfrm>
              <a:off x="776" y="2960"/>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8688" name="Text Box 156"/>
            <p:cNvSpPr txBox="1"/>
            <p:nvPr/>
          </p:nvSpPr>
          <p:spPr>
            <a:xfrm>
              <a:off x="2264" y="2992"/>
              <a:ext cx="21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8689" name="Text Box 157"/>
            <p:cNvSpPr txBox="1"/>
            <p:nvPr/>
          </p:nvSpPr>
          <p:spPr>
            <a:xfrm>
              <a:off x="2600" y="3200"/>
              <a:ext cx="380"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8690" name="Oval 158"/>
            <p:cNvSpPr/>
            <p:nvPr/>
          </p:nvSpPr>
          <p:spPr>
            <a:xfrm>
              <a:off x="612" y="319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8691" name="Oval 159"/>
            <p:cNvSpPr/>
            <p:nvPr/>
          </p:nvSpPr>
          <p:spPr>
            <a:xfrm>
              <a:off x="1814" y="3184"/>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8692" name="Line 160"/>
            <p:cNvSpPr/>
            <p:nvPr/>
          </p:nvSpPr>
          <p:spPr>
            <a:xfrm>
              <a:off x="2921" y="3232"/>
              <a:ext cx="390" cy="0"/>
            </a:xfrm>
            <a:prstGeom prst="line">
              <a:avLst/>
            </a:prstGeom>
            <a:ln w="28575" cap="flat" cmpd="sng">
              <a:solidFill>
                <a:srgbClr val="FFCC00"/>
              </a:solidFill>
              <a:prstDash val="solid"/>
              <a:headEnd type="none" w="med" len="med"/>
              <a:tailEnd type="none" w="med" len="med"/>
            </a:ln>
          </p:spPr>
        </p:sp>
        <p:sp>
          <p:nvSpPr>
            <p:cNvPr id="28693" name="Line 161"/>
            <p:cNvSpPr/>
            <p:nvPr/>
          </p:nvSpPr>
          <p:spPr>
            <a:xfrm>
              <a:off x="2174" y="3232"/>
              <a:ext cx="336" cy="0"/>
            </a:xfrm>
            <a:prstGeom prst="line">
              <a:avLst/>
            </a:prstGeom>
            <a:ln w="28575" cap="flat" cmpd="sng">
              <a:solidFill>
                <a:srgbClr val="FFCC00"/>
              </a:solidFill>
              <a:prstDash val="solid"/>
              <a:headEnd type="none" w="med" len="med"/>
              <a:tailEnd type="none" w="med" len="med"/>
            </a:ln>
          </p:spPr>
        </p:sp>
        <p:sp>
          <p:nvSpPr>
            <p:cNvPr id="28694" name="Oval 162"/>
            <p:cNvSpPr/>
            <p:nvPr/>
          </p:nvSpPr>
          <p:spPr>
            <a:xfrm>
              <a:off x="2106" y="319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8695" name="Oval 163"/>
            <p:cNvSpPr/>
            <p:nvPr/>
          </p:nvSpPr>
          <p:spPr>
            <a:xfrm>
              <a:off x="3311" y="3184"/>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8696" name="Arc 164"/>
            <p:cNvSpPr/>
            <p:nvPr/>
          </p:nvSpPr>
          <p:spPr>
            <a:xfrm>
              <a:off x="1736" y="2848"/>
              <a:ext cx="592" cy="288"/>
            </a:xfrm>
            <a:custGeom>
              <a:avLst/>
              <a:gdLst/>
              <a:ahLst/>
              <a:cxnLst>
                <a:cxn ang="0">
                  <a:pos x="0" y="0"/>
                </a:cxn>
                <a:cxn ang="0">
                  <a:pos x="592" y="208"/>
                </a:cxn>
                <a:cxn ang="0">
                  <a:pos x="0" y="288"/>
                </a:cxn>
              </a:cxnLst>
              <a:rect l="0" t="0" r="0" b="0"/>
              <a:pathLst>
                <a:path w="20759" h="21600" fill="none">
                  <a:moveTo>
                    <a:pt x="0" y="0"/>
                  </a:moveTo>
                  <a:cubicBezTo>
                    <a:pt x="9630" y="0"/>
                    <a:pt x="18097" y="6375"/>
                    <a:pt x="20758" y="15630"/>
                  </a:cubicBezTo>
                </a:path>
                <a:path w="20759" h="21600" stroke="0">
                  <a:moveTo>
                    <a:pt x="0" y="0"/>
                  </a:moveTo>
                  <a:cubicBezTo>
                    <a:pt x="9630" y="0"/>
                    <a:pt x="18097" y="6375"/>
                    <a:pt x="20758" y="1563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28697" name="Arc 165"/>
            <p:cNvSpPr/>
            <p:nvPr/>
          </p:nvSpPr>
          <p:spPr>
            <a:xfrm flipH="1">
              <a:off x="968" y="2848"/>
              <a:ext cx="544" cy="288"/>
            </a:xfrm>
            <a:custGeom>
              <a:avLst/>
              <a:gdLst/>
              <a:ahLst/>
              <a:cxnLst>
                <a:cxn ang="0">
                  <a:pos x="0" y="0"/>
                </a:cxn>
                <a:cxn ang="0">
                  <a:pos x="544" y="208"/>
                </a:cxn>
                <a:cxn ang="0">
                  <a:pos x="0" y="288"/>
                </a:cxn>
              </a:cxnLst>
              <a:rect l="0" t="0" r="0" b="0"/>
              <a:pathLst>
                <a:path w="20759" h="21600" fill="none">
                  <a:moveTo>
                    <a:pt x="0" y="0"/>
                  </a:moveTo>
                  <a:cubicBezTo>
                    <a:pt x="9630" y="0"/>
                    <a:pt x="18097" y="6375"/>
                    <a:pt x="20758" y="15630"/>
                  </a:cubicBezTo>
                </a:path>
                <a:path w="20759" h="21600" stroke="0">
                  <a:moveTo>
                    <a:pt x="0" y="0"/>
                  </a:moveTo>
                  <a:cubicBezTo>
                    <a:pt x="9630" y="0"/>
                    <a:pt x="18097" y="6375"/>
                    <a:pt x="20758" y="1563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28698" name="Text Box 166"/>
            <p:cNvSpPr txBox="1"/>
            <p:nvPr/>
          </p:nvSpPr>
          <p:spPr>
            <a:xfrm>
              <a:off x="3061" y="3249"/>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8699" name="Text Box 167"/>
            <p:cNvSpPr txBox="1"/>
            <p:nvPr/>
          </p:nvSpPr>
          <p:spPr>
            <a:xfrm>
              <a:off x="2245" y="3249"/>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28700" name="Text Box 168"/>
            <p:cNvSpPr txBox="1"/>
            <p:nvPr/>
          </p:nvSpPr>
          <p:spPr>
            <a:xfrm>
              <a:off x="1496" y="2704"/>
              <a:ext cx="288"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28701" name="Group 169"/>
            <p:cNvGrpSpPr/>
            <p:nvPr/>
          </p:nvGrpSpPr>
          <p:grpSpPr>
            <a:xfrm rot="5400000">
              <a:off x="2666" y="2980"/>
              <a:ext cx="91" cy="408"/>
              <a:chOff x="1565" y="2614"/>
              <a:chExt cx="90" cy="486"/>
            </a:xfrm>
          </p:grpSpPr>
          <p:sp>
            <p:nvSpPr>
              <p:cNvPr id="28707" name="Arc 17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08" name="Arc 17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09" name="Arc 17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10" name="Arc 17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28702" name="Group 174"/>
            <p:cNvGrpSpPr/>
            <p:nvPr/>
          </p:nvGrpSpPr>
          <p:grpSpPr>
            <a:xfrm rot="5400000">
              <a:off x="1187" y="2980"/>
              <a:ext cx="91" cy="408"/>
              <a:chOff x="1565" y="2614"/>
              <a:chExt cx="90" cy="486"/>
            </a:xfrm>
          </p:grpSpPr>
          <p:sp>
            <p:nvSpPr>
              <p:cNvPr id="28703" name="Arc 17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04" name="Arc 17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05" name="Arc 17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8706" name="Arc 17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slide(fromLeft)">
                                      <p:cBhvr>
                                        <p:cTn id="7" dur="500"/>
                                        <p:tgtEl>
                                          <p:spTgt spid="430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3"/>
                                        </p:tgtEl>
                                        <p:attrNameLst>
                                          <p:attrName>style.visibility</p:attrName>
                                        </p:attrNameLst>
                                      </p:cBhvr>
                                      <p:to>
                                        <p:strVal val="visible"/>
                                      </p:to>
                                    </p:set>
                                    <p:animEffect transition="in" filter="wipe(left)">
                                      <p:cBhvr>
                                        <p:cTn id="12" dur="500"/>
                                        <p:tgtEl>
                                          <p:spTgt spid="430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157"/>
                                        </p:tgtEl>
                                        <p:attrNameLst>
                                          <p:attrName>style.visibility</p:attrName>
                                        </p:attrNameLst>
                                      </p:cBhvr>
                                      <p:to>
                                        <p:strVal val="visible"/>
                                      </p:to>
                                    </p:set>
                                    <p:animEffect transition="in" filter="blinds(horizontal)">
                                      <p:cBhvr>
                                        <p:cTn id="17" dur="500"/>
                                        <p:tgtEl>
                                          <p:spTgt spid="4315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43014"/>
                                        </p:tgtEl>
                                        <p:attrNameLst>
                                          <p:attrName>style.visibility</p:attrName>
                                        </p:attrNameLst>
                                      </p:cBhvr>
                                      <p:to>
                                        <p:strVal val="visible"/>
                                      </p:to>
                                    </p:set>
                                    <p:anim calcmode="lin" valueType="num">
                                      <p:cBhvr additive="base">
                                        <p:cTn id="22" dur="500" fill="hold"/>
                                        <p:tgtEl>
                                          <p:spTgt spid="43014"/>
                                        </p:tgtEl>
                                        <p:attrNameLst>
                                          <p:attrName>ppt_x</p:attrName>
                                        </p:attrNameLst>
                                      </p:cBhvr>
                                      <p:tavLst>
                                        <p:tav tm="0">
                                          <p:val>
                                            <p:strVal val="1+#ppt_w/2"/>
                                          </p:val>
                                        </p:tav>
                                        <p:tav tm="100000">
                                          <p:val>
                                            <p:strVal val="#ppt_x"/>
                                          </p:val>
                                        </p:tav>
                                      </p:tavLst>
                                    </p:anim>
                                    <p:anim calcmode="lin" valueType="num">
                                      <p:cBhvr additive="base">
                                        <p:cTn id="23" dur="500" fill="hold"/>
                                        <p:tgtEl>
                                          <p:spTgt spid="4301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3187"/>
                                        </p:tgtEl>
                                        <p:attrNameLst>
                                          <p:attrName>style.visibility</p:attrName>
                                        </p:attrNameLst>
                                      </p:cBhvr>
                                      <p:to>
                                        <p:strVal val="visible"/>
                                      </p:to>
                                    </p:set>
                                    <p:animEffect transition="in" filter="blinds(horizontal)">
                                      <p:cBhvr>
                                        <p:cTn id="28" dur="500"/>
                                        <p:tgtEl>
                                          <p:spTgt spid="4318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43015"/>
                                        </p:tgtEl>
                                        <p:attrNameLst>
                                          <p:attrName>style.visibility</p:attrName>
                                        </p:attrNameLst>
                                      </p:cBhvr>
                                      <p:to>
                                        <p:strVal val="visible"/>
                                      </p:to>
                                    </p:set>
                                    <p:anim calcmode="lin" valueType="num">
                                      <p:cBhvr additive="base">
                                        <p:cTn id="33" dur="500" fill="hold"/>
                                        <p:tgtEl>
                                          <p:spTgt spid="43015"/>
                                        </p:tgtEl>
                                        <p:attrNameLst>
                                          <p:attrName>ppt_x</p:attrName>
                                        </p:attrNameLst>
                                      </p:cBhvr>
                                      <p:tavLst>
                                        <p:tav tm="0">
                                          <p:val>
                                            <p:strVal val="1+#ppt_w/2"/>
                                          </p:val>
                                        </p:tav>
                                        <p:tav tm="100000">
                                          <p:val>
                                            <p:strVal val="#ppt_x"/>
                                          </p:val>
                                        </p:tav>
                                      </p:tavLst>
                                    </p:anim>
                                    <p:anim calcmode="lin" valueType="num">
                                      <p:cBhvr additive="base">
                                        <p:cTn id="34" dur="500" fill="hold"/>
                                        <p:tgtEl>
                                          <p:spTgt spid="430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nimBg="1"/>
      <p:bldP spid="430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8" name="Object 4"/>
          <p:cNvGraphicFramePr>
            <a:graphicFrameLocks noChangeAspect="1"/>
          </p:cNvGraphicFramePr>
          <p:nvPr/>
        </p:nvGraphicFramePr>
        <p:xfrm>
          <a:off x="1331913" y="2492375"/>
          <a:ext cx="2592387" cy="828675"/>
        </p:xfrm>
        <a:graphic>
          <a:graphicData uri="http://schemas.openxmlformats.org/presentationml/2006/ole">
            <mc:AlternateContent xmlns:mc="http://schemas.openxmlformats.org/markup-compatibility/2006">
              <mc:Choice xmlns:v="urn:schemas-microsoft-com:vml" Requires="v">
                <p:oleObj r:id="rId2" imgW="1278890" imgH="408940" progId="Equation.3">
                  <p:embed/>
                </p:oleObj>
              </mc:Choice>
              <mc:Fallback>
                <p:oleObj r:id="rId2" imgW="1278890" imgH="408940" progId="Equation.3">
                  <p:embed/>
                  <p:pic>
                    <p:nvPicPr>
                      <p:cNvPr id="0" name="图片 3089"/>
                      <p:cNvPicPr/>
                      <p:nvPr/>
                    </p:nvPicPr>
                    <p:blipFill>
                      <a:blip r:embed="rId3">
                        <a:clrChange>
                          <a:clrFrom>
                            <a:srgbClr val="000000"/>
                          </a:clrFrom>
                          <a:clrTo>
                            <a:srgbClr val="FFFFFF"/>
                          </a:clrTo>
                        </a:clrChange>
                      </a:blip>
                      <a:stretch>
                        <a:fillRect/>
                      </a:stretch>
                    </p:blipFill>
                    <p:spPr>
                      <a:xfrm>
                        <a:off x="1331913" y="2492375"/>
                        <a:ext cx="2592387" cy="828675"/>
                      </a:xfrm>
                      <a:prstGeom prst="rect">
                        <a:avLst/>
                      </a:prstGeom>
                      <a:noFill/>
                      <a:ln w="38100">
                        <a:noFill/>
                        <a:miter/>
                      </a:ln>
                    </p:spPr>
                  </p:pic>
                </p:oleObj>
              </mc:Fallback>
            </mc:AlternateContent>
          </a:graphicData>
        </a:graphic>
      </p:graphicFrame>
      <p:graphicFrame>
        <p:nvGraphicFramePr>
          <p:cNvPr id="31749" name="Object 5"/>
          <p:cNvGraphicFramePr>
            <a:graphicFrameLocks noChangeAspect="1"/>
          </p:cNvGraphicFramePr>
          <p:nvPr/>
        </p:nvGraphicFramePr>
        <p:xfrm>
          <a:off x="1260475" y="3284538"/>
          <a:ext cx="2879725" cy="900112"/>
        </p:xfrm>
        <a:graphic>
          <a:graphicData uri="http://schemas.openxmlformats.org/presentationml/2006/ole">
            <mc:AlternateContent xmlns:mc="http://schemas.openxmlformats.org/markup-compatibility/2006">
              <mc:Choice xmlns:v="urn:schemas-microsoft-com:vml" Requires="v">
                <p:oleObj r:id="rId4" imgW="1301115" imgH="408940" progId="Equation.3">
                  <p:embed/>
                </p:oleObj>
              </mc:Choice>
              <mc:Fallback>
                <p:oleObj r:id="rId4" imgW="1301115" imgH="408940" progId="Equation.3">
                  <p:embed/>
                  <p:pic>
                    <p:nvPicPr>
                      <p:cNvPr id="0" name="图片 3092"/>
                      <p:cNvPicPr/>
                      <p:nvPr/>
                    </p:nvPicPr>
                    <p:blipFill>
                      <a:blip r:embed="rId5">
                        <a:clrChange>
                          <a:clrFrom>
                            <a:srgbClr val="000000"/>
                          </a:clrFrom>
                          <a:clrTo>
                            <a:srgbClr val="FFFFFF"/>
                          </a:clrTo>
                        </a:clrChange>
                      </a:blip>
                      <a:stretch>
                        <a:fillRect/>
                      </a:stretch>
                    </p:blipFill>
                    <p:spPr>
                      <a:xfrm>
                        <a:off x="1260475" y="3284538"/>
                        <a:ext cx="2879725" cy="900112"/>
                      </a:xfrm>
                      <a:prstGeom prst="rect">
                        <a:avLst/>
                      </a:prstGeom>
                      <a:noFill/>
                      <a:ln w="38100">
                        <a:noFill/>
                        <a:miter/>
                      </a:ln>
                    </p:spPr>
                  </p:pic>
                </p:oleObj>
              </mc:Fallback>
            </mc:AlternateContent>
          </a:graphicData>
        </a:graphic>
      </p:graphicFrame>
      <p:graphicFrame>
        <p:nvGraphicFramePr>
          <p:cNvPr id="31832" name="Object 88"/>
          <p:cNvGraphicFramePr>
            <a:graphicFrameLocks noChangeAspect="1"/>
          </p:cNvGraphicFramePr>
          <p:nvPr/>
        </p:nvGraphicFramePr>
        <p:xfrm>
          <a:off x="4643438" y="2425700"/>
          <a:ext cx="2652712" cy="855663"/>
        </p:xfrm>
        <a:graphic>
          <a:graphicData uri="http://schemas.openxmlformats.org/presentationml/2006/ole">
            <mc:AlternateContent xmlns:mc="http://schemas.openxmlformats.org/markup-compatibility/2006">
              <mc:Choice xmlns:v="urn:schemas-microsoft-com:vml" Requires="v">
                <p:oleObj r:id="rId6" imgW="1263650" imgH="408940" progId="Equation.3">
                  <p:embed/>
                </p:oleObj>
              </mc:Choice>
              <mc:Fallback>
                <p:oleObj r:id="rId6" imgW="1263650" imgH="408940" progId="Equation.3">
                  <p:embed/>
                  <p:pic>
                    <p:nvPicPr>
                      <p:cNvPr id="0" name="图片 3091"/>
                      <p:cNvPicPr/>
                      <p:nvPr/>
                    </p:nvPicPr>
                    <p:blipFill>
                      <a:blip r:embed="rId7">
                        <a:clrChange>
                          <a:clrFrom>
                            <a:srgbClr val="000000"/>
                          </a:clrFrom>
                          <a:clrTo>
                            <a:srgbClr val="FFFFFF"/>
                          </a:clrTo>
                        </a:clrChange>
                      </a:blip>
                      <a:stretch>
                        <a:fillRect/>
                      </a:stretch>
                    </p:blipFill>
                    <p:spPr>
                      <a:xfrm>
                        <a:off x="4643438" y="2425700"/>
                        <a:ext cx="2652712" cy="855663"/>
                      </a:xfrm>
                      <a:prstGeom prst="rect">
                        <a:avLst/>
                      </a:prstGeom>
                      <a:noFill/>
                      <a:ln w="38100">
                        <a:noFill/>
                        <a:miter/>
                      </a:ln>
                    </p:spPr>
                  </p:pic>
                </p:oleObj>
              </mc:Fallback>
            </mc:AlternateContent>
          </a:graphicData>
        </a:graphic>
      </p:graphicFrame>
      <p:graphicFrame>
        <p:nvGraphicFramePr>
          <p:cNvPr id="31833" name="Object 89"/>
          <p:cNvGraphicFramePr>
            <a:graphicFrameLocks noChangeAspect="1"/>
          </p:cNvGraphicFramePr>
          <p:nvPr/>
        </p:nvGraphicFramePr>
        <p:xfrm>
          <a:off x="4643438" y="3362325"/>
          <a:ext cx="2952750" cy="858838"/>
        </p:xfrm>
        <a:graphic>
          <a:graphicData uri="http://schemas.openxmlformats.org/presentationml/2006/ole">
            <mc:AlternateContent xmlns:mc="http://schemas.openxmlformats.org/markup-compatibility/2006">
              <mc:Choice xmlns:v="urn:schemas-microsoft-com:vml" Requires="v">
                <p:oleObj r:id="rId8" imgW="1397635" imgH="408940" progId="Equation.3">
                  <p:embed/>
                </p:oleObj>
              </mc:Choice>
              <mc:Fallback>
                <p:oleObj r:id="rId8" imgW="1397635" imgH="408940" progId="Equation.3">
                  <p:embed/>
                  <p:pic>
                    <p:nvPicPr>
                      <p:cNvPr id="0" name="图片 3090"/>
                      <p:cNvPicPr/>
                      <p:nvPr/>
                    </p:nvPicPr>
                    <p:blipFill>
                      <a:blip r:embed="rId9">
                        <a:clrChange>
                          <a:clrFrom>
                            <a:srgbClr val="000000"/>
                          </a:clrFrom>
                          <a:clrTo>
                            <a:srgbClr val="FFFFFF"/>
                          </a:clrTo>
                        </a:clrChange>
                      </a:blip>
                      <a:stretch>
                        <a:fillRect/>
                      </a:stretch>
                    </p:blipFill>
                    <p:spPr>
                      <a:xfrm>
                        <a:off x="4643438" y="3362325"/>
                        <a:ext cx="2952750" cy="858838"/>
                      </a:xfrm>
                      <a:prstGeom prst="rect">
                        <a:avLst/>
                      </a:prstGeom>
                      <a:noFill/>
                      <a:ln w="38100">
                        <a:noFill/>
                        <a:miter/>
                      </a:ln>
                    </p:spPr>
                  </p:pic>
                </p:oleObj>
              </mc:Fallback>
            </mc:AlternateContent>
          </a:graphicData>
        </a:graphic>
      </p:graphicFrame>
      <p:sp>
        <p:nvSpPr>
          <p:cNvPr id="32007" name="Text Box 263"/>
          <p:cNvSpPr txBox="1"/>
          <p:nvPr/>
        </p:nvSpPr>
        <p:spPr>
          <a:xfrm>
            <a:off x="395288" y="549275"/>
            <a:ext cx="1439862" cy="579438"/>
          </a:xfrm>
          <a:prstGeom prst="rect">
            <a:avLst/>
          </a:prstGeom>
          <a:noFill/>
          <a:ln w="19050">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1-1</a:t>
            </a:r>
          </a:p>
        </p:txBody>
      </p:sp>
      <p:sp>
        <p:nvSpPr>
          <p:cNvPr id="32008" name="Line 264"/>
          <p:cNvSpPr/>
          <p:nvPr/>
        </p:nvSpPr>
        <p:spPr>
          <a:xfrm rot="5400000" flipV="1">
            <a:off x="3059113" y="3860800"/>
            <a:ext cx="1587" cy="287338"/>
          </a:xfrm>
          <a:prstGeom prst="line">
            <a:avLst/>
          </a:prstGeom>
          <a:ln w="57150" cap="flat" cmpd="sng">
            <a:solidFill>
              <a:srgbClr val="66FF33"/>
            </a:solidFill>
            <a:prstDash val="solid"/>
            <a:headEnd type="none" w="med" len="med"/>
            <a:tailEnd type="none" w="med" len="med"/>
          </a:ln>
        </p:spPr>
      </p:sp>
      <p:sp>
        <p:nvSpPr>
          <p:cNvPr id="32009" name="Line 265"/>
          <p:cNvSpPr/>
          <p:nvPr/>
        </p:nvSpPr>
        <p:spPr>
          <a:xfrm rot="5400000" flipV="1">
            <a:off x="1906588" y="3933825"/>
            <a:ext cx="1587" cy="287338"/>
          </a:xfrm>
          <a:prstGeom prst="line">
            <a:avLst/>
          </a:prstGeom>
          <a:ln w="57150" cap="flat" cmpd="sng">
            <a:solidFill>
              <a:srgbClr val="66FF33"/>
            </a:solidFill>
            <a:prstDash val="solid"/>
            <a:headEnd type="none" w="med" len="med"/>
            <a:tailEnd type="none" w="med" len="med"/>
          </a:ln>
        </p:spPr>
      </p:sp>
      <p:sp>
        <p:nvSpPr>
          <p:cNvPr id="32010" name="Line 266"/>
          <p:cNvSpPr/>
          <p:nvPr/>
        </p:nvSpPr>
        <p:spPr>
          <a:xfrm rot="5400000" flipV="1">
            <a:off x="5291138" y="2498725"/>
            <a:ext cx="1587" cy="287338"/>
          </a:xfrm>
          <a:prstGeom prst="line">
            <a:avLst/>
          </a:prstGeom>
          <a:ln w="57150" cap="flat" cmpd="sng">
            <a:solidFill>
              <a:srgbClr val="66FF33"/>
            </a:solidFill>
            <a:prstDash val="solid"/>
            <a:headEnd type="none" w="med" len="med"/>
            <a:tailEnd type="none" w="med" len="med"/>
          </a:ln>
        </p:spPr>
      </p:sp>
      <p:sp>
        <p:nvSpPr>
          <p:cNvPr id="32011" name="Line 267"/>
          <p:cNvSpPr/>
          <p:nvPr/>
        </p:nvSpPr>
        <p:spPr>
          <a:xfrm rot="5400000" flipV="1">
            <a:off x="6586538" y="3867150"/>
            <a:ext cx="1587" cy="287338"/>
          </a:xfrm>
          <a:prstGeom prst="line">
            <a:avLst/>
          </a:prstGeom>
          <a:ln w="57150" cap="flat" cmpd="sng">
            <a:solidFill>
              <a:srgbClr val="66FF33"/>
            </a:solidFill>
            <a:prstDash val="solid"/>
            <a:headEnd type="none" w="med" len="med"/>
            <a:tailEnd type="none" w="med" len="med"/>
          </a:ln>
        </p:spPr>
      </p:sp>
      <p:sp>
        <p:nvSpPr>
          <p:cNvPr id="32013" name="Text Box 269"/>
          <p:cNvSpPr txBox="1"/>
          <p:nvPr/>
        </p:nvSpPr>
        <p:spPr>
          <a:xfrm>
            <a:off x="8101013" y="476250"/>
            <a:ext cx="576262" cy="5643563"/>
          </a:xfrm>
          <a:prstGeom prst="rect">
            <a:avLst/>
          </a:prstGeom>
          <a:noFill/>
          <a:ln w="9525">
            <a:noFill/>
          </a:ln>
        </p:spPr>
        <p:txBody>
          <a:bodyPr>
            <a:spAutoFit/>
          </a:bodyPr>
          <a:lstStyle/>
          <a:p>
            <a:pPr eaLnBrk="1" hangingPunct="1">
              <a:spcBef>
                <a:spcPct val="50000"/>
              </a:spcBef>
            </a:pPr>
            <a:r>
              <a:rPr lang="zh-CN" altLang="en-US" b="1" dirty="0">
                <a:latin typeface="Arial" panose="020B0604020202020204" pitchFamily="34" charset="0"/>
              </a:rPr>
              <a:t>写出图示电路电压、电流关系式</a:t>
            </a:r>
          </a:p>
        </p:txBody>
      </p:sp>
      <p:grpSp>
        <p:nvGrpSpPr>
          <p:cNvPr id="29708" name="Group 274"/>
          <p:cNvGrpSpPr/>
          <p:nvPr/>
        </p:nvGrpSpPr>
        <p:grpSpPr>
          <a:xfrm>
            <a:off x="8316913" y="6446838"/>
            <a:ext cx="792162" cy="366712"/>
            <a:chOff x="5193" y="4020"/>
            <a:chExt cx="499" cy="231"/>
          </a:xfrm>
        </p:grpSpPr>
        <p:pic>
          <p:nvPicPr>
            <p:cNvPr id="29876" name="Picture 275"/>
            <p:cNvPicPr>
              <a:picLocks noChangeAspect="1"/>
            </p:cNvPicPr>
            <p:nvPr/>
          </p:nvPicPr>
          <p:blipFill>
            <a:blip r:embed="rId10"/>
            <a:stretch>
              <a:fillRect/>
            </a:stretch>
          </p:blipFill>
          <p:spPr>
            <a:xfrm>
              <a:off x="5193" y="4066"/>
              <a:ext cx="499" cy="181"/>
            </a:xfrm>
            <a:prstGeom prst="rect">
              <a:avLst/>
            </a:prstGeom>
            <a:noFill/>
            <a:ln w="9525">
              <a:noFill/>
            </a:ln>
          </p:spPr>
        </p:pic>
        <p:sp>
          <p:nvSpPr>
            <p:cNvPr id="29877" name="Text Box 27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29709" name="Group 277"/>
          <p:cNvGrpSpPr/>
          <p:nvPr/>
        </p:nvGrpSpPr>
        <p:grpSpPr>
          <a:xfrm>
            <a:off x="7453313" y="6446838"/>
            <a:ext cx="792162" cy="366712"/>
            <a:chOff x="4649" y="4020"/>
            <a:chExt cx="499" cy="231"/>
          </a:xfrm>
        </p:grpSpPr>
        <p:pic>
          <p:nvPicPr>
            <p:cNvPr id="29874" name="Picture 278"/>
            <p:cNvPicPr>
              <a:picLocks noChangeAspect="1"/>
            </p:cNvPicPr>
            <p:nvPr/>
          </p:nvPicPr>
          <p:blipFill>
            <a:blip r:embed="rId10"/>
            <a:stretch>
              <a:fillRect/>
            </a:stretch>
          </p:blipFill>
          <p:spPr>
            <a:xfrm>
              <a:off x="4649" y="4066"/>
              <a:ext cx="499" cy="181"/>
            </a:xfrm>
            <a:prstGeom prst="rect">
              <a:avLst/>
            </a:prstGeom>
            <a:noFill/>
            <a:ln w="9525">
              <a:noFill/>
            </a:ln>
          </p:spPr>
        </p:pic>
        <p:sp>
          <p:nvSpPr>
            <p:cNvPr id="29875" name="Text Box 27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29710" name="Group 438"/>
          <p:cNvGrpSpPr/>
          <p:nvPr/>
        </p:nvGrpSpPr>
        <p:grpSpPr>
          <a:xfrm>
            <a:off x="6588125" y="6446838"/>
            <a:ext cx="792163" cy="366712"/>
            <a:chOff x="4649" y="4020"/>
            <a:chExt cx="499" cy="231"/>
          </a:xfrm>
        </p:grpSpPr>
        <p:pic>
          <p:nvPicPr>
            <p:cNvPr id="29872" name="Picture 439"/>
            <p:cNvPicPr>
              <a:picLocks noChangeAspect="1"/>
            </p:cNvPicPr>
            <p:nvPr/>
          </p:nvPicPr>
          <p:blipFill>
            <a:blip r:embed="rId10"/>
            <a:stretch>
              <a:fillRect/>
            </a:stretch>
          </p:blipFill>
          <p:spPr>
            <a:xfrm>
              <a:off x="4649" y="4066"/>
              <a:ext cx="499" cy="181"/>
            </a:xfrm>
            <a:prstGeom prst="rect">
              <a:avLst/>
            </a:prstGeom>
            <a:noFill/>
            <a:ln w="9525">
              <a:noFill/>
            </a:ln>
          </p:spPr>
        </p:pic>
        <p:sp>
          <p:nvSpPr>
            <p:cNvPr id="29873" name="Text Box 440">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32195" name="Group 451"/>
          <p:cNvGrpSpPr/>
          <p:nvPr/>
        </p:nvGrpSpPr>
        <p:grpSpPr>
          <a:xfrm>
            <a:off x="1692275" y="333375"/>
            <a:ext cx="2543175" cy="1876425"/>
            <a:chOff x="930" y="210"/>
            <a:chExt cx="1602" cy="1182"/>
          </a:xfrm>
        </p:grpSpPr>
        <p:sp>
          <p:nvSpPr>
            <p:cNvPr id="29833" name="Text Box 284"/>
            <p:cNvSpPr txBox="1"/>
            <p:nvPr/>
          </p:nvSpPr>
          <p:spPr>
            <a:xfrm>
              <a:off x="1111" y="237"/>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34" name="Line 285"/>
            <p:cNvSpPr/>
            <p:nvPr/>
          </p:nvSpPr>
          <p:spPr>
            <a:xfrm flipV="1">
              <a:off x="1565" y="572"/>
              <a:ext cx="0" cy="252"/>
            </a:xfrm>
            <a:prstGeom prst="line">
              <a:avLst/>
            </a:prstGeom>
            <a:ln w="28575" cap="flat" cmpd="sng">
              <a:solidFill>
                <a:srgbClr val="FFCC00"/>
              </a:solidFill>
              <a:prstDash val="solid"/>
              <a:headEnd type="none" w="med" len="med"/>
              <a:tailEnd type="none" w="med" len="med"/>
            </a:ln>
          </p:spPr>
        </p:sp>
        <p:sp>
          <p:nvSpPr>
            <p:cNvPr id="29835" name="Line 286"/>
            <p:cNvSpPr/>
            <p:nvPr/>
          </p:nvSpPr>
          <p:spPr>
            <a:xfrm flipH="1" flipV="1">
              <a:off x="1565" y="1169"/>
              <a:ext cx="0" cy="192"/>
            </a:xfrm>
            <a:prstGeom prst="line">
              <a:avLst/>
            </a:prstGeom>
            <a:ln w="28575" cap="flat" cmpd="sng">
              <a:solidFill>
                <a:srgbClr val="FFCC00"/>
              </a:solidFill>
              <a:prstDash val="solid"/>
              <a:headEnd type="none" w="med" len="med"/>
              <a:tailEnd type="none" w="med" len="med"/>
            </a:ln>
          </p:spPr>
        </p:sp>
        <p:sp>
          <p:nvSpPr>
            <p:cNvPr id="29836" name="Line 287"/>
            <p:cNvSpPr/>
            <p:nvPr/>
          </p:nvSpPr>
          <p:spPr>
            <a:xfrm flipV="1">
              <a:off x="1818" y="1173"/>
              <a:ext cx="0" cy="192"/>
            </a:xfrm>
            <a:prstGeom prst="line">
              <a:avLst/>
            </a:prstGeom>
            <a:ln w="28575" cap="flat" cmpd="sng">
              <a:solidFill>
                <a:srgbClr val="FFCC00"/>
              </a:solidFill>
              <a:prstDash val="solid"/>
              <a:headEnd type="none" w="med" len="med"/>
              <a:tailEnd type="none" w="med" len="med"/>
            </a:ln>
          </p:spPr>
        </p:sp>
        <p:sp>
          <p:nvSpPr>
            <p:cNvPr id="29837" name="Line 288"/>
            <p:cNvSpPr/>
            <p:nvPr/>
          </p:nvSpPr>
          <p:spPr>
            <a:xfrm flipH="1" flipV="1">
              <a:off x="1838" y="572"/>
              <a:ext cx="0" cy="227"/>
            </a:xfrm>
            <a:prstGeom prst="line">
              <a:avLst/>
            </a:prstGeom>
            <a:ln w="28575" cap="flat" cmpd="sng">
              <a:solidFill>
                <a:srgbClr val="FFCC00"/>
              </a:solidFill>
              <a:prstDash val="solid"/>
              <a:headEnd type="none" w="med" len="med"/>
              <a:tailEnd type="none" w="med" len="med"/>
            </a:ln>
          </p:spPr>
        </p:sp>
        <p:sp>
          <p:nvSpPr>
            <p:cNvPr id="29838" name="Line 289"/>
            <p:cNvSpPr/>
            <p:nvPr/>
          </p:nvSpPr>
          <p:spPr>
            <a:xfrm>
              <a:off x="1021" y="572"/>
              <a:ext cx="544" cy="0"/>
            </a:xfrm>
            <a:prstGeom prst="line">
              <a:avLst/>
            </a:prstGeom>
            <a:ln w="28575" cap="flat" cmpd="sng">
              <a:solidFill>
                <a:srgbClr val="FFCC00"/>
              </a:solidFill>
              <a:prstDash val="solid"/>
              <a:headEnd type="none" w="med" len="med"/>
              <a:tailEnd type="none" w="med" len="med"/>
            </a:ln>
          </p:spPr>
        </p:sp>
        <p:sp>
          <p:nvSpPr>
            <p:cNvPr id="29839" name="Line 290"/>
            <p:cNvSpPr/>
            <p:nvPr/>
          </p:nvSpPr>
          <p:spPr>
            <a:xfrm>
              <a:off x="1074" y="1361"/>
              <a:ext cx="480" cy="0"/>
            </a:xfrm>
            <a:prstGeom prst="line">
              <a:avLst/>
            </a:prstGeom>
            <a:ln w="28575" cap="flat" cmpd="sng">
              <a:solidFill>
                <a:srgbClr val="FFCC00"/>
              </a:solidFill>
              <a:prstDash val="solid"/>
              <a:headEnd type="none" w="med" len="med"/>
              <a:tailEnd type="none" w="med" len="med"/>
            </a:ln>
          </p:spPr>
        </p:sp>
        <p:sp>
          <p:nvSpPr>
            <p:cNvPr id="29840" name="Line 291"/>
            <p:cNvSpPr/>
            <p:nvPr/>
          </p:nvSpPr>
          <p:spPr>
            <a:xfrm>
              <a:off x="1818" y="572"/>
              <a:ext cx="480" cy="0"/>
            </a:xfrm>
            <a:prstGeom prst="line">
              <a:avLst/>
            </a:prstGeom>
            <a:ln w="28575" cap="flat" cmpd="sng">
              <a:solidFill>
                <a:srgbClr val="FFCC00"/>
              </a:solidFill>
              <a:prstDash val="solid"/>
              <a:headEnd type="none" w="med" len="med"/>
              <a:tailEnd type="none" w="med" len="med"/>
            </a:ln>
          </p:spPr>
        </p:sp>
        <p:sp>
          <p:nvSpPr>
            <p:cNvPr id="29841" name="Line 292"/>
            <p:cNvSpPr/>
            <p:nvPr/>
          </p:nvSpPr>
          <p:spPr>
            <a:xfrm>
              <a:off x="1818" y="1359"/>
              <a:ext cx="480" cy="0"/>
            </a:xfrm>
            <a:prstGeom prst="line">
              <a:avLst/>
            </a:prstGeom>
            <a:ln w="28575" cap="flat" cmpd="sng">
              <a:solidFill>
                <a:srgbClr val="FFCC00"/>
              </a:solidFill>
              <a:prstDash val="solid"/>
              <a:headEnd type="none" w="med" len="med"/>
              <a:tailEnd type="none" w="med" len="med"/>
            </a:ln>
          </p:spPr>
        </p:sp>
        <p:sp>
          <p:nvSpPr>
            <p:cNvPr id="29842" name="Text Box 293"/>
            <p:cNvSpPr txBox="1"/>
            <p:nvPr/>
          </p:nvSpPr>
          <p:spPr>
            <a:xfrm>
              <a:off x="1838" y="57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843" name="Text Box 294"/>
            <p:cNvSpPr txBox="1"/>
            <p:nvPr/>
          </p:nvSpPr>
          <p:spPr>
            <a:xfrm>
              <a:off x="1339" y="57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844" name="Line 295"/>
            <p:cNvSpPr/>
            <p:nvPr/>
          </p:nvSpPr>
          <p:spPr>
            <a:xfrm>
              <a:off x="1066" y="572"/>
              <a:ext cx="288" cy="0"/>
            </a:xfrm>
            <a:prstGeom prst="line">
              <a:avLst/>
            </a:prstGeom>
            <a:ln w="28575" cap="flat" cmpd="sng">
              <a:solidFill>
                <a:srgbClr val="00FFFF"/>
              </a:solidFill>
              <a:prstDash val="solid"/>
              <a:headEnd type="none" w="med" len="med"/>
              <a:tailEnd type="triangle" w="med" len="med"/>
            </a:ln>
          </p:spPr>
        </p:sp>
        <p:sp>
          <p:nvSpPr>
            <p:cNvPr id="29845" name="Text Box 296"/>
            <p:cNvSpPr txBox="1"/>
            <p:nvPr/>
          </p:nvSpPr>
          <p:spPr>
            <a:xfrm>
              <a:off x="1248" y="799"/>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46" name="Text Box 297"/>
            <p:cNvSpPr txBox="1"/>
            <p:nvPr/>
          </p:nvSpPr>
          <p:spPr>
            <a:xfrm>
              <a:off x="1838" y="799"/>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47" name="Text Box 298"/>
            <p:cNvSpPr txBox="1"/>
            <p:nvPr/>
          </p:nvSpPr>
          <p:spPr>
            <a:xfrm>
              <a:off x="930" y="527"/>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848" name="Text Box 299"/>
            <p:cNvSpPr txBox="1"/>
            <p:nvPr/>
          </p:nvSpPr>
          <p:spPr>
            <a:xfrm>
              <a:off x="948" y="943"/>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29849" name="Text Box 300"/>
            <p:cNvSpPr txBox="1"/>
            <p:nvPr/>
          </p:nvSpPr>
          <p:spPr>
            <a:xfrm>
              <a:off x="930" y="799"/>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50" name="Text Box 301"/>
            <p:cNvSpPr txBox="1"/>
            <p:nvPr/>
          </p:nvSpPr>
          <p:spPr>
            <a:xfrm>
              <a:off x="2216" y="555"/>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851" name="Text Box 302"/>
            <p:cNvSpPr txBox="1"/>
            <p:nvPr/>
          </p:nvSpPr>
          <p:spPr>
            <a:xfrm>
              <a:off x="2214" y="967"/>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29852" name="Text Box 303"/>
            <p:cNvSpPr txBox="1"/>
            <p:nvPr/>
          </p:nvSpPr>
          <p:spPr>
            <a:xfrm>
              <a:off x="2228" y="823"/>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53" name="Text Box 304"/>
            <p:cNvSpPr txBox="1"/>
            <p:nvPr/>
          </p:nvSpPr>
          <p:spPr>
            <a:xfrm>
              <a:off x="2018" y="210"/>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54" name="Text Box 305"/>
            <p:cNvSpPr txBox="1"/>
            <p:nvPr/>
          </p:nvSpPr>
          <p:spPr>
            <a:xfrm>
              <a:off x="1554" y="259"/>
              <a:ext cx="303"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55" name="Oval 306"/>
            <p:cNvSpPr/>
            <p:nvPr/>
          </p:nvSpPr>
          <p:spPr>
            <a:xfrm>
              <a:off x="976" y="55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856" name="Oval 307"/>
            <p:cNvSpPr/>
            <p:nvPr/>
          </p:nvSpPr>
          <p:spPr>
            <a:xfrm>
              <a:off x="1017" y="1344"/>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857" name="Line 308"/>
            <p:cNvSpPr/>
            <p:nvPr/>
          </p:nvSpPr>
          <p:spPr>
            <a:xfrm flipH="1">
              <a:off x="1973" y="572"/>
              <a:ext cx="288" cy="0"/>
            </a:xfrm>
            <a:prstGeom prst="line">
              <a:avLst/>
            </a:prstGeom>
            <a:ln w="28575" cap="flat" cmpd="sng">
              <a:solidFill>
                <a:srgbClr val="00FFFF"/>
              </a:solidFill>
              <a:prstDash val="solid"/>
              <a:headEnd type="none" w="med" len="med"/>
              <a:tailEnd type="triangle" w="med" len="med"/>
            </a:ln>
          </p:spPr>
        </p:sp>
        <p:sp>
          <p:nvSpPr>
            <p:cNvPr id="29858" name="Oval 309"/>
            <p:cNvSpPr/>
            <p:nvPr/>
          </p:nvSpPr>
          <p:spPr>
            <a:xfrm>
              <a:off x="2298" y="133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859" name="Oval 310"/>
            <p:cNvSpPr/>
            <p:nvPr/>
          </p:nvSpPr>
          <p:spPr>
            <a:xfrm>
              <a:off x="2301" y="55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860" name="Arc 311"/>
            <p:cNvSpPr/>
            <p:nvPr/>
          </p:nvSpPr>
          <p:spPr>
            <a:xfrm flipH="1">
              <a:off x="1458" y="458"/>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29861" name="Arc 312"/>
            <p:cNvSpPr/>
            <p:nvPr/>
          </p:nvSpPr>
          <p:spPr>
            <a:xfrm>
              <a:off x="1764" y="466"/>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pSp>
          <p:nvGrpSpPr>
            <p:cNvPr id="29862" name="Group 441"/>
            <p:cNvGrpSpPr/>
            <p:nvPr/>
          </p:nvGrpSpPr>
          <p:grpSpPr>
            <a:xfrm rot="10800000">
              <a:off x="1556" y="808"/>
              <a:ext cx="90" cy="363"/>
              <a:chOff x="1565" y="2614"/>
              <a:chExt cx="90" cy="486"/>
            </a:xfrm>
          </p:grpSpPr>
          <p:sp>
            <p:nvSpPr>
              <p:cNvPr id="29868" name="Arc 44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69" name="Arc 44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70" name="Arc 44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71" name="Arc 44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29863" name="Group 446"/>
            <p:cNvGrpSpPr/>
            <p:nvPr/>
          </p:nvGrpSpPr>
          <p:grpSpPr>
            <a:xfrm>
              <a:off x="1746" y="799"/>
              <a:ext cx="91" cy="363"/>
              <a:chOff x="1565" y="2614"/>
              <a:chExt cx="90" cy="486"/>
            </a:xfrm>
          </p:grpSpPr>
          <p:sp>
            <p:nvSpPr>
              <p:cNvPr id="29864" name="Arc 44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65" name="Arc 44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66" name="Arc 44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67" name="Arc 45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32236" name="Group 492"/>
          <p:cNvGrpSpPr/>
          <p:nvPr/>
        </p:nvGrpSpPr>
        <p:grpSpPr>
          <a:xfrm>
            <a:off x="4932363" y="333375"/>
            <a:ext cx="2543175" cy="1885950"/>
            <a:chOff x="3107" y="210"/>
            <a:chExt cx="1602" cy="1188"/>
          </a:xfrm>
        </p:grpSpPr>
        <p:sp>
          <p:nvSpPr>
            <p:cNvPr id="29794" name="Text Box 453"/>
            <p:cNvSpPr txBox="1"/>
            <p:nvPr/>
          </p:nvSpPr>
          <p:spPr>
            <a:xfrm>
              <a:off x="3288" y="237"/>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95" name="Line 454"/>
            <p:cNvSpPr/>
            <p:nvPr/>
          </p:nvSpPr>
          <p:spPr>
            <a:xfrm flipV="1">
              <a:off x="3742" y="572"/>
              <a:ext cx="0" cy="252"/>
            </a:xfrm>
            <a:prstGeom prst="line">
              <a:avLst/>
            </a:prstGeom>
            <a:ln w="28575" cap="flat" cmpd="sng">
              <a:solidFill>
                <a:srgbClr val="FFCC00"/>
              </a:solidFill>
              <a:prstDash val="solid"/>
              <a:headEnd type="none" w="med" len="med"/>
              <a:tailEnd type="none" w="med" len="med"/>
            </a:ln>
          </p:spPr>
        </p:sp>
        <p:sp>
          <p:nvSpPr>
            <p:cNvPr id="29796" name="Line 455"/>
            <p:cNvSpPr/>
            <p:nvPr/>
          </p:nvSpPr>
          <p:spPr>
            <a:xfrm flipH="1" flipV="1">
              <a:off x="3742" y="1169"/>
              <a:ext cx="0" cy="192"/>
            </a:xfrm>
            <a:prstGeom prst="line">
              <a:avLst/>
            </a:prstGeom>
            <a:ln w="28575" cap="flat" cmpd="sng">
              <a:solidFill>
                <a:srgbClr val="FFCC00"/>
              </a:solidFill>
              <a:prstDash val="solid"/>
              <a:headEnd type="none" w="med" len="med"/>
              <a:tailEnd type="none" w="med" len="med"/>
            </a:ln>
          </p:spPr>
        </p:sp>
        <p:sp>
          <p:nvSpPr>
            <p:cNvPr id="29797" name="Line 456"/>
            <p:cNvSpPr/>
            <p:nvPr/>
          </p:nvSpPr>
          <p:spPr>
            <a:xfrm flipV="1">
              <a:off x="3995" y="1173"/>
              <a:ext cx="0" cy="192"/>
            </a:xfrm>
            <a:prstGeom prst="line">
              <a:avLst/>
            </a:prstGeom>
            <a:ln w="28575" cap="flat" cmpd="sng">
              <a:solidFill>
                <a:srgbClr val="FFCC00"/>
              </a:solidFill>
              <a:prstDash val="solid"/>
              <a:headEnd type="none" w="med" len="med"/>
              <a:tailEnd type="none" w="med" len="med"/>
            </a:ln>
          </p:spPr>
        </p:sp>
        <p:sp>
          <p:nvSpPr>
            <p:cNvPr id="29798" name="Line 457"/>
            <p:cNvSpPr/>
            <p:nvPr/>
          </p:nvSpPr>
          <p:spPr>
            <a:xfrm flipH="1" flipV="1">
              <a:off x="4015" y="572"/>
              <a:ext cx="0" cy="227"/>
            </a:xfrm>
            <a:prstGeom prst="line">
              <a:avLst/>
            </a:prstGeom>
            <a:ln w="28575" cap="flat" cmpd="sng">
              <a:solidFill>
                <a:srgbClr val="FFCC00"/>
              </a:solidFill>
              <a:prstDash val="solid"/>
              <a:headEnd type="none" w="med" len="med"/>
              <a:tailEnd type="none" w="med" len="med"/>
            </a:ln>
          </p:spPr>
        </p:sp>
        <p:sp>
          <p:nvSpPr>
            <p:cNvPr id="29799" name="Line 458"/>
            <p:cNvSpPr/>
            <p:nvPr/>
          </p:nvSpPr>
          <p:spPr>
            <a:xfrm>
              <a:off x="3198" y="572"/>
              <a:ext cx="544" cy="0"/>
            </a:xfrm>
            <a:prstGeom prst="line">
              <a:avLst/>
            </a:prstGeom>
            <a:ln w="28575" cap="flat" cmpd="sng">
              <a:solidFill>
                <a:srgbClr val="FFCC00"/>
              </a:solidFill>
              <a:prstDash val="solid"/>
              <a:headEnd type="none" w="med" len="med"/>
              <a:tailEnd type="none" w="med" len="med"/>
            </a:ln>
          </p:spPr>
        </p:sp>
        <p:sp>
          <p:nvSpPr>
            <p:cNvPr id="29800" name="Line 459"/>
            <p:cNvSpPr/>
            <p:nvPr/>
          </p:nvSpPr>
          <p:spPr>
            <a:xfrm>
              <a:off x="3251" y="1361"/>
              <a:ext cx="480" cy="0"/>
            </a:xfrm>
            <a:prstGeom prst="line">
              <a:avLst/>
            </a:prstGeom>
            <a:ln w="28575" cap="flat" cmpd="sng">
              <a:solidFill>
                <a:srgbClr val="FFCC00"/>
              </a:solidFill>
              <a:prstDash val="solid"/>
              <a:headEnd type="none" w="med" len="med"/>
              <a:tailEnd type="none" w="med" len="med"/>
            </a:ln>
          </p:spPr>
        </p:sp>
        <p:sp>
          <p:nvSpPr>
            <p:cNvPr id="29801" name="Line 460"/>
            <p:cNvSpPr/>
            <p:nvPr/>
          </p:nvSpPr>
          <p:spPr>
            <a:xfrm>
              <a:off x="3995" y="572"/>
              <a:ext cx="480" cy="0"/>
            </a:xfrm>
            <a:prstGeom prst="line">
              <a:avLst/>
            </a:prstGeom>
            <a:ln w="28575" cap="flat" cmpd="sng">
              <a:solidFill>
                <a:srgbClr val="FFCC00"/>
              </a:solidFill>
              <a:prstDash val="solid"/>
              <a:headEnd type="none" w="med" len="med"/>
              <a:tailEnd type="none" w="med" len="med"/>
            </a:ln>
          </p:spPr>
        </p:sp>
        <p:sp>
          <p:nvSpPr>
            <p:cNvPr id="29802" name="Line 461"/>
            <p:cNvSpPr/>
            <p:nvPr/>
          </p:nvSpPr>
          <p:spPr>
            <a:xfrm>
              <a:off x="3995" y="1359"/>
              <a:ext cx="480" cy="0"/>
            </a:xfrm>
            <a:prstGeom prst="line">
              <a:avLst/>
            </a:prstGeom>
            <a:ln w="28575" cap="flat" cmpd="sng">
              <a:solidFill>
                <a:srgbClr val="FFCC00"/>
              </a:solidFill>
              <a:prstDash val="solid"/>
              <a:headEnd type="none" w="med" len="med"/>
              <a:tailEnd type="none" w="med" len="med"/>
            </a:ln>
          </p:spPr>
        </p:sp>
        <p:sp>
          <p:nvSpPr>
            <p:cNvPr id="29803" name="Text Box 462"/>
            <p:cNvSpPr txBox="1"/>
            <p:nvPr/>
          </p:nvSpPr>
          <p:spPr>
            <a:xfrm>
              <a:off x="4014" y="107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804" name="Text Box 463"/>
            <p:cNvSpPr txBox="1"/>
            <p:nvPr/>
          </p:nvSpPr>
          <p:spPr>
            <a:xfrm>
              <a:off x="3516" y="57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805" name="Line 464"/>
            <p:cNvSpPr/>
            <p:nvPr/>
          </p:nvSpPr>
          <p:spPr>
            <a:xfrm>
              <a:off x="3243" y="572"/>
              <a:ext cx="288" cy="0"/>
            </a:xfrm>
            <a:prstGeom prst="line">
              <a:avLst/>
            </a:prstGeom>
            <a:ln w="28575" cap="flat" cmpd="sng">
              <a:solidFill>
                <a:srgbClr val="00FFFF"/>
              </a:solidFill>
              <a:prstDash val="solid"/>
              <a:headEnd type="none" w="med" len="med"/>
              <a:tailEnd type="triangle" w="med" len="med"/>
            </a:ln>
          </p:spPr>
        </p:sp>
        <p:sp>
          <p:nvSpPr>
            <p:cNvPr id="29806" name="Text Box 465"/>
            <p:cNvSpPr txBox="1"/>
            <p:nvPr/>
          </p:nvSpPr>
          <p:spPr>
            <a:xfrm>
              <a:off x="3425" y="799"/>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07" name="Text Box 466"/>
            <p:cNvSpPr txBox="1"/>
            <p:nvPr/>
          </p:nvSpPr>
          <p:spPr>
            <a:xfrm>
              <a:off x="4015" y="799"/>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08" name="Text Box 467"/>
            <p:cNvSpPr txBox="1"/>
            <p:nvPr/>
          </p:nvSpPr>
          <p:spPr>
            <a:xfrm>
              <a:off x="3107" y="527"/>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809" name="Text Box 468"/>
            <p:cNvSpPr txBox="1"/>
            <p:nvPr/>
          </p:nvSpPr>
          <p:spPr>
            <a:xfrm>
              <a:off x="3125" y="943"/>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29810" name="Text Box 469"/>
            <p:cNvSpPr txBox="1"/>
            <p:nvPr/>
          </p:nvSpPr>
          <p:spPr>
            <a:xfrm>
              <a:off x="3107" y="799"/>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11" name="Text Box 470"/>
            <p:cNvSpPr txBox="1"/>
            <p:nvPr/>
          </p:nvSpPr>
          <p:spPr>
            <a:xfrm>
              <a:off x="4393" y="555"/>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812" name="Text Box 471"/>
            <p:cNvSpPr txBox="1"/>
            <p:nvPr/>
          </p:nvSpPr>
          <p:spPr>
            <a:xfrm>
              <a:off x="4391" y="967"/>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29813" name="Text Box 472"/>
            <p:cNvSpPr txBox="1"/>
            <p:nvPr/>
          </p:nvSpPr>
          <p:spPr>
            <a:xfrm>
              <a:off x="4405" y="823"/>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14" name="Text Box 473"/>
            <p:cNvSpPr txBox="1"/>
            <p:nvPr/>
          </p:nvSpPr>
          <p:spPr>
            <a:xfrm>
              <a:off x="4195" y="210"/>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15" name="Text Box 474"/>
            <p:cNvSpPr txBox="1"/>
            <p:nvPr/>
          </p:nvSpPr>
          <p:spPr>
            <a:xfrm>
              <a:off x="3731" y="259"/>
              <a:ext cx="303"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816" name="Oval 475"/>
            <p:cNvSpPr/>
            <p:nvPr/>
          </p:nvSpPr>
          <p:spPr>
            <a:xfrm>
              <a:off x="3153" y="55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817" name="Oval 476"/>
            <p:cNvSpPr/>
            <p:nvPr/>
          </p:nvSpPr>
          <p:spPr>
            <a:xfrm>
              <a:off x="3194" y="1344"/>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818" name="Line 477"/>
            <p:cNvSpPr/>
            <p:nvPr/>
          </p:nvSpPr>
          <p:spPr>
            <a:xfrm flipH="1">
              <a:off x="4150" y="572"/>
              <a:ext cx="288" cy="0"/>
            </a:xfrm>
            <a:prstGeom prst="line">
              <a:avLst/>
            </a:prstGeom>
            <a:ln w="28575" cap="flat" cmpd="sng">
              <a:solidFill>
                <a:srgbClr val="00FFFF"/>
              </a:solidFill>
              <a:prstDash val="solid"/>
              <a:headEnd type="none" w="med" len="med"/>
              <a:tailEnd type="triangle" w="med" len="med"/>
            </a:ln>
          </p:spPr>
        </p:sp>
        <p:sp>
          <p:nvSpPr>
            <p:cNvPr id="29819" name="Oval 478"/>
            <p:cNvSpPr/>
            <p:nvPr/>
          </p:nvSpPr>
          <p:spPr>
            <a:xfrm>
              <a:off x="4475" y="133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820" name="Oval 479"/>
            <p:cNvSpPr/>
            <p:nvPr/>
          </p:nvSpPr>
          <p:spPr>
            <a:xfrm>
              <a:off x="4478" y="55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821" name="Arc 480"/>
            <p:cNvSpPr/>
            <p:nvPr/>
          </p:nvSpPr>
          <p:spPr>
            <a:xfrm flipH="1">
              <a:off x="3635" y="458"/>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29822" name="Arc 481"/>
            <p:cNvSpPr/>
            <p:nvPr/>
          </p:nvSpPr>
          <p:spPr>
            <a:xfrm>
              <a:off x="3941" y="466"/>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pSp>
          <p:nvGrpSpPr>
            <p:cNvPr id="29823" name="Group 482"/>
            <p:cNvGrpSpPr/>
            <p:nvPr/>
          </p:nvGrpSpPr>
          <p:grpSpPr>
            <a:xfrm rot="10800000">
              <a:off x="3733" y="808"/>
              <a:ext cx="90" cy="363"/>
              <a:chOff x="1565" y="2614"/>
              <a:chExt cx="90" cy="486"/>
            </a:xfrm>
          </p:grpSpPr>
          <p:sp>
            <p:nvSpPr>
              <p:cNvPr id="29829" name="Arc 48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30" name="Arc 48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31" name="Arc 48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32" name="Arc 48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29824" name="Group 487"/>
            <p:cNvGrpSpPr/>
            <p:nvPr/>
          </p:nvGrpSpPr>
          <p:grpSpPr>
            <a:xfrm>
              <a:off x="3923" y="799"/>
              <a:ext cx="91" cy="363"/>
              <a:chOff x="1565" y="2614"/>
              <a:chExt cx="90" cy="486"/>
            </a:xfrm>
          </p:grpSpPr>
          <p:sp>
            <p:nvSpPr>
              <p:cNvPr id="29825" name="Arc 48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26" name="Arc 48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27" name="Arc 49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828" name="Arc 49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32237" name="Group 493"/>
          <p:cNvGrpSpPr/>
          <p:nvPr/>
        </p:nvGrpSpPr>
        <p:grpSpPr>
          <a:xfrm>
            <a:off x="1692275" y="4221163"/>
            <a:ext cx="2543175" cy="1885950"/>
            <a:chOff x="3107" y="210"/>
            <a:chExt cx="1602" cy="1188"/>
          </a:xfrm>
        </p:grpSpPr>
        <p:sp>
          <p:nvSpPr>
            <p:cNvPr id="29755" name="Text Box 494"/>
            <p:cNvSpPr txBox="1"/>
            <p:nvPr/>
          </p:nvSpPr>
          <p:spPr>
            <a:xfrm>
              <a:off x="3288" y="237"/>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56" name="Line 495"/>
            <p:cNvSpPr/>
            <p:nvPr/>
          </p:nvSpPr>
          <p:spPr>
            <a:xfrm flipV="1">
              <a:off x="3742" y="572"/>
              <a:ext cx="0" cy="252"/>
            </a:xfrm>
            <a:prstGeom prst="line">
              <a:avLst/>
            </a:prstGeom>
            <a:ln w="28575" cap="flat" cmpd="sng">
              <a:solidFill>
                <a:srgbClr val="FFCC00"/>
              </a:solidFill>
              <a:prstDash val="solid"/>
              <a:headEnd type="none" w="med" len="med"/>
              <a:tailEnd type="none" w="med" len="med"/>
            </a:ln>
          </p:spPr>
        </p:sp>
        <p:sp>
          <p:nvSpPr>
            <p:cNvPr id="29757" name="Line 496"/>
            <p:cNvSpPr/>
            <p:nvPr/>
          </p:nvSpPr>
          <p:spPr>
            <a:xfrm flipH="1" flipV="1">
              <a:off x="3742" y="1169"/>
              <a:ext cx="0" cy="192"/>
            </a:xfrm>
            <a:prstGeom prst="line">
              <a:avLst/>
            </a:prstGeom>
            <a:ln w="28575" cap="flat" cmpd="sng">
              <a:solidFill>
                <a:srgbClr val="FFCC00"/>
              </a:solidFill>
              <a:prstDash val="solid"/>
              <a:headEnd type="none" w="med" len="med"/>
              <a:tailEnd type="none" w="med" len="med"/>
            </a:ln>
          </p:spPr>
        </p:sp>
        <p:sp>
          <p:nvSpPr>
            <p:cNvPr id="29758" name="Line 497"/>
            <p:cNvSpPr/>
            <p:nvPr/>
          </p:nvSpPr>
          <p:spPr>
            <a:xfrm flipV="1">
              <a:off x="3995" y="1173"/>
              <a:ext cx="0" cy="192"/>
            </a:xfrm>
            <a:prstGeom prst="line">
              <a:avLst/>
            </a:prstGeom>
            <a:ln w="28575" cap="flat" cmpd="sng">
              <a:solidFill>
                <a:srgbClr val="FFCC00"/>
              </a:solidFill>
              <a:prstDash val="solid"/>
              <a:headEnd type="none" w="med" len="med"/>
              <a:tailEnd type="none" w="med" len="med"/>
            </a:ln>
          </p:spPr>
        </p:sp>
        <p:sp>
          <p:nvSpPr>
            <p:cNvPr id="29759" name="Line 498"/>
            <p:cNvSpPr/>
            <p:nvPr/>
          </p:nvSpPr>
          <p:spPr>
            <a:xfrm flipH="1" flipV="1">
              <a:off x="4015" y="572"/>
              <a:ext cx="0" cy="227"/>
            </a:xfrm>
            <a:prstGeom prst="line">
              <a:avLst/>
            </a:prstGeom>
            <a:ln w="28575" cap="flat" cmpd="sng">
              <a:solidFill>
                <a:srgbClr val="FFCC00"/>
              </a:solidFill>
              <a:prstDash val="solid"/>
              <a:headEnd type="none" w="med" len="med"/>
              <a:tailEnd type="none" w="med" len="med"/>
            </a:ln>
          </p:spPr>
        </p:sp>
        <p:sp>
          <p:nvSpPr>
            <p:cNvPr id="29760" name="Line 499"/>
            <p:cNvSpPr/>
            <p:nvPr/>
          </p:nvSpPr>
          <p:spPr>
            <a:xfrm>
              <a:off x="3198" y="572"/>
              <a:ext cx="544" cy="0"/>
            </a:xfrm>
            <a:prstGeom prst="line">
              <a:avLst/>
            </a:prstGeom>
            <a:ln w="28575" cap="flat" cmpd="sng">
              <a:solidFill>
                <a:srgbClr val="FFCC00"/>
              </a:solidFill>
              <a:prstDash val="solid"/>
              <a:headEnd type="none" w="med" len="med"/>
              <a:tailEnd type="none" w="med" len="med"/>
            </a:ln>
          </p:spPr>
        </p:sp>
        <p:sp>
          <p:nvSpPr>
            <p:cNvPr id="29761" name="Line 500"/>
            <p:cNvSpPr/>
            <p:nvPr/>
          </p:nvSpPr>
          <p:spPr>
            <a:xfrm>
              <a:off x="3251" y="1361"/>
              <a:ext cx="480" cy="0"/>
            </a:xfrm>
            <a:prstGeom prst="line">
              <a:avLst/>
            </a:prstGeom>
            <a:ln w="28575" cap="flat" cmpd="sng">
              <a:solidFill>
                <a:srgbClr val="FFCC00"/>
              </a:solidFill>
              <a:prstDash val="solid"/>
              <a:headEnd type="none" w="med" len="med"/>
              <a:tailEnd type="none" w="med" len="med"/>
            </a:ln>
          </p:spPr>
        </p:sp>
        <p:sp>
          <p:nvSpPr>
            <p:cNvPr id="29762" name="Line 501"/>
            <p:cNvSpPr/>
            <p:nvPr/>
          </p:nvSpPr>
          <p:spPr>
            <a:xfrm>
              <a:off x="3995" y="572"/>
              <a:ext cx="480" cy="0"/>
            </a:xfrm>
            <a:prstGeom prst="line">
              <a:avLst/>
            </a:prstGeom>
            <a:ln w="28575" cap="flat" cmpd="sng">
              <a:solidFill>
                <a:srgbClr val="FFCC00"/>
              </a:solidFill>
              <a:prstDash val="solid"/>
              <a:headEnd type="none" w="med" len="med"/>
              <a:tailEnd type="none" w="med" len="med"/>
            </a:ln>
          </p:spPr>
        </p:sp>
        <p:sp>
          <p:nvSpPr>
            <p:cNvPr id="29763" name="Line 502"/>
            <p:cNvSpPr/>
            <p:nvPr/>
          </p:nvSpPr>
          <p:spPr>
            <a:xfrm>
              <a:off x="3995" y="1359"/>
              <a:ext cx="480" cy="0"/>
            </a:xfrm>
            <a:prstGeom prst="line">
              <a:avLst/>
            </a:prstGeom>
            <a:ln w="28575" cap="flat" cmpd="sng">
              <a:solidFill>
                <a:srgbClr val="FFCC00"/>
              </a:solidFill>
              <a:prstDash val="solid"/>
              <a:headEnd type="none" w="med" len="med"/>
              <a:tailEnd type="none" w="med" len="med"/>
            </a:ln>
          </p:spPr>
        </p:sp>
        <p:sp>
          <p:nvSpPr>
            <p:cNvPr id="29764" name="Text Box 503"/>
            <p:cNvSpPr txBox="1"/>
            <p:nvPr/>
          </p:nvSpPr>
          <p:spPr>
            <a:xfrm>
              <a:off x="4014" y="107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765" name="Text Box 504"/>
            <p:cNvSpPr txBox="1"/>
            <p:nvPr/>
          </p:nvSpPr>
          <p:spPr>
            <a:xfrm>
              <a:off x="3516" y="57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766" name="Line 505"/>
            <p:cNvSpPr/>
            <p:nvPr/>
          </p:nvSpPr>
          <p:spPr>
            <a:xfrm>
              <a:off x="3243" y="572"/>
              <a:ext cx="288" cy="0"/>
            </a:xfrm>
            <a:prstGeom prst="line">
              <a:avLst/>
            </a:prstGeom>
            <a:ln w="28575" cap="flat" cmpd="sng">
              <a:solidFill>
                <a:srgbClr val="00FFFF"/>
              </a:solidFill>
              <a:prstDash val="solid"/>
              <a:headEnd type="none" w="med" len="med"/>
              <a:tailEnd type="triangle" w="med" len="med"/>
            </a:ln>
          </p:spPr>
        </p:sp>
        <p:sp>
          <p:nvSpPr>
            <p:cNvPr id="29767" name="Text Box 506"/>
            <p:cNvSpPr txBox="1"/>
            <p:nvPr/>
          </p:nvSpPr>
          <p:spPr>
            <a:xfrm>
              <a:off x="3425" y="799"/>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68" name="Text Box 507"/>
            <p:cNvSpPr txBox="1"/>
            <p:nvPr/>
          </p:nvSpPr>
          <p:spPr>
            <a:xfrm>
              <a:off x="4015" y="799"/>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69" name="Text Box 508"/>
            <p:cNvSpPr txBox="1"/>
            <p:nvPr/>
          </p:nvSpPr>
          <p:spPr>
            <a:xfrm>
              <a:off x="3107" y="527"/>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770" name="Text Box 509"/>
            <p:cNvSpPr txBox="1"/>
            <p:nvPr/>
          </p:nvSpPr>
          <p:spPr>
            <a:xfrm>
              <a:off x="3125" y="943"/>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29771" name="Text Box 510"/>
            <p:cNvSpPr txBox="1"/>
            <p:nvPr/>
          </p:nvSpPr>
          <p:spPr>
            <a:xfrm>
              <a:off x="3107" y="799"/>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72" name="Text Box 511"/>
            <p:cNvSpPr txBox="1"/>
            <p:nvPr/>
          </p:nvSpPr>
          <p:spPr>
            <a:xfrm>
              <a:off x="4393" y="555"/>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773" name="Text Box 512"/>
            <p:cNvSpPr txBox="1"/>
            <p:nvPr/>
          </p:nvSpPr>
          <p:spPr>
            <a:xfrm>
              <a:off x="4391" y="967"/>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29774" name="Text Box 513"/>
            <p:cNvSpPr txBox="1"/>
            <p:nvPr/>
          </p:nvSpPr>
          <p:spPr>
            <a:xfrm>
              <a:off x="4405" y="823"/>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75" name="Text Box 514"/>
            <p:cNvSpPr txBox="1"/>
            <p:nvPr/>
          </p:nvSpPr>
          <p:spPr>
            <a:xfrm>
              <a:off x="4195" y="210"/>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76" name="Text Box 515"/>
            <p:cNvSpPr txBox="1"/>
            <p:nvPr/>
          </p:nvSpPr>
          <p:spPr>
            <a:xfrm>
              <a:off x="3731" y="259"/>
              <a:ext cx="303"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77" name="Oval 516"/>
            <p:cNvSpPr/>
            <p:nvPr/>
          </p:nvSpPr>
          <p:spPr>
            <a:xfrm>
              <a:off x="3153" y="55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78" name="Oval 517"/>
            <p:cNvSpPr/>
            <p:nvPr/>
          </p:nvSpPr>
          <p:spPr>
            <a:xfrm>
              <a:off x="3194" y="1344"/>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79" name="Line 518"/>
            <p:cNvSpPr/>
            <p:nvPr/>
          </p:nvSpPr>
          <p:spPr>
            <a:xfrm flipH="1">
              <a:off x="4150" y="572"/>
              <a:ext cx="288" cy="0"/>
            </a:xfrm>
            <a:prstGeom prst="line">
              <a:avLst/>
            </a:prstGeom>
            <a:ln w="28575" cap="flat" cmpd="sng">
              <a:solidFill>
                <a:srgbClr val="00FFFF"/>
              </a:solidFill>
              <a:prstDash val="solid"/>
              <a:headEnd type="triangle" w="med" len="med"/>
              <a:tailEnd type="none" w="med" len="med"/>
            </a:ln>
          </p:spPr>
        </p:sp>
        <p:sp>
          <p:nvSpPr>
            <p:cNvPr id="29780" name="Oval 519"/>
            <p:cNvSpPr/>
            <p:nvPr/>
          </p:nvSpPr>
          <p:spPr>
            <a:xfrm>
              <a:off x="4475" y="133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81" name="Oval 520"/>
            <p:cNvSpPr/>
            <p:nvPr/>
          </p:nvSpPr>
          <p:spPr>
            <a:xfrm>
              <a:off x="4478" y="55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82" name="Arc 521"/>
            <p:cNvSpPr/>
            <p:nvPr/>
          </p:nvSpPr>
          <p:spPr>
            <a:xfrm flipH="1">
              <a:off x="3635" y="458"/>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29783" name="Arc 522"/>
            <p:cNvSpPr/>
            <p:nvPr/>
          </p:nvSpPr>
          <p:spPr>
            <a:xfrm>
              <a:off x="3941" y="466"/>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pSp>
          <p:nvGrpSpPr>
            <p:cNvPr id="29784" name="Group 523"/>
            <p:cNvGrpSpPr/>
            <p:nvPr/>
          </p:nvGrpSpPr>
          <p:grpSpPr>
            <a:xfrm rot="10800000">
              <a:off x="3733" y="808"/>
              <a:ext cx="90" cy="363"/>
              <a:chOff x="1565" y="2614"/>
              <a:chExt cx="90" cy="486"/>
            </a:xfrm>
          </p:grpSpPr>
          <p:sp>
            <p:nvSpPr>
              <p:cNvPr id="29790" name="Arc 52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91" name="Arc 52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92" name="Arc 52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93" name="Arc 52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29785" name="Group 528"/>
            <p:cNvGrpSpPr/>
            <p:nvPr/>
          </p:nvGrpSpPr>
          <p:grpSpPr>
            <a:xfrm>
              <a:off x="3923" y="799"/>
              <a:ext cx="91" cy="363"/>
              <a:chOff x="1565" y="2614"/>
              <a:chExt cx="90" cy="486"/>
            </a:xfrm>
          </p:grpSpPr>
          <p:sp>
            <p:nvSpPr>
              <p:cNvPr id="29786" name="Arc 52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87" name="Arc 53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88" name="Arc 53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89" name="Arc 53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32277" name="Group 533"/>
          <p:cNvGrpSpPr/>
          <p:nvPr/>
        </p:nvGrpSpPr>
        <p:grpSpPr>
          <a:xfrm>
            <a:off x="5003800" y="4221163"/>
            <a:ext cx="2543175" cy="1885950"/>
            <a:chOff x="3107" y="210"/>
            <a:chExt cx="1602" cy="1188"/>
          </a:xfrm>
        </p:grpSpPr>
        <p:sp>
          <p:nvSpPr>
            <p:cNvPr id="29716" name="Text Box 534"/>
            <p:cNvSpPr txBox="1"/>
            <p:nvPr/>
          </p:nvSpPr>
          <p:spPr>
            <a:xfrm>
              <a:off x="3288" y="237"/>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17" name="Line 535"/>
            <p:cNvSpPr/>
            <p:nvPr/>
          </p:nvSpPr>
          <p:spPr>
            <a:xfrm flipV="1">
              <a:off x="3742" y="572"/>
              <a:ext cx="0" cy="252"/>
            </a:xfrm>
            <a:prstGeom prst="line">
              <a:avLst/>
            </a:prstGeom>
            <a:ln w="28575" cap="flat" cmpd="sng">
              <a:solidFill>
                <a:srgbClr val="FFCC00"/>
              </a:solidFill>
              <a:prstDash val="solid"/>
              <a:headEnd type="none" w="med" len="med"/>
              <a:tailEnd type="none" w="med" len="med"/>
            </a:ln>
          </p:spPr>
        </p:sp>
        <p:sp>
          <p:nvSpPr>
            <p:cNvPr id="29718" name="Line 536"/>
            <p:cNvSpPr/>
            <p:nvPr/>
          </p:nvSpPr>
          <p:spPr>
            <a:xfrm flipH="1" flipV="1">
              <a:off x="3742" y="1169"/>
              <a:ext cx="0" cy="192"/>
            </a:xfrm>
            <a:prstGeom prst="line">
              <a:avLst/>
            </a:prstGeom>
            <a:ln w="28575" cap="flat" cmpd="sng">
              <a:solidFill>
                <a:srgbClr val="FFCC00"/>
              </a:solidFill>
              <a:prstDash val="solid"/>
              <a:headEnd type="none" w="med" len="med"/>
              <a:tailEnd type="none" w="med" len="med"/>
            </a:ln>
          </p:spPr>
        </p:sp>
        <p:sp>
          <p:nvSpPr>
            <p:cNvPr id="29719" name="Line 537"/>
            <p:cNvSpPr/>
            <p:nvPr/>
          </p:nvSpPr>
          <p:spPr>
            <a:xfrm flipV="1">
              <a:off x="3995" y="1173"/>
              <a:ext cx="0" cy="192"/>
            </a:xfrm>
            <a:prstGeom prst="line">
              <a:avLst/>
            </a:prstGeom>
            <a:ln w="28575" cap="flat" cmpd="sng">
              <a:solidFill>
                <a:srgbClr val="FFCC00"/>
              </a:solidFill>
              <a:prstDash val="solid"/>
              <a:headEnd type="none" w="med" len="med"/>
              <a:tailEnd type="none" w="med" len="med"/>
            </a:ln>
          </p:spPr>
        </p:sp>
        <p:sp>
          <p:nvSpPr>
            <p:cNvPr id="29720" name="Line 538"/>
            <p:cNvSpPr/>
            <p:nvPr/>
          </p:nvSpPr>
          <p:spPr>
            <a:xfrm flipH="1" flipV="1">
              <a:off x="4015" y="572"/>
              <a:ext cx="0" cy="227"/>
            </a:xfrm>
            <a:prstGeom prst="line">
              <a:avLst/>
            </a:prstGeom>
            <a:ln w="28575" cap="flat" cmpd="sng">
              <a:solidFill>
                <a:srgbClr val="FFCC00"/>
              </a:solidFill>
              <a:prstDash val="solid"/>
              <a:headEnd type="none" w="med" len="med"/>
              <a:tailEnd type="none" w="med" len="med"/>
            </a:ln>
          </p:spPr>
        </p:sp>
        <p:sp>
          <p:nvSpPr>
            <p:cNvPr id="29721" name="Line 539"/>
            <p:cNvSpPr/>
            <p:nvPr/>
          </p:nvSpPr>
          <p:spPr>
            <a:xfrm>
              <a:off x="3198" y="572"/>
              <a:ext cx="544" cy="0"/>
            </a:xfrm>
            <a:prstGeom prst="line">
              <a:avLst/>
            </a:prstGeom>
            <a:ln w="28575" cap="flat" cmpd="sng">
              <a:solidFill>
                <a:srgbClr val="FFCC00"/>
              </a:solidFill>
              <a:prstDash val="solid"/>
              <a:headEnd type="none" w="med" len="med"/>
              <a:tailEnd type="none" w="med" len="med"/>
            </a:ln>
          </p:spPr>
        </p:sp>
        <p:sp>
          <p:nvSpPr>
            <p:cNvPr id="29722" name="Line 540"/>
            <p:cNvSpPr/>
            <p:nvPr/>
          </p:nvSpPr>
          <p:spPr>
            <a:xfrm>
              <a:off x="3251" y="1361"/>
              <a:ext cx="480" cy="0"/>
            </a:xfrm>
            <a:prstGeom prst="line">
              <a:avLst/>
            </a:prstGeom>
            <a:ln w="28575" cap="flat" cmpd="sng">
              <a:solidFill>
                <a:srgbClr val="FFCC00"/>
              </a:solidFill>
              <a:prstDash val="solid"/>
              <a:headEnd type="none" w="med" len="med"/>
              <a:tailEnd type="none" w="med" len="med"/>
            </a:ln>
          </p:spPr>
        </p:sp>
        <p:sp>
          <p:nvSpPr>
            <p:cNvPr id="29723" name="Line 541"/>
            <p:cNvSpPr/>
            <p:nvPr/>
          </p:nvSpPr>
          <p:spPr>
            <a:xfrm>
              <a:off x="3995" y="572"/>
              <a:ext cx="480" cy="0"/>
            </a:xfrm>
            <a:prstGeom prst="line">
              <a:avLst/>
            </a:prstGeom>
            <a:ln w="28575" cap="flat" cmpd="sng">
              <a:solidFill>
                <a:srgbClr val="FFCC00"/>
              </a:solidFill>
              <a:prstDash val="solid"/>
              <a:headEnd type="none" w="med" len="med"/>
              <a:tailEnd type="none" w="med" len="med"/>
            </a:ln>
          </p:spPr>
        </p:sp>
        <p:sp>
          <p:nvSpPr>
            <p:cNvPr id="29724" name="Line 542"/>
            <p:cNvSpPr/>
            <p:nvPr/>
          </p:nvSpPr>
          <p:spPr>
            <a:xfrm>
              <a:off x="3995" y="1359"/>
              <a:ext cx="480" cy="0"/>
            </a:xfrm>
            <a:prstGeom prst="line">
              <a:avLst/>
            </a:prstGeom>
            <a:ln w="28575" cap="flat" cmpd="sng">
              <a:solidFill>
                <a:srgbClr val="FFCC00"/>
              </a:solidFill>
              <a:prstDash val="solid"/>
              <a:headEnd type="none" w="med" len="med"/>
              <a:tailEnd type="none" w="med" len="med"/>
            </a:ln>
          </p:spPr>
        </p:sp>
        <p:sp>
          <p:nvSpPr>
            <p:cNvPr id="29725" name="Text Box 543"/>
            <p:cNvSpPr txBox="1"/>
            <p:nvPr/>
          </p:nvSpPr>
          <p:spPr>
            <a:xfrm>
              <a:off x="4014" y="107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726" name="Text Box 544"/>
            <p:cNvSpPr txBox="1"/>
            <p:nvPr/>
          </p:nvSpPr>
          <p:spPr>
            <a:xfrm>
              <a:off x="3516" y="57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727" name="Line 545"/>
            <p:cNvSpPr/>
            <p:nvPr/>
          </p:nvSpPr>
          <p:spPr>
            <a:xfrm>
              <a:off x="3243" y="572"/>
              <a:ext cx="288" cy="0"/>
            </a:xfrm>
            <a:prstGeom prst="line">
              <a:avLst/>
            </a:prstGeom>
            <a:ln w="28575" cap="flat" cmpd="sng">
              <a:solidFill>
                <a:srgbClr val="00FFFF"/>
              </a:solidFill>
              <a:prstDash val="solid"/>
              <a:headEnd type="triangle" w="med" len="med"/>
              <a:tailEnd type="none" w="med" len="med"/>
            </a:ln>
          </p:spPr>
        </p:sp>
        <p:sp>
          <p:nvSpPr>
            <p:cNvPr id="29728" name="Text Box 546"/>
            <p:cNvSpPr txBox="1"/>
            <p:nvPr/>
          </p:nvSpPr>
          <p:spPr>
            <a:xfrm>
              <a:off x="3425" y="799"/>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29" name="Text Box 547"/>
            <p:cNvSpPr txBox="1"/>
            <p:nvPr/>
          </p:nvSpPr>
          <p:spPr>
            <a:xfrm>
              <a:off x="4015" y="799"/>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30" name="Text Box 548"/>
            <p:cNvSpPr txBox="1"/>
            <p:nvPr/>
          </p:nvSpPr>
          <p:spPr>
            <a:xfrm>
              <a:off x="3107" y="527"/>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731" name="Text Box 549"/>
            <p:cNvSpPr txBox="1"/>
            <p:nvPr/>
          </p:nvSpPr>
          <p:spPr>
            <a:xfrm>
              <a:off x="3125" y="943"/>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29732" name="Text Box 550"/>
            <p:cNvSpPr txBox="1"/>
            <p:nvPr/>
          </p:nvSpPr>
          <p:spPr>
            <a:xfrm>
              <a:off x="3107" y="799"/>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33" name="Text Box 551"/>
            <p:cNvSpPr txBox="1"/>
            <p:nvPr/>
          </p:nvSpPr>
          <p:spPr>
            <a:xfrm>
              <a:off x="4393" y="541"/>
              <a:ext cx="228" cy="327"/>
            </a:xfrm>
            <a:prstGeom prst="rect">
              <a:avLst/>
            </a:prstGeom>
            <a:noFill/>
            <a:ln w="38100">
              <a:noFill/>
            </a:ln>
          </p:spPr>
          <p:txBody>
            <a:bodyPr wrap="none">
              <a:spAutoFit/>
            </a:bodyPr>
            <a:lstStyle/>
            <a:p>
              <a:pPr eaLnBrk="1" hangingPunct="1"/>
              <a:r>
                <a:rPr lang="en-US" altLang="zh-CN" dirty="0">
                  <a:solidFill>
                    <a:schemeClr val="bg1"/>
                  </a:solidFill>
                  <a:latin typeface="宋体" panose="02010600030101010101" pitchFamily="2" charset="-122"/>
                  <a:ea typeface="宋体" panose="02010600030101010101" pitchFamily="2" charset="-122"/>
                </a:rPr>
                <a:t>-</a:t>
              </a:r>
            </a:p>
          </p:txBody>
        </p:sp>
        <p:sp>
          <p:nvSpPr>
            <p:cNvPr id="29734" name="Text Box 552"/>
            <p:cNvSpPr txBox="1"/>
            <p:nvPr/>
          </p:nvSpPr>
          <p:spPr>
            <a:xfrm>
              <a:off x="4391" y="967"/>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29735" name="Text Box 553"/>
            <p:cNvSpPr txBox="1"/>
            <p:nvPr/>
          </p:nvSpPr>
          <p:spPr>
            <a:xfrm>
              <a:off x="4405" y="823"/>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36" name="Text Box 554"/>
            <p:cNvSpPr txBox="1"/>
            <p:nvPr/>
          </p:nvSpPr>
          <p:spPr>
            <a:xfrm>
              <a:off x="4195" y="210"/>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37" name="Text Box 555"/>
            <p:cNvSpPr txBox="1"/>
            <p:nvPr/>
          </p:nvSpPr>
          <p:spPr>
            <a:xfrm>
              <a:off x="3731" y="259"/>
              <a:ext cx="303"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29738" name="Oval 556"/>
            <p:cNvSpPr/>
            <p:nvPr/>
          </p:nvSpPr>
          <p:spPr>
            <a:xfrm>
              <a:off x="3153" y="55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39" name="Oval 557"/>
            <p:cNvSpPr/>
            <p:nvPr/>
          </p:nvSpPr>
          <p:spPr>
            <a:xfrm>
              <a:off x="3194" y="1344"/>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40" name="Line 558"/>
            <p:cNvSpPr/>
            <p:nvPr/>
          </p:nvSpPr>
          <p:spPr>
            <a:xfrm flipH="1">
              <a:off x="4150" y="572"/>
              <a:ext cx="288" cy="0"/>
            </a:xfrm>
            <a:prstGeom prst="line">
              <a:avLst/>
            </a:prstGeom>
            <a:ln w="28575" cap="flat" cmpd="sng">
              <a:solidFill>
                <a:srgbClr val="00FFFF"/>
              </a:solidFill>
              <a:prstDash val="solid"/>
              <a:headEnd type="none" w="med" len="med"/>
              <a:tailEnd type="triangle" w="med" len="med"/>
            </a:ln>
          </p:spPr>
        </p:sp>
        <p:sp>
          <p:nvSpPr>
            <p:cNvPr id="29741" name="Oval 559"/>
            <p:cNvSpPr/>
            <p:nvPr/>
          </p:nvSpPr>
          <p:spPr>
            <a:xfrm>
              <a:off x="4475" y="133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42" name="Oval 560"/>
            <p:cNvSpPr/>
            <p:nvPr/>
          </p:nvSpPr>
          <p:spPr>
            <a:xfrm>
              <a:off x="4478" y="55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43" name="Arc 561"/>
            <p:cNvSpPr/>
            <p:nvPr/>
          </p:nvSpPr>
          <p:spPr>
            <a:xfrm flipH="1">
              <a:off x="3635" y="458"/>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29744" name="Arc 562"/>
            <p:cNvSpPr/>
            <p:nvPr/>
          </p:nvSpPr>
          <p:spPr>
            <a:xfrm>
              <a:off x="3941" y="466"/>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pSp>
          <p:nvGrpSpPr>
            <p:cNvPr id="29745" name="Group 563"/>
            <p:cNvGrpSpPr/>
            <p:nvPr/>
          </p:nvGrpSpPr>
          <p:grpSpPr>
            <a:xfrm rot="10800000">
              <a:off x="3733" y="808"/>
              <a:ext cx="90" cy="363"/>
              <a:chOff x="1565" y="2614"/>
              <a:chExt cx="90" cy="486"/>
            </a:xfrm>
          </p:grpSpPr>
          <p:sp>
            <p:nvSpPr>
              <p:cNvPr id="29751" name="Arc 56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52" name="Arc 56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53" name="Arc 56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54" name="Arc 56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29746" name="Group 568"/>
            <p:cNvGrpSpPr/>
            <p:nvPr/>
          </p:nvGrpSpPr>
          <p:grpSpPr>
            <a:xfrm>
              <a:off x="3923" y="799"/>
              <a:ext cx="91" cy="363"/>
              <a:chOff x="1565" y="2614"/>
              <a:chExt cx="90" cy="486"/>
            </a:xfrm>
          </p:grpSpPr>
          <p:sp>
            <p:nvSpPr>
              <p:cNvPr id="29747" name="Arc 56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48" name="Arc 57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49" name="Arc 57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29750" name="Arc 57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
        <p:nvSpPr>
          <p:cNvPr id="32317" name="Text Box 573"/>
          <p:cNvSpPr txBox="1"/>
          <p:nvPr/>
        </p:nvSpPr>
        <p:spPr>
          <a:xfrm>
            <a:off x="395288" y="2276475"/>
            <a:ext cx="609600" cy="519113"/>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2007"/>
                                        </p:tgtEl>
                                        <p:attrNameLst>
                                          <p:attrName>style.visibility</p:attrName>
                                        </p:attrNameLst>
                                      </p:cBhvr>
                                      <p:to>
                                        <p:strVal val="visible"/>
                                      </p:to>
                                    </p:set>
                                    <p:anim calcmode="lin" valueType="num">
                                      <p:cBhvr>
                                        <p:cTn id="7" dur="1000" fill="hold"/>
                                        <p:tgtEl>
                                          <p:spTgt spid="32007"/>
                                        </p:tgtEl>
                                        <p:attrNameLst>
                                          <p:attrName>ppt_w</p:attrName>
                                        </p:attrNameLst>
                                      </p:cBhvr>
                                      <p:tavLst>
                                        <p:tav tm="0">
                                          <p:val>
                                            <p:fltVal val="0"/>
                                          </p:val>
                                        </p:tav>
                                        <p:tav tm="100000">
                                          <p:val>
                                            <p:strVal val="#ppt_w"/>
                                          </p:val>
                                        </p:tav>
                                      </p:tavLst>
                                    </p:anim>
                                    <p:anim calcmode="lin" valueType="num">
                                      <p:cBhvr>
                                        <p:cTn id="8" dur="1000" fill="hold"/>
                                        <p:tgtEl>
                                          <p:spTgt spid="32007"/>
                                        </p:tgtEl>
                                        <p:attrNameLst>
                                          <p:attrName>ppt_h</p:attrName>
                                        </p:attrNameLst>
                                      </p:cBhvr>
                                      <p:tavLst>
                                        <p:tav tm="0">
                                          <p:val>
                                            <p:fltVal val="0"/>
                                          </p:val>
                                        </p:tav>
                                        <p:tav tm="100000">
                                          <p:val>
                                            <p:strVal val="#ppt_h"/>
                                          </p:val>
                                        </p:tav>
                                      </p:tavLst>
                                    </p:anim>
                                    <p:anim calcmode="lin" valueType="num">
                                      <p:cBhvr>
                                        <p:cTn id="9" dur="1000" fill="hold"/>
                                        <p:tgtEl>
                                          <p:spTgt spid="3200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2007"/>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32195"/>
                                        </p:tgtEl>
                                        <p:attrNameLst>
                                          <p:attrName>style.visibility</p:attrName>
                                        </p:attrNameLst>
                                      </p:cBhvr>
                                      <p:to>
                                        <p:strVal val="visible"/>
                                      </p:to>
                                    </p:set>
                                    <p:animEffect transition="in" filter="blinds(horizontal)">
                                      <p:cBhvr>
                                        <p:cTn id="14" dur="500"/>
                                        <p:tgtEl>
                                          <p:spTgt spid="32195"/>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32236"/>
                                        </p:tgtEl>
                                        <p:attrNameLst>
                                          <p:attrName>style.visibility</p:attrName>
                                        </p:attrNameLst>
                                      </p:cBhvr>
                                      <p:to>
                                        <p:strVal val="visible"/>
                                      </p:to>
                                    </p:set>
                                    <p:animEffect transition="in" filter="blinds(horizontal)">
                                      <p:cBhvr>
                                        <p:cTn id="18" dur="500"/>
                                        <p:tgtEl>
                                          <p:spTgt spid="32236"/>
                                        </p:tgtEl>
                                      </p:cBhvr>
                                    </p:animEffect>
                                  </p:childTnLst>
                                </p:cTn>
                              </p:par>
                            </p:childTnLst>
                          </p:cTn>
                        </p:par>
                        <p:par>
                          <p:cTn id="19" fill="hold">
                            <p:stCondLst>
                              <p:cond delay="2000"/>
                            </p:stCondLst>
                            <p:childTnLst>
                              <p:par>
                                <p:cTn id="20" presetID="3" presetClass="entr" presetSubtype="10" fill="hold" nodeType="afterEffect">
                                  <p:stCondLst>
                                    <p:cond delay="0"/>
                                  </p:stCondLst>
                                  <p:childTnLst>
                                    <p:set>
                                      <p:cBhvr>
                                        <p:cTn id="21" dur="1" fill="hold">
                                          <p:stCondLst>
                                            <p:cond delay="0"/>
                                          </p:stCondLst>
                                        </p:cTn>
                                        <p:tgtEl>
                                          <p:spTgt spid="32237"/>
                                        </p:tgtEl>
                                        <p:attrNameLst>
                                          <p:attrName>style.visibility</p:attrName>
                                        </p:attrNameLst>
                                      </p:cBhvr>
                                      <p:to>
                                        <p:strVal val="visible"/>
                                      </p:to>
                                    </p:set>
                                    <p:animEffect transition="in" filter="blinds(horizontal)">
                                      <p:cBhvr>
                                        <p:cTn id="22" dur="500"/>
                                        <p:tgtEl>
                                          <p:spTgt spid="32237"/>
                                        </p:tgtEl>
                                      </p:cBhvr>
                                    </p:animEffect>
                                  </p:childTnLst>
                                </p:cTn>
                              </p:par>
                            </p:childTnLst>
                          </p:cTn>
                        </p:par>
                        <p:par>
                          <p:cTn id="23" fill="hold">
                            <p:stCondLst>
                              <p:cond delay="2500"/>
                            </p:stCondLst>
                            <p:childTnLst>
                              <p:par>
                                <p:cTn id="24" presetID="3" presetClass="entr" presetSubtype="10" fill="hold" nodeType="afterEffect">
                                  <p:stCondLst>
                                    <p:cond delay="0"/>
                                  </p:stCondLst>
                                  <p:childTnLst>
                                    <p:set>
                                      <p:cBhvr>
                                        <p:cTn id="25" dur="1" fill="hold">
                                          <p:stCondLst>
                                            <p:cond delay="0"/>
                                          </p:stCondLst>
                                        </p:cTn>
                                        <p:tgtEl>
                                          <p:spTgt spid="32277"/>
                                        </p:tgtEl>
                                        <p:attrNameLst>
                                          <p:attrName>style.visibility</p:attrName>
                                        </p:attrNameLst>
                                      </p:cBhvr>
                                      <p:to>
                                        <p:strVal val="visible"/>
                                      </p:to>
                                    </p:set>
                                    <p:animEffect transition="in" filter="blinds(horizontal)">
                                      <p:cBhvr>
                                        <p:cTn id="26" dur="500"/>
                                        <p:tgtEl>
                                          <p:spTgt spid="32277"/>
                                        </p:tgtEl>
                                      </p:cBhvr>
                                    </p:animEffect>
                                  </p:childTnLst>
                                </p:cTn>
                              </p:par>
                            </p:childTnLst>
                          </p:cTn>
                        </p:par>
                        <p:par>
                          <p:cTn id="27" fill="hold">
                            <p:stCondLst>
                              <p:cond delay="3000"/>
                            </p:stCondLst>
                            <p:childTnLst>
                              <p:par>
                                <p:cTn id="28" presetID="12" presetClass="entr" presetSubtype="2" fill="hold" grpId="0" nodeType="afterEffect">
                                  <p:stCondLst>
                                    <p:cond delay="0"/>
                                  </p:stCondLst>
                                  <p:childTnLst>
                                    <p:set>
                                      <p:cBhvr>
                                        <p:cTn id="29" dur="1" fill="hold">
                                          <p:stCondLst>
                                            <p:cond delay="0"/>
                                          </p:stCondLst>
                                        </p:cTn>
                                        <p:tgtEl>
                                          <p:spTgt spid="32013"/>
                                        </p:tgtEl>
                                        <p:attrNameLst>
                                          <p:attrName>style.visibility</p:attrName>
                                        </p:attrNameLst>
                                      </p:cBhvr>
                                      <p:to>
                                        <p:strVal val="visible"/>
                                      </p:to>
                                    </p:set>
                                    <p:animEffect transition="in" filter="slide(fromRight)">
                                      <p:cBhvr>
                                        <p:cTn id="30" dur="500"/>
                                        <p:tgtEl>
                                          <p:spTgt spid="32013"/>
                                        </p:tgtEl>
                                      </p:cBhvr>
                                    </p:animEffec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grpId="0" nodeType="clickEffect">
                                  <p:stCondLst>
                                    <p:cond delay="0"/>
                                  </p:stCondLst>
                                  <p:childTnLst>
                                    <p:set>
                                      <p:cBhvr>
                                        <p:cTn id="34" dur="1" fill="hold">
                                          <p:stCondLst>
                                            <p:cond delay="0"/>
                                          </p:stCondLst>
                                        </p:cTn>
                                        <p:tgtEl>
                                          <p:spTgt spid="32317"/>
                                        </p:tgtEl>
                                        <p:attrNameLst>
                                          <p:attrName>style.visibility</p:attrName>
                                        </p:attrNameLst>
                                      </p:cBhvr>
                                      <p:to>
                                        <p:strVal val="visible"/>
                                      </p:to>
                                    </p:set>
                                    <p:anim calcmode="lin" valueType="num">
                                      <p:cBhvr>
                                        <p:cTn id="35" dur="1000" fill="hold"/>
                                        <p:tgtEl>
                                          <p:spTgt spid="32317"/>
                                        </p:tgtEl>
                                        <p:attrNameLst>
                                          <p:attrName>ppt_w</p:attrName>
                                        </p:attrNameLst>
                                      </p:cBhvr>
                                      <p:tavLst>
                                        <p:tav tm="0">
                                          <p:val>
                                            <p:fltVal val="0"/>
                                          </p:val>
                                        </p:tav>
                                        <p:tav tm="100000">
                                          <p:val>
                                            <p:strVal val="#ppt_w"/>
                                          </p:val>
                                        </p:tav>
                                      </p:tavLst>
                                    </p:anim>
                                    <p:anim calcmode="lin" valueType="num">
                                      <p:cBhvr>
                                        <p:cTn id="36" dur="1000" fill="hold"/>
                                        <p:tgtEl>
                                          <p:spTgt spid="32317"/>
                                        </p:tgtEl>
                                        <p:attrNameLst>
                                          <p:attrName>ppt_h</p:attrName>
                                        </p:attrNameLst>
                                      </p:cBhvr>
                                      <p:tavLst>
                                        <p:tav tm="0">
                                          <p:val>
                                            <p:fltVal val="0"/>
                                          </p:val>
                                        </p:tav>
                                        <p:tav tm="100000">
                                          <p:val>
                                            <p:strVal val="#ppt_h"/>
                                          </p:val>
                                        </p:tav>
                                      </p:tavLst>
                                    </p:anim>
                                    <p:anim calcmode="lin" valueType="num">
                                      <p:cBhvr>
                                        <p:cTn id="37" dur="1000" fill="hold"/>
                                        <p:tgtEl>
                                          <p:spTgt spid="32317"/>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3231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1748"/>
                                        </p:tgtEl>
                                        <p:attrNameLst>
                                          <p:attrName>style.visibility</p:attrName>
                                        </p:attrNameLst>
                                      </p:cBhvr>
                                      <p:to>
                                        <p:strVal val="visible"/>
                                      </p:to>
                                    </p:set>
                                    <p:animEffect transition="in" filter="wipe(left)">
                                      <p:cBhvr>
                                        <p:cTn id="43" dur="2000"/>
                                        <p:tgtEl>
                                          <p:spTgt spid="3174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1749"/>
                                        </p:tgtEl>
                                        <p:attrNameLst>
                                          <p:attrName>style.visibility</p:attrName>
                                        </p:attrNameLst>
                                      </p:cBhvr>
                                      <p:to>
                                        <p:strVal val="visible"/>
                                      </p:to>
                                    </p:set>
                                    <p:animEffect transition="in" filter="wipe(left)">
                                      <p:cBhvr>
                                        <p:cTn id="48" dur="2000"/>
                                        <p:tgtEl>
                                          <p:spTgt spid="3174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1832"/>
                                        </p:tgtEl>
                                        <p:attrNameLst>
                                          <p:attrName>style.visibility</p:attrName>
                                        </p:attrNameLst>
                                      </p:cBhvr>
                                      <p:to>
                                        <p:strVal val="visible"/>
                                      </p:to>
                                    </p:set>
                                    <p:animEffect transition="in" filter="wipe(left)">
                                      <p:cBhvr>
                                        <p:cTn id="53" dur="2000"/>
                                        <p:tgtEl>
                                          <p:spTgt spid="3183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1833"/>
                                        </p:tgtEl>
                                        <p:attrNameLst>
                                          <p:attrName>style.visibility</p:attrName>
                                        </p:attrNameLst>
                                      </p:cBhvr>
                                      <p:to>
                                        <p:strVal val="visible"/>
                                      </p:to>
                                    </p:set>
                                    <p:animEffect transition="in" filter="wipe(left)">
                                      <p:cBhvr>
                                        <p:cTn id="58" dur="2000"/>
                                        <p:tgtEl>
                                          <p:spTgt spid="31833"/>
                                        </p:tgtEl>
                                      </p:cBhvr>
                                    </p:animEffect>
                                  </p:childTnLst>
                                </p:cTn>
                              </p:par>
                            </p:childTnLst>
                          </p:cTn>
                        </p:par>
                      </p:childTnLst>
                    </p:cTn>
                  </p:par>
                  <p:par>
                    <p:cTn id="59" fill="hold">
                      <p:stCondLst>
                        <p:cond delay="indefinite"/>
                      </p:stCondLst>
                      <p:childTnLst>
                        <p:par>
                          <p:cTn id="60" fill="hold">
                            <p:stCondLst>
                              <p:cond delay="0"/>
                            </p:stCondLst>
                            <p:childTnLst>
                              <p:par>
                                <p:cTn id="61" presetID="15" presetClass="entr" presetSubtype="0" fill="hold" nodeType="clickEffect">
                                  <p:stCondLst>
                                    <p:cond delay="0"/>
                                  </p:stCondLst>
                                  <p:childTnLst>
                                    <p:set>
                                      <p:cBhvr>
                                        <p:cTn id="62" dur="1" fill="hold">
                                          <p:stCondLst>
                                            <p:cond delay="0"/>
                                          </p:stCondLst>
                                        </p:cTn>
                                        <p:tgtEl>
                                          <p:spTgt spid="32009"/>
                                        </p:tgtEl>
                                        <p:attrNameLst>
                                          <p:attrName>style.visibility</p:attrName>
                                        </p:attrNameLst>
                                      </p:cBhvr>
                                      <p:to>
                                        <p:strVal val="visible"/>
                                      </p:to>
                                    </p:set>
                                    <p:anim calcmode="lin" valueType="num">
                                      <p:cBhvr>
                                        <p:cTn id="63" dur="1000" fill="hold"/>
                                        <p:tgtEl>
                                          <p:spTgt spid="32009"/>
                                        </p:tgtEl>
                                        <p:attrNameLst>
                                          <p:attrName>ppt_w</p:attrName>
                                        </p:attrNameLst>
                                      </p:cBhvr>
                                      <p:tavLst>
                                        <p:tav tm="0">
                                          <p:val>
                                            <p:fltVal val="0"/>
                                          </p:val>
                                        </p:tav>
                                        <p:tav tm="100000">
                                          <p:val>
                                            <p:strVal val="#ppt_w"/>
                                          </p:val>
                                        </p:tav>
                                      </p:tavLst>
                                    </p:anim>
                                    <p:anim calcmode="lin" valueType="num">
                                      <p:cBhvr>
                                        <p:cTn id="64" dur="1000" fill="hold"/>
                                        <p:tgtEl>
                                          <p:spTgt spid="32009"/>
                                        </p:tgtEl>
                                        <p:attrNameLst>
                                          <p:attrName>ppt_h</p:attrName>
                                        </p:attrNameLst>
                                      </p:cBhvr>
                                      <p:tavLst>
                                        <p:tav tm="0">
                                          <p:val>
                                            <p:fltVal val="0"/>
                                          </p:val>
                                        </p:tav>
                                        <p:tav tm="100000">
                                          <p:val>
                                            <p:strVal val="#ppt_h"/>
                                          </p:val>
                                        </p:tav>
                                      </p:tavLst>
                                    </p:anim>
                                    <p:anim calcmode="lin" valueType="num">
                                      <p:cBhvr>
                                        <p:cTn id="65" dur="1000" fill="hold"/>
                                        <p:tgtEl>
                                          <p:spTgt spid="32009"/>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3200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7" fill="hold">
                      <p:stCondLst>
                        <p:cond delay="indefinite"/>
                      </p:stCondLst>
                      <p:childTnLst>
                        <p:par>
                          <p:cTn id="68" fill="hold">
                            <p:stCondLst>
                              <p:cond delay="0"/>
                            </p:stCondLst>
                            <p:childTnLst>
                              <p:par>
                                <p:cTn id="69" presetID="15" presetClass="entr" presetSubtype="0" fill="hold" nodeType="clickEffect">
                                  <p:stCondLst>
                                    <p:cond delay="0"/>
                                  </p:stCondLst>
                                  <p:childTnLst>
                                    <p:set>
                                      <p:cBhvr>
                                        <p:cTn id="70" dur="1" fill="hold">
                                          <p:stCondLst>
                                            <p:cond delay="0"/>
                                          </p:stCondLst>
                                        </p:cTn>
                                        <p:tgtEl>
                                          <p:spTgt spid="32008"/>
                                        </p:tgtEl>
                                        <p:attrNameLst>
                                          <p:attrName>style.visibility</p:attrName>
                                        </p:attrNameLst>
                                      </p:cBhvr>
                                      <p:to>
                                        <p:strVal val="visible"/>
                                      </p:to>
                                    </p:set>
                                    <p:anim calcmode="lin" valueType="num">
                                      <p:cBhvr>
                                        <p:cTn id="71" dur="1000" fill="hold"/>
                                        <p:tgtEl>
                                          <p:spTgt spid="32008"/>
                                        </p:tgtEl>
                                        <p:attrNameLst>
                                          <p:attrName>ppt_w</p:attrName>
                                        </p:attrNameLst>
                                      </p:cBhvr>
                                      <p:tavLst>
                                        <p:tav tm="0">
                                          <p:val>
                                            <p:fltVal val="0"/>
                                          </p:val>
                                        </p:tav>
                                        <p:tav tm="100000">
                                          <p:val>
                                            <p:strVal val="#ppt_w"/>
                                          </p:val>
                                        </p:tav>
                                      </p:tavLst>
                                    </p:anim>
                                    <p:anim calcmode="lin" valueType="num">
                                      <p:cBhvr>
                                        <p:cTn id="72" dur="1000" fill="hold"/>
                                        <p:tgtEl>
                                          <p:spTgt spid="32008"/>
                                        </p:tgtEl>
                                        <p:attrNameLst>
                                          <p:attrName>ppt_h</p:attrName>
                                        </p:attrNameLst>
                                      </p:cBhvr>
                                      <p:tavLst>
                                        <p:tav tm="0">
                                          <p:val>
                                            <p:fltVal val="0"/>
                                          </p:val>
                                        </p:tav>
                                        <p:tav tm="100000">
                                          <p:val>
                                            <p:strVal val="#ppt_h"/>
                                          </p:val>
                                        </p:tav>
                                      </p:tavLst>
                                    </p:anim>
                                    <p:anim calcmode="lin" valueType="num">
                                      <p:cBhvr>
                                        <p:cTn id="73" dur="1000" fill="hold"/>
                                        <p:tgtEl>
                                          <p:spTgt spid="32008"/>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3200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5" fill="hold">
                      <p:stCondLst>
                        <p:cond delay="indefinite"/>
                      </p:stCondLst>
                      <p:childTnLst>
                        <p:par>
                          <p:cTn id="76" fill="hold">
                            <p:stCondLst>
                              <p:cond delay="0"/>
                            </p:stCondLst>
                            <p:childTnLst>
                              <p:par>
                                <p:cTn id="77" presetID="15" presetClass="entr" presetSubtype="0" fill="hold" nodeType="clickEffect">
                                  <p:stCondLst>
                                    <p:cond delay="0"/>
                                  </p:stCondLst>
                                  <p:childTnLst>
                                    <p:set>
                                      <p:cBhvr>
                                        <p:cTn id="78" dur="1" fill="hold">
                                          <p:stCondLst>
                                            <p:cond delay="0"/>
                                          </p:stCondLst>
                                        </p:cTn>
                                        <p:tgtEl>
                                          <p:spTgt spid="32010"/>
                                        </p:tgtEl>
                                        <p:attrNameLst>
                                          <p:attrName>style.visibility</p:attrName>
                                        </p:attrNameLst>
                                      </p:cBhvr>
                                      <p:to>
                                        <p:strVal val="visible"/>
                                      </p:to>
                                    </p:set>
                                    <p:anim calcmode="lin" valueType="num">
                                      <p:cBhvr>
                                        <p:cTn id="79" dur="1000" fill="hold"/>
                                        <p:tgtEl>
                                          <p:spTgt spid="32010"/>
                                        </p:tgtEl>
                                        <p:attrNameLst>
                                          <p:attrName>ppt_w</p:attrName>
                                        </p:attrNameLst>
                                      </p:cBhvr>
                                      <p:tavLst>
                                        <p:tav tm="0">
                                          <p:val>
                                            <p:fltVal val="0"/>
                                          </p:val>
                                        </p:tav>
                                        <p:tav tm="100000">
                                          <p:val>
                                            <p:strVal val="#ppt_w"/>
                                          </p:val>
                                        </p:tav>
                                      </p:tavLst>
                                    </p:anim>
                                    <p:anim calcmode="lin" valueType="num">
                                      <p:cBhvr>
                                        <p:cTn id="80" dur="1000" fill="hold"/>
                                        <p:tgtEl>
                                          <p:spTgt spid="32010"/>
                                        </p:tgtEl>
                                        <p:attrNameLst>
                                          <p:attrName>ppt_h</p:attrName>
                                        </p:attrNameLst>
                                      </p:cBhvr>
                                      <p:tavLst>
                                        <p:tav tm="0">
                                          <p:val>
                                            <p:fltVal val="0"/>
                                          </p:val>
                                        </p:tav>
                                        <p:tav tm="100000">
                                          <p:val>
                                            <p:strVal val="#ppt_h"/>
                                          </p:val>
                                        </p:tav>
                                      </p:tavLst>
                                    </p:anim>
                                    <p:anim calcmode="lin" valueType="num">
                                      <p:cBhvr>
                                        <p:cTn id="81" dur="1000" fill="hold"/>
                                        <p:tgtEl>
                                          <p:spTgt spid="32010"/>
                                        </p:tgtEl>
                                        <p:attrNameLst>
                                          <p:attrName>ppt_x</p:attrName>
                                        </p:attrNameLst>
                                      </p:cBhvr>
                                      <p:tavLst>
                                        <p:tav tm="0" fmla="#ppt_x+(cos(-2*pi*(1-$))*-#ppt_x-sin(-2*pi*(1-$))*(1-#ppt_y))*(1-$)">
                                          <p:val>
                                            <p:fltVal val="0"/>
                                          </p:val>
                                        </p:tav>
                                        <p:tav tm="100000">
                                          <p:val>
                                            <p:fltVal val="1"/>
                                          </p:val>
                                        </p:tav>
                                      </p:tavLst>
                                    </p:anim>
                                    <p:anim calcmode="lin" valueType="num">
                                      <p:cBhvr>
                                        <p:cTn id="82" dur="1000" fill="hold"/>
                                        <p:tgtEl>
                                          <p:spTgt spid="320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3" fill="hold">
                      <p:stCondLst>
                        <p:cond delay="indefinite"/>
                      </p:stCondLst>
                      <p:childTnLst>
                        <p:par>
                          <p:cTn id="84" fill="hold">
                            <p:stCondLst>
                              <p:cond delay="0"/>
                            </p:stCondLst>
                            <p:childTnLst>
                              <p:par>
                                <p:cTn id="85" presetID="15" presetClass="entr" presetSubtype="0" fill="hold" nodeType="clickEffect">
                                  <p:stCondLst>
                                    <p:cond delay="0"/>
                                  </p:stCondLst>
                                  <p:childTnLst>
                                    <p:set>
                                      <p:cBhvr>
                                        <p:cTn id="86" dur="1" fill="hold">
                                          <p:stCondLst>
                                            <p:cond delay="0"/>
                                          </p:stCondLst>
                                        </p:cTn>
                                        <p:tgtEl>
                                          <p:spTgt spid="32011"/>
                                        </p:tgtEl>
                                        <p:attrNameLst>
                                          <p:attrName>style.visibility</p:attrName>
                                        </p:attrNameLst>
                                      </p:cBhvr>
                                      <p:to>
                                        <p:strVal val="visible"/>
                                      </p:to>
                                    </p:set>
                                    <p:anim calcmode="lin" valueType="num">
                                      <p:cBhvr>
                                        <p:cTn id="87" dur="1000" fill="hold"/>
                                        <p:tgtEl>
                                          <p:spTgt spid="32011"/>
                                        </p:tgtEl>
                                        <p:attrNameLst>
                                          <p:attrName>ppt_w</p:attrName>
                                        </p:attrNameLst>
                                      </p:cBhvr>
                                      <p:tavLst>
                                        <p:tav tm="0">
                                          <p:val>
                                            <p:fltVal val="0"/>
                                          </p:val>
                                        </p:tav>
                                        <p:tav tm="100000">
                                          <p:val>
                                            <p:strVal val="#ppt_w"/>
                                          </p:val>
                                        </p:tav>
                                      </p:tavLst>
                                    </p:anim>
                                    <p:anim calcmode="lin" valueType="num">
                                      <p:cBhvr>
                                        <p:cTn id="88" dur="1000" fill="hold"/>
                                        <p:tgtEl>
                                          <p:spTgt spid="32011"/>
                                        </p:tgtEl>
                                        <p:attrNameLst>
                                          <p:attrName>ppt_h</p:attrName>
                                        </p:attrNameLst>
                                      </p:cBhvr>
                                      <p:tavLst>
                                        <p:tav tm="0">
                                          <p:val>
                                            <p:fltVal val="0"/>
                                          </p:val>
                                        </p:tav>
                                        <p:tav tm="100000">
                                          <p:val>
                                            <p:strVal val="#ppt_h"/>
                                          </p:val>
                                        </p:tav>
                                      </p:tavLst>
                                    </p:anim>
                                    <p:anim calcmode="lin" valueType="num">
                                      <p:cBhvr>
                                        <p:cTn id="89" dur="1000" fill="hold"/>
                                        <p:tgtEl>
                                          <p:spTgt spid="32011"/>
                                        </p:tgtEl>
                                        <p:attrNameLst>
                                          <p:attrName>ppt_x</p:attrName>
                                        </p:attrNameLst>
                                      </p:cBhvr>
                                      <p:tavLst>
                                        <p:tav tm="0" fmla="#ppt_x+(cos(-2*pi*(1-$))*-#ppt_x-sin(-2*pi*(1-$))*(1-#ppt_y))*(1-$)">
                                          <p:val>
                                            <p:fltVal val="0"/>
                                          </p:val>
                                        </p:tav>
                                        <p:tav tm="100000">
                                          <p:val>
                                            <p:fltVal val="1"/>
                                          </p:val>
                                        </p:tav>
                                      </p:tavLst>
                                    </p:anim>
                                    <p:anim calcmode="lin" valueType="num">
                                      <p:cBhvr>
                                        <p:cTn id="90" dur="1000" fill="hold"/>
                                        <p:tgtEl>
                                          <p:spTgt spid="3201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07" grpId="0"/>
      <p:bldP spid="32013" grpId="0"/>
      <p:bldP spid="323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p:cNvSpPr txBox="1"/>
          <p:nvPr/>
        </p:nvSpPr>
        <p:spPr>
          <a:xfrm>
            <a:off x="395288" y="404813"/>
            <a:ext cx="1152525" cy="579437"/>
          </a:xfrm>
          <a:prstGeom prst="rect">
            <a:avLst/>
          </a:prstGeom>
          <a:noFill/>
          <a:ln w="19050">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1-2</a:t>
            </a:r>
          </a:p>
        </p:txBody>
      </p:sp>
      <p:grpSp>
        <p:nvGrpSpPr>
          <p:cNvPr id="30853" name="Group 133"/>
          <p:cNvGrpSpPr/>
          <p:nvPr/>
        </p:nvGrpSpPr>
        <p:grpSpPr>
          <a:xfrm>
            <a:off x="5219700" y="981075"/>
            <a:ext cx="3097213" cy="2103438"/>
            <a:chOff x="3107" y="618"/>
            <a:chExt cx="1951" cy="1325"/>
          </a:xfrm>
        </p:grpSpPr>
        <p:sp>
          <p:nvSpPr>
            <p:cNvPr id="30785" name="Line 62"/>
            <p:cNvSpPr/>
            <p:nvPr/>
          </p:nvSpPr>
          <p:spPr>
            <a:xfrm>
              <a:off x="3470" y="1616"/>
              <a:ext cx="1497" cy="0"/>
            </a:xfrm>
            <a:prstGeom prst="line">
              <a:avLst/>
            </a:prstGeom>
            <a:ln w="28575" cap="flat" cmpd="sng">
              <a:solidFill>
                <a:srgbClr val="FFFF00"/>
              </a:solidFill>
              <a:prstDash val="solid"/>
              <a:headEnd type="none" w="med" len="med"/>
              <a:tailEnd type="triangle" w="med" len="med"/>
            </a:ln>
          </p:spPr>
        </p:sp>
        <p:sp>
          <p:nvSpPr>
            <p:cNvPr id="30786" name="Line 63"/>
            <p:cNvSpPr/>
            <p:nvPr/>
          </p:nvSpPr>
          <p:spPr>
            <a:xfrm flipV="1">
              <a:off x="3470" y="754"/>
              <a:ext cx="0" cy="862"/>
            </a:xfrm>
            <a:prstGeom prst="line">
              <a:avLst/>
            </a:prstGeom>
            <a:ln w="28575" cap="flat" cmpd="sng">
              <a:solidFill>
                <a:srgbClr val="FFFF00"/>
              </a:solidFill>
              <a:prstDash val="solid"/>
              <a:headEnd type="none" w="med" len="med"/>
              <a:tailEnd type="triangle" w="med" len="med"/>
            </a:ln>
          </p:spPr>
        </p:sp>
        <p:sp>
          <p:nvSpPr>
            <p:cNvPr id="30787" name="Line 64"/>
            <p:cNvSpPr/>
            <p:nvPr/>
          </p:nvSpPr>
          <p:spPr>
            <a:xfrm flipV="1">
              <a:off x="3470" y="1071"/>
              <a:ext cx="544" cy="545"/>
            </a:xfrm>
            <a:prstGeom prst="line">
              <a:avLst/>
            </a:prstGeom>
            <a:ln w="28575" cap="flat" cmpd="sng">
              <a:solidFill>
                <a:srgbClr val="FF3300"/>
              </a:solidFill>
              <a:prstDash val="solid"/>
              <a:headEnd type="none" w="med" len="med"/>
              <a:tailEnd type="none" w="med" len="med"/>
            </a:ln>
          </p:spPr>
        </p:sp>
        <p:sp>
          <p:nvSpPr>
            <p:cNvPr id="30788" name="Line 65"/>
            <p:cNvSpPr/>
            <p:nvPr/>
          </p:nvSpPr>
          <p:spPr>
            <a:xfrm>
              <a:off x="4014" y="1071"/>
              <a:ext cx="409" cy="545"/>
            </a:xfrm>
            <a:prstGeom prst="line">
              <a:avLst/>
            </a:prstGeom>
            <a:ln w="28575" cap="flat" cmpd="sng">
              <a:solidFill>
                <a:srgbClr val="FF3300"/>
              </a:solidFill>
              <a:prstDash val="solid"/>
              <a:headEnd type="none" w="med" len="med"/>
              <a:tailEnd type="none" w="med" len="med"/>
            </a:ln>
          </p:spPr>
        </p:sp>
        <p:sp>
          <p:nvSpPr>
            <p:cNvPr id="30789" name="Text Box 66"/>
            <p:cNvSpPr txBox="1"/>
            <p:nvPr/>
          </p:nvSpPr>
          <p:spPr>
            <a:xfrm>
              <a:off x="4286" y="1616"/>
              <a:ext cx="272"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2</a:t>
              </a:r>
            </a:p>
          </p:txBody>
        </p:sp>
        <p:sp>
          <p:nvSpPr>
            <p:cNvPr id="30790" name="Text Box 67"/>
            <p:cNvSpPr txBox="1"/>
            <p:nvPr/>
          </p:nvSpPr>
          <p:spPr>
            <a:xfrm>
              <a:off x="3878" y="1616"/>
              <a:ext cx="272"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1</a:t>
              </a:r>
            </a:p>
          </p:txBody>
        </p:sp>
        <p:sp>
          <p:nvSpPr>
            <p:cNvPr id="30791" name="Text Box 68"/>
            <p:cNvSpPr txBox="1"/>
            <p:nvPr/>
          </p:nvSpPr>
          <p:spPr>
            <a:xfrm>
              <a:off x="3334" y="1616"/>
              <a:ext cx="272" cy="250"/>
            </a:xfrm>
            <a:prstGeom prst="rect">
              <a:avLst/>
            </a:prstGeom>
            <a:noFill/>
            <a:ln w="9525">
              <a:noFill/>
            </a:ln>
          </p:spPr>
          <p:txBody>
            <a:bodyPr>
              <a:spAutoFit/>
            </a:bodyPr>
            <a:lstStyle/>
            <a:p>
              <a:pPr eaLnBrk="1" hangingPunct="1">
                <a:spcBef>
                  <a:spcPct val="50000"/>
                </a:spcBef>
              </a:pPr>
              <a:r>
                <a:rPr lang="en-US" altLang="zh-CN" sz="2000" i="1" dirty="0">
                  <a:solidFill>
                    <a:schemeClr val="bg1"/>
                  </a:solidFill>
                  <a:latin typeface="Times New Roman" panose="02020603050405020304" pitchFamily="18" charset="0"/>
                  <a:ea typeface="仿宋_GB2312" pitchFamily="49" charset="-122"/>
                </a:rPr>
                <a:t>O</a:t>
              </a:r>
            </a:p>
          </p:txBody>
        </p:sp>
        <p:sp>
          <p:nvSpPr>
            <p:cNvPr id="30792" name="Text Box 69"/>
            <p:cNvSpPr txBox="1"/>
            <p:nvPr/>
          </p:nvSpPr>
          <p:spPr>
            <a:xfrm>
              <a:off x="3107" y="935"/>
              <a:ext cx="363"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10</a:t>
              </a:r>
            </a:p>
          </p:txBody>
        </p:sp>
        <p:sp>
          <p:nvSpPr>
            <p:cNvPr id="30793" name="Line 70"/>
            <p:cNvSpPr/>
            <p:nvPr/>
          </p:nvSpPr>
          <p:spPr>
            <a:xfrm>
              <a:off x="3470" y="1071"/>
              <a:ext cx="544" cy="0"/>
            </a:xfrm>
            <a:prstGeom prst="line">
              <a:avLst/>
            </a:prstGeom>
            <a:ln w="38100" cap="flat" cmpd="sng">
              <a:solidFill>
                <a:schemeClr val="bg1"/>
              </a:solidFill>
              <a:prstDash val="sysDot"/>
              <a:headEnd type="none" w="med" len="med"/>
              <a:tailEnd type="none" w="med" len="med"/>
            </a:ln>
          </p:spPr>
        </p:sp>
        <p:sp>
          <p:nvSpPr>
            <p:cNvPr id="30794" name="Text Box 71"/>
            <p:cNvSpPr txBox="1"/>
            <p:nvPr/>
          </p:nvSpPr>
          <p:spPr>
            <a:xfrm>
              <a:off x="3470" y="618"/>
              <a:ext cx="589"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i</a:t>
              </a:r>
              <a:r>
                <a:rPr lang="en-US" altLang="zh-CN" baseline="-25000" dirty="0">
                  <a:solidFill>
                    <a:schemeClr val="bg1"/>
                  </a:solidFill>
                  <a:latin typeface="Times New Roman" panose="02020603050405020304" pitchFamily="18" charset="0"/>
                  <a:ea typeface="仿宋_GB2312" pitchFamily="49" charset="-122"/>
                </a:rPr>
                <a:t>1</a:t>
              </a:r>
              <a:r>
                <a:rPr lang="en-US" altLang="zh-CN" dirty="0">
                  <a:solidFill>
                    <a:schemeClr val="bg1"/>
                  </a:solidFill>
                  <a:latin typeface="Times New Roman" panose="02020603050405020304" pitchFamily="18" charset="0"/>
                  <a:ea typeface="仿宋_GB2312" pitchFamily="49" charset="-122"/>
                </a:rPr>
                <a:t>/A</a:t>
              </a:r>
            </a:p>
          </p:txBody>
        </p:sp>
        <p:sp>
          <p:nvSpPr>
            <p:cNvPr id="30795" name="Rectangle 72"/>
            <p:cNvSpPr/>
            <p:nvPr/>
          </p:nvSpPr>
          <p:spPr>
            <a:xfrm>
              <a:off x="4695" y="1570"/>
              <a:ext cx="363" cy="327"/>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仿宋_GB2312" pitchFamily="49" charset="-122"/>
                </a:rPr>
                <a:t>t/</a:t>
              </a:r>
              <a:r>
                <a:rPr lang="en-US" altLang="zh-CN" dirty="0">
                  <a:solidFill>
                    <a:schemeClr val="bg1"/>
                  </a:solidFill>
                  <a:latin typeface="Times New Roman" panose="02020603050405020304" pitchFamily="18" charset="0"/>
                  <a:ea typeface="仿宋_GB2312" pitchFamily="49" charset="-122"/>
                </a:rPr>
                <a:t>s</a:t>
              </a:r>
            </a:p>
          </p:txBody>
        </p:sp>
      </p:grpSp>
      <p:graphicFrame>
        <p:nvGraphicFramePr>
          <p:cNvPr id="2" name="Object 75"/>
          <p:cNvGraphicFramePr>
            <a:graphicFrameLocks noChangeAspect="1"/>
          </p:cNvGraphicFramePr>
          <p:nvPr/>
        </p:nvGraphicFramePr>
        <p:xfrm>
          <a:off x="250825" y="3068638"/>
          <a:ext cx="4897438" cy="1627187"/>
        </p:xfrm>
        <a:graphic>
          <a:graphicData uri="http://schemas.openxmlformats.org/presentationml/2006/ole">
            <mc:AlternateContent xmlns:mc="http://schemas.openxmlformats.org/markup-compatibility/2006">
              <mc:Choice xmlns:v="urn:schemas-microsoft-com:vml" Requires="v">
                <p:oleObj r:id="rId2" imgW="2341880" imgH="780415" progId="Equation.3">
                  <p:embed/>
                </p:oleObj>
              </mc:Choice>
              <mc:Fallback>
                <p:oleObj r:id="rId2" imgW="2341880" imgH="780415" progId="Equation.3">
                  <p:embed/>
                  <p:pic>
                    <p:nvPicPr>
                      <p:cNvPr id="0" name="图片 3093"/>
                      <p:cNvPicPr/>
                      <p:nvPr/>
                    </p:nvPicPr>
                    <p:blipFill>
                      <a:blip r:embed="rId3">
                        <a:clrChange>
                          <a:clrFrom>
                            <a:srgbClr val="000000"/>
                          </a:clrFrom>
                          <a:clrTo>
                            <a:srgbClr val="FFFFFF"/>
                          </a:clrTo>
                        </a:clrChange>
                      </a:blip>
                      <a:stretch>
                        <a:fillRect/>
                      </a:stretch>
                    </p:blipFill>
                    <p:spPr>
                      <a:xfrm>
                        <a:off x="250825" y="3068638"/>
                        <a:ext cx="4897438" cy="1627187"/>
                      </a:xfrm>
                      <a:prstGeom prst="rect">
                        <a:avLst/>
                      </a:prstGeom>
                      <a:noFill/>
                      <a:ln w="38100">
                        <a:noFill/>
                        <a:miter/>
                      </a:ln>
                    </p:spPr>
                  </p:pic>
                </p:oleObj>
              </mc:Fallback>
            </mc:AlternateContent>
          </a:graphicData>
        </a:graphic>
      </p:graphicFrame>
      <p:sp>
        <p:nvSpPr>
          <p:cNvPr id="30796" name="Text Box 76"/>
          <p:cNvSpPr txBox="1"/>
          <p:nvPr/>
        </p:nvSpPr>
        <p:spPr>
          <a:xfrm>
            <a:off x="539750" y="2997200"/>
            <a:ext cx="609600" cy="519113"/>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a:t>
            </a:r>
          </a:p>
        </p:txBody>
      </p:sp>
      <p:graphicFrame>
        <p:nvGraphicFramePr>
          <p:cNvPr id="30797" name="Object 77"/>
          <p:cNvGraphicFramePr>
            <a:graphicFrameLocks noChangeAspect="1"/>
          </p:cNvGraphicFramePr>
          <p:nvPr/>
        </p:nvGraphicFramePr>
        <p:xfrm>
          <a:off x="684213" y="4724400"/>
          <a:ext cx="6824662" cy="1593850"/>
        </p:xfrm>
        <a:graphic>
          <a:graphicData uri="http://schemas.openxmlformats.org/presentationml/2006/ole">
            <mc:AlternateContent xmlns:mc="http://schemas.openxmlformats.org/markup-compatibility/2006">
              <mc:Choice xmlns:v="urn:schemas-microsoft-com:vml" Requires="v">
                <p:oleObj r:id="rId4" imgW="2959100" imgH="691515" progId="Equation.3">
                  <p:embed/>
                </p:oleObj>
              </mc:Choice>
              <mc:Fallback>
                <p:oleObj r:id="rId4" imgW="2959100" imgH="691515" progId="Equation.3">
                  <p:embed/>
                  <p:pic>
                    <p:nvPicPr>
                      <p:cNvPr id="0" name="图片 3094"/>
                      <p:cNvPicPr/>
                      <p:nvPr/>
                    </p:nvPicPr>
                    <p:blipFill>
                      <a:blip r:embed="rId5">
                        <a:clrChange>
                          <a:clrFrom>
                            <a:srgbClr val="000000"/>
                          </a:clrFrom>
                          <a:clrTo>
                            <a:srgbClr val="FFFFFF"/>
                          </a:clrTo>
                        </a:clrChange>
                      </a:blip>
                      <a:stretch>
                        <a:fillRect/>
                      </a:stretch>
                    </p:blipFill>
                    <p:spPr>
                      <a:xfrm>
                        <a:off x="684213" y="4724400"/>
                        <a:ext cx="6824662" cy="1593850"/>
                      </a:xfrm>
                      <a:prstGeom prst="rect">
                        <a:avLst/>
                      </a:prstGeom>
                      <a:noFill/>
                      <a:ln w="38100">
                        <a:noFill/>
                        <a:miter/>
                      </a:ln>
                    </p:spPr>
                  </p:pic>
                </p:oleObj>
              </mc:Fallback>
            </mc:AlternateContent>
          </a:graphicData>
        </a:graphic>
      </p:graphicFrame>
      <p:graphicFrame>
        <p:nvGraphicFramePr>
          <p:cNvPr id="30801" name="Object 81"/>
          <p:cNvGraphicFramePr>
            <a:graphicFrameLocks noChangeAspect="1"/>
          </p:cNvGraphicFramePr>
          <p:nvPr/>
        </p:nvGraphicFramePr>
        <p:xfrm>
          <a:off x="5292725" y="3141663"/>
          <a:ext cx="3635375" cy="1511300"/>
        </p:xfrm>
        <a:graphic>
          <a:graphicData uri="http://schemas.openxmlformats.org/presentationml/2006/ole">
            <mc:AlternateContent xmlns:mc="http://schemas.openxmlformats.org/markup-compatibility/2006">
              <mc:Choice xmlns:v="urn:schemas-microsoft-com:vml" Requires="v">
                <p:oleObj r:id="rId6" imgW="1657985" imgH="691515" progId="Equation.3">
                  <p:embed/>
                </p:oleObj>
              </mc:Choice>
              <mc:Fallback>
                <p:oleObj r:id="rId6" imgW="1657985" imgH="691515" progId="Equation.3">
                  <p:embed/>
                  <p:pic>
                    <p:nvPicPr>
                      <p:cNvPr id="0" name="图片 3095"/>
                      <p:cNvPicPr/>
                      <p:nvPr/>
                    </p:nvPicPr>
                    <p:blipFill>
                      <a:blip r:embed="rId7">
                        <a:clrChange>
                          <a:clrFrom>
                            <a:srgbClr val="000000"/>
                          </a:clrFrom>
                          <a:clrTo>
                            <a:srgbClr val="FFFFFF"/>
                          </a:clrTo>
                        </a:clrChange>
                      </a:blip>
                      <a:stretch>
                        <a:fillRect/>
                      </a:stretch>
                    </p:blipFill>
                    <p:spPr>
                      <a:xfrm>
                        <a:off x="5292725" y="3141663"/>
                        <a:ext cx="3635375" cy="1511300"/>
                      </a:xfrm>
                      <a:prstGeom prst="rect">
                        <a:avLst/>
                      </a:prstGeom>
                      <a:noFill/>
                      <a:ln w="38100">
                        <a:noFill/>
                        <a:miter/>
                      </a:ln>
                    </p:spPr>
                  </p:pic>
                </p:oleObj>
              </mc:Fallback>
            </mc:AlternateContent>
          </a:graphicData>
        </a:graphic>
      </p:graphicFrame>
      <p:grpSp>
        <p:nvGrpSpPr>
          <p:cNvPr id="30728" name="Group 83"/>
          <p:cNvGrpSpPr/>
          <p:nvPr/>
        </p:nvGrpSpPr>
        <p:grpSpPr>
          <a:xfrm>
            <a:off x="8316913" y="6446838"/>
            <a:ext cx="792162" cy="366712"/>
            <a:chOff x="5193" y="4020"/>
            <a:chExt cx="499" cy="231"/>
          </a:xfrm>
        </p:grpSpPr>
        <p:pic>
          <p:nvPicPr>
            <p:cNvPr id="30783" name="Picture 84"/>
            <p:cNvPicPr>
              <a:picLocks noChangeAspect="1"/>
            </p:cNvPicPr>
            <p:nvPr/>
          </p:nvPicPr>
          <p:blipFill>
            <a:blip r:embed="rId8"/>
            <a:stretch>
              <a:fillRect/>
            </a:stretch>
          </p:blipFill>
          <p:spPr>
            <a:xfrm>
              <a:off x="5193" y="4066"/>
              <a:ext cx="499" cy="181"/>
            </a:xfrm>
            <a:prstGeom prst="rect">
              <a:avLst/>
            </a:prstGeom>
            <a:noFill/>
            <a:ln w="9525">
              <a:noFill/>
            </a:ln>
          </p:spPr>
        </p:pic>
        <p:sp>
          <p:nvSpPr>
            <p:cNvPr id="30784" name="Text Box 85">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0729" name="Group 86"/>
          <p:cNvGrpSpPr/>
          <p:nvPr/>
        </p:nvGrpSpPr>
        <p:grpSpPr>
          <a:xfrm>
            <a:off x="7453313" y="6446838"/>
            <a:ext cx="792162" cy="366712"/>
            <a:chOff x="4649" y="4020"/>
            <a:chExt cx="499" cy="231"/>
          </a:xfrm>
        </p:grpSpPr>
        <p:pic>
          <p:nvPicPr>
            <p:cNvPr id="30781" name="Picture 87"/>
            <p:cNvPicPr>
              <a:picLocks noChangeAspect="1"/>
            </p:cNvPicPr>
            <p:nvPr/>
          </p:nvPicPr>
          <p:blipFill>
            <a:blip r:embed="rId8"/>
            <a:stretch>
              <a:fillRect/>
            </a:stretch>
          </p:blipFill>
          <p:spPr>
            <a:xfrm>
              <a:off x="4649" y="4066"/>
              <a:ext cx="499" cy="181"/>
            </a:xfrm>
            <a:prstGeom prst="rect">
              <a:avLst/>
            </a:prstGeom>
            <a:noFill/>
            <a:ln w="9525">
              <a:noFill/>
            </a:ln>
          </p:spPr>
        </p:pic>
        <p:sp>
          <p:nvSpPr>
            <p:cNvPr id="30782" name="Text Box 88">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0730" name="Group 140"/>
          <p:cNvGrpSpPr/>
          <p:nvPr/>
        </p:nvGrpSpPr>
        <p:grpSpPr>
          <a:xfrm>
            <a:off x="6588125" y="6446838"/>
            <a:ext cx="792163" cy="366712"/>
            <a:chOff x="4649" y="4020"/>
            <a:chExt cx="499" cy="231"/>
          </a:xfrm>
        </p:grpSpPr>
        <p:pic>
          <p:nvPicPr>
            <p:cNvPr id="30779" name="Picture 141"/>
            <p:cNvPicPr>
              <a:picLocks noChangeAspect="1"/>
            </p:cNvPicPr>
            <p:nvPr/>
          </p:nvPicPr>
          <p:blipFill>
            <a:blip r:embed="rId8"/>
            <a:stretch>
              <a:fillRect/>
            </a:stretch>
          </p:blipFill>
          <p:spPr>
            <a:xfrm>
              <a:off x="4649" y="4066"/>
              <a:ext cx="499" cy="181"/>
            </a:xfrm>
            <a:prstGeom prst="rect">
              <a:avLst/>
            </a:prstGeom>
            <a:noFill/>
            <a:ln w="9525">
              <a:noFill/>
            </a:ln>
          </p:spPr>
        </p:pic>
        <p:sp>
          <p:nvSpPr>
            <p:cNvPr id="30780" name="Text Box 142">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30864" name="Group 144"/>
          <p:cNvGrpSpPr/>
          <p:nvPr/>
        </p:nvGrpSpPr>
        <p:grpSpPr>
          <a:xfrm>
            <a:off x="1547813" y="476250"/>
            <a:ext cx="7127875" cy="525463"/>
            <a:chOff x="975" y="300"/>
            <a:chExt cx="4490" cy="331"/>
          </a:xfrm>
        </p:grpSpPr>
        <p:graphicFrame>
          <p:nvGraphicFramePr>
            <p:cNvPr id="30777" name="Object 74"/>
            <p:cNvGraphicFramePr>
              <a:graphicFrameLocks noChangeAspect="1"/>
            </p:cNvGraphicFramePr>
            <p:nvPr/>
          </p:nvGraphicFramePr>
          <p:xfrm>
            <a:off x="1519" y="346"/>
            <a:ext cx="3687" cy="285"/>
          </p:xfrm>
          <a:graphic>
            <a:graphicData uri="http://schemas.openxmlformats.org/presentationml/2006/ole">
              <mc:AlternateContent xmlns:mc="http://schemas.openxmlformats.org/markup-compatibility/2006">
                <mc:Choice xmlns:v="urn:schemas-microsoft-com:vml" Requires="v">
                  <p:oleObj r:id="rId9" imgW="3739515" imgH="245110" progId="Equation.DSMT4">
                    <p:embed/>
                  </p:oleObj>
                </mc:Choice>
                <mc:Fallback>
                  <p:oleObj r:id="rId9" imgW="3739515" imgH="245110" progId="Equation.DSMT4">
                    <p:embed/>
                    <p:pic>
                      <p:nvPicPr>
                        <p:cNvPr id="0" name="图片 3096"/>
                        <p:cNvPicPr/>
                        <p:nvPr/>
                      </p:nvPicPr>
                      <p:blipFill>
                        <a:blip r:embed="rId10">
                          <a:clrChange>
                            <a:clrFrom>
                              <a:srgbClr val="000000"/>
                            </a:clrFrom>
                            <a:clrTo>
                              <a:srgbClr val="FFFFFF"/>
                            </a:clrTo>
                          </a:clrChange>
                        </a:blip>
                        <a:srcRect l="26289" t="13898"/>
                        <a:stretch>
                          <a:fillRect/>
                        </a:stretch>
                      </p:blipFill>
                      <p:spPr>
                        <a:xfrm>
                          <a:off x="1519" y="346"/>
                          <a:ext cx="3687" cy="285"/>
                        </a:xfrm>
                        <a:prstGeom prst="rect">
                          <a:avLst/>
                        </a:prstGeom>
                        <a:noFill/>
                        <a:ln w="38100">
                          <a:noFill/>
                          <a:miter/>
                        </a:ln>
                      </p:spPr>
                    </p:pic>
                  </p:oleObj>
                </mc:Fallback>
              </mc:AlternateContent>
            </a:graphicData>
          </a:graphic>
        </p:graphicFrame>
        <p:sp>
          <p:nvSpPr>
            <p:cNvPr id="30778" name="Text Box 143"/>
            <p:cNvSpPr txBox="1"/>
            <p:nvPr/>
          </p:nvSpPr>
          <p:spPr>
            <a:xfrm>
              <a:off x="975" y="300"/>
              <a:ext cx="4490" cy="327"/>
            </a:xfrm>
            <a:prstGeom prst="rect">
              <a:avLst/>
            </a:prstGeom>
            <a:noFill/>
            <a:ln w="9525">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rPr>
                <a:t>已知                                                                  。  </a:t>
              </a:r>
            </a:p>
          </p:txBody>
        </p:sp>
      </p:grpSp>
      <p:grpSp>
        <p:nvGrpSpPr>
          <p:cNvPr id="30876" name="Group 156"/>
          <p:cNvGrpSpPr/>
          <p:nvPr/>
        </p:nvGrpSpPr>
        <p:grpSpPr>
          <a:xfrm>
            <a:off x="684213" y="981075"/>
            <a:ext cx="4176712" cy="1898650"/>
            <a:chOff x="431" y="572"/>
            <a:chExt cx="2631" cy="1196"/>
          </a:xfrm>
        </p:grpSpPr>
        <p:sp>
          <p:nvSpPr>
            <p:cNvPr id="30733" name="Text Box 115"/>
            <p:cNvSpPr txBox="1"/>
            <p:nvPr/>
          </p:nvSpPr>
          <p:spPr>
            <a:xfrm>
              <a:off x="1645" y="618"/>
              <a:ext cx="303"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0734" name="Text Box 93"/>
            <p:cNvSpPr txBox="1"/>
            <p:nvPr/>
          </p:nvSpPr>
          <p:spPr>
            <a:xfrm>
              <a:off x="1145" y="926"/>
              <a:ext cx="329"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0735" name="Text Box 94"/>
            <p:cNvSpPr txBox="1"/>
            <p:nvPr/>
          </p:nvSpPr>
          <p:spPr>
            <a:xfrm>
              <a:off x="2245" y="935"/>
              <a:ext cx="329"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0736" name="Text Box 95"/>
            <p:cNvSpPr txBox="1"/>
            <p:nvPr/>
          </p:nvSpPr>
          <p:spPr>
            <a:xfrm>
              <a:off x="884" y="935"/>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0737" name="Line 96"/>
            <p:cNvSpPr/>
            <p:nvPr/>
          </p:nvSpPr>
          <p:spPr>
            <a:xfrm flipV="1">
              <a:off x="1656" y="931"/>
              <a:ext cx="0" cy="252"/>
            </a:xfrm>
            <a:prstGeom prst="line">
              <a:avLst/>
            </a:prstGeom>
            <a:ln w="28575" cap="flat" cmpd="sng">
              <a:solidFill>
                <a:srgbClr val="FFCC00"/>
              </a:solidFill>
              <a:prstDash val="solid"/>
              <a:headEnd type="none" w="med" len="med"/>
              <a:tailEnd type="none" w="med" len="med"/>
            </a:ln>
          </p:spPr>
        </p:sp>
        <p:sp>
          <p:nvSpPr>
            <p:cNvPr id="30738" name="Line 97"/>
            <p:cNvSpPr/>
            <p:nvPr/>
          </p:nvSpPr>
          <p:spPr>
            <a:xfrm flipH="1" flipV="1">
              <a:off x="1656" y="1528"/>
              <a:ext cx="0" cy="219"/>
            </a:xfrm>
            <a:prstGeom prst="line">
              <a:avLst/>
            </a:prstGeom>
            <a:ln w="28575" cap="flat" cmpd="sng">
              <a:solidFill>
                <a:srgbClr val="FFCC00"/>
              </a:solidFill>
              <a:prstDash val="solid"/>
              <a:headEnd type="none" w="med" len="med"/>
              <a:tailEnd type="none" w="med" len="med"/>
            </a:ln>
          </p:spPr>
        </p:sp>
        <p:sp>
          <p:nvSpPr>
            <p:cNvPr id="30739" name="Line 98"/>
            <p:cNvSpPr/>
            <p:nvPr/>
          </p:nvSpPr>
          <p:spPr>
            <a:xfrm flipH="1" flipV="1">
              <a:off x="1928" y="1521"/>
              <a:ext cx="0" cy="226"/>
            </a:xfrm>
            <a:prstGeom prst="line">
              <a:avLst/>
            </a:prstGeom>
            <a:ln w="28575" cap="flat" cmpd="sng">
              <a:solidFill>
                <a:srgbClr val="FFCC00"/>
              </a:solidFill>
              <a:prstDash val="solid"/>
              <a:headEnd type="none" w="med" len="med"/>
              <a:tailEnd type="none" w="med" len="med"/>
            </a:ln>
          </p:spPr>
        </p:sp>
        <p:sp>
          <p:nvSpPr>
            <p:cNvPr id="30740" name="Line 99"/>
            <p:cNvSpPr/>
            <p:nvPr/>
          </p:nvSpPr>
          <p:spPr>
            <a:xfrm flipH="1" flipV="1">
              <a:off x="1929" y="931"/>
              <a:ext cx="0" cy="227"/>
            </a:xfrm>
            <a:prstGeom prst="line">
              <a:avLst/>
            </a:prstGeom>
            <a:ln w="28575" cap="flat" cmpd="sng">
              <a:solidFill>
                <a:srgbClr val="FFCC00"/>
              </a:solidFill>
              <a:prstDash val="solid"/>
              <a:headEnd type="none" w="med" len="med"/>
              <a:tailEnd type="none" w="med" len="med"/>
            </a:ln>
          </p:spPr>
        </p:sp>
        <p:sp>
          <p:nvSpPr>
            <p:cNvPr id="30741" name="Line 100"/>
            <p:cNvSpPr/>
            <p:nvPr/>
          </p:nvSpPr>
          <p:spPr>
            <a:xfrm>
              <a:off x="885" y="931"/>
              <a:ext cx="771" cy="0"/>
            </a:xfrm>
            <a:prstGeom prst="line">
              <a:avLst/>
            </a:prstGeom>
            <a:ln w="28575" cap="flat" cmpd="sng">
              <a:solidFill>
                <a:srgbClr val="FFCC00"/>
              </a:solidFill>
              <a:prstDash val="solid"/>
              <a:headEnd type="none" w="med" len="med"/>
              <a:tailEnd type="none" w="med" len="med"/>
            </a:ln>
          </p:spPr>
        </p:sp>
        <p:sp>
          <p:nvSpPr>
            <p:cNvPr id="30742" name="Line 101"/>
            <p:cNvSpPr/>
            <p:nvPr/>
          </p:nvSpPr>
          <p:spPr>
            <a:xfrm flipV="1">
              <a:off x="885" y="1747"/>
              <a:ext cx="771" cy="0"/>
            </a:xfrm>
            <a:prstGeom prst="line">
              <a:avLst/>
            </a:prstGeom>
            <a:ln w="28575" cap="flat" cmpd="sng">
              <a:solidFill>
                <a:srgbClr val="FFCC00"/>
              </a:solidFill>
              <a:prstDash val="solid"/>
              <a:headEnd type="none" w="med" len="med"/>
              <a:tailEnd type="none" w="med" len="med"/>
            </a:ln>
          </p:spPr>
        </p:sp>
        <p:sp>
          <p:nvSpPr>
            <p:cNvPr id="30743" name="Line 102"/>
            <p:cNvSpPr/>
            <p:nvPr/>
          </p:nvSpPr>
          <p:spPr>
            <a:xfrm>
              <a:off x="1909" y="931"/>
              <a:ext cx="926" cy="0"/>
            </a:xfrm>
            <a:prstGeom prst="line">
              <a:avLst/>
            </a:prstGeom>
            <a:ln w="28575" cap="flat" cmpd="sng">
              <a:solidFill>
                <a:srgbClr val="FFCC00"/>
              </a:solidFill>
              <a:prstDash val="solid"/>
              <a:headEnd type="none" w="med" len="med"/>
              <a:tailEnd type="none" w="med" len="med"/>
            </a:ln>
          </p:spPr>
        </p:sp>
        <p:sp>
          <p:nvSpPr>
            <p:cNvPr id="30744" name="Line 103"/>
            <p:cNvSpPr/>
            <p:nvPr/>
          </p:nvSpPr>
          <p:spPr>
            <a:xfrm>
              <a:off x="1928" y="1747"/>
              <a:ext cx="907" cy="0"/>
            </a:xfrm>
            <a:prstGeom prst="line">
              <a:avLst/>
            </a:prstGeom>
            <a:ln w="28575" cap="flat" cmpd="sng">
              <a:solidFill>
                <a:srgbClr val="FFCC00"/>
              </a:solidFill>
              <a:prstDash val="solid"/>
              <a:headEnd type="none" w="med" len="med"/>
              <a:tailEnd type="none" w="med" len="med"/>
            </a:ln>
          </p:spPr>
        </p:sp>
        <p:sp>
          <p:nvSpPr>
            <p:cNvPr id="30745" name="Text Box 104"/>
            <p:cNvSpPr txBox="1"/>
            <p:nvPr/>
          </p:nvSpPr>
          <p:spPr>
            <a:xfrm>
              <a:off x="1929" y="93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0746" name="Text Box 105"/>
            <p:cNvSpPr txBox="1"/>
            <p:nvPr/>
          </p:nvSpPr>
          <p:spPr>
            <a:xfrm>
              <a:off x="1430" y="93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0747" name="Text Box 107"/>
            <p:cNvSpPr txBox="1"/>
            <p:nvPr/>
          </p:nvSpPr>
          <p:spPr>
            <a:xfrm>
              <a:off x="1339" y="1158"/>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0748" name="Text Box 108"/>
            <p:cNvSpPr txBox="1"/>
            <p:nvPr/>
          </p:nvSpPr>
          <p:spPr>
            <a:xfrm>
              <a:off x="1929" y="1158"/>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0749" name="Text Box 109"/>
            <p:cNvSpPr txBox="1"/>
            <p:nvPr/>
          </p:nvSpPr>
          <p:spPr>
            <a:xfrm>
              <a:off x="522" y="886"/>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0750" name="Text Box 110"/>
            <p:cNvSpPr txBox="1"/>
            <p:nvPr/>
          </p:nvSpPr>
          <p:spPr>
            <a:xfrm>
              <a:off x="520" y="130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30751" name="Text Box 111"/>
            <p:cNvSpPr txBox="1"/>
            <p:nvPr/>
          </p:nvSpPr>
          <p:spPr>
            <a:xfrm>
              <a:off x="431" y="1112"/>
              <a:ext cx="22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0752" name="Text Box 112"/>
            <p:cNvSpPr txBox="1"/>
            <p:nvPr/>
          </p:nvSpPr>
          <p:spPr>
            <a:xfrm>
              <a:off x="2746" y="914"/>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0753" name="Text Box 113"/>
            <p:cNvSpPr txBox="1"/>
            <p:nvPr/>
          </p:nvSpPr>
          <p:spPr>
            <a:xfrm>
              <a:off x="2744" y="1326"/>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30754" name="Text Box 114"/>
            <p:cNvSpPr txBox="1"/>
            <p:nvPr/>
          </p:nvSpPr>
          <p:spPr>
            <a:xfrm>
              <a:off x="2758" y="1182"/>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0755" name="Oval 116"/>
            <p:cNvSpPr/>
            <p:nvPr/>
          </p:nvSpPr>
          <p:spPr>
            <a:xfrm>
              <a:off x="2844" y="1720"/>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0756" name="Oval 117"/>
            <p:cNvSpPr/>
            <p:nvPr/>
          </p:nvSpPr>
          <p:spPr>
            <a:xfrm>
              <a:off x="2831" y="90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0757" name="Arc 118"/>
            <p:cNvSpPr/>
            <p:nvPr/>
          </p:nvSpPr>
          <p:spPr>
            <a:xfrm flipH="1">
              <a:off x="1549" y="817"/>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0758" name="Arc 119"/>
            <p:cNvSpPr/>
            <p:nvPr/>
          </p:nvSpPr>
          <p:spPr>
            <a:xfrm>
              <a:off x="1855" y="825"/>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0759" name="Rectangle 128"/>
            <p:cNvSpPr/>
            <p:nvPr/>
          </p:nvSpPr>
          <p:spPr>
            <a:xfrm>
              <a:off x="1112" y="86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30760" name="Rectangle 129"/>
            <p:cNvSpPr/>
            <p:nvPr/>
          </p:nvSpPr>
          <p:spPr>
            <a:xfrm>
              <a:off x="2246" y="87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30761" name="Line 130"/>
            <p:cNvSpPr/>
            <p:nvPr/>
          </p:nvSpPr>
          <p:spPr>
            <a:xfrm>
              <a:off x="885" y="931"/>
              <a:ext cx="0" cy="816"/>
            </a:xfrm>
            <a:prstGeom prst="line">
              <a:avLst/>
            </a:prstGeom>
            <a:ln w="28575" cap="flat" cmpd="sng">
              <a:solidFill>
                <a:srgbClr val="FFCC00"/>
              </a:solidFill>
              <a:prstDash val="solid"/>
              <a:headEnd type="none" w="med" len="med"/>
              <a:tailEnd type="none" w="med" len="med"/>
            </a:ln>
          </p:spPr>
        </p:sp>
        <p:sp>
          <p:nvSpPr>
            <p:cNvPr id="30762" name="Line 106"/>
            <p:cNvSpPr/>
            <p:nvPr/>
          </p:nvSpPr>
          <p:spPr>
            <a:xfrm flipV="1">
              <a:off x="884" y="981"/>
              <a:ext cx="0" cy="317"/>
            </a:xfrm>
            <a:prstGeom prst="line">
              <a:avLst/>
            </a:prstGeom>
            <a:ln w="28575" cap="flat" cmpd="sng">
              <a:solidFill>
                <a:srgbClr val="00FFFF"/>
              </a:solidFill>
              <a:prstDash val="solid"/>
              <a:headEnd type="none" w="med" len="med"/>
              <a:tailEnd type="triangle" w="med" len="med"/>
            </a:ln>
          </p:spPr>
        </p:sp>
        <p:grpSp>
          <p:nvGrpSpPr>
            <p:cNvPr id="30763" name="Group 137"/>
            <p:cNvGrpSpPr/>
            <p:nvPr/>
          </p:nvGrpSpPr>
          <p:grpSpPr>
            <a:xfrm>
              <a:off x="703" y="1253"/>
              <a:ext cx="363" cy="363"/>
              <a:chOff x="703" y="1158"/>
              <a:chExt cx="363" cy="363"/>
            </a:xfrm>
          </p:grpSpPr>
          <p:sp>
            <p:nvSpPr>
              <p:cNvPr id="30775" name="Oval 131"/>
              <p:cNvSpPr/>
              <p:nvPr/>
            </p:nvSpPr>
            <p:spPr>
              <a:xfrm>
                <a:off x="703" y="115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30776" name="Line 132"/>
              <p:cNvSpPr/>
              <p:nvPr/>
            </p:nvSpPr>
            <p:spPr>
              <a:xfrm>
                <a:off x="703" y="1339"/>
                <a:ext cx="363" cy="0"/>
              </a:xfrm>
              <a:prstGeom prst="line">
                <a:avLst/>
              </a:prstGeom>
              <a:ln w="38100" cap="flat" cmpd="sng">
                <a:solidFill>
                  <a:srgbClr val="FF9900"/>
                </a:solidFill>
                <a:prstDash val="solid"/>
                <a:headEnd type="none" w="med" len="med"/>
                <a:tailEnd type="none" w="med" len="med"/>
              </a:ln>
            </p:spPr>
          </p:sp>
        </p:grpSp>
        <p:grpSp>
          <p:nvGrpSpPr>
            <p:cNvPr id="30764" name="Group 145"/>
            <p:cNvGrpSpPr/>
            <p:nvPr/>
          </p:nvGrpSpPr>
          <p:grpSpPr>
            <a:xfrm>
              <a:off x="1846" y="1162"/>
              <a:ext cx="91" cy="363"/>
              <a:chOff x="1565" y="2614"/>
              <a:chExt cx="90" cy="486"/>
            </a:xfrm>
          </p:grpSpPr>
          <p:sp>
            <p:nvSpPr>
              <p:cNvPr id="30771" name="Arc 14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0772" name="Arc 14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0773" name="Arc 14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0774" name="Arc 14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0765" name="Group 150"/>
            <p:cNvGrpSpPr/>
            <p:nvPr/>
          </p:nvGrpSpPr>
          <p:grpSpPr>
            <a:xfrm rot="10800000">
              <a:off x="1646" y="1171"/>
              <a:ext cx="90" cy="363"/>
              <a:chOff x="1565" y="2614"/>
              <a:chExt cx="90" cy="486"/>
            </a:xfrm>
          </p:grpSpPr>
          <p:sp>
            <p:nvSpPr>
              <p:cNvPr id="30767" name="Arc 15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0768" name="Arc 15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0769" name="Arc 15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0770" name="Arc 15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30766" name="Text Box 155"/>
            <p:cNvSpPr txBox="1"/>
            <p:nvPr/>
          </p:nvSpPr>
          <p:spPr>
            <a:xfrm>
              <a:off x="930" y="572"/>
              <a:ext cx="680"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rPr>
                <a:t>10</a:t>
              </a:r>
              <a:r>
                <a:rPr lang="en-US" altLang="zh-CN" dirty="0">
                  <a:solidFill>
                    <a:schemeClr val="bg1"/>
                  </a:solidFill>
                  <a:latin typeface="Times New Roman" panose="02020603050405020304" pitchFamily="18" charset="0"/>
                  <a:sym typeface="Symbol" panose="05050102010706020507" pitchFamily="18" charset="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p:cTn id="7" dur="1000" fill="hold"/>
                                        <p:tgtEl>
                                          <p:spTgt spid="30724"/>
                                        </p:tgtEl>
                                        <p:attrNameLst>
                                          <p:attrName>ppt_w</p:attrName>
                                        </p:attrNameLst>
                                      </p:cBhvr>
                                      <p:tavLst>
                                        <p:tav tm="0">
                                          <p:val>
                                            <p:fltVal val="0"/>
                                          </p:val>
                                        </p:tav>
                                        <p:tav tm="100000">
                                          <p:val>
                                            <p:strVal val="#ppt_w"/>
                                          </p:val>
                                        </p:tav>
                                      </p:tavLst>
                                    </p:anim>
                                    <p:anim calcmode="lin" valueType="num">
                                      <p:cBhvr>
                                        <p:cTn id="8" dur="1000" fill="hold"/>
                                        <p:tgtEl>
                                          <p:spTgt spid="30724"/>
                                        </p:tgtEl>
                                        <p:attrNameLst>
                                          <p:attrName>ppt_h</p:attrName>
                                        </p:attrNameLst>
                                      </p:cBhvr>
                                      <p:tavLst>
                                        <p:tav tm="0">
                                          <p:val>
                                            <p:fltVal val="0"/>
                                          </p:val>
                                        </p:tav>
                                        <p:tav tm="100000">
                                          <p:val>
                                            <p:strVal val="#ppt_h"/>
                                          </p:val>
                                        </p:tav>
                                      </p:tavLst>
                                    </p:anim>
                                    <p:anim calcmode="lin" valueType="num">
                                      <p:cBhvr>
                                        <p:cTn id="9" dur="1000" fill="hold"/>
                                        <p:tgtEl>
                                          <p:spTgt spid="3072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072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30876"/>
                                        </p:tgtEl>
                                        <p:attrNameLst>
                                          <p:attrName>style.visibility</p:attrName>
                                        </p:attrNameLst>
                                      </p:cBhvr>
                                      <p:to>
                                        <p:strVal val="visible"/>
                                      </p:to>
                                    </p:set>
                                    <p:animEffect transition="in" filter="blinds(horizontal)">
                                      <p:cBhvr>
                                        <p:cTn id="14" dur="500"/>
                                        <p:tgtEl>
                                          <p:spTgt spid="30876"/>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30853"/>
                                        </p:tgtEl>
                                        <p:attrNameLst>
                                          <p:attrName>style.visibility</p:attrName>
                                        </p:attrNameLst>
                                      </p:cBhvr>
                                      <p:to>
                                        <p:strVal val="visible"/>
                                      </p:to>
                                    </p:set>
                                    <p:animEffect transition="in" filter="blinds(horizontal)">
                                      <p:cBhvr>
                                        <p:cTn id="18" dur="500"/>
                                        <p:tgtEl>
                                          <p:spTgt spid="30853"/>
                                        </p:tgtEl>
                                      </p:cBhvr>
                                    </p:animEffect>
                                  </p:childTnLst>
                                </p:cTn>
                              </p:par>
                            </p:childTnLst>
                          </p:cTn>
                        </p:par>
                        <p:par>
                          <p:cTn id="19" fill="hold">
                            <p:stCondLst>
                              <p:cond delay="2000"/>
                            </p:stCondLst>
                            <p:childTnLst>
                              <p:par>
                                <p:cTn id="20" presetID="3" presetClass="entr" presetSubtype="10" fill="hold" nodeType="afterEffect">
                                  <p:stCondLst>
                                    <p:cond delay="0"/>
                                  </p:stCondLst>
                                  <p:childTnLst>
                                    <p:set>
                                      <p:cBhvr>
                                        <p:cTn id="21" dur="1" fill="hold">
                                          <p:stCondLst>
                                            <p:cond delay="0"/>
                                          </p:stCondLst>
                                        </p:cTn>
                                        <p:tgtEl>
                                          <p:spTgt spid="30864"/>
                                        </p:tgtEl>
                                        <p:attrNameLst>
                                          <p:attrName>style.visibility</p:attrName>
                                        </p:attrNameLst>
                                      </p:cBhvr>
                                      <p:to>
                                        <p:strVal val="visible"/>
                                      </p:to>
                                    </p:set>
                                    <p:animEffect transition="in" filter="blinds(horizontal)">
                                      <p:cBhvr>
                                        <p:cTn id="22" dur="500"/>
                                        <p:tgtEl>
                                          <p:spTgt spid="30864"/>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30796"/>
                                        </p:tgtEl>
                                        <p:attrNameLst>
                                          <p:attrName>style.visibility</p:attrName>
                                        </p:attrNameLst>
                                      </p:cBhvr>
                                      <p:to>
                                        <p:strVal val="visible"/>
                                      </p:to>
                                    </p:set>
                                    <p:anim calcmode="lin" valueType="num">
                                      <p:cBhvr>
                                        <p:cTn id="27" dur="1000" fill="hold"/>
                                        <p:tgtEl>
                                          <p:spTgt spid="30796"/>
                                        </p:tgtEl>
                                        <p:attrNameLst>
                                          <p:attrName>ppt_w</p:attrName>
                                        </p:attrNameLst>
                                      </p:cBhvr>
                                      <p:tavLst>
                                        <p:tav tm="0">
                                          <p:val>
                                            <p:fltVal val="0"/>
                                          </p:val>
                                        </p:tav>
                                        <p:tav tm="100000">
                                          <p:val>
                                            <p:strVal val="#ppt_w"/>
                                          </p:val>
                                        </p:tav>
                                      </p:tavLst>
                                    </p:anim>
                                    <p:anim calcmode="lin" valueType="num">
                                      <p:cBhvr>
                                        <p:cTn id="28" dur="1000" fill="hold"/>
                                        <p:tgtEl>
                                          <p:spTgt spid="30796"/>
                                        </p:tgtEl>
                                        <p:attrNameLst>
                                          <p:attrName>ppt_h</p:attrName>
                                        </p:attrNameLst>
                                      </p:cBhvr>
                                      <p:tavLst>
                                        <p:tav tm="0">
                                          <p:val>
                                            <p:fltVal val="0"/>
                                          </p:val>
                                        </p:tav>
                                        <p:tav tm="100000">
                                          <p:val>
                                            <p:strVal val="#ppt_h"/>
                                          </p:val>
                                        </p:tav>
                                      </p:tavLst>
                                    </p:anim>
                                    <p:anim calcmode="lin" valueType="num">
                                      <p:cBhvr>
                                        <p:cTn id="29" dur="1000" fill="hold"/>
                                        <p:tgtEl>
                                          <p:spTgt spid="30796"/>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3079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0801"/>
                                        </p:tgtEl>
                                        <p:attrNameLst>
                                          <p:attrName>style.visibility</p:attrName>
                                        </p:attrNameLst>
                                      </p:cBhvr>
                                      <p:to>
                                        <p:strVal val="visible"/>
                                      </p:to>
                                    </p:set>
                                    <p:animEffect transition="in" filter="wipe(left)">
                                      <p:cBhvr>
                                        <p:cTn id="35" dur="2000"/>
                                        <p:tgtEl>
                                          <p:spTgt spid="308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left)">
                                      <p:cBhvr>
                                        <p:cTn id="40" dur="2000"/>
                                        <p:tgtEl>
                                          <p:spTgt spid="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0797"/>
                                        </p:tgtEl>
                                        <p:attrNameLst>
                                          <p:attrName>style.visibility</p:attrName>
                                        </p:attrNameLst>
                                      </p:cBhvr>
                                      <p:to>
                                        <p:strVal val="visible"/>
                                      </p:to>
                                    </p:set>
                                    <p:animEffect transition="in" filter="wipe(left)">
                                      <p:cBhvr>
                                        <p:cTn id="45" dur="2000"/>
                                        <p:tgtEl>
                                          <p:spTgt spid="30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9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p:cNvSpPr txBox="1"/>
          <p:nvPr/>
        </p:nvSpPr>
        <p:spPr>
          <a:xfrm>
            <a:off x="468313" y="404813"/>
            <a:ext cx="8496300" cy="762000"/>
          </a:xfrm>
          <a:prstGeom prst="rect">
            <a:avLst/>
          </a:prstGeom>
          <a:noFill/>
          <a:ln w="9525">
            <a:noFill/>
          </a:ln>
          <a:effectLst>
            <a:prstShdw prst="shdw17" dist="17961" dir="2699999">
              <a:srgbClr val="995C00"/>
            </a:prstShdw>
          </a:effectLst>
        </p:spPr>
        <p:txBody>
          <a:bodyPr>
            <a:spAutoFit/>
          </a:bodyPr>
          <a:lstStyle/>
          <a:p>
            <a:pPr eaLnBrk="1" hangingPunct="1"/>
            <a:r>
              <a:rPr lang="en-US" altLang="zh-CN" sz="4400" dirty="0">
                <a:solidFill>
                  <a:schemeClr val="bg1"/>
                </a:solidFill>
                <a:latin typeface="Times New Roman" panose="02020603050405020304" pitchFamily="18" charset="0"/>
              </a:rPr>
              <a:t>10-2</a:t>
            </a:r>
            <a:r>
              <a:rPr lang="en-US" altLang="zh-CN" sz="4400" b="1" dirty="0">
                <a:solidFill>
                  <a:schemeClr val="bg1"/>
                </a:solidFill>
                <a:latin typeface="楷体_GB2312" pitchFamily="49" charset="-122"/>
              </a:rPr>
              <a:t>  </a:t>
            </a:r>
            <a:r>
              <a:rPr lang="zh-CN" altLang="en-US" sz="4400" b="1" dirty="0">
                <a:solidFill>
                  <a:schemeClr val="bg1"/>
                </a:solidFill>
                <a:latin typeface="楷体_GB2312" pitchFamily="49" charset="-122"/>
              </a:rPr>
              <a:t>含有耦合电感电路的计算</a:t>
            </a:r>
          </a:p>
        </p:txBody>
      </p:sp>
      <p:sp>
        <p:nvSpPr>
          <p:cNvPr id="29701" name="Text Box 5"/>
          <p:cNvSpPr txBox="1"/>
          <p:nvPr/>
        </p:nvSpPr>
        <p:spPr>
          <a:xfrm>
            <a:off x="611188" y="1268413"/>
            <a:ext cx="3816350" cy="579437"/>
          </a:xfrm>
          <a:prstGeom prst="rect">
            <a:avLst/>
          </a:prstGeom>
          <a:noFill/>
          <a:ln w="9525">
            <a:noFill/>
          </a:ln>
        </p:spPr>
        <p:txBody>
          <a:bodyPr>
            <a:spAutoFit/>
          </a:bodyPr>
          <a:lstStyle/>
          <a:p>
            <a:pPr eaLnBrk="1" hangingPunct="1"/>
            <a:r>
              <a:rPr lang="en-US" altLang="zh-CN" sz="3200" b="1" dirty="0">
                <a:solidFill>
                  <a:schemeClr val="bg1"/>
                </a:solidFill>
                <a:latin typeface="楷体_GB2312" pitchFamily="49" charset="-122"/>
              </a:rPr>
              <a:t>1. </a:t>
            </a:r>
            <a:r>
              <a:rPr lang="zh-CN" altLang="en-US" sz="3200" b="1" dirty="0">
                <a:solidFill>
                  <a:schemeClr val="bg1"/>
                </a:solidFill>
                <a:latin typeface="楷体_GB2312" pitchFamily="49" charset="-122"/>
              </a:rPr>
              <a:t>耦合电感的串联</a:t>
            </a:r>
          </a:p>
        </p:txBody>
      </p:sp>
      <p:sp>
        <p:nvSpPr>
          <p:cNvPr id="29702" name="Text Box 6"/>
          <p:cNvSpPr txBox="1"/>
          <p:nvPr/>
        </p:nvSpPr>
        <p:spPr>
          <a:xfrm>
            <a:off x="611188" y="1989138"/>
            <a:ext cx="2159000" cy="519112"/>
          </a:xfrm>
          <a:prstGeom prst="rect">
            <a:avLst/>
          </a:prstGeom>
          <a:noFill/>
          <a:ln w="9525">
            <a:noFill/>
          </a:ln>
        </p:spPr>
        <p:txBody>
          <a:bodyPr>
            <a:spAutoFit/>
          </a:bodyPr>
          <a:lstStyle/>
          <a:p>
            <a:pPr marL="342900" indent="-342900" eaLnBrk="1" hangingPunct="1">
              <a:buAutoNum type="circleNumDbPlain"/>
            </a:pPr>
            <a:r>
              <a:rPr lang="zh-CN" altLang="en-US" b="1" dirty="0">
                <a:solidFill>
                  <a:srgbClr val="FF9900"/>
                </a:solidFill>
                <a:latin typeface="楷体_GB2312" pitchFamily="49" charset="-122"/>
              </a:rPr>
              <a:t>顺接串联</a:t>
            </a:r>
          </a:p>
        </p:txBody>
      </p:sp>
      <p:graphicFrame>
        <p:nvGraphicFramePr>
          <p:cNvPr id="29703" name="Object 7"/>
          <p:cNvGraphicFramePr>
            <a:graphicFrameLocks noChangeAspect="1"/>
          </p:cNvGraphicFramePr>
          <p:nvPr/>
        </p:nvGraphicFramePr>
        <p:xfrm>
          <a:off x="539750" y="3213100"/>
          <a:ext cx="6600825" cy="817563"/>
        </p:xfrm>
        <a:graphic>
          <a:graphicData uri="http://schemas.openxmlformats.org/presentationml/2006/ole">
            <mc:AlternateContent xmlns:mc="http://schemas.openxmlformats.org/markup-compatibility/2006">
              <mc:Choice xmlns:v="urn:schemas-microsoft-com:vml" Requires="v">
                <p:oleObj r:id="rId2" imgW="2899410" imgH="356870" progId="Equation.3">
                  <p:embed/>
                </p:oleObj>
              </mc:Choice>
              <mc:Fallback>
                <p:oleObj r:id="rId2" imgW="2899410" imgH="356870" progId="Equation.3">
                  <p:embed/>
                  <p:pic>
                    <p:nvPicPr>
                      <p:cNvPr id="0" name="图片 3097"/>
                      <p:cNvPicPr/>
                      <p:nvPr/>
                    </p:nvPicPr>
                    <p:blipFill>
                      <a:blip r:embed="rId3">
                        <a:clrChange>
                          <a:clrFrom>
                            <a:srgbClr val="000000"/>
                          </a:clrFrom>
                          <a:clrTo>
                            <a:srgbClr val="FFFFFF"/>
                          </a:clrTo>
                        </a:clrChange>
                      </a:blip>
                      <a:stretch>
                        <a:fillRect/>
                      </a:stretch>
                    </p:blipFill>
                    <p:spPr>
                      <a:xfrm>
                        <a:off x="539750" y="3213100"/>
                        <a:ext cx="6600825" cy="817563"/>
                      </a:xfrm>
                      <a:prstGeom prst="rect">
                        <a:avLst/>
                      </a:prstGeom>
                      <a:noFill/>
                      <a:ln w="38100">
                        <a:noFill/>
                        <a:miter/>
                      </a:ln>
                    </p:spPr>
                  </p:pic>
                </p:oleObj>
              </mc:Fallback>
            </mc:AlternateContent>
          </a:graphicData>
        </a:graphic>
      </p:graphicFrame>
      <p:graphicFrame>
        <p:nvGraphicFramePr>
          <p:cNvPr id="29704" name="Object 8"/>
          <p:cNvGraphicFramePr>
            <a:graphicFrameLocks noChangeAspect="1"/>
          </p:cNvGraphicFramePr>
          <p:nvPr/>
        </p:nvGraphicFramePr>
        <p:xfrm>
          <a:off x="539750" y="5734050"/>
          <a:ext cx="5357813" cy="552450"/>
        </p:xfrm>
        <a:graphic>
          <a:graphicData uri="http://schemas.openxmlformats.org/presentationml/2006/ole">
            <mc:AlternateContent xmlns:mc="http://schemas.openxmlformats.org/markup-compatibility/2006">
              <mc:Choice xmlns:v="urn:schemas-microsoft-com:vml" Requires="v">
                <p:oleObj r:id="rId4" imgW="2267585" imgH="238125" progId="Equation.3">
                  <p:embed/>
                </p:oleObj>
              </mc:Choice>
              <mc:Fallback>
                <p:oleObj r:id="rId4" imgW="2267585" imgH="238125" progId="Equation.3">
                  <p:embed/>
                  <p:pic>
                    <p:nvPicPr>
                      <p:cNvPr id="0" name="图片 3098"/>
                      <p:cNvPicPr/>
                      <p:nvPr/>
                    </p:nvPicPr>
                    <p:blipFill>
                      <a:blip r:embed="rId5">
                        <a:clrChange>
                          <a:clrFrom>
                            <a:srgbClr val="000000"/>
                          </a:clrFrom>
                          <a:clrTo>
                            <a:srgbClr val="000000"/>
                          </a:clrTo>
                        </a:clrChange>
                      </a:blip>
                      <a:stretch>
                        <a:fillRect/>
                      </a:stretch>
                    </p:blipFill>
                    <p:spPr>
                      <a:xfrm>
                        <a:off x="539750" y="5734050"/>
                        <a:ext cx="5357813" cy="552450"/>
                      </a:xfrm>
                      <a:prstGeom prst="rect">
                        <a:avLst/>
                      </a:prstGeom>
                      <a:gradFill rotWithShape="1">
                        <a:gsLst>
                          <a:gs pos="0">
                            <a:srgbClr val="3399FF"/>
                          </a:gs>
                          <a:gs pos="100000">
                            <a:schemeClr val="bg1"/>
                          </a:gs>
                        </a:gsLst>
                        <a:lin ang="5400000" scaled="1"/>
                        <a:tileRect/>
                      </a:gradFill>
                      <a:ln w="38100">
                        <a:noFill/>
                        <a:miter/>
                      </a:ln>
                    </p:spPr>
                  </p:pic>
                </p:oleObj>
              </mc:Fallback>
            </mc:AlternateContent>
          </a:graphicData>
        </a:graphic>
      </p:graphicFrame>
      <p:sp>
        <p:nvSpPr>
          <p:cNvPr id="29747" name="AutoShape 51"/>
          <p:cNvSpPr/>
          <p:nvPr/>
        </p:nvSpPr>
        <p:spPr>
          <a:xfrm rot="5400000">
            <a:off x="7451725" y="3357563"/>
            <a:ext cx="647700" cy="215900"/>
          </a:xfrm>
          <a:prstGeom prst="rightArrow">
            <a:avLst>
              <a:gd name="adj1" fmla="val 50000"/>
              <a:gd name="adj2" fmla="val 75000"/>
            </a:avLst>
          </a:prstGeom>
          <a:solidFill>
            <a:srgbClr val="3399FF"/>
          </a:solidFill>
          <a:ln w="19050" cap="flat" cmpd="sng">
            <a:solidFill>
              <a:srgbClr val="3399FF"/>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9775" name="AutoShape 79"/>
          <p:cNvSpPr/>
          <p:nvPr/>
        </p:nvSpPr>
        <p:spPr>
          <a:xfrm>
            <a:off x="3995738" y="4868863"/>
            <a:ext cx="2303462" cy="504825"/>
          </a:xfrm>
          <a:prstGeom prst="wedgeRoundRectCallout">
            <a:avLst>
              <a:gd name="adj1" fmla="val 84736"/>
              <a:gd name="adj2" fmla="val -44968"/>
              <a:gd name="adj3" fmla="val 16667"/>
            </a:avLst>
          </a:prstGeom>
          <a:blipFill rotWithShape="1">
            <a:blip r:embed="rId6"/>
          </a:blipFill>
          <a:ln w="9525">
            <a:noFill/>
          </a:ln>
        </p:spPr>
        <p:txBody>
          <a:bodyPr/>
          <a:lstStyle/>
          <a:p>
            <a:pPr algn="ctr" eaLnBrk="1" hangingPunct="1"/>
            <a:r>
              <a:rPr lang="zh-CN" altLang="en-US" sz="2400" b="1" dirty="0">
                <a:solidFill>
                  <a:schemeClr val="tx1"/>
                </a:solidFill>
                <a:latin typeface="Arial" panose="020B0604020202020204" pitchFamily="34" charset="0"/>
              </a:rPr>
              <a:t>去耦等效电路</a:t>
            </a:r>
          </a:p>
        </p:txBody>
      </p:sp>
      <p:grpSp>
        <p:nvGrpSpPr>
          <p:cNvPr id="31753" name="Group 84"/>
          <p:cNvGrpSpPr/>
          <p:nvPr/>
        </p:nvGrpSpPr>
        <p:grpSpPr>
          <a:xfrm>
            <a:off x="8316913" y="6446838"/>
            <a:ext cx="792162" cy="366712"/>
            <a:chOff x="5193" y="4020"/>
            <a:chExt cx="499" cy="231"/>
          </a:xfrm>
        </p:grpSpPr>
        <p:pic>
          <p:nvPicPr>
            <p:cNvPr id="31822" name="Picture 85"/>
            <p:cNvPicPr>
              <a:picLocks noChangeAspect="1"/>
            </p:cNvPicPr>
            <p:nvPr/>
          </p:nvPicPr>
          <p:blipFill>
            <a:blip r:embed="rId7"/>
            <a:stretch>
              <a:fillRect/>
            </a:stretch>
          </p:blipFill>
          <p:spPr>
            <a:xfrm>
              <a:off x="5193" y="4066"/>
              <a:ext cx="499" cy="181"/>
            </a:xfrm>
            <a:prstGeom prst="rect">
              <a:avLst/>
            </a:prstGeom>
            <a:noFill/>
            <a:ln w="9525">
              <a:noFill/>
            </a:ln>
          </p:spPr>
        </p:pic>
        <p:sp>
          <p:nvSpPr>
            <p:cNvPr id="31823" name="Text Box 8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1754" name="Group 87"/>
          <p:cNvGrpSpPr/>
          <p:nvPr/>
        </p:nvGrpSpPr>
        <p:grpSpPr>
          <a:xfrm>
            <a:off x="7453313" y="6446838"/>
            <a:ext cx="792162" cy="366712"/>
            <a:chOff x="4649" y="4020"/>
            <a:chExt cx="499" cy="231"/>
          </a:xfrm>
        </p:grpSpPr>
        <p:pic>
          <p:nvPicPr>
            <p:cNvPr id="31820" name="Picture 88"/>
            <p:cNvPicPr>
              <a:picLocks noChangeAspect="1"/>
            </p:cNvPicPr>
            <p:nvPr/>
          </p:nvPicPr>
          <p:blipFill>
            <a:blip r:embed="rId7"/>
            <a:stretch>
              <a:fillRect/>
            </a:stretch>
          </p:blipFill>
          <p:spPr>
            <a:xfrm>
              <a:off x="4649" y="4066"/>
              <a:ext cx="499" cy="181"/>
            </a:xfrm>
            <a:prstGeom prst="rect">
              <a:avLst/>
            </a:prstGeom>
            <a:noFill/>
            <a:ln w="9525">
              <a:noFill/>
            </a:ln>
          </p:spPr>
        </p:pic>
        <p:sp>
          <p:nvSpPr>
            <p:cNvPr id="31821" name="Text Box 8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aphicFrame>
        <p:nvGraphicFramePr>
          <p:cNvPr id="29846" name="Object 150"/>
          <p:cNvGraphicFramePr>
            <a:graphicFrameLocks noChangeAspect="1"/>
          </p:cNvGraphicFramePr>
          <p:nvPr/>
        </p:nvGraphicFramePr>
        <p:xfrm>
          <a:off x="755650" y="4797425"/>
          <a:ext cx="1917700" cy="817563"/>
        </p:xfrm>
        <a:graphic>
          <a:graphicData uri="http://schemas.openxmlformats.org/presentationml/2006/ole">
            <mc:AlternateContent xmlns:mc="http://schemas.openxmlformats.org/markup-compatibility/2006">
              <mc:Choice xmlns:v="urn:schemas-microsoft-com:vml" Requires="v">
                <p:oleObj r:id="rId8" imgW="840105" imgH="356870" progId="Equation.3">
                  <p:embed/>
                </p:oleObj>
              </mc:Choice>
              <mc:Fallback>
                <p:oleObj r:id="rId8" imgW="840105" imgH="356870" progId="Equation.3">
                  <p:embed/>
                  <p:pic>
                    <p:nvPicPr>
                      <p:cNvPr id="0" name="图片 3099"/>
                      <p:cNvPicPr/>
                      <p:nvPr/>
                    </p:nvPicPr>
                    <p:blipFill>
                      <a:blip r:embed="rId9">
                        <a:clrChange>
                          <a:clrFrom>
                            <a:srgbClr val="000000"/>
                          </a:clrFrom>
                          <a:clrTo>
                            <a:srgbClr val="FFFFFF"/>
                          </a:clrTo>
                        </a:clrChange>
                      </a:blip>
                      <a:stretch>
                        <a:fillRect/>
                      </a:stretch>
                    </p:blipFill>
                    <p:spPr>
                      <a:xfrm>
                        <a:off x="755650" y="4797425"/>
                        <a:ext cx="1917700" cy="817563"/>
                      </a:xfrm>
                      <a:prstGeom prst="rect">
                        <a:avLst/>
                      </a:prstGeom>
                      <a:noFill/>
                      <a:ln w="38100">
                        <a:noFill/>
                        <a:miter/>
                      </a:ln>
                    </p:spPr>
                  </p:pic>
                </p:oleObj>
              </mc:Fallback>
            </mc:AlternateContent>
          </a:graphicData>
        </a:graphic>
      </p:graphicFrame>
      <p:graphicFrame>
        <p:nvGraphicFramePr>
          <p:cNvPr id="29847" name="Object 151"/>
          <p:cNvGraphicFramePr>
            <a:graphicFrameLocks noChangeAspect="1"/>
          </p:cNvGraphicFramePr>
          <p:nvPr/>
        </p:nvGraphicFramePr>
        <p:xfrm>
          <a:off x="684213" y="4005263"/>
          <a:ext cx="5078412" cy="817562"/>
        </p:xfrm>
        <a:graphic>
          <a:graphicData uri="http://schemas.openxmlformats.org/presentationml/2006/ole">
            <mc:AlternateContent xmlns:mc="http://schemas.openxmlformats.org/markup-compatibility/2006">
              <mc:Choice xmlns:v="urn:schemas-microsoft-com:vml" Requires="v">
                <p:oleObj r:id="rId10" imgW="2230120" imgH="356870" progId="Equation.3">
                  <p:embed/>
                </p:oleObj>
              </mc:Choice>
              <mc:Fallback>
                <p:oleObj r:id="rId10" imgW="2230120" imgH="356870" progId="Equation.3">
                  <p:embed/>
                  <p:pic>
                    <p:nvPicPr>
                      <p:cNvPr id="0" name="图片 3100"/>
                      <p:cNvPicPr/>
                      <p:nvPr/>
                    </p:nvPicPr>
                    <p:blipFill>
                      <a:blip r:embed="rId11">
                        <a:clrChange>
                          <a:clrFrom>
                            <a:srgbClr val="000000"/>
                          </a:clrFrom>
                          <a:clrTo>
                            <a:srgbClr val="FFFFFF"/>
                          </a:clrTo>
                        </a:clrChange>
                      </a:blip>
                      <a:stretch>
                        <a:fillRect/>
                      </a:stretch>
                    </p:blipFill>
                    <p:spPr>
                      <a:xfrm>
                        <a:off x="684213" y="4005263"/>
                        <a:ext cx="5078412" cy="817562"/>
                      </a:xfrm>
                      <a:prstGeom prst="rect">
                        <a:avLst/>
                      </a:prstGeom>
                      <a:noFill/>
                      <a:ln w="38100">
                        <a:noFill/>
                        <a:miter/>
                      </a:ln>
                    </p:spPr>
                  </p:pic>
                </p:oleObj>
              </mc:Fallback>
            </mc:AlternateContent>
          </a:graphicData>
        </a:graphic>
      </p:graphicFrame>
      <p:grpSp>
        <p:nvGrpSpPr>
          <p:cNvPr id="31757" name="Group 155"/>
          <p:cNvGrpSpPr/>
          <p:nvPr/>
        </p:nvGrpSpPr>
        <p:grpSpPr>
          <a:xfrm>
            <a:off x="6588125" y="6446838"/>
            <a:ext cx="792163" cy="366712"/>
            <a:chOff x="4649" y="4020"/>
            <a:chExt cx="499" cy="231"/>
          </a:xfrm>
        </p:grpSpPr>
        <p:pic>
          <p:nvPicPr>
            <p:cNvPr id="31818" name="Picture 156"/>
            <p:cNvPicPr>
              <a:picLocks noChangeAspect="1"/>
            </p:cNvPicPr>
            <p:nvPr/>
          </p:nvPicPr>
          <p:blipFill>
            <a:blip r:embed="rId7"/>
            <a:stretch>
              <a:fillRect/>
            </a:stretch>
          </p:blipFill>
          <p:spPr>
            <a:xfrm>
              <a:off x="4649" y="4066"/>
              <a:ext cx="499" cy="181"/>
            </a:xfrm>
            <a:prstGeom prst="rect">
              <a:avLst/>
            </a:prstGeom>
            <a:noFill/>
            <a:ln w="9525">
              <a:noFill/>
            </a:ln>
          </p:spPr>
        </p:pic>
        <p:sp>
          <p:nvSpPr>
            <p:cNvPr id="31819" name="Text Box 15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9864" name="Group 168"/>
          <p:cNvGrpSpPr/>
          <p:nvPr/>
        </p:nvGrpSpPr>
        <p:grpSpPr>
          <a:xfrm>
            <a:off x="4140200" y="1412875"/>
            <a:ext cx="4752975" cy="1814513"/>
            <a:chOff x="2608" y="890"/>
            <a:chExt cx="2994" cy="1143"/>
          </a:xfrm>
        </p:grpSpPr>
        <p:sp>
          <p:nvSpPr>
            <p:cNvPr id="31779" name="Line 119"/>
            <p:cNvSpPr/>
            <p:nvPr/>
          </p:nvSpPr>
          <p:spPr>
            <a:xfrm>
              <a:off x="2807" y="1344"/>
              <a:ext cx="0" cy="362"/>
            </a:xfrm>
            <a:prstGeom prst="line">
              <a:avLst/>
            </a:prstGeom>
            <a:ln w="28575" cap="flat" cmpd="sng">
              <a:solidFill>
                <a:srgbClr val="FFCC00"/>
              </a:solidFill>
              <a:prstDash val="solid"/>
              <a:headEnd type="none" w="med" len="med"/>
              <a:tailEnd type="none" w="med" len="med"/>
            </a:ln>
          </p:spPr>
        </p:sp>
        <p:sp>
          <p:nvSpPr>
            <p:cNvPr id="31780" name="Text Box 94"/>
            <p:cNvSpPr txBox="1"/>
            <p:nvPr/>
          </p:nvSpPr>
          <p:spPr>
            <a:xfrm>
              <a:off x="2608" y="1344"/>
              <a:ext cx="17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81" name="Text Box 95"/>
            <p:cNvSpPr txBox="1"/>
            <p:nvPr/>
          </p:nvSpPr>
          <p:spPr>
            <a:xfrm>
              <a:off x="4015" y="890"/>
              <a:ext cx="288"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82" name="Line 96"/>
            <p:cNvSpPr/>
            <p:nvPr/>
          </p:nvSpPr>
          <p:spPr>
            <a:xfrm>
              <a:off x="4740" y="1344"/>
              <a:ext cx="681" cy="0"/>
            </a:xfrm>
            <a:prstGeom prst="line">
              <a:avLst/>
            </a:prstGeom>
            <a:ln w="28575" cap="flat" cmpd="sng">
              <a:solidFill>
                <a:srgbClr val="FFCC00"/>
              </a:solidFill>
              <a:prstDash val="solid"/>
              <a:headEnd type="none" w="med" len="med"/>
              <a:tailEnd type="none" w="med" len="med"/>
            </a:ln>
          </p:spPr>
        </p:sp>
        <p:sp>
          <p:nvSpPr>
            <p:cNvPr id="31783" name="Line 97"/>
            <p:cNvSpPr/>
            <p:nvPr/>
          </p:nvSpPr>
          <p:spPr>
            <a:xfrm>
              <a:off x="2813" y="1344"/>
              <a:ext cx="839" cy="0"/>
            </a:xfrm>
            <a:prstGeom prst="line">
              <a:avLst/>
            </a:prstGeom>
            <a:ln w="28575" cap="flat" cmpd="sng">
              <a:solidFill>
                <a:srgbClr val="FFCC00"/>
              </a:solidFill>
              <a:prstDash val="solid"/>
              <a:headEnd type="none" w="med" len="med"/>
              <a:tailEnd type="none" w="med" len="med"/>
            </a:ln>
          </p:spPr>
        </p:sp>
        <p:sp>
          <p:nvSpPr>
            <p:cNvPr id="31784" name="Line 98"/>
            <p:cNvSpPr/>
            <p:nvPr/>
          </p:nvSpPr>
          <p:spPr>
            <a:xfrm flipH="1" flipV="1">
              <a:off x="2807" y="1344"/>
              <a:ext cx="0" cy="317"/>
            </a:xfrm>
            <a:prstGeom prst="line">
              <a:avLst/>
            </a:prstGeom>
            <a:ln w="28575" cap="flat" cmpd="sng">
              <a:solidFill>
                <a:srgbClr val="00FFFF"/>
              </a:solidFill>
              <a:prstDash val="solid"/>
              <a:headEnd type="none" w="med" len="med"/>
              <a:tailEnd type="triangle" w="med" len="med"/>
            </a:ln>
          </p:spPr>
        </p:sp>
        <p:sp>
          <p:nvSpPr>
            <p:cNvPr id="31785" name="Text Box 99"/>
            <p:cNvSpPr txBox="1"/>
            <p:nvPr/>
          </p:nvSpPr>
          <p:spPr>
            <a:xfrm>
              <a:off x="3516" y="129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1786" name="Text Box 100"/>
            <p:cNvSpPr txBox="1"/>
            <p:nvPr/>
          </p:nvSpPr>
          <p:spPr>
            <a:xfrm>
              <a:off x="4196" y="1298"/>
              <a:ext cx="21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1787" name="Text Box 101"/>
            <p:cNvSpPr txBox="1"/>
            <p:nvPr/>
          </p:nvSpPr>
          <p:spPr>
            <a:xfrm>
              <a:off x="4786" y="1357"/>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88" name="Oval 102"/>
            <p:cNvSpPr/>
            <p:nvPr/>
          </p:nvSpPr>
          <p:spPr>
            <a:xfrm>
              <a:off x="2772" y="171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1789" name="Oval 103"/>
            <p:cNvSpPr/>
            <p:nvPr/>
          </p:nvSpPr>
          <p:spPr>
            <a:xfrm>
              <a:off x="5393" y="170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1790" name="Arc 104"/>
            <p:cNvSpPr/>
            <p:nvPr/>
          </p:nvSpPr>
          <p:spPr>
            <a:xfrm rot="467013">
              <a:off x="4287" y="1072"/>
              <a:ext cx="324" cy="281"/>
            </a:xfrm>
            <a:custGeom>
              <a:avLst/>
              <a:gdLst/>
              <a:ahLst/>
              <a:cxnLst>
                <a:cxn ang="0">
                  <a:pos x="0" y="0"/>
                </a:cxn>
                <a:cxn ang="0">
                  <a:pos x="324" y="156"/>
                </a:cxn>
                <a:cxn ang="0">
                  <a:pos x="0" y="281"/>
                </a:cxn>
              </a:cxnLst>
              <a:rect l="0" t="0" r="0" b="0"/>
              <a:pathLst>
                <a:path w="19335" h="21600" fill="none">
                  <a:moveTo>
                    <a:pt x="0" y="0"/>
                  </a:moveTo>
                  <a:cubicBezTo>
                    <a:pt x="8193" y="0"/>
                    <a:pt x="15682" y="4636"/>
                    <a:pt x="19335" y="11970"/>
                  </a:cubicBezTo>
                </a:path>
                <a:path w="19335" h="21600" stroke="0">
                  <a:moveTo>
                    <a:pt x="0" y="0"/>
                  </a:moveTo>
                  <a:cubicBezTo>
                    <a:pt x="8193" y="0"/>
                    <a:pt x="15682" y="4636"/>
                    <a:pt x="19335" y="1197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1791" name="Arc 105"/>
            <p:cNvSpPr/>
            <p:nvPr/>
          </p:nvSpPr>
          <p:spPr>
            <a:xfrm rot="220785" flipH="1">
              <a:off x="3758" y="1063"/>
              <a:ext cx="347" cy="281"/>
            </a:xfrm>
            <a:custGeom>
              <a:avLst/>
              <a:gdLst/>
              <a:ahLst/>
              <a:cxnLst>
                <a:cxn ang="0">
                  <a:pos x="77" y="0"/>
                </a:cxn>
                <a:cxn ang="0">
                  <a:pos x="347" y="202"/>
                </a:cxn>
                <a:cxn ang="0">
                  <a:pos x="0" y="281"/>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1792" name="Text Box 106"/>
            <p:cNvSpPr txBox="1"/>
            <p:nvPr/>
          </p:nvSpPr>
          <p:spPr>
            <a:xfrm>
              <a:off x="2971" y="1389"/>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1793" name="Text Box 107"/>
            <p:cNvSpPr txBox="1"/>
            <p:nvPr/>
          </p:nvSpPr>
          <p:spPr>
            <a:xfrm>
              <a:off x="5194" y="1389"/>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1794" name="Text Box 108"/>
            <p:cNvSpPr txBox="1"/>
            <p:nvPr/>
          </p:nvSpPr>
          <p:spPr>
            <a:xfrm>
              <a:off x="2998" y="953"/>
              <a:ext cx="54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95" name="Text Box 109"/>
            <p:cNvSpPr txBox="1"/>
            <p:nvPr/>
          </p:nvSpPr>
          <p:spPr>
            <a:xfrm>
              <a:off x="4967" y="953"/>
              <a:ext cx="63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96" name="Text Box 110"/>
            <p:cNvSpPr txBox="1"/>
            <p:nvPr/>
          </p:nvSpPr>
          <p:spPr>
            <a:xfrm>
              <a:off x="3424" y="935"/>
              <a:ext cx="408"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97" name="Text Box 111"/>
            <p:cNvSpPr txBox="1"/>
            <p:nvPr/>
          </p:nvSpPr>
          <p:spPr>
            <a:xfrm>
              <a:off x="4650" y="935"/>
              <a:ext cx="54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98" name="Text Box 112"/>
            <p:cNvSpPr txBox="1"/>
            <p:nvPr/>
          </p:nvSpPr>
          <p:spPr>
            <a:xfrm>
              <a:off x="3244" y="1389"/>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99" name="Text Box 113"/>
            <p:cNvSpPr txBox="1"/>
            <p:nvPr/>
          </p:nvSpPr>
          <p:spPr>
            <a:xfrm>
              <a:off x="4105" y="1389"/>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1800" name="Text Box 114"/>
            <p:cNvSpPr txBox="1"/>
            <p:nvPr/>
          </p:nvSpPr>
          <p:spPr>
            <a:xfrm>
              <a:off x="3924" y="1389"/>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1801" name="Text Box 115"/>
            <p:cNvSpPr txBox="1"/>
            <p:nvPr/>
          </p:nvSpPr>
          <p:spPr>
            <a:xfrm>
              <a:off x="3969" y="1661"/>
              <a:ext cx="22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802" name="Text Box 116"/>
            <p:cNvSpPr txBox="1"/>
            <p:nvPr/>
          </p:nvSpPr>
          <p:spPr>
            <a:xfrm>
              <a:off x="2835" y="1661"/>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1803" name="Text Box 117"/>
            <p:cNvSpPr txBox="1"/>
            <p:nvPr/>
          </p:nvSpPr>
          <p:spPr>
            <a:xfrm>
              <a:off x="5149" y="1706"/>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1804" name="Line 118"/>
            <p:cNvSpPr/>
            <p:nvPr/>
          </p:nvSpPr>
          <p:spPr>
            <a:xfrm>
              <a:off x="4060" y="1344"/>
              <a:ext cx="272" cy="0"/>
            </a:xfrm>
            <a:prstGeom prst="line">
              <a:avLst/>
            </a:prstGeom>
            <a:ln w="28575" cap="flat" cmpd="sng">
              <a:solidFill>
                <a:srgbClr val="FFCC00"/>
              </a:solidFill>
              <a:prstDash val="solid"/>
              <a:headEnd type="none" w="med" len="med"/>
              <a:tailEnd type="none" w="med" len="med"/>
            </a:ln>
          </p:spPr>
        </p:sp>
        <p:sp>
          <p:nvSpPr>
            <p:cNvPr id="31805" name="Line 120"/>
            <p:cNvSpPr/>
            <p:nvPr/>
          </p:nvSpPr>
          <p:spPr>
            <a:xfrm>
              <a:off x="5421" y="1344"/>
              <a:ext cx="0" cy="363"/>
            </a:xfrm>
            <a:prstGeom prst="line">
              <a:avLst/>
            </a:prstGeom>
            <a:ln w="28575" cap="flat" cmpd="sng">
              <a:solidFill>
                <a:srgbClr val="FFCC00"/>
              </a:solidFill>
              <a:prstDash val="solid"/>
              <a:headEnd type="none" w="med" len="med"/>
              <a:tailEnd type="none" w="med" len="med"/>
            </a:ln>
          </p:spPr>
        </p:sp>
        <p:sp>
          <p:nvSpPr>
            <p:cNvPr id="31806" name="Rectangle 121"/>
            <p:cNvSpPr/>
            <p:nvPr/>
          </p:nvSpPr>
          <p:spPr>
            <a:xfrm>
              <a:off x="4922" y="127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31807" name="Rectangle 122"/>
            <p:cNvSpPr/>
            <p:nvPr/>
          </p:nvSpPr>
          <p:spPr>
            <a:xfrm>
              <a:off x="3017" y="127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31808" name="Group 158"/>
            <p:cNvGrpSpPr/>
            <p:nvPr/>
          </p:nvGrpSpPr>
          <p:grpSpPr>
            <a:xfrm rot="5400000">
              <a:off x="3809" y="1094"/>
              <a:ext cx="91" cy="408"/>
              <a:chOff x="1565" y="2614"/>
              <a:chExt cx="90" cy="486"/>
            </a:xfrm>
          </p:grpSpPr>
          <p:sp>
            <p:nvSpPr>
              <p:cNvPr id="31814" name="Arc 15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815" name="Arc 16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816" name="Arc 16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817" name="Arc 16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1809" name="Group 163"/>
            <p:cNvGrpSpPr/>
            <p:nvPr/>
          </p:nvGrpSpPr>
          <p:grpSpPr>
            <a:xfrm rot="5400000">
              <a:off x="4490" y="1094"/>
              <a:ext cx="91" cy="408"/>
              <a:chOff x="1565" y="2614"/>
              <a:chExt cx="90" cy="486"/>
            </a:xfrm>
          </p:grpSpPr>
          <p:sp>
            <p:nvSpPr>
              <p:cNvPr id="31810" name="Arc 16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811" name="Arc 16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812" name="Arc 16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813" name="Arc 16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29870" name="Group 174"/>
          <p:cNvGrpSpPr/>
          <p:nvPr/>
        </p:nvGrpSpPr>
        <p:grpSpPr>
          <a:xfrm>
            <a:off x="6948488" y="4005263"/>
            <a:ext cx="1511300" cy="2047875"/>
            <a:chOff x="4377" y="2523"/>
            <a:chExt cx="952" cy="1290"/>
          </a:xfrm>
        </p:grpSpPr>
        <p:sp>
          <p:nvSpPr>
            <p:cNvPr id="31760" name="Line 132"/>
            <p:cNvSpPr/>
            <p:nvPr/>
          </p:nvSpPr>
          <p:spPr>
            <a:xfrm>
              <a:off x="4534" y="2559"/>
              <a:ext cx="713" cy="0"/>
            </a:xfrm>
            <a:prstGeom prst="line">
              <a:avLst/>
            </a:prstGeom>
            <a:ln w="28575" cap="flat" cmpd="sng">
              <a:solidFill>
                <a:srgbClr val="FFCC00"/>
              </a:solidFill>
              <a:prstDash val="solid"/>
              <a:headEnd type="none" w="med" len="med"/>
              <a:tailEnd type="none" w="med" len="med"/>
            </a:ln>
          </p:spPr>
        </p:sp>
        <p:sp>
          <p:nvSpPr>
            <p:cNvPr id="31761" name="Line 133"/>
            <p:cNvSpPr/>
            <p:nvPr/>
          </p:nvSpPr>
          <p:spPr>
            <a:xfrm>
              <a:off x="4649" y="2559"/>
              <a:ext cx="288" cy="0"/>
            </a:xfrm>
            <a:prstGeom prst="line">
              <a:avLst/>
            </a:prstGeom>
            <a:ln w="28575" cap="flat" cmpd="sng">
              <a:solidFill>
                <a:srgbClr val="00FFFF"/>
              </a:solidFill>
              <a:prstDash val="solid"/>
              <a:headEnd type="none" w="med" len="med"/>
              <a:tailEnd type="triangle" w="med" len="med"/>
            </a:ln>
          </p:spPr>
        </p:sp>
        <p:sp>
          <p:nvSpPr>
            <p:cNvPr id="31762" name="Text Box 134"/>
            <p:cNvSpPr txBox="1"/>
            <p:nvPr/>
          </p:nvSpPr>
          <p:spPr>
            <a:xfrm>
              <a:off x="4694" y="2523"/>
              <a:ext cx="17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63" name="Oval 135"/>
            <p:cNvSpPr/>
            <p:nvPr/>
          </p:nvSpPr>
          <p:spPr>
            <a:xfrm>
              <a:off x="4460" y="252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1764" name="Oval 136"/>
            <p:cNvSpPr/>
            <p:nvPr/>
          </p:nvSpPr>
          <p:spPr>
            <a:xfrm>
              <a:off x="4448" y="3745"/>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1765" name="Text Box 137"/>
            <p:cNvSpPr txBox="1"/>
            <p:nvPr/>
          </p:nvSpPr>
          <p:spPr>
            <a:xfrm>
              <a:off x="4966" y="2702"/>
              <a:ext cx="31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66" name="Text Box 138"/>
            <p:cNvSpPr txBox="1"/>
            <p:nvPr/>
          </p:nvSpPr>
          <p:spPr>
            <a:xfrm>
              <a:off x="5012" y="3246"/>
              <a:ext cx="31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L</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67" name="Text Box 139"/>
            <p:cNvSpPr txBox="1"/>
            <p:nvPr/>
          </p:nvSpPr>
          <p:spPr>
            <a:xfrm>
              <a:off x="4377" y="3040"/>
              <a:ext cx="22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1768" name="Text Box 140"/>
            <p:cNvSpPr txBox="1"/>
            <p:nvPr/>
          </p:nvSpPr>
          <p:spPr>
            <a:xfrm>
              <a:off x="4377" y="2568"/>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1769" name="Text Box 141"/>
            <p:cNvSpPr txBox="1"/>
            <p:nvPr/>
          </p:nvSpPr>
          <p:spPr>
            <a:xfrm>
              <a:off x="4377" y="3428"/>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1770" name="Line 142"/>
            <p:cNvSpPr/>
            <p:nvPr/>
          </p:nvSpPr>
          <p:spPr>
            <a:xfrm flipH="1">
              <a:off x="5239" y="2553"/>
              <a:ext cx="8" cy="693"/>
            </a:xfrm>
            <a:prstGeom prst="line">
              <a:avLst/>
            </a:prstGeom>
            <a:ln w="28575" cap="flat" cmpd="sng">
              <a:solidFill>
                <a:srgbClr val="FFCC00"/>
              </a:solidFill>
              <a:prstDash val="solid"/>
              <a:headEnd type="none" w="med" len="med"/>
              <a:tailEnd type="none" w="med" len="med"/>
            </a:ln>
          </p:spPr>
        </p:sp>
        <p:sp>
          <p:nvSpPr>
            <p:cNvPr id="31771" name="Line 143"/>
            <p:cNvSpPr/>
            <p:nvPr/>
          </p:nvSpPr>
          <p:spPr>
            <a:xfrm>
              <a:off x="5239" y="3609"/>
              <a:ext cx="0" cy="181"/>
            </a:xfrm>
            <a:prstGeom prst="line">
              <a:avLst/>
            </a:prstGeom>
            <a:ln w="28575" cap="flat" cmpd="sng">
              <a:solidFill>
                <a:srgbClr val="FFCC00"/>
              </a:solidFill>
              <a:prstDash val="solid"/>
              <a:headEnd type="none" w="med" len="med"/>
              <a:tailEnd type="none" w="med" len="med"/>
            </a:ln>
          </p:spPr>
        </p:sp>
        <p:sp>
          <p:nvSpPr>
            <p:cNvPr id="31772" name="Line 144"/>
            <p:cNvSpPr/>
            <p:nvPr/>
          </p:nvSpPr>
          <p:spPr>
            <a:xfrm>
              <a:off x="4513" y="3790"/>
              <a:ext cx="722" cy="0"/>
            </a:xfrm>
            <a:prstGeom prst="line">
              <a:avLst/>
            </a:prstGeom>
            <a:ln w="28575" cap="flat" cmpd="sng">
              <a:solidFill>
                <a:srgbClr val="FFCC00"/>
              </a:solidFill>
              <a:prstDash val="solid"/>
              <a:headEnd type="none" w="med" len="med"/>
              <a:tailEnd type="none" w="med" len="med"/>
            </a:ln>
          </p:spPr>
        </p:sp>
        <p:sp>
          <p:nvSpPr>
            <p:cNvPr id="31773" name="Rectangle 145"/>
            <p:cNvSpPr/>
            <p:nvPr/>
          </p:nvSpPr>
          <p:spPr>
            <a:xfrm>
              <a:off x="5175" y="273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31774" name="Group 169"/>
            <p:cNvGrpSpPr/>
            <p:nvPr/>
          </p:nvGrpSpPr>
          <p:grpSpPr>
            <a:xfrm rot="10800000">
              <a:off x="5239" y="3249"/>
              <a:ext cx="90" cy="363"/>
              <a:chOff x="1565" y="2614"/>
              <a:chExt cx="90" cy="486"/>
            </a:xfrm>
          </p:grpSpPr>
          <p:sp>
            <p:nvSpPr>
              <p:cNvPr id="31775" name="Arc 17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776" name="Arc 17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777" name="Arc 17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1778" name="Arc 17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9700"/>
                                        </p:tgtEl>
                                        <p:attrNameLst>
                                          <p:attrName>style.visibility</p:attrName>
                                        </p:attrNameLst>
                                      </p:cBhvr>
                                      <p:to>
                                        <p:strVal val="visible"/>
                                      </p:to>
                                    </p:set>
                                    <p:anim calcmode="lin" valueType="num">
                                      <p:cBhvr additive="base">
                                        <p:cTn id="7" dur="500" fill="hold"/>
                                        <p:tgtEl>
                                          <p:spTgt spid="29700"/>
                                        </p:tgtEl>
                                        <p:attrNameLst>
                                          <p:attrName>ppt_x</p:attrName>
                                        </p:attrNameLst>
                                      </p:cBhvr>
                                      <p:tavLst>
                                        <p:tav tm="0">
                                          <p:val>
                                            <p:strVal val="0-#ppt_w/2"/>
                                          </p:val>
                                        </p:tav>
                                        <p:tav tm="100000">
                                          <p:val>
                                            <p:strVal val="#ppt_x"/>
                                          </p:val>
                                        </p:tav>
                                      </p:tavLst>
                                    </p:anim>
                                    <p:anim calcmode="lin" valueType="num">
                                      <p:cBhvr additive="base">
                                        <p:cTn id="8" dur="500" fill="hold"/>
                                        <p:tgtEl>
                                          <p:spTgt spid="2970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701"/>
                                        </p:tgtEl>
                                        <p:attrNameLst>
                                          <p:attrName>style.visibility</p:attrName>
                                        </p:attrNameLst>
                                      </p:cBhvr>
                                      <p:to>
                                        <p:strVal val="visible"/>
                                      </p:to>
                                    </p:set>
                                    <p:anim calcmode="lin" valueType="num">
                                      <p:cBhvr additive="base">
                                        <p:cTn id="13" dur="500" fill="hold"/>
                                        <p:tgtEl>
                                          <p:spTgt spid="29701"/>
                                        </p:tgtEl>
                                        <p:attrNameLst>
                                          <p:attrName>ppt_x</p:attrName>
                                        </p:attrNameLst>
                                      </p:cBhvr>
                                      <p:tavLst>
                                        <p:tav tm="0">
                                          <p:val>
                                            <p:strVal val="0-#ppt_w/2"/>
                                          </p:val>
                                        </p:tav>
                                        <p:tav tm="100000">
                                          <p:val>
                                            <p:strVal val="#ppt_x"/>
                                          </p:val>
                                        </p:tav>
                                      </p:tavLst>
                                    </p:anim>
                                    <p:anim calcmode="lin" valueType="num">
                                      <p:cBhvr additive="base">
                                        <p:cTn id="14" dur="500" fill="hold"/>
                                        <p:tgtEl>
                                          <p:spTgt spid="2970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702"/>
                                        </p:tgtEl>
                                        <p:attrNameLst>
                                          <p:attrName>style.visibility</p:attrName>
                                        </p:attrNameLst>
                                      </p:cBhvr>
                                      <p:to>
                                        <p:strVal val="visible"/>
                                      </p:to>
                                    </p:set>
                                    <p:anim calcmode="lin" valueType="num">
                                      <p:cBhvr additive="base">
                                        <p:cTn id="19" dur="500" fill="hold"/>
                                        <p:tgtEl>
                                          <p:spTgt spid="29702"/>
                                        </p:tgtEl>
                                        <p:attrNameLst>
                                          <p:attrName>ppt_x</p:attrName>
                                        </p:attrNameLst>
                                      </p:cBhvr>
                                      <p:tavLst>
                                        <p:tav tm="0">
                                          <p:val>
                                            <p:strVal val="0-#ppt_w/2"/>
                                          </p:val>
                                        </p:tav>
                                        <p:tav tm="100000">
                                          <p:val>
                                            <p:strVal val="#ppt_x"/>
                                          </p:val>
                                        </p:tav>
                                      </p:tavLst>
                                    </p:anim>
                                    <p:anim calcmode="lin" valueType="num">
                                      <p:cBhvr additive="base">
                                        <p:cTn id="20" dur="500" fill="hold"/>
                                        <p:tgtEl>
                                          <p:spTgt spid="2970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9864"/>
                                        </p:tgtEl>
                                        <p:attrNameLst>
                                          <p:attrName>style.visibility</p:attrName>
                                        </p:attrNameLst>
                                      </p:cBhvr>
                                      <p:to>
                                        <p:strVal val="visible"/>
                                      </p:to>
                                    </p:set>
                                    <p:animEffect transition="in" filter="blinds(horizontal)">
                                      <p:cBhvr>
                                        <p:cTn id="25" dur="500"/>
                                        <p:tgtEl>
                                          <p:spTgt spid="29864"/>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29703"/>
                                        </p:tgtEl>
                                        <p:attrNameLst>
                                          <p:attrName>style.visibility</p:attrName>
                                        </p:attrNameLst>
                                      </p:cBhvr>
                                      <p:to>
                                        <p:strVal val="visible"/>
                                      </p:to>
                                    </p:set>
                                    <p:animEffect transition="in" filter="strips(downRight)">
                                      <p:cBhvr>
                                        <p:cTn id="30" dur="2000"/>
                                        <p:tgtEl>
                                          <p:spTgt spid="29703"/>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29847"/>
                                        </p:tgtEl>
                                        <p:attrNameLst>
                                          <p:attrName>style.visibility</p:attrName>
                                        </p:attrNameLst>
                                      </p:cBhvr>
                                      <p:to>
                                        <p:strVal val="visible"/>
                                      </p:to>
                                    </p:set>
                                    <p:animEffect transition="in" filter="strips(downRight)">
                                      <p:cBhvr>
                                        <p:cTn id="35" dur="2000"/>
                                        <p:tgtEl>
                                          <p:spTgt spid="29847"/>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nodeType="clickEffect">
                                  <p:stCondLst>
                                    <p:cond delay="0"/>
                                  </p:stCondLst>
                                  <p:childTnLst>
                                    <p:set>
                                      <p:cBhvr>
                                        <p:cTn id="39" dur="1" fill="hold">
                                          <p:stCondLst>
                                            <p:cond delay="0"/>
                                          </p:stCondLst>
                                        </p:cTn>
                                        <p:tgtEl>
                                          <p:spTgt spid="29846"/>
                                        </p:tgtEl>
                                        <p:attrNameLst>
                                          <p:attrName>style.visibility</p:attrName>
                                        </p:attrNameLst>
                                      </p:cBhvr>
                                      <p:to>
                                        <p:strVal val="visible"/>
                                      </p:to>
                                    </p:set>
                                    <p:animEffect transition="in" filter="strips(downRight)">
                                      <p:cBhvr>
                                        <p:cTn id="40" dur="2000"/>
                                        <p:tgtEl>
                                          <p:spTgt spid="2984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9704"/>
                                        </p:tgtEl>
                                        <p:attrNameLst>
                                          <p:attrName>style.visibility</p:attrName>
                                        </p:attrNameLst>
                                      </p:cBhvr>
                                      <p:to>
                                        <p:strVal val="visible"/>
                                      </p:to>
                                    </p:set>
                                    <p:animEffect transition="in" filter="wipe(left)">
                                      <p:cBhvr>
                                        <p:cTn id="45" dur="2000"/>
                                        <p:tgtEl>
                                          <p:spTgt spid="29704"/>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nodeType="clickEffect">
                                  <p:stCondLst>
                                    <p:cond delay="0"/>
                                  </p:stCondLst>
                                  <p:childTnLst>
                                    <p:set>
                                      <p:cBhvr>
                                        <p:cTn id="49" dur="1" fill="hold">
                                          <p:stCondLst>
                                            <p:cond delay="0"/>
                                          </p:stCondLst>
                                        </p:cTn>
                                        <p:tgtEl>
                                          <p:spTgt spid="29747"/>
                                        </p:tgtEl>
                                        <p:attrNameLst>
                                          <p:attrName>style.visibility</p:attrName>
                                        </p:attrNameLst>
                                      </p:cBhvr>
                                      <p:to>
                                        <p:strVal val="visible"/>
                                      </p:to>
                                    </p:set>
                                    <p:animEffect transition="in" filter="slide(fromTop)">
                                      <p:cBhvr>
                                        <p:cTn id="50" dur="500"/>
                                        <p:tgtEl>
                                          <p:spTgt spid="29747"/>
                                        </p:tgtEl>
                                      </p:cBhvr>
                                    </p:animEffect>
                                  </p:childTnLst>
                                </p:cTn>
                              </p:par>
                            </p:childTnLst>
                          </p:cTn>
                        </p:par>
                        <p:par>
                          <p:cTn id="51" fill="hold">
                            <p:stCondLst>
                              <p:cond delay="500"/>
                            </p:stCondLst>
                            <p:childTnLst>
                              <p:par>
                                <p:cTn id="52" presetID="3" presetClass="entr" presetSubtype="10" fill="hold" nodeType="afterEffect">
                                  <p:stCondLst>
                                    <p:cond delay="0"/>
                                  </p:stCondLst>
                                  <p:childTnLst>
                                    <p:set>
                                      <p:cBhvr>
                                        <p:cTn id="53" dur="1" fill="hold">
                                          <p:stCondLst>
                                            <p:cond delay="0"/>
                                          </p:stCondLst>
                                        </p:cTn>
                                        <p:tgtEl>
                                          <p:spTgt spid="29870"/>
                                        </p:tgtEl>
                                        <p:attrNameLst>
                                          <p:attrName>style.visibility</p:attrName>
                                        </p:attrNameLst>
                                      </p:cBhvr>
                                      <p:to>
                                        <p:strVal val="visible"/>
                                      </p:to>
                                    </p:set>
                                    <p:animEffect transition="in" filter="blinds(horizontal)">
                                      <p:cBhvr>
                                        <p:cTn id="54" dur="500"/>
                                        <p:tgtEl>
                                          <p:spTgt spid="29870"/>
                                        </p:tgtEl>
                                      </p:cBhvr>
                                    </p:animEffect>
                                  </p:childTnLst>
                                </p:cTn>
                              </p:par>
                            </p:childTnLst>
                          </p:cTn>
                        </p:par>
                        <p:par>
                          <p:cTn id="55" fill="hold">
                            <p:stCondLst>
                              <p:cond delay="1000"/>
                            </p:stCondLst>
                            <p:childTnLst>
                              <p:par>
                                <p:cTn id="56" presetID="20" presetClass="entr" presetSubtype="0" fill="hold" grpId="0" nodeType="afterEffect">
                                  <p:stCondLst>
                                    <p:cond delay="0"/>
                                  </p:stCondLst>
                                  <p:childTnLst>
                                    <p:set>
                                      <p:cBhvr>
                                        <p:cTn id="57" dur="1" fill="hold">
                                          <p:stCondLst>
                                            <p:cond delay="0"/>
                                          </p:stCondLst>
                                        </p:cTn>
                                        <p:tgtEl>
                                          <p:spTgt spid="29775"/>
                                        </p:tgtEl>
                                        <p:attrNameLst>
                                          <p:attrName>style.visibility</p:attrName>
                                        </p:attrNameLst>
                                      </p:cBhvr>
                                      <p:to>
                                        <p:strVal val="visible"/>
                                      </p:to>
                                    </p:set>
                                    <p:animEffect transition="in" filter="wedge">
                                      <p:cBhvr>
                                        <p:cTn id="58" dur="2000"/>
                                        <p:tgtEl>
                                          <p:spTgt spid="29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01" grpId="0"/>
      <p:bldP spid="29702" grpId="0"/>
      <p:bldP spid="2977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Text Box 4"/>
          <p:cNvSpPr txBox="1"/>
          <p:nvPr/>
        </p:nvSpPr>
        <p:spPr>
          <a:xfrm>
            <a:off x="611188" y="404813"/>
            <a:ext cx="2159000" cy="519112"/>
          </a:xfrm>
          <a:prstGeom prst="rect">
            <a:avLst/>
          </a:prstGeom>
          <a:noFill/>
          <a:ln w="9525">
            <a:noFill/>
          </a:ln>
        </p:spPr>
        <p:txBody>
          <a:bodyPr>
            <a:spAutoFit/>
          </a:bodyPr>
          <a:lstStyle/>
          <a:p>
            <a:pPr marL="342900" indent="-342900" eaLnBrk="1" hangingPunct="1">
              <a:buAutoNum type="circleNumDbPlain" startAt="2"/>
            </a:pPr>
            <a:r>
              <a:rPr lang="zh-CN" altLang="en-US" b="1" dirty="0">
                <a:solidFill>
                  <a:srgbClr val="FF9900"/>
                </a:solidFill>
                <a:latin typeface="楷体_GB2312" pitchFamily="49" charset="-122"/>
              </a:rPr>
              <a:t>反接串联</a:t>
            </a:r>
          </a:p>
        </p:txBody>
      </p:sp>
      <p:graphicFrame>
        <p:nvGraphicFramePr>
          <p:cNvPr id="28677" name="Object 5"/>
          <p:cNvGraphicFramePr>
            <a:graphicFrameLocks noChangeAspect="1"/>
          </p:cNvGraphicFramePr>
          <p:nvPr/>
        </p:nvGraphicFramePr>
        <p:xfrm>
          <a:off x="1258888" y="4508500"/>
          <a:ext cx="5310187" cy="569913"/>
        </p:xfrm>
        <a:graphic>
          <a:graphicData uri="http://schemas.openxmlformats.org/presentationml/2006/ole">
            <mc:AlternateContent xmlns:mc="http://schemas.openxmlformats.org/markup-compatibility/2006">
              <mc:Choice xmlns:v="urn:schemas-microsoft-com:vml" Requires="v">
                <p:oleObj r:id="rId2" imgW="2178050" imgH="238125" progId="Equation.3">
                  <p:embed/>
                </p:oleObj>
              </mc:Choice>
              <mc:Fallback>
                <p:oleObj r:id="rId2" imgW="2178050" imgH="238125" progId="Equation.3">
                  <p:embed/>
                  <p:pic>
                    <p:nvPicPr>
                      <p:cNvPr id="0" name="图片 3101"/>
                      <p:cNvPicPr/>
                      <p:nvPr/>
                    </p:nvPicPr>
                    <p:blipFill>
                      <a:blip r:embed="rId3">
                        <a:clrChange>
                          <a:clrFrom>
                            <a:srgbClr val="000000"/>
                          </a:clrFrom>
                          <a:clrTo>
                            <a:srgbClr val="000000"/>
                          </a:clrTo>
                        </a:clrChange>
                      </a:blip>
                      <a:stretch>
                        <a:fillRect/>
                      </a:stretch>
                    </p:blipFill>
                    <p:spPr>
                      <a:xfrm>
                        <a:off x="1258888" y="4508500"/>
                        <a:ext cx="5310187" cy="569913"/>
                      </a:xfrm>
                      <a:prstGeom prst="rect">
                        <a:avLst/>
                      </a:prstGeom>
                      <a:gradFill rotWithShape="1">
                        <a:gsLst>
                          <a:gs pos="0">
                            <a:srgbClr val="3399FF"/>
                          </a:gs>
                          <a:gs pos="100000">
                            <a:schemeClr val="bg1"/>
                          </a:gs>
                        </a:gsLst>
                        <a:lin ang="5400000" scaled="1"/>
                        <a:tileRect/>
                      </a:gradFill>
                      <a:ln w="38100">
                        <a:noFill/>
                        <a:miter/>
                      </a:ln>
                    </p:spPr>
                  </p:pic>
                </p:oleObj>
              </mc:Fallback>
            </mc:AlternateContent>
          </a:graphicData>
        </a:graphic>
      </p:graphicFrame>
      <p:sp>
        <p:nvSpPr>
          <p:cNvPr id="28720" name="AutoShape 48"/>
          <p:cNvSpPr/>
          <p:nvPr/>
        </p:nvSpPr>
        <p:spPr>
          <a:xfrm>
            <a:off x="5435600" y="1412875"/>
            <a:ext cx="809625" cy="215900"/>
          </a:xfrm>
          <a:prstGeom prst="rightArrow">
            <a:avLst>
              <a:gd name="adj1" fmla="val 50000"/>
              <a:gd name="adj2" fmla="val 93750"/>
            </a:avLst>
          </a:prstGeom>
          <a:solidFill>
            <a:srgbClr val="3399FF"/>
          </a:solidFill>
          <a:ln w="19050" cap="flat" cmpd="sng">
            <a:solidFill>
              <a:srgbClr val="3399FF"/>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28742" name="Object 70"/>
          <p:cNvGraphicFramePr>
            <a:graphicFrameLocks noChangeAspect="1"/>
          </p:cNvGraphicFramePr>
          <p:nvPr/>
        </p:nvGraphicFramePr>
        <p:xfrm>
          <a:off x="611188" y="2852738"/>
          <a:ext cx="7094537" cy="1616075"/>
        </p:xfrm>
        <a:graphic>
          <a:graphicData uri="http://schemas.openxmlformats.org/presentationml/2006/ole">
            <mc:AlternateContent xmlns:mc="http://schemas.openxmlformats.org/markup-compatibility/2006">
              <mc:Choice xmlns:v="urn:schemas-microsoft-com:vml" Requires="v">
                <p:oleObj r:id="rId4" imgW="3100070" imgH="706120" progId="Equation.3">
                  <p:embed/>
                </p:oleObj>
              </mc:Choice>
              <mc:Fallback>
                <p:oleObj r:id="rId4" imgW="3100070" imgH="706120" progId="Equation.3">
                  <p:embed/>
                  <p:pic>
                    <p:nvPicPr>
                      <p:cNvPr id="0" name="图片 3102"/>
                      <p:cNvPicPr/>
                      <p:nvPr/>
                    </p:nvPicPr>
                    <p:blipFill>
                      <a:blip r:embed="rId5">
                        <a:clrChange>
                          <a:clrFrom>
                            <a:srgbClr val="000000"/>
                          </a:clrFrom>
                          <a:clrTo>
                            <a:srgbClr val="FFFFFF"/>
                          </a:clrTo>
                        </a:clrChange>
                      </a:blip>
                      <a:stretch>
                        <a:fillRect/>
                      </a:stretch>
                    </p:blipFill>
                    <p:spPr>
                      <a:xfrm>
                        <a:off x="611188" y="2852738"/>
                        <a:ext cx="7094537" cy="1616075"/>
                      </a:xfrm>
                      <a:prstGeom prst="rect">
                        <a:avLst/>
                      </a:prstGeom>
                      <a:noFill/>
                      <a:ln w="38100">
                        <a:noFill/>
                        <a:miter/>
                      </a:ln>
                    </p:spPr>
                  </p:pic>
                </p:oleObj>
              </mc:Fallback>
            </mc:AlternateContent>
          </a:graphicData>
        </a:graphic>
      </p:graphicFrame>
      <p:sp>
        <p:nvSpPr>
          <p:cNvPr id="28809" name="Line 137"/>
          <p:cNvSpPr/>
          <p:nvPr/>
        </p:nvSpPr>
        <p:spPr>
          <a:xfrm>
            <a:off x="5508625" y="5661025"/>
            <a:ext cx="576263" cy="0"/>
          </a:xfrm>
          <a:prstGeom prst="line">
            <a:avLst/>
          </a:prstGeom>
          <a:ln w="76200" cap="flat" cmpd="sng">
            <a:solidFill>
              <a:srgbClr val="3399FF"/>
            </a:solidFill>
            <a:prstDash val="solid"/>
            <a:headEnd type="none" w="med" len="med"/>
            <a:tailEnd type="triangle" w="med" len="med"/>
          </a:ln>
        </p:spPr>
      </p:sp>
      <p:grpSp>
        <p:nvGrpSpPr>
          <p:cNvPr id="32775" name="Group 142"/>
          <p:cNvGrpSpPr/>
          <p:nvPr/>
        </p:nvGrpSpPr>
        <p:grpSpPr>
          <a:xfrm>
            <a:off x="8316913" y="6446838"/>
            <a:ext cx="792162" cy="366712"/>
            <a:chOff x="5193" y="4020"/>
            <a:chExt cx="499" cy="231"/>
          </a:xfrm>
        </p:grpSpPr>
        <p:pic>
          <p:nvPicPr>
            <p:cNvPr id="32851" name="Picture 143"/>
            <p:cNvPicPr>
              <a:picLocks noChangeAspect="1"/>
            </p:cNvPicPr>
            <p:nvPr/>
          </p:nvPicPr>
          <p:blipFill>
            <a:blip r:embed="rId6"/>
            <a:stretch>
              <a:fillRect/>
            </a:stretch>
          </p:blipFill>
          <p:spPr>
            <a:xfrm>
              <a:off x="5193" y="4066"/>
              <a:ext cx="499" cy="181"/>
            </a:xfrm>
            <a:prstGeom prst="rect">
              <a:avLst/>
            </a:prstGeom>
            <a:noFill/>
            <a:ln w="9525">
              <a:noFill/>
            </a:ln>
          </p:spPr>
        </p:pic>
        <p:sp>
          <p:nvSpPr>
            <p:cNvPr id="32852" name="Text Box 14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2776" name="Group 145"/>
          <p:cNvGrpSpPr/>
          <p:nvPr/>
        </p:nvGrpSpPr>
        <p:grpSpPr>
          <a:xfrm>
            <a:off x="7453313" y="6446838"/>
            <a:ext cx="792162" cy="366712"/>
            <a:chOff x="4649" y="4020"/>
            <a:chExt cx="499" cy="231"/>
          </a:xfrm>
        </p:grpSpPr>
        <p:pic>
          <p:nvPicPr>
            <p:cNvPr id="32849" name="Picture 146"/>
            <p:cNvPicPr>
              <a:picLocks noChangeAspect="1"/>
            </p:cNvPicPr>
            <p:nvPr/>
          </p:nvPicPr>
          <p:blipFill>
            <a:blip r:embed="rId6"/>
            <a:stretch>
              <a:fillRect/>
            </a:stretch>
          </p:blipFill>
          <p:spPr>
            <a:xfrm>
              <a:off x="4649" y="4066"/>
              <a:ext cx="499" cy="181"/>
            </a:xfrm>
            <a:prstGeom prst="rect">
              <a:avLst/>
            </a:prstGeom>
            <a:noFill/>
            <a:ln w="9525">
              <a:noFill/>
            </a:ln>
          </p:spPr>
        </p:pic>
        <p:sp>
          <p:nvSpPr>
            <p:cNvPr id="32850" name="Text Box 14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28881" name="Group 209"/>
          <p:cNvGrpSpPr/>
          <p:nvPr/>
        </p:nvGrpSpPr>
        <p:grpSpPr>
          <a:xfrm>
            <a:off x="323850" y="5157788"/>
            <a:ext cx="1847850" cy="850900"/>
            <a:chOff x="385" y="3022"/>
            <a:chExt cx="1164" cy="536"/>
          </a:xfrm>
        </p:grpSpPr>
        <p:pic>
          <p:nvPicPr>
            <p:cNvPr id="32847" name="Picture 210"/>
            <p:cNvPicPr>
              <a:picLocks noChangeAspect="1"/>
            </p:cNvPicPr>
            <p:nvPr/>
          </p:nvPicPr>
          <p:blipFill>
            <a:blip r:embed="rId7"/>
            <a:stretch>
              <a:fillRect/>
            </a:stretch>
          </p:blipFill>
          <p:spPr>
            <a:xfrm>
              <a:off x="385" y="3022"/>
              <a:ext cx="590" cy="536"/>
            </a:xfrm>
            <a:prstGeom prst="rect">
              <a:avLst/>
            </a:prstGeom>
            <a:noFill/>
            <a:ln w="9525">
              <a:noFill/>
            </a:ln>
          </p:spPr>
        </p:pic>
        <p:sp>
          <p:nvSpPr>
            <p:cNvPr id="32848" name="Text Box 211"/>
            <p:cNvSpPr txBox="1"/>
            <p:nvPr/>
          </p:nvSpPr>
          <p:spPr>
            <a:xfrm>
              <a:off x="793" y="3116"/>
              <a:ext cx="756"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grpSp>
        <p:nvGrpSpPr>
          <p:cNvPr id="32778" name="Group 215"/>
          <p:cNvGrpSpPr/>
          <p:nvPr/>
        </p:nvGrpSpPr>
        <p:grpSpPr>
          <a:xfrm>
            <a:off x="6588125" y="6446838"/>
            <a:ext cx="792163" cy="366712"/>
            <a:chOff x="4649" y="4020"/>
            <a:chExt cx="499" cy="231"/>
          </a:xfrm>
        </p:grpSpPr>
        <p:pic>
          <p:nvPicPr>
            <p:cNvPr id="32845" name="Picture 216"/>
            <p:cNvPicPr>
              <a:picLocks noChangeAspect="1"/>
            </p:cNvPicPr>
            <p:nvPr/>
          </p:nvPicPr>
          <p:blipFill>
            <a:blip r:embed="rId6"/>
            <a:stretch>
              <a:fillRect/>
            </a:stretch>
          </p:blipFill>
          <p:spPr>
            <a:xfrm>
              <a:off x="4649" y="4066"/>
              <a:ext cx="499" cy="181"/>
            </a:xfrm>
            <a:prstGeom prst="rect">
              <a:avLst/>
            </a:prstGeom>
            <a:noFill/>
            <a:ln w="9525">
              <a:noFill/>
            </a:ln>
          </p:spPr>
        </p:pic>
        <p:sp>
          <p:nvSpPr>
            <p:cNvPr id="32846" name="Text Box 21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8930" name="Group 258"/>
          <p:cNvGrpSpPr/>
          <p:nvPr/>
        </p:nvGrpSpPr>
        <p:grpSpPr>
          <a:xfrm>
            <a:off x="684213" y="981075"/>
            <a:ext cx="4752975" cy="1814513"/>
            <a:chOff x="431" y="618"/>
            <a:chExt cx="2994" cy="1143"/>
          </a:xfrm>
        </p:grpSpPr>
        <p:sp>
          <p:nvSpPr>
            <p:cNvPr id="32806" name="Line 219"/>
            <p:cNvSpPr/>
            <p:nvPr/>
          </p:nvSpPr>
          <p:spPr>
            <a:xfrm>
              <a:off x="630" y="1072"/>
              <a:ext cx="0" cy="362"/>
            </a:xfrm>
            <a:prstGeom prst="line">
              <a:avLst/>
            </a:prstGeom>
            <a:ln w="28575" cap="flat" cmpd="sng">
              <a:solidFill>
                <a:srgbClr val="FFCC00"/>
              </a:solidFill>
              <a:prstDash val="solid"/>
              <a:headEnd type="none" w="med" len="med"/>
              <a:tailEnd type="none" w="med" len="med"/>
            </a:ln>
          </p:spPr>
        </p:sp>
        <p:sp>
          <p:nvSpPr>
            <p:cNvPr id="32807" name="Text Box 220"/>
            <p:cNvSpPr txBox="1"/>
            <p:nvPr/>
          </p:nvSpPr>
          <p:spPr>
            <a:xfrm>
              <a:off x="431" y="1072"/>
              <a:ext cx="17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08" name="Text Box 221"/>
            <p:cNvSpPr txBox="1"/>
            <p:nvPr/>
          </p:nvSpPr>
          <p:spPr>
            <a:xfrm>
              <a:off x="1838" y="618"/>
              <a:ext cx="288"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09" name="Line 222"/>
            <p:cNvSpPr/>
            <p:nvPr/>
          </p:nvSpPr>
          <p:spPr>
            <a:xfrm>
              <a:off x="2563" y="1072"/>
              <a:ext cx="681" cy="0"/>
            </a:xfrm>
            <a:prstGeom prst="line">
              <a:avLst/>
            </a:prstGeom>
            <a:ln w="28575" cap="flat" cmpd="sng">
              <a:solidFill>
                <a:srgbClr val="FFCC00"/>
              </a:solidFill>
              <a:prstDash val="solid"/>
              <a:headEnd type="none" w="med" len="med"/>
              <a:tailEnd type="none" w="med" len="med"/>
            </a:ln>
          </p:spPr>
        </p:sp>
        <p:sp>
          <p:nvSpPr>
            <p:cNvPr id="32810" name="Line 223"/>
            <p:cNvSpPr/>
            <p:nvPr/>
          </p:nvSpPr>
          <p:spPr>
            <a:xfrm>
              <a:off x="636" y="1072"/>
              <a:ext cx="839" cy="0"/>
            </a:xfrm>
            <a:prstGeom prst="line">
              <a:avLst/>
            </a:prstGeom>
            <a:ln w="28575" cap="flat" cmpd="sng">
              <a:solidFill>
                <a:srgbClr val="FFCC00"/>
              </a:solidFill>
              <a:prstDash val="solid"/>
              <a:headEnd type="none" w="med" len="med"/>
              <a:tailEnd type="none" w="med" len="med"/>
            </a:ln>
          </p:spPr>
        </p:sp>
        <p:sp>
          <p:nvSpPr>
            <p:cNvPr id="32811" name="Line 224"/>
            <p:cNvSpPr/>
            <p:nvPr/>
          </p:nvSpPr>
          <p:spPr>
            <a:xfrm flipH="1" flipV="1">
              <a:off x="630" y="1072"/>
              <a:ext cx="0" cy="317"/>
            </a:xfrm>
            <a:prstGeom prst="line">
              <a:avLst/>
            </a:prstGeom>
            <a:ln w="28575" cap="flat" cmpd="sng">
              <a:solidFill>
                <a:srgbClr val="00FFFF"/>
              </a:solidFill>
              <a:prstDash val="solid"/>
              <a:headEnd type="none" w="med" len="med"/>
              <a:tailEnd type="triangle" w="med" len="med"/>
            </a:ln>
          </p:spPr>
        </p:sp>
        <p:sp>
          <p:nvSpPr>
            <p:cNvPr id="32812" name="Text Box 225"/>
            <p:cNvSpPr txBox="1"/>
            <p:nvPr/>
          </p:nvSpPr>
          <p:spPr>
            <a:xfrm>
              <a:off x="1339" y="1026"/>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13" name="Text Box 226"/>
            <p:cNvSpPr txBox="1"/>
            <p:nvPr/>
          </p:nvSpPr>
          <p:spPr>
            <a:xfrm>
              <a:off x="2426" y="1026"/>
              <a:ext cx="21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14" name="Text Box 227"/>
            <p:cNvSpPr txBox="1"/>
            <p:nvPr/>
          </p:nvSpPr>
          <p:spPr>
            <a:xfrm>
              <a:off x="2609" y="1085"/>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15" name="Oval 228"/>
            <p:cNvSpPr/>
            <p:nvPr/>
          </p:nvSpPr>
          <p:spPr>
            <a:xfrm>
              <a:off x="595" y="143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2816" name="Oval 229"/>
            <p:cNvSpPr/>
            <p:nvPr/>
          </p:nvSpPr>
          <p:spPr>
            <a:xfrm>
              <a:off x="3216" y="1435"/>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2817" name="Arc 230"/>
            <p:cNvSpPr/>
            <p:nvPr/>
          </p:nvSpPr>
          <p:spPr>
            <a:xfrm rot="467013">
              <a:off x="2110" y="800"/>
              <a:ext cx="324" cy="281"/>
            </a:xfrm>
            <a:custGeom>
              <a:avLst/>
              <a:gdLst/>
              <a:ahLst/>
              <a:cxnLst>
                <a:cxn ang="0">
                  <a:pos x="0" y="0"/>
                </a:cxn>
                <a:cxn ang="0">
                  <a:pos x="324" y="156"/>
                </a:cxn>
                <a:cxn ang="0">
                  <a:pos x="0" y="281"/>
                </a:cxn>
              </a:cxnLst>
              <a:rect l="0" t="0" r="0" b="0"/>
              <a:pathLst>
                <a:path w="19335" h="21600" fill="none">
                  <a:moveTo>
                    <a:pt x="0" y="0"/>
                  </a:moveTo>
                  <a:cubicBezTo>
                    <a:pt x="8193" y="0"/>
                    <a:pt x="15682" y="4636"/>
                    <a:pt x="19335" y="11970"/>
                  </a:cubicBezTo>
                </a:path>
                <a:path w="19335" h="21600" stroke="0">
                  <a:moveTo>
                    <a:pt x="0" y="0"/>
                  </a:moveTo>
                  <a:cubicBezTo>
                    <a:pt x="8193" y="0"/>
                    <a:pt x="15682" y="4636"/>
                    <a:pt x="19335" y="1197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2818" name="Arc 231"/>
            <p:cNvSpPr/>
            <p:nvPr/>
          </p:nvSpPr>
          <p:spPr>
            <a:xfrm rot="220785" flipH="1">
              <a:off x="1581" y="791"/>
              <a:ext cx="347" cy="281"/>
            </a:xfrm>
            <a:custGeom>
              <a:avLst/>
              <a:gdLst/>
              <a:ahLst/>
              <a:cxnLst>
                <a:cxn ang="0">
                  <a:pos x="77" y="0"/>
                </a:cxn>
                <a:cxn ang="0">
                  <a:pos x="347" y="202"/>
                </a:cxn>
                <a:cxn ang="0">
                  <a:pos x="0" y="281"/>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2819" name="Text Box 232"/>
            <p:cNvSpPr txBox="1"/>
            <p:nvPr/>
          </p:nvSpPr>
          <p:spPr>
            <a:xfrm>
              <a:off x="794" y="1117"/>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20" name="Text Box 233"/>
            <p:cNvSpPr txBox="1"/>
            <p:nvPr/>
          </p:nvSpPr>
          <p:spPr>
            <a:xfrm>
              <a:off x="3017" y="1117"/>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21" name="Text Box 234"/>
            <p:cNvSpPr txBox="1"/>
            <p:nvPr/>
          </p:nvSpPr>
          <p:spPr>
            <a:xfrm>
              <a:off x="821" y="681"/>
              <a:ext cx="54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22" name="Text Box 235"/>
            <p:cNvSpPr txBox="1"/>
            <p:nvPr/>
          </p:nvSpPr>
          <p:spPr>
            <a:xfrm>
              <a:off x="2790" y="681"/>
              <a:ext cx="63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23" name="Text Box 236"/>
            <p:cNvSpPr txBox="1"/>
            <p:nvPr/>
          </p:nvSpPr>
          <p:spPr>
            <a:xfrm>
              <a:off x="1247" y="663"/>
              <a:ext cx="408"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24" name="Text Box 237"/>
            <p:cNvSpPr txBox="1"/>
            <p:nvPr/>
          </p:nvSpPr>
          <p:spPr>
            <a:xfrm>
              <a:off x="2473" y="663"/>
              <a:ext cx="54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25" name="Text Box 238"/>
            <p:cNvSpPr txBox="1"/>
            <p:nvPr/>
          </p:nvSpPr>
          <p:spPr>
            <a:xfrm>
              <a:off x="1067" y="1117"/>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26" name="Text Box 239"/>
            <p:cNvSpPr txBox="1"/>
            <p:nvPr/>
          </p:nvSpPr>
          <p:spPr>
            <a:xfrm>
              <a:off x="1927" y="1117"/>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27" name="Text Box 240"/>
            <p:cNvSpPr txBox="1"/>
            <p:nvPr/>
          </p:nvSpPr>
          <p:spPr>
            <a:xfrm>
              <a:off x="1747" y="1117"/>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28" name="Text Box 241"/>
            <p:cNvSpPr txBox="1"/>
            <p:nvPr/>
          </p:nvSpPr>
          <p:spPr>
            <a:xfrm>
              <a:off x="1792" y="1389"/>
              <a:ext cx="22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829" name="Text Box 242"/>
            <p:cNvSpPr txBox="1"/>
            <p:nvPr/>
          </p:nvSpPr>
          <p:spPr>
            <a:xfrm>
              <a:off x="658" y="1389"/>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30" name="Text Box 243"/>
            <p:cNvSpPr txBox="1"/>
            <p:nvPr/>
          </p:nvSpPr>
          <p:spPr>
            <a:xfrm>
              <a:off x="2972" y="1434"/>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831" name="Line 244"/>
            <p:cNvSpPr/>
            <p:nvPr/>
          </p:nvSpPr>
          <p:spPr>
            <a:xfrm>
              <a:off x="1883" y="1072"/>
              <a:ext cx="272" cy="0"/>
            </a:xfrm>
            <a:prstGeom prst="line">
              <a:avLst/>
            </a:prstGeom>
            <a:ln w="28575" cap="flat" cmpd="sng">
              <a:solidFill>
                <a:srgbClr val="FFCC00"/>
              </a:solidFill>
              <a:prstDash val="solid"/>
              <a:headEnd type="none" w="med" len="med"/>
              <a:tailEnd type="none" w="med" len="med"/>
            </a:ln>
          </p:spPr>
        </p:sp>
        <p:sp>
          <p:nvSpPr>
            <p:cNvPr id="32832" name="Line 245"/>
            <p:cNvSpPr/>
            <p:nvPr/>
          </p:nvSpPr>
          <p:spPr>
            <a:xfrm>
              <a:off x="3244" y="1072"/>
              <a:ext cx="0" cy="363"/>
            </a:xfrm>
            <a:prstGeom prst="line">
              <a:avLst/>
            </a:prstGeom>
            <a:ln w="28575" cap="flat" cmpd="sng">
              <a:solidFill>
                <a:srgbClr val="FFCC00"/>
              </a:solidFill>
              <a:prstDash val="solid"/>
              <a:headEnd type="none" w="med" len="med"/>
              <a:tailEnd type="none" w="med" len="med"/>
            </a:ln>
          </p:spPr>
        </p:sp>
        <p:sp>
          <p:nvSpPr>
            <p:cNvPr id="32833" name="Rectangle 246"/>
            <p:cNvSpPr/>
            <p:nvPr/>
          </p:nvSpPr>
          <p:spPr>
            <a:xfrm>
              <a:off x="2745" y="99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32834" name="Rectangle 247"/>
            <p:cNvSpPr/>
            <p:nvPr/>
          </p:nvSpPr>
          <p:spPr>
            <a:xfrm>
              <a:off x="840" y="99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32835" name="Group 248"/>
            <p:cNvGrpSpPr/>
            <p:nvPr/>
          </p:nvGrpSpPr>
          <p:grpSpPr>
            <a:xfrm rot="5400000">
              <a:off x="1632" y="822"/>
              <a:ext cx="91" cy="408"/>
              <a:chOff x="1565" y="2614"/>
              <a:chExt cx="90" cy="486"/>
            </a:xfrm>
          </p:grpSpPr>
          <p:sp>
            <p:nvSpPr>
              <p:cNvPr id="32841" name="Arc 24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42" name="Arc 25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43" name="Arc 25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44" name="Arc 25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2836" name="Group 253"/>
            <p:cNvGrpSpPr/>
            <p:nvPr/>
          </p:nvGrpSpPr>
          <p:grpSpPr>
            <a:xfrm rot="5400000">
              <a:off x="2313" y="822"/>
              <a:ext cx="91" cy="408"/>
              <a:chOff x="1565" y="2614"/>
              <a:chExt cx="90" cy="486"/>
            </a:xfrm>
          </p:grpSpPr>
          <p:sp>
            <p:nvSpPr>
              <p:cNvPr id="32837" name="Arc 25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38" name="Arc 25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39" name="Arc 25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40" name="Arc 25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28931" name="Group 259"/>
          <p:cNvGrpSpPr/>
          <p:nvPr/>
        </p:nvGrpSpPr>
        <p:grpSpPr>
          <a:xfrm>
            <a:off x="6588125" y="692150"/>
            <a:ext cx="1511300" cy="2047875"/>
            <a:chOff x="4377" y="2523"/>
            <a:chExt cx="952" cy="1290"/>
          </a:xfrm>
        </p:grpSpPr>
        <p:sp>
          <p:nvSpPr>
            <p:cNvPr id="32787" name="Line 260"/>
            <p:cNvSpPr/>
            <p:nvPr/>
          </p:nvSpPr>
          <p:spPr>
            <a:xfrm>
              <a:off x="4534" y="2559"/>
              <a:ext cx="713" cy="0"/>
            </a:xfrm>
            <a:prstGeom prst="line">
              <a:avLst/>
            </a:prstGeom>
            <a:ln w="28575" cap="flat" cmpd="sng">
              <a:solidFill>
                <a:srgbClr val="FFCC00"/>
              </a:solidFill>
              <a:prstDash val="solid"/>
              <a:headEnd type="none" w="med" len="med"/>
              <a:tailEnd type="none" w="med" len="med"/>
            </a:ln>
          </p:spPr>
        </p:sp>
        <p:sp>
          <p:nvSpPr>
            <p:cNvPr id="32788" name="Line 261"/>
            <p:cNvSpPr/>
            <p:nvPr/>
          </p:nvSpPr>
          <p:spPr>
            <a:xfrm>
              <a:off x="4649" y="2559"/>
              <a:ext cx="288" cy="0"/>
            </a:xfrm>
            <a:prstGeom prst="line">
              <a:avLst/>
            </a:prstGeom>
            <a:ln w="28575" cap="flat" cmpd="sng">
              <a:solidFill>
                <a:srgbClr val="00FFFF"/>
              </a:solidFill>
              <a:prstDash val="solid"/>
              <a:headEnd type="none" w="med" len="med"/>
              <a:tailEnd type="triangle" w="med" len="med"/>
            </a:ln>
          </p:spPr>
        </p:sp>
        <p:sp>
          <p:nvSpPr>
            <p:cNvPr id="32789" name="Text Box 262"/>
            <p:cNvSpPr txBox="1"/>
            <p:nvPr/>
          </p:nvSpPr>
          <p:spPr>
            <a:xfrm>
              <a:off x="4694" y="2523"/>
              <a:ext cx="17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790" name="Oval 263"/>
            <p:cNvSpPr/>
            <p:nvPr/>
          </p:nvSpPr>
          <p:spPr>
            <a:xfrm>
              <a:off x="4460" y="252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2791" name="Oval 264"/>
            <p:cNvSpPr/>
            <p:nvPr/>
          </p:nvSpPr>
          <p:spPr>
            <a:xfrm>
              <a:off x="4448" y="3745"/>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2792" name="Text Box 265"/>
            <p:cNvSpPr txBox="1"/>
            <p:nvPr/>
          </p:nvSpPr>
          <p:spPr>
            <a:xfrm>
              <a:off x="4966" y="2702"/>
              <a:ext cx="31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793" name="Text Box 266"/>
            <p:cNvSpPr txBox="1"/>
            <p:nvPr/>
          </p:nvSpPr>
          <p:spPr>
            <a:xfrm>
              <a:off x="5012" y="3246"/>
              <a:ext cx="312"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L</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794" name="Text Box 267"/>
            <p:cNvSpPr txBox="1"/>
            <p:nvPr/>
          </p:nvSpPr>
          <p:spPr>
            <a:xfrm>
              <a:off x="4377" y="3040"/>
              <a:ext cx="228"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2795" name="Text Box 268"/>
            <p:cNvSpPr txBox="1"/>
            <p:nvPr/>
          </p:nvSpPr>
          <p:spPr>
            <a:xfrm>
              <a:off x="4377" y="2568"/>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796" name="Text Box 269"/>
            <p:cNvSpPr txBox="1"/>
            <p:nvPr/>
          </p:nvSpPr>
          <p:spPr>
            <a:xfrm>
              <a:off x="4377" y="3428"/>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2797" name="Line 270"/>
            <p:cNvSpPr/>
            <p:nvPr/>
          </p:nvSpPr>
          <p:spPr>
            <a:xfrm flipH="1">
              <a:off x="5239" y="2553"/>
              <a:ext cx="8" cy="693"/>
            </a:xfrm>
            <a:prstGeom prst="line">
              <a:avLst/>
            </a:prstGeom>
            <a:ln w="28575" cap="flat" cmpd="sng">
              <a:solidFill>
                <a:srgbClr val="FFCC00"/>
              </a:solidFill>
              <a:prstDash val="solid"/>
              <a:headEnd type="none" w="med" len="med"/>
              <a:tailEnd type="none" w="med" len="med"/>
            </a:ln>
          </p:spPr>
        </p:sp>
        <p:sp>
          <p:nvSpPr>
            <p:cNvPr id="32798" name="Line 271"/>
            <p:cNvSpPr/>
            <p:nvPr/>
          </p:nvSpPr>
          <p:spPr>
            <a:xfrm>
              <a:off x="5239" y="3609"/>
              <a:ext cx="0" cy="181"/>
            </a:xfrm>
            <a:prstGeom prst="line">
              <a:avLst/>
            </a:prstGeom>
            <a:ln w="28575" cap="flat" cmpd="sng">
              <a:solidFill>
                <a:srgbClr val="FFCC00"/>
              </a:solidFill>
              <a:prstDash val="solid"/>
              <a:headEnd type="none" w="med" len="med"/>
              <a:tailEnd type="none" w="med" len="med"/>
            </a:ln>
          </p:spPr>
        </p:sp>
        <p:sp>
          <p:nvSpPr>
            <p:cNvPr id="32799" name="Line 272"/>
            <p:cNvSpPr/>
            <p:nvPr/>
          </p:nvSpPr>
          <p:spPr>
            <a:xfrm>
              <a:off x="4513" y="3790"/>
              <a:ext cx="722" cy="0"/>
            </a:xfrm>
            <a:prstGeom prst="line">
              <a:avLst/>
            </a:prstGeom>
            <a:ln w="28575" cap="flat" cmpd="sng">
              <a:solidFill>
                <a:srgbClr val="FFCC00"/>
              </a:solidFill>
              <a:prstDash val="solid"/>
              <a:headEnd type="none" w="med" len="med"/>
              <a:tailEnd type="none" w="med" len="med"/>
            </a:ln>
          </p:spPr>
        </p:sp>
        <p:sp>
          <p:nvSpPr>
            <p:cNvPr id="32800" name="Rectangle 273"/>
            <p:cNvSpPr/>
            <p:nvPr/>
          </p:nvSpPr>
          <p:spPr>
            <a:xfrm>
              <a:off x="5175" y="273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32801" name="Group 274"/>
            <p:cNvGrpSpPr/>
            <p:nvPr/>
          </p:nvGrpSpPr>
          <p:grpSpPr>
            <a:xfrm rot="10800000">
              <a:off x="5239" y="3249"/>
              <a:ext cx="90" cy="363"/>
              <a:chOff x="1565" y="2614"/>
              <a:chExt cx="90" cy="486"/>
            </a:xfrm>
          </p:grpSpPr>
          <p:sp>
            <p:nvSpPr>
              <p:cNvPr id="32802" name="Arc 27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03" name="Arc 27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04" name="Arc 27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2805" name="Arc 27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28953" name="Group 281"/>
          <p:cNvGrpSpPr/>
          <p:nvPr/>
        </p:nvGrpSpPr>
        <p:grpSpPr>
          <a:xfrm>
            <a:off x="1979613" y="5445125"/>
            <a:ext cx="3287712" cy="509588"/>
            <a:chOff x="1247" y="3430"/>
            <a:chExt cx="2071" cy="321"/>
          </a:xfrm>
        </p:grpSpPr>
        <p:graphicFrame>
          <p:nvGraphicFramePr>
            <p:cNvPr id="32785" name="Object 73"/>
            <p:cNvGraphicFramePr>
              <a:graphicFrameLocks noChangeAspect="1"/>
            </p:cNvGraphicFramePr>
            <p:nvPr/>
          </p:nvGraphicFramePr>
          <p:xfrm>
            <a:off x="1247" y="3430"/>
            <a:ext cx="2071" cy="321"/>
          </p:xfrm>
          <a:graphic>
            <a:graphicData uri="http://schemas.openxmlformats.org/presentationml/2006/ole">
              <mc:AlternateContent xmlns:mc="http://schemas.openxmlformats.org/markup-compatibility/2006">
                <mc:Choice xmlns:v="urn:schemas-microsoft-com:vml" Requires="v">
                  <p:oleObj r:id="rId8" imgW="1501775" imgH="238125" progId="Equation.3">
                    <p:embed/>
                  </p:oleObj>
                </mc:Choice>
                <mc:Fallback>
                  <p:oleObj r:id="rId8" imgW="1501775" imgH="238125" progId="Equation.3">
                    <p:embed/>
                    <p:pic>
                      <p:nvPicPr>
                        <p:cNvPr id="0" name="图片 3104"/>
                        <p:cNvPicPr/>
                        <p:nvPr/>
                      </p:nvPicPr>
                      <p:blipFill>
                        <a:blip r:embed="rId9">
                          <a:clrChange>
                            <a:clrFrom>
                              <a:srgbClr val="000000"/>
                            </a:clrFrom>
                            <a:clrTo>
                              <a:srgbClr val="FFFFFF"/>
                            </a:clrTo>
                          </a:clrChange>
                        </a:blip>
                        <a:stretch>
                          <a:fillRect/>
                        </a:stretch>
                      </p:blipFill>
                      <p:spPr>
                        <a:xfrm>
                          <a:off x="1247" y="3430"/>
                          <a:ext cx="2071" cy="321"/>
                        </a:xfrm>
                        <a:prstGeom prst="rect">
                          <a:avLst/>
                        </a:prstGeom>
                        <a:noFill/>
                        <a:ln w="38100">
                          <a:noFill/>
                          <a:miter/>
                        </a:ln>
                      </p:spPr>
                    </p:pic>
                  </p:oleObj>
                </mc:Fallback>
              </mc:AlternateContent>
            </a:graphicData>
          </a:graphic>
        </p:graphicFrame>
        <p:sp>
          <p:nvSpPr>
            <p:cNvPr id="32786" name="Line 279"/>
            <p:cNvSpPr/>
            <p:nvPr/>
          </p:nvSpPr>
          <p:spPr>
            <a:xfrm flipV="1">
              <a:off x="3016" y="3639"/>
              <a:ext cx="91" cy="45"/>
            </a:xfrm>
            <a:prstGeom prst="line">
              <a:avLst/>
            </a:prstGeom>
            <a:ln w="9525" cap="flat" cmpd="sng">
              <a:solidFill>
                <a:schemeClr val="bg1"/>
              </a:solidFill>
              <a:prstDash val="solid"/>
              <a:headEnd type="none" w="med" len="med"/>
              <a:tailEnd type="none" w="med" len="med"/>
            </a:ln>
          </p:spPr>
        </p:sp>
      </p:grpSp>
      <p:grpSp>
        <p:nvGrpSpPr>
          <p:cNvPr id="28954" name="Group 282"/>
          <p:cNvGrpSpPr/>
          <p:nvPr/>
        </p:nvGrpSpPr>
        <p:grpSpPr>
          <a:xfrm>
            <a:off x="6156325" y="5300663"/>
            <a:ext cx="2555875" cy="838200"/>
            <a:chOff x="3878" y="3339"/>
            <a:chExt cx="1610" cy="528"/>
          </a:xfrm>
        </p:grpSpPr>
        <p:graphicFrame>
          <p:nvGraphicFramePr>
            <p:cNvPr id="32783" name="Object 71"/>
            <p:cNvGraphicFramePr>
              <a:graphicFrameLocks noChangeAspect="1"/>
            </p:cNvGraphicFramePr>
            <p:nvPr/>
          </p:nvGraphicFramePr>
          <p:xfrm>
            <a:off x="3878" y="3339"/>
            <a:ext cx="1610" cy="528"/>
          </p:xfrm>
          <a:graphic>
            <a:graphicData uri="http://schemas.openxmlformats.org/presentationml/2006/ole">
              <mc:AlternateContent xmlns:mc="http://schemas.openxmlformats.org/markup-compatibility/2006">
                <mc:Choice xmlns:v="urn:schemas-microsoft-com:vml" Requires="v">
                  <p:oleObj r:id="rId10" imgW="1092835" imgH="356870" progId="Equation.3">
                    <p:embed/>
                  </p:oleObj>
                </mc:Choice>
                <mc:Fallback>
                  <p:oleObj r:id="rId10" imgW="1092835" imgH="356870" progId="Equation.3">
                    <p:embed/>
                    <p:pic>
                      <p:nvPicPr>
                        <p:cNvPr id="0" name="图片 3103"/>
                        <p:cNvPicPr/>
                        <p:nvPr/>
                      </p:nvPicPr>
                      <p:blipFill>
                        <a:blip r:embed="rId11">
                          <a:clrChange>
                            <a:clrFrom>
                              <a:srgbClr val="000000"/>
                            </a:clrFrom>
                            <a:clrTo>
                              <a:srgbClr val="FFFFFF"/>
                            </a:clrTo>
                          </a:clrChange>
                        </a:blip>
                        <a:stretch>
                          <a:fillRect/>
                        </a:stretch>
                      </p:blipFill>
                      <p:spPr>
                        <a:xfrm>
                          <a:off x="3878" y="3339"/>
                          <a:ext cx="1610" cy="528"/>
                        </a:xfrm>
                        <a:prstGeom prst="rect">
                          <a:avLst/>
                        </a:prstGeom>
                        <a:noFill/>
                        <a:ln w="38100">
                          <a:noFill/>
                          <a:miter/>
                        </a:ln>
                      </p:spPr>
                    </p:pic>
                  </p:oleObj>
                </mc:Fallback>
              </mc:AlternateContent>
            </a:graphicData>
          </a:graphic>
        </p:graphicFrame>
        <p:sp>
          <p:nvSpPr>
            <p:cNvPr id="32784" name="Line 280"/>
            <p:cNvSpPr/>
            <p:nvPr/>
          </p:nvSpPr>
          <p:spPr>
            <a:xfrm>
              <a:off x="4195" y="3639"/>
              <a:ext cx="137" cy="63"/>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ppt_x"/>
                                          </p:val>
                                        </p:tav>
                                        <p:tav tm="100000">
                                          <p:val>
                                            <p:strVal val="#ppt_x"/>
                                          </p:val>
                                        </p:tav>
                                      </p:tavLst>
                                    </p:anim>
                                    <p:anim calcmode="lin" valueType="num">
                                      <p:cBhvr additive="base">
                                        <p:cTn id="8" dur="500" fill="hold"/>
                                        <p:tgtEl>
                                          <p:spTgt spid="2867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8930"/>
                                        </p:tgtEl>
                                        <p:attrNameLst>
                                          <p:attrName>style.visibility</p:attrName>
                                        </p:attrNameLst>
                                      </p:cBhvr>
                                      <p:to>
                                        <p:strVal val="visible"/>
                                      </p:to>
                                    </p:set>
                                    <p:animEffect transition="in" filter="blinds(horizontal)">
                                      <p:cBhvr>
                                        <p:cTn id="13" dur="500"/>
                                        <p:tgtEl>
                                          <p:spTgt spid="28930"/>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 fill="hold" nodeType="clickEffect">
                                  <p:stCondLst>
                                    <p:cond delay="0"/>
                                  </p:stCondLst>
                                  <p:childTnLst>
                                    <p:set>
                                      <p:cBhvr>
                                        <p:cTn id="17" dur="1" fill="hold">
                                          <p:stCondLst>
                                            <p:cond delay="0"/>
                                          </p:stCondLst>
                                        </p:cTn>
                                        <p:tgtEl>
                                          <p:spTgt spid="28742"/>
                                        </p:tgtEl>
                                        <p:attrNameLst>
                                          <p:attrName>style.visibility</p:attrName>
                                        </p:attrNameLst>
                                      </p:cBhvr>
                                      <p:to>
                                        <p:strVal val="visible"/>
                                      </p:to>
                                    </p:set>
                                    <p:anim calcmode="lin" valueType="num">
                                      <p:cBhvr>
                                        <p:cTn id="18" dur="500" fill="hold"/>
                                        <p:tgtEl>
                                          <p:spTgt spid="28742"/>
                                        </p:tgtEl>
                                        <p:attrNameLst>
                                          <p:attrName>ppt_x</p:attrName>
                                        </p:attrNameLst>
                                      </p:cBhvr>
                                      <p:tavLst>
                                        <p:tav tm="0">
                                          <p:val>
                                            <p:strVal val="#ppt_x"/>
                                          </p:val>
                                        </p:tav>
                                        <p:tav tm="100000">
                                          <p:val>
                                            <p:strVal val="#ppt_x"/>
                                          </p:val>
                                        </p:tav>
                                      </p:tavLst>
                                    </p:anim>
                                    <p:anim calcmode="lin" valueType="num">
                                      <p:cBhvr>
                                        <p:cTn id="19" dur="500" fill="hold"/>
                                        <p:tgtEl>
                                          <p:spTgt spid="28742"/>
                                        </p:tgtEl>
                                        <p:attrNameLst>
                                          <p:attrName>ppt_y</p:attrName>
                                        </p:attrNameLst>
                                      </p:cBhvr>
                                      <p:tavLst>
                                        <p:tav tm="0">
                                          <p:val>
                                            <p:strVal val="#ppt_y-#ppt_h/2"/>
                                          </p:val>
                                        </p:tav>
                                        <p:tav tm="100000">
                                          <p:val>
                                            <p:strVal val="#ppt_y"/>
                                          </p:val>
                                        </p:tav>
                                      </p:tavLst>
                                    </p:anim>
                                    <p:anim calcmode="lin" valueType="num">
                                      <p:cBhvr>
                                        <p:cTn id="20" dur="500" fill="hold"/>
                                        <p:tgtEl>
                                          <p:spTgt spid="28742"/>
                                        </p:tgtEl>
                                        <p:attrNameLst>
                                          <p:attrName>ppt_w</p:attrName>
                                        </p:attrNameLst>
                                      </p:cBhvr>
                                      <p:tavLst>
                                        <p:tav tm="0">
                                          <p:val>
                                            <p:strVal val="#ppt_w"/>
                                          </p:val>
                                        </p:tav>
                                        <p:tav tm="100000">
                                          <p:val>
                                            <p:strVal val="#ppt_w"/>
                                          </p:val>
                                        </p:tav>
                                      </p:tavLst>
                                    </p:anim>
                                    <p:anim calcmode="lin" valueType="num">
                                      <p:cBhvr>
                                        <p:cTn id="21" dur="500" fill="hold"/>
                                        <p:tgtEl>
                                          <p:spTgt spid="28742"/>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1" fill="hold" nodeType="clickEffect">
                                  <p:stCondLst>
                                    <p:cond delay="0"/>
                                  </p:stCondLst>
                                  <p:childTnLst>
                                    <p:set>
                                      <p:cBhvr>
                                        <p:cTn id="25" dur="1" fill="hold">
                                          <p:stCondLst>
                                            <p:cond delay="0"/>
                                          </p:stCondLst>
                                        </p:cTn>
                                        <p:tgtEl>
                                          <p:spTgt spid="28677"/>
                                        </p:tgtEl>
                                        <p:attrNameLst>
                                          <p:attrName>style.visibility</p:attrName>
                                        </p:attrNameLst>
                                      </p:cBhvr>
                                      <p:to>
                                        <p:strVal val="visible"/>
                                      </p:to>
                                    </p:set>
                                    <p:anim calcmode="lin" valueType="num">
                                      <p:cBhvr>
                                        <p:cTn id="26" dur="500" fill="hold"/>
                                        <p:tgtEl>
                                          <p:spTgt spid="28677"/>
                                        </p:tgtEl>
                                        <p:attrNameLst>
                                          <p:attrName>ppt_x</p:attrName>
                                        </p:attrNameLst>
                                      </p:cBhvr>
                                      <p:tavLst>
                                        <p:tav tm="0">
                                          <p:val>
                                            <p:strVal val="#ppt_x"/>
                                          </p:val>
                                        </p:tav>
                                        <p:tav tm="100000">
                                          <p:val>
                                            <p:strVal val="#ppt_x"/>
                                          </p:val>
                                        </p:tav>
                                      </p:tavLst>
                                    </p:anim>
                                    <p:anim calcmode="lin" valueType="num">
                                      <p:cBhvr>
                                        <p:cTn id="27" dur="500" fill="hold"/>
                                        <p:tgtEl>
                                          <p:spTgt spid="28677"/>
                                        </p:tgtEl>
                                        <p:attrNameLst>
                                          <p:attrName>ppt_y</p:attrName>
                                        </p:attrNameLst>
                                      </p:cBhvr>
                                      <p:tavLst>
                                        <p:tav tm="0">
                                          <p:val>
                                            <p:strVal val="#ppt_y-#ppt_h/2"/>
                                          </p:val>
                                        </p:tav>
                                        <p:tav tm="100000">
                                          <p:val>
                                            <p:strVal val="#ppt_y"/>
                                          </p:val>
                                        </p:tav>
                                      </p:tavLst>
                                    </p:anim>
                                    <p:anim calcmode="lin" valueType="num">
                                      <p:cBhvr>
                                        <p:cTn id="28" dur="500" fill="hold"/>
                                        <p:tgtEl>
                                          <p:spTgt spid="28677"/>
                                        </p:tgtEl>
                                        <p:attrNameLst>
                                          <p:attrName>ppt_w</p:attrName>
                                        </p:attrNameLst>
                                      </p:cBhvr>
                                      <p:tavLst>
                                        <p:tav tm="0">
                                          <p:val>
                                            <p:strVal val="#ppt_w"/>
                                          </p:val>
                                        </p:tav>
                                        <p:tav tm="100000">
                                          <p:val>
                                            <p:strVal val="#ppt_w"/>
                                          </p:val>
                                        </p:tav>
                                      </p:tavLst>
                                    </p:anim>
                                    <p:anim calcmode="lin" valueType="num">
                                      <p:cBhvr>
                                        <p:cTn id="29" dur="500" fill="hold"/>
                                        <p:tgtEl>
                                          <p:spTgt spid="28677"/>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8881"/>
                                        </p:tgtEl>
                                        <p:attrNameLst>
                                          <p:attrName>style.visibility</p:attrName>
                                        </p:attrNameLst>
                                      </p:cBhvr>
                                      <p:to>
                                        <p:strVal val="visible"/>
                                      </p:to>
                                    </p:set>
                                    <p:animEffect transition="in" filter="blinds(horizontal)">
                                      <p:cBhvr>
                                        <p:cTn id="34" dur="500"/>
                                        <p:tgtEl>
                                          <p:spTgt spid="28881"/>
                                        </p:tgtEl>
                                      </p:cBhvr>
                                    </p:animEffect>
                                  </p:childTnLst>
                                </p:cTn>
                              </p:par>
                            </p:childTnLst>
                          </p:cTn>
                        </p:par>
                        <p:par>
                          <p:cTn id="35" fill="hold">
                            <p:stCondLst>
                              <p:cond delay="500"/>
                            </p:stCondLst>
                            <p:childTnLst>
                              <p:par>
                                <p:cTn id="36" presetID="55" presetClass="entr" presetSubtype="0" fill="hold" nodeType="afterEffect">
                                  <p:stCondLst>
                                    <p:cond delay="0"/>
                                  </p:stCondLst>
                                  <p:childTnLst>
                                    <p:set>
                                      <p:cBhvr>
                                        <p:cTn id="37" dur="1" fill="hold">
                                          <p:stCondLst>
                                            <p:cond delay="0"/>
                                          </p:stCondLst>
                                        </p:cTn>
                                        <p:tgtEl>
                                          <p:spTgt spid="28953"/>
                                        </p:tgtEl>
                                        <p:attrNameLst>
                                          <p:attrName>style.visibility</p:attrName>
                                        </p:attrNameLst>
                                      </p:cBhvr>
                                      <p:to>
                                        <p:strVal val="visible"/>
                                      </p:to>
                                    </p:set>
                                    <p:anim calcmode="lin" valueType="num">
                                      <p:cBhvr>
                                        <p:cTn id="38" dur="1000" fill="hold"/>
                                        <p:tgtEl>
                                          <p:spTgt spid="28953"/>
                                        </p:tgtEl>
                                        <p:attrNameLst>
                                          <p:attrName>ppt_w</p:attrName>
                                        </p:attrNameLst>
                                      </p:cBhvr>
                                      <p:tavLst>
                                        <p:tav tm="0">
                                          <p:val>
                                            <p:strVal val="#ppt_w*0.70"/>
                                          </p:val>
                                        </p:tav>
                                        <p:tav tm="100000">
                                          <p:val>
                                            <p:strVal val="#ppt_w"/>
                                          </p:val>
                                        </p:tav>
                                      </p:tavLst>
                                    </p:anim>
                                    <p:anim calcmode="lin" valueType="num">
                                      <p:cBhvr>
                                        <p:cTn id="39" dur="1000" fill="hold"/>
                                        <p:tgtEl>
                                          <p:spTgt spid="28953"/>
                                        </p:tgtEl>
                                        <p:attrNameLst>
                                          <p:attrName>ppt_h</p:attrName>
                                        </p:attrNameLst>
                                      </p:cBhvr>
                                      <p:tavLst>
                                        <p:tav tm="0">
                                          <p:val>
                                            <p:strVal val="#ppt_h"/>
                                          </p:val>
                                        </p:tav>
                                        <p:tav tm="100000">
                                          <p:val>
                                            <p:strVal val="#ppt_h"/>
                                          </p:val>
                                        </p:tav>
                                      </p:tavLst>
                                    </p:anim>
                                    <p:animEffect transition="in" filter="fade">
                                      <p:cBhvr>
                                        <p:cTn id="40" dur="1000"/>
                                        <p:tgtEl>
                                          <p:spTgt spid="28953"/>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28809"/>
                                        </p:tgtEl>
                                        <p:attrNameLst>
                                          <p:attrName>style.visibility</p:attrName>
                                        </p:attrNameLst>
                                      </p:cBhvr>
                                      <p:to>
                                        <p:strVal val="visible"/>
                                      </p:to>
                                    </p:set>
                                    <p:animEffect transition="in" filter="slide(fromLeft)">
                                      <p:cBhvr>
                                        <p:cTn id="45" dur="500"/>
                                        <p:tgtEl>
                                          <p:spTgt spid="28809"/>
                                        </p:tgtEl>
                                      </p:cBhvr>
                                    </p:animEffect>
                                  </p:childTnLst>
                                </p:cTn>
                              </p:par>
                            </p:childTnLst>
                          </p:cTn>
                        </p:par>
                        <p:par>
                          <p:cTn id="46" fill="hold">
                            <p:stCondLst>
                              <p:cond delay="500"/>
                            </p:stCondLst>
                            <p:childTnLst>
                              <p:par>
                                <p:cTn id="47" presetID="3" presetClass="entr" presetSubtype="10" fill="hold" nodeType="afterEffect">
                                  <p:stCondLst>
                                    <p:cond delay="0"/>
                                  </p:stCondLst>
                                  <p:childTnLst>
                                    <p:set>
                                      <p:cBhvr>
                                        <p:cTn id="48" dur="1" fill="hold">
                                          <p:stCondLst>
                                            <p:cond delay="0"/>
                                          </p:stCondLst>
                                        </p:cTn>
                                        <p:tgtEl>
                                          <p:spTgt spid="28954"/>
                                        </p:tgtEl>
                                        <p:attrNameLst>
                                          <p:attrName>style.visibility</p:attrName>
                                        </p:attrNameLst>
                                      </p:cBhvr>
                                      <p:to>
                                        <p:strVal val="visible"/>
                                      </p:to>
                                    </p:set>
                                    <p:animEffect transition="in" filter="blinds(horizontal)">
                                      <p:cBhvr>
                                        <p:cTn id="49" dur="500"/>
                                        <p:tgtEl>
                                          <p:spTgt spid="28954"/>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8" fill="hold" nodeType="clickEffect">
                                  <p:stCondLst>
                                    <p:cond delay="0"/>
                                  </p:stCondLst>
                                  <p:childTnLst>
                                    <p:set>
                                      <p:cBhvr>
                                        <p:cTn id="53" dur="1" fill="hold">
                                          <p:stCondLst>
                                            <p:cond delay="0"/>
                                          </p:stCondLst>
                                        </p:cTn>
                                        <p:tgtEl>
                                          <p:spTgt spid="28720"/>
                                        </p:tgtEl>
                                        <p:attrNameLst>
                                          <p:attrName>style.visibility</p:attrName>
                                        </p:attrNameLst>
                                      </p:cBhvr>
                                      <p:to>
                                        <p:strVal val="visible"/>
                                      </p:to>
                                    </p:set>
                                    <p:animEffect transition="in" filter="slide(fromLeft)">
                                      <p:cBhvr>
                                        <p:cTn id="54" dur="500"/>
                                        <p:tgtEl>
                                          <p:spTgt spid="28720"/>
                                        </p:tgtEl>
                                      </p:cBhvr>
                                    </p:animEffect>
                                  </p:childTnLst>
                                </p:cTn>
                              </p:par>
                            </p:childTnLst>
                          </p:cTn>
                        </p:par>
                        <p:par>
                          <p:cTn id="55" fill="hold">
                            <p:stCondLst>
                              <p:cond delay="500"/>
                            </p:stCondLst>
                            <p:childTnLst>
                              <p:par>
                                <p:cTn id="56" presetID="3" presetClass="entr" presetSubtype="10" fill="hold" nodeType="afterEffect">
                                  <p:stCondLst>
                                    <p:cond delay="0"/>
                                  </p:stCondLst>
                                  <p:childTnLst>
                                    <p:set>
                                      <p:cBhvr>
                                        <p:cTn id="57" dur="1" fill="hold">
                                          <p:stCondLst>
                                            <p:cond delay="0"/>
                                          </p:stCondLst>
                                        </p:cTn>
                                        <p:tgtEl>
                                          <p:spTgt spid="28931"/>
                                        </p:tgtEl>
                                        <p:attrNameLst>
                                          <p:attrName>style.visibility</p:attrName>
                                        </p:attrNameLst>
                                      </p:cBhvr>
                                      <p:to>
                                        <p:strVal val="visible"/>
                                      </p:to>
                                    </p:set>
                                    <p:animEffect transition="in" filter="blinds(horizontal)">
                                      <p:cBhvr>
                                        <p:cTn id="58" dur="500"/>
                                        <p:tgtEl>
                                          <p:spTgt spid="28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p:cNvSpPr txBox="1"/>
          <p:nvPr/>
        </p:nvSpPr>
        <p:spPr>
          <a:xfrm>
            <a:off x="827088" y="1268413"/>
            <a:ext cx="7632700" cy="519112"/>
          </a:xfrm>
          <a:prstGeom prst="rect">
            <a:avLst/>
          </a:prstGeom>
          <a:noFill/>
          <a:ln w="9525">
            <a:noFill/>
          </a:ln>
        </p:spPr>
        <p:txBody>
          <a:bodyPr lIns="198000" rIns="198000">
            <a:spAutoFit/>
          </a:bodyPr>
          <a:lstStyle/>
          <a:p>
            <a:pPr eaLnBrk="1" hangingPunct="1"/>
            <a:r>
              <a:rPr lang="zh-CN" altLang="en-US" b="1" dirty="0">
                <a:latin typeface="楷体_GB2312" pitchFamily="49" charset="-122"/>
              </a:rPr>
              <a:t>顺接一次，反接一次，就可以测出互感：</a:t>
            </a:r>
          </a:p>
        </p:txBody>
      </p:sp>
      <p:graphicFrame>
        <p:nvGraphicFramePr>
          <p:cNvPr id="27653" name="Object 5"/>
          <p:cNvGraphicFramePr>
            <a:graphicFrameLocks noChangeAspect="1"/>
          </p:cNvGraphicFramePr>
          <p:nvPr/>
        </p:nvGraphicFramePr>
        <p:xfrm>
          <a:off x="2555875" y="1916113"/>
          <a:ext cx="2652713" cy="1136650"/>
        </p:xfrm>
        <a:graphic>
          <a:graphicData uri="http://schemas.openxmlformats.org/presentationml/2006/ole">
            <mc:AlternateContent xmlns:mc="http://schemas.openxmlformats.org/markup-compatibility/2006">
              <mc:Choice xmlns:v="urn:schemas-microsoft-com:vml" Requires="v">
                <p:oleObj r:id="rId2" imgW="981075" imgH="423545" progId="Equation.3">
                  <p:embed/>
                </p:oleObj>
              </mc:Choice>
              <mc:Fallback>
                <p:oleObj r:id="rId2" imgW="981075" imgH="423545" progId="Equation.3">
                  <p:embed/>
                  <p:pic>
                    <p:nvPicPr>
                      <p:cNvPr id="0" name="图片 3105"/>
                      <p:cNvPicPr/>
                      <p:nvPr/>
                    </p:nvPicPr>
                    <p:blipFill>
                      <a:blip r:embed="rId3">
                        <a:clrChange>
                          <a:clrFrom>
                            <a:srgbClr val="000000"/>
                          </a:clrFrom>
                          <a:clrTo>
                            <a:srgbClr val="000000"/>
                          </a:clrTo>
                        </a:clrChange>
                      </a:blip>
                      <a:stretch>
                        <a:fillRect/>
                      </a:stretch>
                    </p:blipFill>
                    <p:spPr>
                      <a:xfrm>
                        <a:off x="2555875" y="1916113"/>
                        <a:ext cx="2652713" cy="1136650"/>
                      </a:xfrm>
                      <a:prstGeom prst="rect">
                        <a:avLst/>
                      </a:prstGeom>
                      <a:gradFill rotWithShape="1">
                        <a:gsLst>
                          <a:gs pos="0">
                            <a:srgbClr val="FFCCFF"/>
                          </a:gs>
                          <a:gs pos="100000">
                            <a:schemeClr val="bg1"/>
                          </a:gs>
                        </a:gsLst>
                        <a:lin ang="5400000" scaled="1"/>
                        <a:tileRect/>
                      </a:gradFill>
                      <a:ln w="38100">
                        <a:noFill/>
                        <a:miter/>
                      </a:ln>
                    </p:spPr>
                  </p:pic>
                </p:oleObj>
              </mc:Fallback>
            </mc:AlternateContent>
          </a:graphicData>
        </a:graphic>
      </p:graphicFrame>
      <p:sp>
        <p:nvSpPr>
          <p:cNvPr id="27654" name="Text Box 6"/>
          <p:cNvSpPr txBox="1"/>
          <p:nvPr/>
        </p:nvSpPr>
        <p:spPr>
          <a:xfrm>
            <a:off x="755650" y="3284538"/>
            <a:ext cx="1792288" cy="519112"/>
          </a:xfrm>
          <a:prstGeom prst="rect">
            <a:avLst/>
          </a:prstGeom>
          <a:noFill/>
          <a:ln w="9525">
            <a:noFill/>
          </a:ln>
        </p:spPr>
        <p:txBody>
          <a:bodyPr wrap="none">
            <a:spAutoFit/>
          </a:bodyPr>
          <a:lstStyle/>
          <a:p>
            <a:pPr eaLnBrk="1" hangingPunct="1"/>
            <a:r>
              <a:rPr lang="zh-CN" altLang="en-US" b="1" dirty="0">
                <a:latin typeface="楷体_GB2312" pitchFamily="49" charset="-122"/>
              </a:rPr>
              <a:t>全耦合时</a:t>
            </a:r>
            <a:r>
              <a:rPr lang="zh-CN" altLang="en-US" b="1" dirty="0">
                <a:solidFill>
                  <a:schemeClr val="bg1"/>
                </a:solidFill>
                <a:latin typeface="楷体_GB2312" pitchFamily="49" charset="-122"/>
              </a:rPr>
              <a:t> </a:t>
            </a:r>
          </a:p>
        </p:txBody>
      </p:sp>
      <p:graphicFrame>
        <p:nvGraphicFramePr>
          <p:cNvPr id="27655" name="Object 7"/>
          <p:cNvGraphicFramePr>
            <a:graphicFrameLocks noChangeAspect="1"/>
          </p:cNvGraphicFramePr>
          <p:nvPr/>
        </p:nvGraphicFramePr>
        <p:xfrm>
          <a:off x="2700338" y="3284538"/>
          <a:ext cx="1801812" cy="633412"/>
        </p:xfrm>
        <a:graphic>
          <a:graphicData uri="http://schemas.openxmlformats.org/presentationml/2006/ole">
            <mc:AlternateContent xmlns:mc="http://schemas.openxmlformats.org/markup-compatibility/2006">
              <mc:Choice xmlns:v="urn:schemas-microsoft-com:vml" Requires="v">
                <p:oleObj r:id="rId4" imgW="802640" imgH="282575" progId="Equation.3">
                  <p:embed/>
                </p:oleObj>
              </mc:Choice>
              <mc:Fallback>
                <p:oleObj r:id="rId4" imgW="802640" imgH="282575" progId="Equation.3">
                  <p:embed/>
                  <p:pic>
                    <p:nvPicPr>
                      <p:cNvPr id="0" name="图片 3107"/>
                      <p:cNvPicPr/>
                      <p:nvPr/>
                    </p:nvPicPr>
                    <p:blipFill>
                      <a:blip r:embed="rId5">
                        <a:clrChange>
                          <a:clrFrom>
                            <a:srgbClr val="000000"/>
                          </a:clrFrom>
                          <a:clrTo>
                            <a:srgbClr val="FFFFFF"/>
                          </a:clrTo>
                        </a:clrChange>
                      </a:blip>
                      <a:stretch>
                        <a:fillRect/>
                      </a:stretch>
                    </p:blipFill>
                    <p:spPr>
                      <a:xfrm>
                        <a:off x="2700338" y="3284538"/>
                        <a:ext cx="1801812" cy="633412"/>
                      </a:xfrm>
                      <a:prstGeom prst="rect">
                        <a:avLst/>
                      </a:prstGeom>
                      <a:noFill/>
                      <a:ln w="38100">
                        <a:noFill/>
                        <a:miter/>
                      </a:ln>
                    </p:spPr>
                  </p:pic>
                </p:oleObj>
              </mc:Fallback>
            </mc:AlternateContent>
          </a:graphicData>
        </a:graphic>
      </p:graphicFrame>
      <p:graphicFrame>
        <p:nvGraphicFramePr>
          <p:cNvPr id="27656" name="Object 8"/>
          <p:cNvGraphicFramePr>
            <a:graphicFrameLocks noChangeAspect="1"/>
          </p:cNvGraphicFramePr>
          <p:nvPr/>
        </p:nvGraphicFramePr>
        <p:xfrm>
          <a:off x="827088" y="4005263"/>
          <a:ext cx="3632200" cy="2151062"/>
        </p:xfrm>
        <a:graphic>
          <a:graphicData uri="http://schemas.openxmlformats.org/presentationml/2006/ole">
            <mc:AlternateContent xmlns:mc="http://schemas.openxmlformats.org/markup-compatibility/2006">
              <mc:Choice xmlns:v="urn:schemas-microsoft-com:vml" Requires="v">
                <p:oleObj r:id="rId6" imgW="1435100" imgH="854710" progId="Equation.3">
                  <p:embed/>
                </p:oleObj>
              </mc:Choice>
              <mc:Fallback>
                <p:oleObj r:id="rId6" imgW="1435100" imgH="854710" progId="Equation.3">
                  <p:embed/>
                  <p:pic>
                    <p:nvPicPr>
                      <p:cNvPr id="0" name="图片 3106"/>
                      <p:cNvPicPr/>
                      <p:nvPr/>
                    </p:nvPicPr>
                    <p:blipFill>
                      <a:blip r:embed="rId7">
                        <a:clrChange>
                          <a:clrFrom>
                            <a:srgbClr val="000000"/>
                          </a:clrFrom>
                          <a:clrTo>
                            <a:srgbClr val="FFFFFF"/>
                          </a:clrTo>
                        </a:clrChange>
                      </a:blip>
                      <a:stretch>
                        <a:fillRect/>
                      </a:stretch>
                    </p:blipFill>
                    <p:spPr>
                      <a:xfrm>
                        <a:off x="827088" y="4005263"/>
                        <a:ext cx="3632200" cy="2151062"/>
                      </a:xfrm>
                      <a:prstGeom prst="rect">
                        <a:avLst/>
                      </a:prstGeom>
                      <a:noFill/>
                      <a:ln w="38100">
                        <a:noFill/>
                        <a:miter/>
                      </a:ln>
                    </p:spPr>
                  </p:pic>
                </p:oleObj>
              </mc:Fallback>
            </mc:AlternateContent>
          </a:graphicData>
        </a:graphic>
      </p:graphicFrame>
      <p:sp>
        <p:nvSpPr>
          <p:cNvPr id="27657" name="Text Box 9"/>
          <p:cNvSpPr txBox="1"/>
          <p:nvPr/>
        </p:nvSpPr>
        <p:spPr>
          <a:xfrm>
            <a:off x="5076825" y="3429000"/>
            <a:ext cx="3543300" cy="519113"/>
          </a:xfrm>
          <a:prstGeom prst="rect">
            <a:avLst/>
          </a:prstGeom>
          <a:noFill/>
          <a:ln w="9525">
            <a:noFill/>
          </a:ln>
        </p:spPr>
        <p:txBody>
          <a:bodyPr wrap="none">
            <a:spAutoFit/>
          </a:bodyPr>
          <a:lstStyle/>
          <a:p>
            <a:pPr eaLnBrk="1" hangingPunct="1"/>
            <a:r>
              <a:rPr lang="zh-CN" altLang="en-US" b="1" dirty="0">
                <a:latin typeface="Times New Roman" panose="02020603050405020304" pitchFamily="18" charset="0"/>
              </a:rPr>
              <a:t>当</a:t>
            </a:r>
            <a:r>
              <a:rPr lang="zh-CN" altLang="en-US"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dirty="0">
                <a:solidFill>
                  <a:schemeClr val="bg1"/>
                </a:solidFill>
                <a:latin typeface="Times New Roman" panose="02020603050405020304" pitchFamily="18" charset="0"/>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 </a:t>
            </a:r>
            <a:r>
              <a:rPr lang="en-US" altLang="zh-CN" b="1" baseline="-25000" dirty="0">
                <a:latin typeface="楷体_GB2312" pitchFamily="49" charset="-122"/>
              </a:rPr>
              <a:t> </a:t>
            </a:r>
            <a:r>
              <a:rPr lang="zh-CN" altLang="en-US" b="1" dirty="0">
                <a:latin typeface="楷体_GB2312" pitchFamily="49" charset="-122"/>
              </a:rPr>
              <a:t>时</a:t>
            </a:r>
            <a:r>
              <a:rPr lang="zh-CN" altLang="en-US" b="1" dirty="0">
                <a:solidFill>
                  <a:schemeClr val="bg1"/>
                </a:solidFill>
                <a:latin typeface="Times New Roman" panose="02020603050405020304" pitchFamily="18" charset="0"/>
                <a:ea typeface="宋体" panose="02010600030101010101" pitchFamily="2" charset="-122"/>
              </a:rPr>
              <a:t>  </a:t>
            </a:r>
            <a:r>
              <a:rPr lang="en-US" altLang="zh-CN" b="1" dirty="0">
                <a:solidFill>
                  <a:schemeClr val="bg1"/>
                </a:solidFill>
                <a:latin typeface="Times New Roman" panose="02020603050405020304" pitchFamily="18" charset="0"/>
                <a:ea typeface="宋体" panose="02010600030101010101" pitchFamily="2" charset="-122"/>
              </a:rPr>
              <a:t>, </a:t>
            </a:r>
            <a:r>
              <a:rPr lang="en-US" altLang="zh-CN" dirty="0">
                <a:solidFill>
                  <a:schemeClr val="bg1"/>
                </a:solidFill>
                <a:latin typeface="Times New Roman" panose="02020603050405020304" pitchFamily="18" charset="0"/>
                <a:ea typeface="宋体" panose="02010600030101010101" pitchFamily="2" charset="-122"/>
              </a:rPr>
              <a:t> </a:t>
            </a:r>
            <a:r>
              <a:rPr lang="en-US" altLang="zh-CN" i="1" dirty="0">
                <a:solidFill>
                  <a:schemeClr val="bg1"/>
                </a:solidFill>
                <a:latin typeface="Times New Roman" panose="02020603050405020304" pitchFamily="18" charset="0"/>
                <a:ea typeface="宋体" panose="02010600030101010101" pitchFamily="2" charset="-122"/>
              </a:rPr>
              <a:t>M=L</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27663" name="Group 15"/>
          <p:cNvGrpSpPr/>
          <p:nvPr/>
        </p:nvGrpSpPr>
        <p:grpSpPr>
          <a:xfrm>
            <a:off x="5148263" y="4292600"/>
            <a:ext cx="3089275" cy="1233488"/>
            <a:chOff x="1519" y="3084"/>
            <a:chExt cx="1946" cy="777"/>
          </a:xfrm>
        </p:grpSpPr>
        <p:sp>
          <p:nvSpPr>
            <p:cNvPr id="33811" name="Rectangle 10"/>
            <p:cNvSpPr/>
            <p:nvPr/>
          </p:nvSpPr>
          <p:spPr>
            <a:xfrm>
              <a:off x="2200" y="3126"/>
              <a:ext cx="1265"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4</a:t>
              </a:r>
              <a:r>
                <a:rPr lang="en-US" altLang="zh-CN" i="1" dirty="0">
                  <a:solidFill>
                    <a:schemeClr val="bg1"/>
                  </a:solidFill>
                  <a:latin typeface="Times New Roman" panose="02020603050405020304" pitchFamily="18" charset="0"/>
                  <a:ea typeface="宋体" panose="02010600030101010101" pitchFamily="2" charset="-122"/>
                </a:rPr>
                <a:t>M  </a:t>
              </a:r>
              <a:r>
                <a:rPr lang="en-US" altLang="zh-CN" sz="2400" i="1" dirty="0">
                  <a:solidFill>
                    <a:schemeClr val="bg1"/>
                  </a:solidFill>
                  <a:latin typeface="Times New Roman" panose="02020603050405020304" pitchFamily="18" charset="0"/>
                  <a:ea typeface="宋体" panose="02010600030101010101" pitchFamily="2" charset="-122"/>
                </a:rPr>
                <a:t>      </a:t>
              </a:r>
              <a:r>
                <a:rPr lang="zh-CN" altLang="zh-CN" b="1" dirty="0">
                  <a:latin typeface="Times New Roman" panose="02020603050405020304" pitchFamily="18" charset="0"/>
                </a:rPr>
                <a:t>顺接</a:t>
              </a:r>
              <a:endParaRPr lang="zh-CN" altLang="en-US" b="1" dirty="0">
                <a:latin typeface="Times New Roman" panose="02020603050405020304" pitchFamily="18" charset="0"/>
              </a:endParaRPr>
            </a:p>
          </p:txBody>
        </p:sp>
        <p:sp>
          <p:nvSpPr>
            <p:cNvPr id="33812" name="Text Box 11"/>
            <p:cNvSpPr txBox="1"/>
            <p:nvPr/>
          </p:nvSpPr>
          <p:spPr>
            <a:xfrm>
              <a:off x="2245" y="3534"/>
              <a:ext cx="1166"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0 </a:t>
              </a:r>
              <a:r>
                <a:rPr lang="en-US" altLang="zh-CN" sz="2400" dirty="0">
                  <a:solidFill>
                    <a:schemeClr val="bg1"/>
                  </a:solidFill>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rPr>
                <a:t>反接</a:t>
              </a:r>
            </a:p>
          </p:txBody>
        </p:sp>
        <p:sp>
          <p:nvSpPr>
            <p:cNvPr id="33813" name="Text Box 12"/>
            <p:cNvSpPr txBox="1"/>
            <p:nvPr/>
          </p:nvSpPr>
          <p:spPr>
            <a:xfrm>
              <a:off x="1519" y="3262"/>
              <a:ext cx="36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dirty="0">
                  <a:solidFill>
                    <a:schemeClr val="bg1"/>
                  </a:solidFill>
                  <a:latin typeface="Times New Roman" panose="02020603050405020304" pitchFamily="18" charset="0"/>
                  <a:ea typeface="宋体" panose="02010600030101010101" pitchFamily="2" charset="-122"/>
                </a:rPr>
                <a:t>=</a:t>
              </a:r>
            </a:p>
          </p:txBody>
        </p:sp>
        <p:sp>
          <p:nvSpPr>
            <p:cNvPr id="33814" name="AutoShape 13"/>
            <p:cNvSpPr/>
            <p:nvPr/>
          </p:nvSpPr>
          <p:spPr>
            <a:xfrm>
              <a:off x="2040" y="3084"/>
              <a:ext cx="114" cy="754"/>
            </a:xfrm>
            <a:prstGeom prst="leftBrace">
              <a:avLst>
                <a:gd name="adj1" fmla="val 55116"/>
                <a:gd name="adj2" fmla="val 50000"/>
              </a:avLst>
            </a:prstGeom>
            <a:noFill/>
            <a:ln w="38100" cap="flat" cmpd="sng">
              <a:solidFill>
                <a:srgbClr val="FFFF00"/>
              </a:solidFill>
              <a:prstDash val="solid"/>
              <a:headEnd type="none" w="med" len="med"/>
              <a:tailEnd type="none" w="med" len="med"/>
            </a:ln>
          </p:spPr>
          <p:txBody>
            <a:bodyPr wrap="none" anchor="ctr" anchorCtr="0"/>
            <a:lstStyle/>
            <a:p>
              <a:pPr algn="ctr" eaLnBrk="1" hangingPunct="1"/>
              <a:endParaRPr lang="zh-CN" altLang="zh-CN" sz="2400" b="1" dirty="0">
                <a:latin typeface="Arial" panose="020B0604020202020204" pitchFamily="34" charset="0"/>
                <a:ea typeface="仿宋_GB2312" pitchFamily="49" charset="-122"/>
              </a:endParaRPr>
            </a:p>
          </p:txBody>
        </p:sp>
      </p:grpSp>
      <p:sp>
        <p:nvSpPr>
          <p:cNvPr id="27662" name="Text Box 14"/>
          <p:cNvSpPr txBox="1"/>
          <p:nvPr/>
        </p:nvSpPr>
        <p:spPr>
          <a:xfrm>
            <a:off x="611188" y="476250"/>
            <a:ext cx="3168650" cy="519113"/>
          </a:xfrm>
          <a:prstGeom prst="rect">
            <a:avLst/>
          </a:prstGeom>
          <a:solidFill>
            <a:srgbClr val="008080"/>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rPr>
              <a:t>互感的测量方法：</a:t>
            </a:r>
          </a:p>
        </p:txBody>
      </p:sp>
      <p:grpSp>
        <p:nvGrpSpPr>
          <p:cNvPr id="33802" name="Group 20"/>
          <p:cNvGrpSpPr/>
          <p:nvPr/>
        </p:nvGrpSpPr>
        <p:grpSpPr>
          <a:xfrm>
            <a:off x="8316913" y="6446838"/>
            <a:ext cx="792162" cy="366712"/>
            <a:chOff x="5193" y="4020"/>
            <a:chExt cx="499" cy="231"/>
          </a:xfrm>
        </p:grpSpPr>
        <p:pic>
          <p:nvPicPr>
            <p:cNvPr id="33809" name="Picture 21"/>
            <p:cNvPicPr>
              <a:picLocks noChangeAspect="1"/>
            </p:cNvPicPr>
            <p:nvPr/>
          </p:nvPicPr>
          <p:blipFill>
            <a:blip r:embed="rId8"/>
            <a:stretch>
              <a:fillRect/>
            </a:stretch>
          </p:blipFill>
          <p:spPr>
            <a:xfrm>
              <a:off x="5193" y="4066"/>
              <a:ext cx="499" cy="181"/>
            </a:xfrm>
            <a:prstGeom prst="rect">
              <a:avLst/>
            </a:prstGeom>
            <a:noFill/>
            <a:ln w="9525">
              <a:noFill/>
            </a:ln>
          </p:spPr>
        </p:pic>
        <p:sp>
          <p:nvSpPr>
            <p:cNvPr id="33810" name="Text Box 2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3803" name="Group 23"/>
          <p:cNvGrpSpPr/>
          <p:nvPr/>
        </p:nvGrpSpPr>
        <p:grpSpPr>
          <a:xfrm>
            <a:off x="7453313" y="6446838"/>
            <a:ext cx="792162" cy="366712"/>
            <a:chOff x="4649" y="4020"/>
            <a:chExt cx="499" cy="231"/>
          </a:xfrm>
        </p:grpSpPr>
        <p:pic>
          <p:nvPicPr>
            <p:cNvPr id="33807" name="Picture 24"/>
            <p:cNvPicPr>
              <a:picLocks noChangeAspect="1"/>
            </p:cNvPicPr>
            <p:nvPr/>
          </p:nvPicPr>
          <p:blipFill>
            <a:blip r:embed="rId8"/>
            <a:stretch>
              <a:fillRect/>
            </a:stretch>
          </p:blipFill>
          <p:spPr>
            <a:xfrm>
              <a:off x="4649" y="4066"/>
              <a:ext cx="499" cy="181"/>
            </a:xfrm>
            <a:prstGeom prst="rect">
              <a:avLst/>
            </a:prstGeom>
            <a:noFill/>
            <a:ln w="9525">
              <a:noFill/>
            </a:ln>
          </p:spPr>
        </p:pic>
        <p:sp>
          <p:nvSpPr>
            <p:cNvPr id="33808" name="Text Box 2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3804" name="Group 32"/>
          <p:cNvGrpSpPr/>
          <p:nvPr/>
        </p:nvGrpSpPr>
        <p:grpSpPr>
          <a:xfrm>
            <a:off x="6588125" y="6446838"/>
            <a:ext cx="792163" cy="366712"/>
            <a:chOff x="4649" y="4020"/>
            <a:chExt cx="499" cy="231"/>
          </a:xfrm>
        </p:grpSpPr>
        <p:pic>
          <p:nvPicPr>
            <p:cNvPr id="33805" name="Picture 33"/>
            <p:cNvPicPr>
              <a:picLocks noChangeAspect="1"/>
            </p:cNvPicPr>
            <p:nvPr/>
          </p:nvPicPr>
          <p:blipFill>
            <a:blip r:embed="rId8"/>
            <a:stretch>
              <a:fillRect/>
            </a:stretch>
          </p:blipFill>
          <p:spPr>
            <a:xfrm>
              <a:off x="4649" y="4066"/>
              <a:ext cx="499" cy="181"/>
            </a:xfrm>
            <a:prstGeom prst="rect">
              <a:avLst/>
            </a:prstGeom>
            <a:noFill/>
            <a:ln w="9525">
              <a:noFill/>
            </a:ln>
          </p:spPr>
        </p:pic>
        <p:sp>
          <p:nvSpPr>
            <p:cNvPr id="33806" name="Text Box 3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7662"/>
                                        </p:tgtEl>
                                        <p:attrNameLst>
                                          <p:attrName>style.visibility</p:attrName>
                                        </p:attrNameLst>
                                      </p:cBhvr>
                                      <p:to>
                                        <p:strVal val="visible"/>
                                      </p:to>
                                    </p:set>
                                    <p:anim calcmode="lin" valueType="num">
                                      <p:cBhvr additive="base">
                                        <p:cTn id="7" dur="500" fill="hold"/>
                                        <p:tgtEl>
                                          <p:spTgt spid="27662"/>
                                        </p:tgtEl>
                                        <p:attrNameLst>
                                          <p:attrName>ppt_x</p:attrName>
                                        </p:attrNameLst>
                                      </p:cBhvr>
                                      <p:tavLst>
                                        <p:tav tm="0">
                                          <p:val>
                                            <p:strVal val="0-#ppt_w/2"/>
                                          </p:val>
                                        </p:tav>
                                        <p:tav tm="100000">
                                          <p:val>
                                            <p:strVal val="#ppt_x"/>
                                          </p:val>
                                        </p:tav>
                                      </p:tavLst>
                                    </p:anim>
                                    <p:anim calcmode="lin" valueType="num">
                                      <p:cBhvr additive="base">
                                        <p:cTn id="8" dur="500" fill="hold"/>
                                        <p:tgtEl>
                                          <p:spTgt spid="276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652"/>
                                        </p:tgtEl>
                                        <p:attrNameLst>
                                          <p:attrName>style.visibility</p:attrName>
                                        </p:attrNameLst>
                                      </p:cBhvr>
                                      <p:to>
                                        <p:strVal val="visible"/>
                                      </p:to>
                                    </p:set>
                                    <p:anim calcmode="lin" valueType="num">
                                      <p:cBhvr additive="base">
                                        <p:cTn id="13" dur="500" fill="hold"/>
                                        <p:tgtEl>
                                          <p:spTgt spid="27652"/>
                                        </p:tgtEl>
                                        <p:attrNameLst>
                                          <p:attrName>ppt_x</p:attrName>
                                        </p:attrNameLst>
                                      </p:cBhvr>
                                      <p:tavLst>
                                        <p:tav tm="0">
                                          <p:val>
                                            <p:strVal val="0-#ppt_w/2"/>
                                          </p:val>
                                        </p:tav>
                                        <p:tav tm="100000">
                                          <p:val>
                                            <p:strVal val="#ppt_x"/>
                                          </p:val>
                                        </p:tav>
                                      </p:tavLst>
                                    </p:anim>
                                    <p:anim calcmode="lin" valueType="num">
                                      <p:cBhvr additive="base">
                                        <p:cTn id="14"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7653"/>
                                        </p:tgtEl>
                                        <p:attrNameLst>
                                          <p:attrName>style.visibility</p:attrName>
                                        </p:attrNameLst>
                                      </p:cBhvr>
                                      <p:to>
                                        <p:strVal val="visible"/>
                                      </p:to>
                                    </p:set>
                                    <p:animEffect transition="in" filter="dissolve">
                                      <p:cBhvr>
                                        <p:cTn id="19" dur="500"/>
                                        <p:tgtEl>
                                          <p:spTgt spid="27653"/>
                                        </p:tgtEl>
                                      </p:cBhvr>
                                    </p:animEffect>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27654"/>
                                        </p:tgtEl>
                                        <p:attrNameLst>
                                          <p:attrName>style.visibility</p:attrName>
                                        </p:attrNameLst>
                                      </p:cBhvr>
                                      <p:to>
                                        <p:strVal val="visible"/>
                                      </p:to>
                                    </p:set>
                                    <p:anim calcmode="lin" valueType="num">
                                      <p:cBhvr additive="base">
                                        <p:cTn id="23" dur="500" fill="hold"/>
                                        <p:tgtEl>
                                          <p:spTgt spid="27654"/>
                                        </p:tgtEl>
                                        <p:attrNameLst>
                                          <p:attrName>ppt_x</p:attrName>
                                        </p:attrNameLst>
                                      </p:cBhvr>
                                      <p:tavLst>
                                        <p:tav tm="0">
                                          <p:val>
                                            <p:strVal val="0-#ppt_w/2"/>
                                          </p:val>
                                        </p:tav>
                                        <p:tav tm="100000">
                                          <p:val>
                                            <p:strVal val="#ppt_x"/>
                                          </p:val>
                                        </p:tav>
                                      </p:tavLst>
                                    </p:anim>
                                    <p:anim calcmode="lin" valueType="num">
                                      <p:cBhvr additive="base">
                                        <p:cTn id="24" dur="500" fill="hold"/>
                                        <p:tgtEl>
                                          <p:spTgt spid="2765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27655"/>
                                        </p:tgtEl>
                                        <p:attrNameLst>
                                          <p:attrName>style.visibility</p:attrName>
                                        </p:attrNameLst>
                                      </p:cBhvr>
                                      <p:to>
                                        <p:strVal val="visible"/>
                                      </p:to>
                                    </p:set>
                                    <p:anim calcmode="lin" valueType="num">
                                      <p:cBhvr additive="base">
                                        <p:cTn id="29" dur="500" fill="hold"/>
                                        <p:tgtEl>
                                          <p:spTgt spid="27655"/>
                                        </p:tgtEl>
                                        <p:attrNameLst>
                                          <p:attrName>ppt_x</p:attrName>
                                        </p:attrNameLst>
                                      </p:cBhvr>
                                      <p:tavLst>
                                        <p:tav tm="0">
                                          <p:val>
                                            <p:strVal val="1+#ppt_w/2"/>
                                          </p:val>
                                        </p:tav>
                                        <p:tav tm="100000">
                                          <p:val>
                                            <p:strVal val="#ppt_x"/>
                                          </p:val>
                                        </p:tav>
                                      </p:tavLst>
                                    </p:anim>
                                    <p:anim calcmode="lin" valueType="num">
                                      <p:cBhvr additive="base">
                                        <p:cTn id="30" dur="500" fill="hold"/>
                                        <p:tgtEl>
                                          <p:spTgt spid="2765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7656"/>
                                        </p:tgtEl>
                                        <p:attrNameLst>
                                          <p:attrName>style.visibility</p:attrName>
                                        </p:attrNameLst>
                                      </p:cBhvr>
                                      <p:to>
                                        <p:strVal val="visible"/>
                                      </p:to>
                                    </p:set>
                                    <p:animEffect transition="in" filter="blinds(horizontal)">
                                      <p:cBhvr>
                                        <p:cTn id="35" dur="500"/>
                                        <p:tgtEl>
                                          <p:spTgt spid="27656"/>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27657"/>
                                        </p:tgtEl>
                                        <p:attrNameLst>
                                          <p:attrName>style.visibility</p:attrName>
                                        </p:attrNameLst>
                                      </p:cBhvr>
                                      <p:to>
                                        <p:strVal val="visible"/>
                                      </p:to>
                                    </p:set>
                                    <p:anim calcmode="lin" valueType="num">
                                      <p:cBhvr>
                                        <p:cTn id="40" dur="500" fill="hold"/>
                                        <p:tgtEl>
                                          <p:spTgt spid="27657"/>
                                        </p:tgtEl>
                                        <p:attrNameLst>
                                          <p:attrName>ppt_w</p:attrName>
                                        </p:attrNameLst>
                                      </p:cBhvr>
                                      <p:tavLst>
                                        <p:tav tm="0">
                                          <p:val>
                                            <p:fltVal val="0"/>
                                          </p:val>
                                        </p:tav>
                                        <p:tav tm="100000">
                                          <p:val>
                                            <p:strVal val="#ppt_w"/>
                                          </p:val>
                                        </p:tav>
                                      </p:tavLst>
                                    </p:anim>
                                    <p:anim calcmode="lin" valueType="num">
                                      <p:cBhvr>
                                        <p:cTn id="41" dur="500" fill="hold"/>
                                        <p:tgtEl>
                                          <p:spTgt spid="27657"/>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7663"/>
                                        </p:tgtEl>
                                        <p:attrNameLst>
                                          <p:attrName>style.visibility</p:attrName>
                                        </p:attrNameLst>
                                      </p:cBhvr>
                                      <p:to>
                                        <p:strVal val="visible"/>
                                      </p:to>
                                    </p:set>
                                    <p:animEffect transition="in" filter="wipe(left)">
                                      <p:cBhvr>
                                        <p:cTn id="46" dur="500"/>
                                        <p:tgtEl>
                                          <p:spTgt spid="27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27654" grpId="0"/>
      <p:bldP spid="27657" grpId="0"/>
      <p:bldP spid="2766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p:cNvSpPr txBox="1"/>
          <p:nvPr/>
        </p:nvSpPr>
        <p:spPr>
          <a:xfrm>
            <a:off x="755650" y="549275"/>
            <a:ext cx="3311525" cy="519113"/>
          </a:xfrm>
          <a:prstGeom prst="rect">
            <a:avLst/>
          </a:prstGeom>
          <a:solidFill>
            <a:srgbClr val="008080"/>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rPr>
              <a:t>在正弦激励下：</a:t>
            </a:r>
          </a:p>
        </p:txBody>
      </p:sp>
      <p:grpSp>
        <p:nvGrpSpPr>
          <p:cNvPr id="26770" name="Group 146"/>
          <p:cNvGrpSpPr/>
          <p:nvPr/>
        </p:nvGrpSpPr>
        <p:grpSpPr>
          <a:xfrm>
            <a:off x="3203575" y="2103438"/>
            <a:ext cx="1395413" cy="579437"/>
            <a:chOff x="2064" y="1389"/>
            <a:chExt cx="879" cy="365"/>
          </a:xfrm>
        </p:grpSpPr>
        <p:sp>
          <p:nvSpPr>
            <p:cNvPr id="34872" name="Text Box 5"/>
            <p:cNvSpPr txBox="1"/>
            <p:nvPr/>
          </p:nvSpPr>
          <p:spPr>
            <a:xfrm>
              <a:off x="2064" y="1389"/>
              <a:ext cx="227" cy="365"/>
            </a:xfrm>
            <a:prstGeom prst="rect">
              <a:avLst/>
            </a:prstGeom>
            <a:noFill/>
            <a:ln w="9525">
              <a:noFill/>
            </a:ln>
          </p:spPr>
          <p:txBody>
            <a:bodyPr>
              <a:spAutoFit/>
            </a:bodyPr>
            <a:lstStyle/>
            <a:p>
              <a:pPr eaLnBrk="1" hangingPunct="1"/>
              <a:r>
                <a:rPr lang="en-US" altLang="zh-CN" sz="3200" b="1" dirty="0">
                  <a:solidFill>
                    <a:srgbClr val="66FF33"/>
                  </a:solidFill>
                  <a:latin typeface="Times New Roman" panose="02020603050405020304" pitchFamily="18" charset="0"/>
                  <a:ea typeface="宋体" panose="02010600030101010101" pitchFamily="2" charset="-122"/>
                </a:rPr>
                <a:t>*</a:t>
              </a:r>
            </a:p>
          </p:txBody>
        </p:sp>
        <p:sp>
          <p:nvSpPr>
            <p:cNvPr id="34873" name="Text Box 6"/>
            <p:cNvSpPr txBox="1"/>
            <p:nvPr/>
          </p:nvSpPr>
          <p:spPr>
            <a:xfrm>
              <a:off x="2699" y="1389"/>
              <a:ext cx="244" cy="365"/>
            </a:xfrm>
            <a:prstGeom prst="rect">
              <a:avLst/>
            </a:prstGeom>
            <a:noFill/>
            <a:ln w="9525">
              <a:noFill/>
            </a:ln>
          </p:spPr>
          <p:txBody>
            <a:bodyPr wrap="none">
              <a:spAutoFit/>
            </a:bodyPr>
            <a:lstStyle/>
            <a:p>
              <a:pPr eaLnBrk="1" hangingPunct="1"/>
              <a:r>
                <a:rPr lang="en-US" altLang="zh-CN" sz="3200" b="1" dirty="0">
                  <a:solidFill>
                    <a:srgbClr val="66FF33"/>
                  </a:solidFill>
                  <a:latin typeface="Times New Roman" panose="02020603050405020304" pitchFamily="18" charset="0"/>
                  <a:ea typeface="宋体" panose="02010600030101010101" pitchFamily="2" charset="-122"/>
                </a:rPr>
                <a:t>*</a:t>
              </a:r>
            </a:p>
          </p:txBody>
        </p:sp>
      </p:grpSp>
      <p:grpSp>
        <p:nvGrpSpPr>
          <p:cNvPr id="26771" name="Group 147"/>
          <p:cNvGrpSpPr/>
          <p:nvPr/>
        </p:nvGrpSpPr>
        <p:grpSpPr>
          <a:xfrm>
            <a:off x="3233738" y="2033588"/>
            <a:ext cx="2312987" cy="519112"/>
            <a:chOff x="2064" y="1344"/>
            <a:chExt cx="1457" cy="327"/>
          </a:xfrm>
        </p:grpSpPr>
        <p:sp>
          <p:nvSpPr>
            <p:cNvPr id="34870" name="Text Box 45"/>
            <p:cNvSpPr txBox="1"/>
            <p:nvPr/>
          </p:nvSpPr>
          <p:spPr>
            <a:xfrm>
              <a:off x="3152" y="1344"/>
              <a:ext cx="369" cy="327"/>
            </a:xfrm>
            <a:prstGeom prst="rect">
              <a:avLst/>
            </a:prstGeom>
            <a:noFill/>
            <a:ln w="19050">
              <a:noFill/>
            </a:ln>
          </p:spPr>
          <p:txBody>
            <a:bodyPr>
              <a:spAutoFit/>
            </a:bodyPr>
            <a:lstStyle/>
            <a:p>
              <a:pPr eaLnBrk="1" hangingPunct="1">
                <a:spcBef>
                  <a:spcPct val="50000"/>
                </a:spcBef>
              </a:pPr>
              <a:r>
                <a:rPr lang="en-US" altLang="zh-CN" b="1" dirty="0">
                  <a:latin typeface="Times New Roman" panose="02020603050405020304" pitchFamily="18" charset="0"/>
                  <a:ea typeface="宋体" panose="02010600030101010101" pitchFamily="2" charset="-122"/>
                  <a:sym typeface="Symbol" panose="05050102010706020507" pitchFamily="18" charset="2"/>
                </a:rPr>
                <a:t></a:t>
              </a:r>
              <a:endParaRPr lang="en-US" altLang="zh-CN" b="1" dirty="0">
                <a:latin typeface="Times New Roman" panose="02020603050405020304" pitchFamily="18" charset="0"/>
                <a:ea typeface="宋体" panose="02010600030101010101" pitchFamily="2" charset="-122"/>
              </a:endParaRPr>
            </a:p>
          </p:txBody>
        </p:sp>
        <p:sp>
          <p:nvSpPr>
            <p:cNvPr id="34871" name="Text Box 46"/>
            <p:cNvSpPr txBox="1"/>
            <p:nvPr/>
          </p:nvSpPr>
          <p:spPr>
            <a:xfrm>
              <a:off x="2064" y="1344"/>
              <a:ext cx="393" cy="327"/>
            </a:xfrm>
            <a:prstGeom prst="rect">
              <a:avLst/>
            </a:prstGeom>
            <a:noFill/>
            <a:ln w="19050">
              <a:noFill/>
            </a:ln>
          </p:spPr>
          <p:txBody>
            <a:bodyPr>
              <a:spAutoFit/>
            </a:bodyPr>
            <a:lstStyle/>
            <a:p>
              <a:pPr eaLnBrk="1" hangingPunct="1">
                <a:spcBef>
                  <a:spcPct val="50000"/>
                </a:spcBef>
              </a:pPr>
              <a:r>
                <a:rPr lang="en-US" altLang="zh-CN" b="1" dirty="0">
                  <a:latin typeface="Times New Roman" panose="02020603050405020304" pitchFamily="18" charset="0"/>
                  <a:ea typeface="宋体" panose="02010600030101010101" pitchFamily="2" charset="-122"/>
                  <a:sym typeface="Symbol" panose="05050102010706020507" pitchFamily="18" charset="2"/>
                </a:rPr>
                <a:t></a:t>
              </a:r>
              <a:endParaRPr lang="en-US" altLang="zh-CN" b="1" dirty="0">
                <a:latin typeface="Times New Roman" panose="02020603050405020304" pitchFamily="18" charset="0"/>
                <a:ea typeface="宋体" panose="02010600030101010101" pitchFamily="2" charset="-122"/>
              </a:endParaRPr>
            </a:p>
          </p:txBody>
        </p:sp>
      </p:grpSp>
      <p:graphicFrame>
        <p:nvGraphicFramePr>
          <p:cNvPr id="26671" name="Object 47"/>
          <p:cNvGraphicFramePr>
            <a:graphicFrameLocks noChangeAspect="1"/>
          </p:cNvGraphicFramePr>
          <p:nvPr/>
        </p:nvGraphicFramePr>
        <p:xfrm>
          <a:off x="1116013" y="3429000"/>
          <a:ext cx="6677025" cy="966788"/>
        </p:xfrm>
        <a:graphic>
          <a:graphicData uri="http://schemas.openxmlformats.org/presentationml/2006/ole">
            <mc:AlternateContent xmlns:mc="http://schemas.openxmlformats.org/markup-compatibility/2006">
              <mc:Choice xmlns:v="urn:schemas-microsoft-com:vml" Requires="v">
                <p:oleObj r:id="rId2" imgW="2468245" imgH="356870" progId="Equation.3">
                  <p:embed/>
                </p:oleObj>
              </mc:Choice>
              <mc:Fallback>
                <p:oleObj r:id="rId2" imgW="2468245" imgH="356870" progId="Equation.3">
                  <p:embed/>
                  <p:pic>
                    <p:nvPicPr>
                      <p:cNvPr id="0" name="图片 3109"/>
                      <p:cNvPicPr/>
                      <p:nvPr/>
                    </p:nvPicPr>
                    <p:blipFill>
                      <a:blip r:embed="rId3">
                        <a:clrChange>
                          <a:clrFrom>
                            <a:srgbClr val="000000"/>
                          </a:clrFrom>
                          <a:clrTo>
                            <a:srgbClr val="FFFFFF"/>
                          </a:clrTo>
                        </a:clrChange>
                      </a:blip>
                      <a:stretch>
                        <a:fillRect/>
                      </a:stretch>
                    </p:blipFill>
                    <p:spPr>
                      <a:xfrm>
                        <a:off x="1116013" y="3429000"/>
                        <a:ext cx="6677025" cy="966788"/>
                      </a:xfrm>
                      <a:prstGeom prst="rect">
                        <a:avLst/>
                      </a:prstGeom>
                      <a:noFill/>
                      <a:ln w="38100">
                        <a:noFill/>
                        <a:miter/>
                      </a:ln>
                    </p:spPr>
                  </p:pic>
                </p:oleObj>
              </mc:Fallback>
            </mc:AlternateContent>
          </a:graphicData>
        </a:graphic>
      </p:graphicFrame>
      <p:sp>
        <p:nvSpPr>
          <p:cNvPr id="26673" name="Text Box 49"/>
          <p:cNvSpPr txBox="1"/>
          <p:nvPr/>
        </p:nvSpPr>
        <p:spPr>
          <a:xfrm>
            <a:off x="6156325" y="3716338"/>
            <a:ext cx="431800" cy="641350"/>
          </a:xfrm>
          <a:prstGeom prst="rect">
            <a:avLst/>
          </a:prstGeom>
          <a:solidFill>
            <a:schemeClr val="bg1"/>
          </a:solidFill>
          <a:ln w="38100">
            <a:noFill/>
          </a:ln>
        </p:spPr>
        <p:txBody>
          <a:bodyPr>
            <a:spAutoFit/>
          </a:bodyPr>
          <a:lstStyle/>
          <a:p>
            <a:pPr eaLnBrk="1" hangingPunct="1">
              <a:spcBef>
                <a:spcPct val="50000"/>
              </a:spcBef>
            </a:pPr>
            <a:r>
              <a:rPr lang="en-US" altLang="zh-CN" sz="3600" b="1" dirty="0">
                <a:solidFill>
                  <a:srgbClr val="FF3300"/>
                </a:solidFill>
                <a:latin typeface="Times New Roman" panose="02020603050405020304" pitchFamily="18" charset="0"/>
                <a:ea typeface="宋体" panose="02010600030101010101" pitchFamily="2" charset="-122"/>
              </a:rPr>
              <a:t>–</a:t>
            </a:r>
          </a:p>
        </p:txBody>
      </p:sp>
      <p:grpSp>
        <p:nvGrpSpPr>
          <p:cNvPr id="34823" name="Group 100"/>
          <p:cNvGrpSpPr/>
          <p:nvPr/>
        </p:nvGrpSpPr>
        <p:grpSpPr>
          <a:xfrm>
            <a:off x="8316913" y="6446838"/>
            <a:ext cx="792162" cy="366712"/>
            <a:chOff x="5193" y="4020"/>
            <a:chExt cx="499" cy="231"/>
          </a:xfrm>
        </p:grpSpPr>
        <p:pic>
          <p:nvPicPr>
            <p:cNvPr id="34868" name="Picture 101"/>
            <p:cNvPicPr>
              <a:picLocks noChangeAspect="1"/>
            </p:cNvPicPr>
            <p:nvPr/>
          </p:nvPicPr>
          <p:blipFill>
            <a:blip r:embed="rId4"/>
            <a:stretch>
              <a:fillRect/>
            </a:stretch>
          </p:blipFill>
          <p:spPr>
            <a:xfrm>
              <a:off x="5193" y="4066"/>
              <a:ext cx="499" cy="181"/>
            </a:xfrm>
            <a:prstGeom prst="rect">
              <a:avLst/>
            </a:prstGeom>
            <a:noFill/>
            <a:ln w="9525">
              <a:noFill/>
            </a:ln>
          </p:spPr>
        </p:pic>
        <p:sp>
          <p:nvSpPr>
            <p:cNvPr id="34869" name="Text Box 10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4824" name="Group 103"/>
          <p:cNvGrpSpPr/>
          <p:nvPr/>
        </p:nvGrpSpPr>
        <p:grpSpPr>
          <a:xfrm>
            <a:off x="7453313" y="6446838"/>
            <a:ext cx="792162" cy="366712"/>
            <a:chOff x="4649" y="4020"/>
            <a:chExt cx="499" cy="231"/>
          </a:xfrm>
        </p:grpSpPr>
        <p:pic>
          <p:nvPicPr>
            <p:cNvPr id="34866" name="Picture 104"/>
            <p:cNvPicPr>
              <a:picLocks noChangeAspect="1"/>
            </p:cNvPicPr>
            <p:nvPr/>
          </p:nvPicPr>
          <p:blipFill>
            <a:blip r:embed="rId4"/>
            <a:stretch>
              <a:fillRect/>
            </a:stretch>
          </p:blipFill>
          <p:spPr>
            <a:xfrm>
              <a:off x="4649" y="4066"/>
              <a:ext cx="499" cy="181"/>
            </a:xfrm>
            <a:prstGeom prst="rect">
              <a:avLst/>
            </a:prstGeom>
            <a:noFill/>
            <a:ln w="9525">
              <a:noFill/>
            </a:ln>
          </p:spPr>
        </p:pic>
        <p:sp>
          <p:nvSpPr>
            <p:cNvPr id="34867" name="Text Box 10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4825" name="Group 151"/>
          <p:cNvGrpSpPr/>
          <p:nvPr/>
        </p:nvGrpSpPr>
        <p:grpSpPr>
          <a:xfrm>
            <a:off x="6588125" y="6446838"/>
            <a:ext cx="792163" cy="366712"/>
            <a:chOff x="4649" y="4020"/>
            <a:chExt cx="499" cy="231"/>
          </a:xfrm>
        </p:grpSpPr>
        <p:pic>
          <p:nvPicPr>
            <p:cNvPr id="34864" name="Picture 152"/>
            <p:cNvPicPr>
              <a:picLocks noChangeAspect="1"/>
            </p:cNvPicPr>
            <p:nvPr/>
          </p:nvPicPr>
          <p:blipFill>
            <a:blip r:embed="rId4"/>
            <a:stretch>
              <a:fillRect/>
            </a:stretch>
          </p:blipFill>
          <p:spPr>
            <a:xfrm>
              <a:off x="4649" y="4066"/>
              <a:ext cx="499" cy="181"/>
            </a:xfrm>
            <a:prstGeom prst="rect">
              <a:avLst/>
            </a:prstGeom>
            <a:noFill/>
            <a:ln w="9525">
              <a:noFill/>
            </a:ln>
          </p:spPr>
        </p:pic>
        <p:sp>
          <p:nvSpPr>
            <p:cNvPr id="34865" name="Text Box 153">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6789" name="Group 165"/>
          <p:cNvGrpSpPr/>
          <p:nvPr/>
        </p:nvGrpSpPr>
        <p:grpSpPr>
          <a:xfrm>
            <a:off x="1720850" y="1196975"/>
            <a:ext cx="4794250" cy="2101850"/>
            <a:chOff x="1084" y="754"/>
            <a:chExt cx="3020" cy="1324"/>
          </a:xfrm>
        </p:grpSpPr>
        <p:sp>
          <p:nvSpPr>
            <p:cNvPr id="34827" name="Line 133"/>
            <p:cNvSpPr/>
            <p:nvPr/>
          </p:nvSpPr>
          <p:spPr>
            <a:xfrm>
              <a:off x="1271" y="1389"/>
              <a:ext cx="0" cy="363"/>
            </a:xfrm>
            <a:prstGeom prst="line">
              <a:avLst/>
            </a:prstGeom>
            <a:ln w="28575" cap="flat" cmpd="sng">
              <a:solidFill>
                <a:srgbClr val="FFCC00"/>
              </a:solidFill>
              <a:prstDash val="solid"/>
              <a:headEnd type="none" w="med" len="med"/>
              <a:tailEnd type="none" w="med" len="med"/>
            </a:ln>
          </p:spPr>
        </p:sp>
        <p:graphicFrame>
          <p:nvGraphicFramePr>
            <p:cNvPr id="34828" name="Object 110"/>
            <p:cNvGraphicFramePr>
              <a:graphicFrameLocks noChangeAspect="1"/>
            </p:cNvGraphicFramePr>
            <p:nvPr/>
          </p:nvGraphicFramePr>
          <p:xfrm>
            <a:off x="1701" y="1298"/>
            <a:ext cx="277" cy="426"/>
          </p:xfrm>
          <a:graphic>
            <a:graphicData uri="http://schemas.openxmlformats.org/presentationml/2006/ole">
              <mc:AlternateContent xmlns:mc="http://schemas.openxmlformats.org/markup-compatibility/2006">
                <mc:Choice xmlns:v="urn:schemas-microsoft-com:vml" Requires="v">
                  <p:oleObj r:id="rId5" imgW="208280" imgH="319405" progId="Equation.3">
                    <p:embed/>
                  </p:oleObj>
                </mc:Choice>
                <mc:Fallback>
                  <p:oleObj r:id="rId5" imgW="208280" imgH="319405" progId="Equation.3">
                    <p:embed/>
                    <p:pic>
                      <p:nvPicPr>
                        <p:cNvPr id="0" name="图片 3111"/>
                        <p:cNvPicPr/>
                        <p:nvPr/>
                      </p:nvPicPr>
                      <p:blipFill>
                        <a:blip r:embed="rId6">
                          <a:clrChange>
                            <a:clrFrom>
                              <a:srgbClr val="000000"/>
                            </a:clrFrom>
                            <a:clrTo>
                              <a:srgbClr val="FFFFFF"/>
                            </a:clrTo>
                          </a:clrChange>
                        </a:blip>
                        <a:stretch>
                          <a:fillRect/>
                        </a:stretch>
                      </p:blipFill>
                      <p:spPr>
                        <a:xfrm>
                          <a:off x="1701" y="1298"/>
                          <a:ext cx="277" cy="426"/>
                        </a:xfrm>
                        <a:prstGeom prst="rect">
                          <a:avLst/>
                        </a:prstGeom>
                        <a:noFill/>
                        <a:ln w="38100">
                          <a:noFill/>
                          <a:miter/>
                        </a:ln>
                      </p:spPr>
                    </p:pic>
                  </p:oleObj>
                </mc:Fallback>
              </mc:AlternateContent>
            </a:graphicData>
          </a:graphic>
        </p:graphicFrame>
        <p:sp>
          <p:nvSpPr>
            <p:cNvPr id="34829" name="Text Box 112"/>
            <p:cNvSpPr txBox="1"/>
            <p:nvPr/>
          </p:nvSpPr>
          <p:spPr>
            <a:xfrm>
              <a:off x="1656" y="980"/>
              <a:ext cx="649"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4830" name="Text Box 113"/>
            <p:cNvSpPr txBox="1"/>
            <p:nvPr/>
          </p:nvSpPr>
          <p:spPr>
            <a:xfrm>
              <a:off x="3054" y="980"/>
              <a:ext cx="688"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34831" name="Object 114"/>
            <p:cNvGraphicFramePr>
              <a:graphicFrameLocks noChangeAspect="1"/>
            </p:cNvGraphicFramePr>
            <p:nvPr/>
          </p:nvGraphicFramePr>
          <p:xfrm>
            <a:off x="3198" y="1298"/>
            <a:ext cx="312" cy="426"/>
          </p:xfrm>
          <a:graphic>
            <a:graphicData uri="http://schemas.openxmlformats.org/presentationml/2006/ole">
              <mc:AlternateContent xmlns:mc="http://schemas.openxmlformats.org/markup-compatibility/2006">
                <mc:Choice xmlns:v="urn:schemas-microsoft-com:vml" Requires="v">
                  <p:oleObj r:id="rId7" imgW="238125" imgH="319405" progId="Equation.3">
                    <p:embed/>
                  </p:oleObj>
                </mc:Choice>
                <mc:Fallback>
                  <p:oleObj r:id="rId7" imgW="238125" imgH="319405" progId="Equation.3">
                    <p:embed/>
                    <p:pic>
                      <p:nvPicPr>
                        <p:cNvPr id="0" name="图片 3112"/>
                        <p:cNvPicPr/>
                        <p:nvPr/>
                      </p:nvPicPr>
                      <p:blipFill>
                        <a:blip r:embed="rId8">
                          <a:clrChange>
                            <a:clrFrom>
                              <a:srgbClr val="000000"/>
                            </a:clrFrom>
                            <a:clrTo>
                              <a:srgbClr val="FFFFFF"/>
                            </a:clrTo>
                          </a:clrChange>
                        </a:blip>
                        <a:stretch>
                          <a:fillRect/>
                        </a:stretch>
                      </p:blipFill>
                      <p:spPr>
                        <a:xfrm>
                          <a:off x="3198" y="1298"/>
                          <a:ext cx="312" cy="426"/>
                        </a:xfrm>
                        <a:prstGeom prst="rect">
                          <a:avLst/>
                        </a:prstGeom>
                        <a:noFill/>
                        <a:ln w="38100">
                          <a:noFill/>
                          <a:miter/>
                        </a:ln>
                      </p:spPr>
                    </p:pic>
                  </p:oleObj>
                </mc:Fallback>
              </mc:AlternateContent>
            </a:graphicData>
          </a:graphic>
        </p:graphicFrame>
        <p:sp>
          <p:nvSpPr>
            <p:cNvPr id="34832" name="Text Box 115"/>
            <p:cNvSpPr txBox="1"/>
            <p:nvPr/>
          </p:nvSpPr>
          <p:spPr>
            <a:xfrm>
              <a:off x="2336" y="754"/>
              <a:ext cx="649"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34833" name="Object 116"/>
            <p:cNvGraphicFramePr>
              <a:graphicFrameLocks noChangeAspect="1"/>
            </p:cNvGraphicFramePr>
            <p:nvPr/>
          </p:nvGraphicFramePr>
          <p:xfrm>
            <a:off x="2472" y="1615"/>
            <a:ext cx="227" cy="426"/>
          </p:xfrm>
          <a:graphic>
            <a:graphicData uri="http://schemas.openxmlformats.org/presentationml/2006/ole">
              <mc:AlternateContent xmlns:mc="http://schemas.openxmlformats.org/markup-compatibility/2006">
                <mc:Choice xmlns:v="urn:schemas-microsoft-com:vml" Requires="v">
                  <p:oleObj r:id="rId9" imgW="170815" imgH="319405" progId="Equation.3">
                    <p:embed/>
                  </p:oleObj>
                </mc:Choice>
                <mc:Fallback>
                  <p:oleObj r:id="rId9" imgW="170815" imgH="319405" progId="Equation.3">
                    <p:embed/>
                    <p:pic>
                      <p:nvPicPr>
                        <p:cNvPr id="0" name="图片 3110"/>
                        <p:cNvPicPr/>
                        <p:nvPr/>
                      </p:nvPicPr>
                      <p:blipFill>
                        <a:blip r:embed="rId10">
                          <a:clrChange>
                            <a:clrFrom>
                              <a:srgbClr val="000000"/>
                            </a:clrFrom>
                            <a:clrTo>
                              <a:srgbClr val="FFFFFF"/>
                            </a:clrTo>
                          </a:clrChange>
                        </a:blip>
                        <a:stretch>
                          <a:fillRect/>
                        </a:stretch>
                      </p:blipFill>
                      <p:spPr>
                        <a:xfrm>
                          <a:off x="2472" y="1615"/>
                          <a:ext cx="227" cy="426"/>
                        </a:xfrm>
                        <a:prstGeom prst="rect">
                          <a:avLst/>
                        </a:prstGeom>
                        <a:noFill/>
                        <a:ln w="38100">
                          <a:noFill/>
                          <a:miter/>
                        </a:ln>
                      </p:spPr>
                    </p:pic>
                  </p:oleObj>
                </mc:Fallback>
              </mc:AlternateContent>
            </a:graphicData>
          </a:graphic>
        </p:graphicFrame>
        <p:graphicFrame>
          <p:nvGraphicFramePr>
            <p:cNvPr id="34834" name="Object 117"/>
            <p:cNvGraphicFramePr>
              <a:graphicFrameLocks noChangeAspect="1"/>
            </p:cNvGraphicFramePr>
            <p:nvPr/>
          </p:nvGraphicFramePr>
          <p:xfrm>
            <a:off x="1084" y="1280"/>
            <a:ext cx="162" cy="407"/>
          </p:xfrm>
          <a:graphic>
            <a:graphicData uri="http://schemas.openxmlformats.org/presentationml/2006/ole">
              <mc:AlternateContent xmlns:mc="http://schemas.openxmlformats.org/markup-compatibility/2006">
                <mc:Choice xmlns:v="urn:schemas-microsoft-com:vml" Requires="v">
                  <p:oleObj r:id="rId11" imgW="126365" imgH="312420" progId="Equation.3">
                    <p:embed/>
                  </p:oleObj>
                </mc:Choice>
                <mc:Fallback>
                  <p:oleObj r:id="rId11" imgW="126365" imgH="312420" progId="Equation.3">
                    <p:embed/>
                    <p:pic>
                      <p:nvPicPr>
                        <p:cNvPr id="0" name="图片 3108"/>
                        <p:cNvPicPr/>
                        <p:nvPr/>
                      </p:nvPicPr>
                      <p:blipFill>
                        <a:blip r:embed="rId12">
                          <a:clrChange>
                            <a:clrFrom>
                              <a:srgbClr val="000000"/>
                            </a:clrFrom>
                            <a:clrTo>
                              <a:srgbClr val="FFFFFF"/>
                            </a:clrTo>
                          </a:clrChange>
                        </a:blip>
                        <a:stretch>
                          <a:fillRect/>
                        </a:stretch>
                      </p:blipFill>
                      <p:spPr>
                        <a:xfrm>
                          <a:off x="1084" y="1280"/>
                          <a:ext cx="162" cy="407"/>
                        </a:xfrm>
                        <a:prstGeom prst="rect">
                          <a:avLst/>
                        </a:prstGeom>
                        <a:noFill/>
                        <a:ln w="38100">
                          <a:noFill/>
                          <a:miter/>
                        </a:ln>
                      </p:spPr>
                    </p:pic>
                  </p:oleObj>
                </mc:Fallback>
              </mc:AlternateContent>
            </a:graphicData>
          </a:graphic>
        </p:graphicFrame>
        <p:sp>
          <p:nvSpPr>
            <p:cNvPr id="34835" name="Line 118"/>
            <p:cNvSpPr/>
            <p:nvPr/>
          </p:nvSpPr>
          <p:spPr>
            <a:xfrm>
              <a:off x="3198" y="1389"/>
              <a:ext cx="681" cy="0"/>
            </a:xfrm>
            <a:prstGeom prst="line">
              <a:avLst/>
            </a:prstGeom>
            <a:ln w="28575" cap="flat" cmpd="sng">
              <a:solidFill>
                <a:srgbClr val="FFCC00"/>
              </a:solidFill>
              <a:prstDash val="solid"/>
              <a:headEnd type="none" w="med" len="med"/>
              <a:tailEnd type="none" w="med" len="med"/>
            </a:ln>
          </p:spPr>
        </p:sp>
        <p:sp>
          <p:nvSpPr>
            <p:cNvPr id="34836" name="Line 119"/>
            <p:cNvSpPr/>
            <p:nvPr/>
          </p:nvSpPr>
          <p:spPr>
            <a:xfrm>
              <a:off x="1271" y="1389"/>
              <a:ext cx="839" cy="0"/>
            </a:xfrm>
            <a:prstGeom prst="line">
              <a:avLst/>
            </a:prstGeom>
            <a:ln w="28575" cap="flat" cmpd="sng">
              <a:solidFill>
                <a:srgbClr val="FFCC00"/>
              </a:solidFill>
              <a:prstDash val="solid"/>
              <a:headEnd type="none" w="med" len="med"/>
              <a:tailEnd type="none" w="med" len="med"/>
            </a:ln>
          </p:spPr>
        </p:sp>
        <p:sp>
          <p:nvSpPr>
            <p:cNvPr id="34837" name="Line 120"/>
            <p:cNvSpPr/>
            <p:nvPr/>
          </p:nvSpPr>
          <p:spPr>
            <a:xfrm flipV="1">
              <a:off x="1265" y="1434"/>
              <a:ext cx="0" cy="227"/>
            </a:xfrm>
            <a:prstGeom prst="line">
              <a:avLst/>
            </a:prstGeom>
            <a:ln w="28575" cap="flat" cmpd="sng">
              <a:solidFill>
                <a:srgbClr val="00FFFF"/>
              </a:solidFill>
              <a:prstDash val="solid"/>
              <a:headEnd type="none" w="med" len="med"/>
              <a:tailEnd type="triangle" w="med" len="med"/>
            </a:ln>
          </p:spPr>
        </p:sp>
        <p:sp>
          <p:nvSpPr>
            <p:cNvPr id="34838" name="Oval 121"/>
            <p:cNvSpPr/>
            <p:nvPr/>
          </p:nvSpPr>
          <p:spPr>
            <a:xfrm>
              <a:off x="1239" y="174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4839" name="Oval 122"/>
            <p:cNvSpPr/>
            <p:nvPr/>
          </p:nvSpPr>
          <p:spPr>
            <a:xfrm>
              <a:off x="3842" y="176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4840" name="Arc 123"/>
            <p:cNvSpPr/>
            <p:nvPr/>
          </p:nvSpPr>
          <p:spPr>
            <a:xfrm rot="467013">
              <a:off x="2745" y="1117"/>
              <a:ext cx="324" cy="281"/>
            </a:xfrm>
            <a:custGeom>
              <a:avLst/>
              <a:gdLst/>
              <a:ahLst/>
              <a:cxnLst>
                <a:cxn ang="0">
                  <a:pos x="0" y="0"/>
                </a:cxn>
                <a:cxn ang="0">
                  <a:pos x="324" y="156"/>
                </a:cxn>
                <a:cxn ang="0">
                  <a:pos x="0" y="281"/>
                </a:cxn>
              </a:cxnLst>
              <a:rect l="0" t="0" r="0" b="0"/>
              <a:pathLst>
                <a:path w="19335" h="21600" fill="none">
                  <a:moveTo>
                    <a:pt x="0" y="0"/>
                  </a:moveTo>
                  <a:cubicBezTo>
                    <a:pt x="8193" y="0"/>
                    <a:pt x="15682" y="4636"/>
                    <a:pt x="19335" y="11970"/>
                  </a:cubicBezTo>
                </a:path>
                <a:path w="19335" h="21600" stroke="0">
                  <a:moveTo>
                    <a:pt x="0" y="0"/>
                  </a:moveTo>
                  <a:cubicBezTo>
                    <a:pt x="8193" y="0"/>
                    <a:pt x="15682" y="4636"/>
                    <a:pt x="19335" y="1197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4841" name="Arc 124"/>
            <p:cNvSpPr/>
            <p:nvPr/>
          </p:nvSpPr>
          <p:spPr>
            <a:xfrm rot="220785" flipH="1">
              <a:off x="2216" y="1108"/>
              <a:ext cx="347" cy="281"/>
            </a:xfrm>
            <a:custGeom>
              <a:avLst/>
              <a:gdLst/>
              <a:ahLst/>
              <a:cxnLst>
                <a:cxn ang="0">
                  <a:pos x="77" y="0"/>
                </a:cxn>
                <a:cxn ang="0">
                  <a:pos x="347" y="202"/>
                </a:cxn>
                <a:cxn ang="0">
                  <a:pos x="0" y="281"/>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4842" name="Text Box 125"/>
            <p:cNvSpPr txBox="1"/>
            <p:nvPr/>
          </p:nvSpPr>
          <p:spPr>
            <a:xfrm>
              <a:off x="1293" y="1434"/>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4843" name="Text Box 126"/>
            <p:cNvSpPr txBox="1"/>
            <p:nvPr/>
          </p:nvSpPr>
          <p:spPr>
            <a:xfrm>
              <a:off x="3652" y="1434"/>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4844" name="Text Box 127"/>
            <p:cNvSpPr txBox="1"/>
            <p:nvPr/>
          </p:nvSpPr>
          <p:spPr>
            <a:xfrm>
              <a:off x="1384" y="980"/>
              <a:ext cx="54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4845" name="Text Box 128"/>
            <p:cNvSpPr txBox="1"/>
            <p:nvPr/>
          </p:nvSpPr>
          <p:spPr>
            <a:xfrm>
              <a:off x="2699" y="1434"/>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4846" name="Text Box 129"/>
            <p:cNvSpPr txBox="1"/>
            <p:nvPr/>
          </p:nvSpPr>
          <p:spPr>
            <a:xfrm>
              <a:off x="2382" y="1434"/>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4847" name="Text Box 130"/>
            <p:cNvSpPr txBox="1"/>
            <p:nvPr/>
          </p:nvSpPr>
          <p:spPr>
            <a:xfrm>
              <a:off x="1293" y="1706"/>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4848" name="Text Box 131"/>
            <p:cNvSpPr txBox="1"/>
            <p:nvPr/>
          </p:nvSpPr>
          <p:spPr>
            <a:xfrm>
              <a:off x="3607" y="1751"/>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4849" name="Line 132"/>
            <p:cNvSpPr/>
            <p:nvPr/>
          </p:nvSpPr>
          <p:spPr>
            <a:xfrm>
              <a:off x="2518" y="1389"/>
              <a:ext cx="272" cy="0"/>
            </a:xfrm>
            <a:prstGeom prst="line">
              <a:avLst/>
            </a:prstGeom>
            <a:ln w="28575" cap="flat" cmpd="sng">
              <a:solidFill>
                <a:srgbClr val="FFCC00"/>
              </a:solidFill>
              <a:prstDash val="solid"/>
              <a:headEnd type="none" w="med" len="med"/>
              <a:tailEnd type="none" w="med" len="med"/>
            </a:ln>
          </p:spPr>
        </p:sp>
        <p:sp>
          <p:nvSpPr>
            <p:cNvPr id="34850" name="Line 134"/>
            <p:cNvSpPr/>
            <p:nvPr/>
          </p:nvSpPr>
          <p:spPr>
            <a:xfrm>
              <a:off x="3879" y="1389"/>
              <a:ext cx="0" cy="363"/>
            </a:xfrm>
            <a:prstGeom prst="line">
              <a:avLst/>
            </a:prstGeom>
            <a:ln w="28575" cap="flat" cmpd="sng">
              <a:solidFill>
                <a:srgbClr val="FFCC00"/>
              </a:solidFill>
              <a:prstDash val="solid"/>
              <a:headEnd type="none" w="med" len="med"/>
              <a:tailEnd type="none" w="med" len="med"/>
            </a:ln>
          </p:spPr>
        </p:sp>
        <p:sp>
          <p:nvSpPr>
            <p:cNvPr id="34851" name="Rectangle 135"/>
            <p:cNvSpPr/>
            <p:nvPr/>
          </p:nvSpPr>
          <p:spPr>
            <a:xfrm>
              <a:off x="3380" y="131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34852" name="Rectangle 136"/>
            <p:cNvSpPr/>
            <p:nvPr/>
          </p:nvSpPr>
          <p:spPr>
            <a:xfrm>
              <a:off x="1466" y="132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34853" name="Group 154"/>
            <p:cNvGrpSpPr/>
            <p:nvPr/>
          </p:nvGrpSpPr>
          <p:grpSpPr>
            <a:xfrm rot="5400000">
              <a:off x="2267" y="1139"/>
              <a:ext cx="91" cy="408"/>
              <a:chOff x="1565" y="2614"/>
              <a:chExt cx="90" cy="486"/>
            </a:xfrm>
          </p:grpSpPr>
          <p:sp>
            <p:nvSpPr>
              <p:cNvPr id="34860" name="Arc 15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4861" name="Arc 15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4862" name="Arc 15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4863" name="Arc 15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4854" name="Group 159"/>
            <p:cNvGrpSpPr/>
            <p:nvPr/>
          </p:nvGrpSpPr>
          <p:grpSpPr>
            <a:xfrm rot="5400000">
              <a:off x="2948" y="1139"/>
              <a:ext cx="91" cy="408"/>
              <a:chOff x="1565" y="2614"/>
              <a:chExt cx="90" cy="486"/>
            </a:xfrm>
          </p:grpSpPr>
          <p:sp>
            <p:nvSpPr>
              <p:cNvPr id="34856" name="Arc 16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4857" name="Arc 16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4858" name="Arc 16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4859" name="Arc 16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34855" name="Text Box 164"/>
            <p:cNvSpPr txBox="1"/>
            <p:nvPr/>
          </p:nvSpPr>
          <p:spPr>
            <a:xfrm>
              <a:off x="3560" y="981"/>
              <a:ext cx="54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6628"/>
                                        </p:tgtEl>
                                        <p:attrNameLst>
                                          <p:attrName>style.visibility</p:attrName>
                                        </p:attrNameLst>
                                      </p:cBhvr>
                                      <p:to>
                                        <p:strVal val="visible"/>
                                      </p:to>
                                    </p:set>
                                    <p:anim calcmode="lin" valueType="num">
                                      <p:cBhvr additive="base">
                                        <p:cTn id="7" dur="500" fill="hold"/>
                                        <p:tgtEl>
                                          <p:spTgt spid="26628"/>
                                        </p:tgtEl>
                                        <p:attrNameLst>
                                          <p:attrName>ppt_x</p:attrName>
                                        </p:attrNameLst>
                                      </p:cBhvr>
                                      <p:tavLst>
                                        <p:tav tm="0">
                                          <p:val>
                                            <p:strVal val="0-#ppt_w/2"/>
                                          </p:val>
                                        </p:tav>
                                        <p:tav tm="100000">
                                          <p:val>
                                            <p:strVal val="#ppt_x"/>
                                          </p:val>
                                        </p:tav>
                                      </p:tavLst>
                                    </p:anim>
                                    <p:anim calcmode="lin" valueType="num">
                                      <p:cBhvr additive="base">
                                        <p:cTn id="8" dur="500" fill="hold"/>
                                        <p:tgtEl>
                                          <p:spTgt spid="266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6789"/>
                                        </p:tgtEl>
                                        <p:attrNameLst>
                                          <p:attrName>style.visibility</p:attrName>
                                        </p:attrNameLst>
                                      </p:cBhvr>
                                      <p:to>
                                        <p:strVal val="visible"/>
                                      </p:to>
                                    </p:set>
                                    <p:animEffect transition="in" filter="blinds(horizontal)">
                                      <p:cBhvr>
                                        <p:cTn id="13" dur="500"/>
                                        <p:tgtEl>
                                          <p:spTgt spid="26789"/>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32" fill="hold" nodeType="clickEffect">
                                  <p:stCondLst>
                                    <p:cond delay="0"/>
                                  </p:stCondLst>
                                  <p:childTnLst>
                                    <p:set>
                                      <p:cBhvr>
                                        <p:cTn id="17" dur="1" fill="hold">
                                          <p:stCondLst>
                                            <p:cond delay="0"/>
                                          </p:stCondLst>
                                        </p:cTn>
                                        <p:tgtEl>
                                          <p:spTgt spid="26770"/>
                                        </p:tgtEl>
                                        <p:attrNameLst>
                                          <p:attrName>style.visibility</p:attrName>
                                        </p:attrNameLst>
                                      </p:cBhvr>
                                      <p:to>
                                        <p:strVal val="visible"/>
                                      </p:to>
                                    </p:set>
                                    <p:anim calcmode="lin" valueType="num">
                                      <p:cBhvr>
                                        <p:cTn id="18" dur="1000" fill="hold"/>
                                        <p:tgtEl>
                                          <p:spTgt spid="26770"/>
                                        </p:tgtEl>
                                        <p:attrNameLst>
                                          <p:attrName>ppt_w</p:attrName>
                                        </p:attrNameLst>
                                      </p:cBhvr>
                                      <p:tavLst>
                                        <p:tav tm="0">
                                          <p:val>
                                            <p:strVal val="4*#ppt_w"/>
                                          </p:val>
                                        </p:tav>
                                        <p:tav tm="100000">
                                          <p:val>
                                            <p:strVal val="#ppt_w"/>
                                          </p:val>
                                        </p:tav>
                                      </p:tavLst>
                                    </p:anim>
                                    <p:anim calcmode="lin" valueType="num">
                                      <p:cBhvr>
                                        <p:cTn id="19" dur="1000" fill="hold"/>
                                        <p:tgtEl>
                                          <p:spTgt spid="26770"/>
                                        </p:tgtEl>
                                        <p:attrNameLst>
                                          <p:attrName>ppt_h</p:attrName>
                                        </p:attrNameLst>
                                      </p:cBhvr>
                                      <p:tavLst>
                                        <p:tav tm="0">
                                          <p:val>
                                            <p:strVal val="4*#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6671"/>
                                        </p:tgtEl>
                                        <p:attrNameLst>
                                          <p:attrName>style.visibility</p:attrName>
                                        </p:attrNameLst>
                                      </p:cBhvr>
                                      <p:to>
                                        <p:strVal val="visible"/>
                                      </p:to>
                                    </p:set>
                                    <p:animEffect transition="in" filter="wipe(left)">
                                      <p:cBhvr>
                                        <p:cTn id="24" dur="2000"/>
                                        <p:tgtEl>
                                          <p:spTgt spid="26671"/>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32" fill="hold" nodeType="clickEffect">
                                  <p:stCondLst>
                                    <p:cond delay="0"/>
                                  </p:stCondLst>
                                  <p:childTnLst>
                                    <p:set>
                                      <p:cBhvr>
                                        <p:cTn id="28" dur="1" fill="hold">
                                          <p:stCondLst>
                                            <p:cond delay="0"/>
                                          </p:stCondLst>
                                        </p:cTn>
                                        <p:tgtEl>
                                          <p:spTgt spid="26771"/>
                                        </p:tgtEl>
                                        <p:attrNameLst>
                                          <p:attrName>style.visibility</p:attrName>
                                        </p:attrNameLst>
                                      </p:cBhvr>
                                      <p:to>
                                        <p:strVal val="visible"/>
                                      </p:to>
                                    </p:set>
                                    <p:anim calcmode="lin" valueType="num">
                                      <p:cBhvr>
                                        <p:cTn id="29" dur="1000" fill="hold"/>
                                        <p:tgtEl>
                                          <p:spTgt spid="26771"/>
                                        </p:tgtEl>
                                        <p:attrNameLst>
                                          <p:attrName>ppt_w</p:attrName>
                                        </p:attrNameLst>
                                      </p:cBhvr>
                                      <p:tavLst>
                                        <p:tav tm="0">
                                          <p:val>
                                            <p:strVal val="4*#ppt_w"/>
                                          </p:val>
                                        </p:tav>
                                        <p:tav tm="100000">
                                          <p:val>
                                            <p:strVal val="#ppt_w"/>
                                          </p:val>
                                        </p:tav>
                                      </p:tavLst>
                                    </p:anim>
                                    <p:anim calcmode="lin" valueType="num">
                                      <p:cBhvr>
                                        <p:cTn id="30" dur="1000" fill="hold"/>
                                        <p:tgtEl>
                                          <p:spTgt spid="26771"/>
                                        </p:tgtEl>
                                        <p:attrNameLst>
                                          <p:attrName>ppt_h</p:attrName>
                                        </p:attrNameLst>
                                      </p:cBhvr>
                                      <p:tavLst>
                                        <p:tav tm="0">
                                          <p:val>
                                            <p:strVal val="4*#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32" fill="hold" grpId="0" nodeType="clickEffect">
                                  <p:stCondLst>
                                    <p:cond delay="0"/>
                                  </p:stCondLst>
                                  <p:childTnLst>
                                    <p:set>
                                      <p:cBhvr>
                                        <p:cTn id="34" dur="1" fill="hold">
                                          <p:stCondLst>
                                            <p:cond delay="0"/>
                                          </p:stCondLst>
                                        </p:cTn>
                                        <p:tgtEl>
                                          <p:spTgt spid="26673"/>
                                        </p:tgtEl>
                                        <p:attrNameLst>
                                          <p:attrName>style.visibility</p:attrName>
                                        </p:attrNameLst>
                                      </p:cBhvr>
                                      <p:to>
                                        <p:strVal val="visible"/>
                                      </p:to>
                                    </p:set>
                                    <p:anim calcmode="lin" valueType="num">
                                      <p:cBhvr>
                                        <p:cTn id="35" dur="1000" fill="hold"/>
                                        <p:tgtEl>
                                          <p:spTgt spid="26673"/>
                                        </p:tgtEl>
                                        <p:attrNameLst>
                                          <p:attrName>ppt_w</p:attrName>
                                        </p:attrNameLst>
                                      </p:cBhvr>
                                      <p:tavLst>
                                        <p:tav tm="0">
                                          <p:val>
                                            <p:strVal val="4*#ppt_w"/>
                                          </p:val>
                                        </p:tav>
                                        <p:tav tm="100000">
                                          <p:val>
                                            <p:strVal val="#ppt_w"/>
                                          </p:val>
                                        </p:tav>
                                      </p:tavLst>
                                    </p:anim>
                                    <p:anim calcmode="lin" valueType="num">
                                      <p:cBhvr>
                                        <p:cTn id="36" dur="1000" fill="hold"/>
                                        <p:tgtEl>
                                          <p:spTgt spid="2667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p:bldP spid="2667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825" name="Group 97"/>
          <p:cNvGrpSpPr/>
          <p:nvPr/>
        </p:nvGrpSpPr>
        <p:grpSpPr>
          <a:xfrm>
            <a:off x="1258888" y="5210175"/>
            <a:ext cx="2397125" cy="547688"/>
            <a:chOff x="793" y="3143"/>
            <a:chExt cx="1510" cy="345"/>
          </a:xfrm>
        </p:grpSpPr>
        <p:sp>
          <p:nvSpPr>
            <p:cNvPr id="35947" name="Line 50"/>
            <p:cNvSpPr/>
            <p:nvPr/>
          </p:nvSpPr>
          <p:spPr>
            <a:xfrm flipV="1">
              <a:off x="793" y="3385"/>
              <a:ext cx="1373" cy="8"/>
            </a:xfrm>
            <a:prstGeom prst="line">
              <a:avLst/>
            </a:prstGeom>
            <a:ln w="28575" cap="flat" cmpd="sng">
              <a:solidFill>
                <a:srgbClr val="FFFF00"/>
              </a:solidFill>
              <a:prstDash val="solid"/>
              <a:headEnd type="none" w="med" len="med"/>
              <a:tailEnd type="triangle" w="med" len="med"/>
            </a:ln>
          </p:spPr>
        </p:sp>
        <p:graphicFrame>
          <p:nvGraphicFramePr>
            <p:cNvPr id="35948" name="Object 60"/>
            <p:cNvGraphicFramePr>
              <a:graphicFrameLocks noChangeAspect="1"/>
            </p:cNvGraphicFramePr>
            <p:nvPr/>
          </p:nvGraphicFramePr>
          <p:xfrm>
            <a:off x="2154" y="3143"/>
            <a:ext cx="149" cy="345"/>
          </p:xfrm>
          <a:graphic>
            <a:graphicData uri="http://schemas.openxmlformats.org/presentationml/2006/ole">
              <mc:AlternateContent xmlns:mc="http://schemas.openxmlformats.org/markup-compatibility/2006">
                <mc:Choice xmlns:v="urn:schemas-microsoft-com:vml" Requires="v">
                  <p:oleObj r:id="rId2" imgW="126365" imgH="282575" progId="Equation.3">
                    <p:embed/>
                  </p:oleObj>
                </mc:Choice>
                <mc:Fallback>
                  <p:oleObj r:id="rId2" imgW="126365" imgH="282575" progId="Equation.3">
                    <p:embed/>
                    <p:pic>
                      <p:nvPicPr>
                        <p:cNvPr id="0" name="图片 3113"/>
                        <p:cNvPicPr/>
                        <p:nvPr/>
                      </p:nvPicPr>
                      <p:blipFill>
                        <a:blip r:embed="rId3">
                          <a:clrChange>
                            <a:clrFrom>
                              <a:srgbClr val="000000"/>
                            </a:clrFrom>
                            <a:clrTo>
                              <a:srgbClr val="FFFFFF"/>
                            </a:clrTo>
                          </a:clrChange>
                        </a:blip>
                        <a:stretch>
                          <a:fillRect/>
                        </a:stretch>
                      </p:blipFill>
                      <p:spPr>
                        <a:xfrm>
                          <a:off x="2154" y="3143"/>
                          <a:ext cx="149" cy="345"/>
                        </a:xfrm>
                        <a:prstGeom prst="rect">
                          <a:avLst/>
                        </a:prstGeom>
                        <a:noFill/>
                        <a:ln w="38100">
                          <a:noFill/>
                          <a:miter/>
                        </a:ln>
                      </p:spPr>
                    </p:pic>
                  </p:oleObj>
                </mc:Fallback>
              </mc:AlternateContent>
            </a:graphicData>
          </a:graphic>
        </p:graphicFrame>
      </p:grpSp>
      <p:grpSp>
        <p:nvGrpSpPr>
          <p:cNvPr id="73826" name="Group 98"/>
          <p:cNvGrpSpPr/>
          <p:nvPr/>
        </p:nvGrpSpPr>
        <p:grpSpPr>
          <a:xfrm>
            <a:off x="1290638" y="5062538"/>
            <a:ext cx="617537" cy="531812"/>
            <a:chOff x="2154" y="2641"/>
            <a:chExt cx="389" cy="335"/>
          </a:xfrm>
        </p:grpSpPr>
        <p:sp>
          <p:nvSpPr>
            <p:cNvPr id="35945" name="Line 51"/>
            <p:cNvSpPr/>
            <p:nvPr/>
          </p:nvSpPr>
          <p:spPr>
            <a:xfrm>
              <a:off x="2154" y="2976"/>
              <a:ext cx="389" cy="0"/>
            </a:xfrm>
            <a:prstGeom prst="line">
              <a:avLst/>
            </a:prstGeom>
            <a:ln w="28575" cap="flat" cmpd="sng">
              <a:solidFill>
                <a:srgbClr val="FF3300"/>
              </a:solidFill>
              <a:prstDash val="solid"/>
              <a:headEnd type="none" w="med" len="med"/>
              <a:tailEnd type="triangle" w="med" len="med"/>
            </a:ln>
          </p:spPr>
        </p:sp>
        <p:graphicFrame>
          <p:nvGraphicFramePr>
            <p:cNvPr id="35946" name="Object 61"/>
            <p:cNvGraphicFramePr>
              <a:graphicFrameLocks noChangeAspect="1"/>
            </p:cNvGraphicFramePr>
            <p:nvPr/>
          </p:nvGraphicFramePr>
          <p:xfrm>
            <a:off x="2206" y="2641"/>
            <a:ext cx="296" cy="334"/>
          </p:xfrm>
          <a:graphic>
            <a:graphicData uri="http://schemas.openxmlformats.org/presentationml/2006/ole">
              <mc:AlternateContent xmlns:mc="http://schemas.openxmlformats.org/markup-compatibility/2006">
                <mc:Choice xmlns:v="urn:schemas-microsoft-com:vml" Requires="v">
                  <p:oleObj r:id="rId4" imgW="297180" imgH="334645" progId="Equation.3">
                    <p:embed/>
                  </p:oleObj>
                </mc:Choice>
                <mc:Fallback>
                  <p:oleObj r:id="rId4" imgW="297180" imgH="334645" progId="Equation.3">
                    <p:embed/>
                    <p:pic>
                      <p:nvPicPr>
                        <p:cNvPr id="0" name="图片 3114"/>
                        <p:cNvPicPr/>
                        <p:nvPr/>
                      </p:nvPicPr>
                      <p:blipFill>
                        <a:blip r:embed="rId5">
                          <a:clrChange>
                            <a:clrFrom>
                              <a:srgbClr val="000000"/>
                            </a:clrFrom>
                            <a:clrTo>
                              <a:srgbClr val="FFFFFF"/>
                            </a:clrTo>
                          </a:clrChange>
                        </a:blip>
                        <a:stretch>
                          <a:fillRect/>
                        </a:stretch>
                      </p:blipFill>
                      <p:spPr>
                        <a:xfrm>
                          <a:off x="2206" y="2641"/>
                          <a:ext cx="296" cy="334"/>
                        </a:xfrm>
                        <a:prstGeom prst="rect">
                          <a:avLst/>
                        </a:prstGeom>
                        <a:noFill/>
                        <a:ln w="38100">
                          <a:noFill/>
                          <a:miter/>
                        </a:ln>
                      </p:spPr>
                    </p:pic>
                  </p:oleObj>
                </mc:Fallback>
              </mc:AlternateContent>
            </a:graphicData>
          </a:graphic>
        </p:graphicFrame>
      </p:grpSp>
      <p:grpSp>
        <p:nvGrpSpPr>
          <p:cNvPr id="73827" name="Group 99"/>
          <p:cNvGrpSpPr/>
          <p:nvPr/>
        </p:nvGrpSpPr>
        <p:grpSpPr>
          <a:xfrm>
            <a:off x="1900238" y="4922838"/>
            <a:ext cx="809625" cy="671512"/>
            <a:chOff x="1156" y="2659"/>
            <a:chExt cx="510" cy="423"/>
          </a:xfrm>
        </p:grpSpPr>
        <p:sp>
          <p:nvSpPr>
            <p:cNvPr id="35943" name="Line 52"/>
            <p:cNvSpPr/>
            <p:nvPr/>
          </p:nvSpPr>
          <p:spPr>
            <a:xfrm rot="-5400000">
              <a:off x="945" y="2870"/>
              <a:ext cx="423" cy="1"/>
            </a:xfrm>
            <a:prstGeom prst="line">
              <a:avLst/>
            </a:prstGeom>
            <a:ln w="28575" cap="flat" cmpd="sng">
              <a:solidFill>
                <a:srgbClr val="00FFFF"/>
              </a:solidFill>
              <a:prstDash val="solid"/>
              <a:headEnd type="none" w="med" len="med"/>
              <a:tailEnd type="triangle" w="med" len="med"/>
            </a:ln>
          </p:spPr>
        </p:sp>
        <p:graphicFrame>
          <p:nvGraphicFramePr>
            <p:cNvPr id="35944" name="Object 62"/>
            <p:cNvGraphicFramePr>
              <a:graphicFrameLocks noChangeAspect="1"/>
            </p:cNvGraphicFramePr>
            <p:nvPr/>
          </p:nvGraphicFramePr>
          <p:xfrm>
            <a:off x="1201" y="2725"/>
            <a:ext cx="465" cy="330"/>
          </p:xfrm>
          <a:graphic>
            <a:graphicData uri="http://schemas.openxmlformats.org/presentationml/2006/ole">
              <mc:AlternateContent xmlns:mc="http://schemas.openxmlformats.org/markup-compatibility/2006">
                <mc:Choice xmlns:v="urn:schemas-microsoft-com:vml" Requires="v">
                  <p:oleObj r:id="rId6" imgW="468630" imgH="334645" progId="Equation.3">
                    <p:embed/>
                  </p:oleObj>
                </mc:Choice>
                <mc:Fallback>
                  <p:oleObj r:id="rId6" imgW="468630" imgH="334645" progId="Equation.3">
                    <p:embed/>
                    <p:pic>
                      <p:nvPicPr>
                        <p:cNvPr id="0" name="图片 3117"/>
                        <p:cNvPicPr/>
                        <p:nvPr/>
                      </p:nvPicPr>
                      <p:blipFill>
                        <a:blip r:embed="rId7">
                          <a:clrChange>
                            <a:clrFrom>
                              <a:srgbClr val="000000"/>
                            </a:clrFrom>
                            <a:clrTo>
                              <a:srgbClr val="FFFFFF"/>
                            </a:clrTo>
                          </a:clrChange>
                        </a:blip>
                        <a:stretch>
                          <a:fillRect/>
                        </a:stretch>
                      </p:blipFill>
                      <p:spPr>
                        <a:xfrm>
                          <a:off x="1201" y="2725"/>
                          <a:ext cx="465" cy="330"/>
                        </a:xfrm>
                        <a:prstGeom prst="rect">
                          <a:avLst/>
                        </a:prstGeom>
                        <a:noFill/>
                        <a:ln w="38100">
                          <a:noFill/>
                          <a:miter/>
                        </a:ln>
                      </p:spPr>
                    </p:pic>
                  </p:oleObj>
                </mc:Fallback>
              </mc:AlternateContent>
            </a:graphicData>
          </a:graphic>
        </p:graphicFrame>
      </p:grpSp>
      <p:grpSp>
        <p:nvGrpSpPr>
          <p:cNvPr id="73829" name="Group 101"/>
          <p:cNvGrpSpPr/>
          <p:nvPr/>
        </p:nvGrpSpPr>
        <p:grpSpPr>
          <a:xfrm>
            <a:off x="1916113" y="4432300"/>
            <a:ext cx="811212" cy="541338"/>
            <a:chOff x="1177" y="2360"/>
            <a:chExt cx="511" cy="341"/>
          </a:xfrm>
        </p:grpSpPr>
        <p:sp>
          <p:nvSpPr>
            <p:cNvPr id="35941" name="Line 58"/>
            <p:cNvSpPr/>
            <p:nvPr/>
          </p:nvSpPr>
          <p:spPr>
            <a:xfrm rot="-5400000">
              <a:off x="1018" y="2518"/>
              <a:ext cx="317" cy="0"/>
            </a:xfrm>
            <a:prstGeom prst="line">
              <a:avLst/>
            </a:prstGeom>
            <a:ln w="28575" cap="flat" cmpd="sng">
              <a:solidFill>
                <a:srgbClr val="66FF33"/>
              </a:solidFill>
              <a:prstDash val="solid"/>
              <a:headEnd type="none" w="med" len="med"/>
              <a:tailEnd type="triangle" w="med" len="med"/>
            </a:ln>
          </p:spPr>
        </p:sp>
        <p:graphicFrame>
          <p:nvGraphicFramePr>
            <p:cNvPr id="35942" name="Object 63"/>
            <p:cNvGraphicFramePr>
              <a:graphicFrameLocks noChangeAspect="1"/>
            </p:cNvGraphicFramePr>
            <p:nvPr/>
          </p:nvGraphicFramePr>
          <p:xfrm>
            <a:off x="1190" y="2372"/>
            <a:ext cx="498" cy="329"/>
          </p:xfrm>
          <a:graphic>
            <a:graphicData uri="http://schemas.openxmlformats.org/presentationml/2006/ole">
              <mc:AlternateContent xmlns:mc="http://schemas.openxmlformats.org/markup-compatibility/2006">
                <mc:Choice xmlns:v="urn:schemas-microsoft-com:vml" Requires="v">
                  <p:oleObj r:id="rId8" imgW="505460" imgH="334645" progId="Equation.3">
                    <p:embed/>
                  </p:oleObj>
                </mc:Choice>
                <mc:Fallback>
                  <p:oleObj r:id="rId8" imgW="505460" imgH="334645" progId="Equation.3">
                    <p:embed/>
                    <p:pic>
                      <p:nvPicPr>
                        <p:cNvPr id="0" name="图片 3118"/>
                        <p:cNvPicPr/>
                        <p:nvPr/>
                      </p:nvPicPr>
                      <p:blipFill>
                        <a:blip r:embed="rId9">
                          <a:clrChange>
                            <a:clrFrom>
                              <a:srgbClr val="000000"/>
                            </a:clrFrom>
                            <a:clrTo>
                              <a:srgbClr val="FFFFFF"/>
                            </a:clrTo>
                          </a:clrChange>
                        </a:blip>
                        <a:stretch>
                          <a:fillRect/>
                        </a:stretch>
                      </p:blipFill>
                      <p:spPr>
                        <a:xfrm>
                          <a:off x="1190" y="2372"/>
                          <a:ext cx="498" cy="329"/>
                        </a:xfrm>
                        <a:prstGeom prst="rect">
                          <a:avLst/>
                        </a:prstGeom>
                        <a:noFill/>
                        <a:ln w="38100">
                          <a:noFill/>
                          <a:miter/>
                        </a:ln>
                      </p:spPr>
                    </p:pic>
                  </p:oleObj>
                </mc:Fallback>
              </mc:AlternateContent>
            </a:graphicData>
          </a:graphic>
        </p:graphicFrame>
      </p:grpSp>
      <p:grpSp>
        <p:nvGrpSpPr>
          <p:cNvPr id="73828" name="Group 100"/>
          <p:cNvGrpSpPr/>
          <p:nvPr/>
        </p:nvGrpSpPr>
        <p:grpSpPr>
          <a:xfrm>
            <a:off x="1870075" y="3981450"/>
            <a:ext cx="596900" cy="530225"/>
            <a:chOff x="1178" y="2075"/>
            <a:chExt cx="376" cy="334"/>
          </a:xfrm>
        </p:grpSpPr>
        <p:sp>
          <p:nvSpPr>
            <p:cNvPr id="35939" name="Line 54"/>
            <p:cNvSpPr/>
            <p:nvPr/>
          </p:nvSpPr>
          <p:spPr>
            <a:xfrm>
              <a:off x="1178" y="2373"/>
              <a:ext cx="376" cy="10"/>
            </a:xfrm>
            <a:prstGeom prst="line">
              <a:avLst/>
            </a:prstGeom>
            <a:ln w="28575" cap="flat" cmpd="sng">
              <a:solidFill>
                <a:srgbClr val="FF3300"/>
              </a:solidFill>
              <a:prstDash val="solid"/>
              <a:headEnd type="none" w="med" len="med"/>
              <a:tailEnd type="triangle" w="med" len="med"/>
            </a:ln>
          </p:spPr>
        </p:sp>
        <p:graphicFrame>
          <p:nvGraphicFramePr>
            <p:cNvPr id="35940" name="Object 64"/>
            <p:cNvGraphicFramePr>
              <a:graphicFrameLocks noChangeAspect="1"/>
            </p:cNvGraphicFramePr>
            <p:nvPr/>
          </p:nvGraphicFramePr>
          <p:xfrm>
            <a:off x="1235" y="2075"/>
            <a:ext cx="310" cy="334"/>
          </p:xfrm>
          <a:graphic>
            <a:graphicData uri="http://schemas.openxmlformats.org/presentationml/2006/ole">
              <mc:AlternateContent xmlns:mc="http://schemas.openxmlformats.org/markup-compatibility/2006">
                <mc:Choice xmlns:v="urn:schemas-microsoft-com:vml" Requires="v">
                  <p:oleObj r:id="rId10" imgW="312420" imgH="334645" progId="Equation.3">
                    <p:embed/>
                  </p:oleObj>
                </mc:Choice>
                <mc:Fallback>
                  <p:oleObj r:id="rId10" imgW="312420" imgH="334645" progId="Equation.3">
                    <p:embed/>
                    <p:pic>
                      <p:nvPicPr>
                        <p:cNvPr id="0" name="图片 3115"/>
                        <p:cNvPicPr/>
                        <p:nvPr/>
                      </p:nvPicPr>
                      <p:blipFill>
                        <a:blip r:embed="rId11">
                          <a:clrChange>
                            <a:clrFrom>
                              <a:srgbClr val="000000"/>
                            </a:clrFrom>
                            <a:clrTo>
                              <a:srgbClr val="FFFFFF"/>
                            </a:clrTo>
                          </a:clrChange>
                        </a:blip>
                        <a:stretch>
                          <a:fillRect/>
                        </a:stretch>
                      </p:blipFill>
                      <p:spPr>
                        <a:xfrm>
                          <a:off x="1235" y="2075"/>
                          <a:ext cx="310" cy="334"/>
                        </a:xfrm>
                        <a:prstGeom prst="rect">
                          <a:avLst/>
                        </a:prstGeom>
                        <a:noFill/>
                        <a:ln w="38100">
                          <a:noFill/>
                          <a:miter/>
                        </a:ln>
                      </p:spPr>
                    </p:pic>
                  </p:oleObj>
                </mc:Fallback>
              </mc:AlternateContent>
            </a:graphicData>
          </a:graphic>
        </p:graphicFrame>
      </p:grpSp>
      <p:grpSp>
        <p:nvGrpSpPr>
          <p:cNvPr id="73831" name="Group 103"/>
          <p:cNvGrpSpPr/>
          <p:nvPr/>
        </p:nvGrpSpPr>
        <p:grpSpPr>
          <a:xfrm>
            <a:off x="2484438" y="3505200"/>
            <a:ext cx="790575" cy="952500"/>
            <a:chOff x="1554" y="1783"/>
            <a:chExt cx="498" cy="600"/>
          </a:xfrm>
        </p:grpSpPr>
        <p:sp>
          <p:nvSpPr>
            <p:cNvPr id="35937" name="Line 55"/>
            <p:cNvSpPr/>
            <p:nvPr/>
          </p:nvSpPr>
          <p:spPr>
            <a:xfrm rot="-5400000">
              <a:off x="1254" y="2083"/>
              <a:ext cx="600" cy="0"/>
            </a:xfrm>
            <a:prstGeom prst="line">
              <a:avLst/>
            </a:prstGeom>
            <a:ln w="28575" cap="flat" cmpd="sng">
              <a:solidFill>
                <a:srgbClr val="00FFFF"/>
              </a:solidFill>
              <a:prstDash val="solid"/>
              <a:headEnd type="none" w="med" len="med"/>
              <a:tailEnd type="triangle" w="med" len="med"/>
            </a:ln>
          </p:spPr>
        </p:sp>
        <p:graphicFrame>
          <p:nvGraphicFramePr>
            <p:cNvPr id="35938" name="Object 65"/>
            <p:cNvGraphicFramePr>
              <a:graphicFrameLocks noChangeAspect="1"/>
            </p:cNvGraphicFramePr>
            <p:nvPr/>
          </p:nvGraphicFramePr>
          <p:xfrm>
            <a:off x="1577" y="1891"/>
            <a:ext cx="475" cy="329"/>
          </p:xfrm>
          <a:graphic>
            <a:graphicData uri="http://schemas.openxmlformats.org/presentationml/2006/ole">
              <mc:AlternateContent xmlns:mc="http://schemas.openxmlformats.org/markup-compatibility/2006">
                <mc:Choice xmlns:v="urn:schemas-microsoft-com:vml" Requires="v">
                  <p:oleObj r:id="rId12" imgW="483235" imgH="334645" progId="Equation.3">
                    <p:embed/>
                  </p:oleObj>
                </mc:Choice>
                <mc:Fallback>
                  <p:oleObj r:id="rId12" imgW="483235" imgH="334645" progId="Equation.3">
                    <p:embed/>
                    <p:pic>
                      <p:nvPicPr>
                        <p:cNvPr id="0" name="图片 3116"/>
                        <p:cNvPicPr/>
                        <p:nvPr/>
                      </p:nvPicPr>
                      <p:blipFill>
                        <a:blip r:embed="rId13">
                          <a:clrChange>
                            <a:clrFrom>
                              <a:srgbClr val="000000"/>
                            </a:clrFrom>
                            <a:clrTo>
                              <a:srgbClr val="FFFFFF"/>
                            </a:clrTo>
                          </a:clrChange>
                        </a:blip>
                        <a:stretch>
                          <a:fillRect/>
                        </a:stretch>
                      </p:blipFill>
                      <p:spPr>
                        <a:xfrm>
                          <a:off x="1577" y="1891"/>
                          <a:ext cx="475" cy="329"/>
                        </a:xfrm>
                        <a:prstGeom prst="rect">
                          <a:avLst/>
                        </a:prstGeom>
                        <a:noFill/>
                        <a:ln w="38100">
                          <a:noFill/>
                          <a:miter/>
                        </a:ln>
                      </p:spPr>
                    </p:pic>
                  </p:oleObj>
                </mc:Fallback>
              </mc:AlternateContent>
            </a:graphicData>
          </a:graphic>
        </p:graphicFrame>
      </p:grpSp>
      <p:grpSp>
        <p:nvGrpSpPr>
          <p:cNvPr id="73832" name="Group 104"/>
          <p:cNvGrpSpPr/>
          <p:nvPr/>
        </p:nvGrpSpPr>
        <p:grpSpPr>
          <a:xfrm>
            <a:off x="2463800" y="2851150"/>
            <a:ext cx="814388" cy="654050"/>
            <a:chOff x="1552" y="1371"/>
            <a:chExt cx="513" cy="412"/>
          </a:xfrm>
        </p:grpSpPr>
        <p:sp>
          <p:nvSpPr>
            <p:cNvPr id="35935" name="Line 59"/>
            <p:cNvSpPr/>
            <p:nvPr/>
          </p:nvSpPr>
          <p:spPr>
            <a:xfrm rot="5400000" flipH="1">
              <a:off x="1375" y="1604"/>
              <a:ext cx="355" cy="2"/>
            </a:xfrm>
            <a:prstGeom prst="line">
              <a:avLst/>
            </a:prstGeom>
            <a:ln w="28575" cap="flat" cmpd="sng">
              <a:solidFill>
                <a:srgbClr val="66FF33"/>
              </a:solidFill>
              <a:prstDash val="solid"/>
              <a:headEnd type="none" w="med" len="med"/>
              <a:tailEnd type="triangle" w="med" len="med"/>
            </a:ln>
          </p:spPr>
        </p:sp>
        <p:graphicFrame>
          <p:nvGraphicFramePr>
            <p:cNvPr id="35936" name="Object 66"/>
            <p:cNvGraphicFramePr>
              <a:graphicFrameLocks noChangeAspect="1"/>
            </p:cNvGraphicFramePr>
            <p:nvPr/>
          </p:nvGraphicFramePr>
          <p:xfrm>
            <a:off x="1565" y="1371"/>
            <a:ext cx="500" cy="329"/>
          </p:xfrm>
          <a:graphic>
            <a:graphicData uri="http://schemas.openxmlformats.org/presentationml/2006/ole">
              <mc:AlternateContent xmlns:mc="http://schemas.openxmlformats.org/markup-compatibility/2006">
                <mc:Choice xmlns:v="urn:schemas-microsoft-com:vml" Requires="v">
                  <p:oleObj r:id="rId14" imgW="505460" imgH="334645" progId="Equation.3">
                    <p:embed/>
                  </p:oleObj>
                </mc:Choice>
                <mc:Fallback>
                  <p:oleObj r:id="rId14" imgW="505460" imgH="334645" progId="Equation.3">
                    <p:embed/>
                    <p:pic>
                      <p:nvPicPr>
                        <p:cNvPr id="0" name="图片 3120"/>
                        <p:cNvPicPr/>
                        <p:nvPr/>
                      </p:nvPicPr>
                      <p:blipFill>
                        <a:blip r:embed="rId15">
                          <a:clrChange>
                            <a:clrFrom>
                              <a:srgbClr val="000000"/>
                            </a:clrFrom>
                            <a:clrTo>
                              <a:srgbClr val="FFFFFF"/>
                            </a:clrTo>
                          </a:clrChange>
                        </a:blip>
                        <a:stretch>
                          <a:fillRect/>
                        </a:stretch>
                      </p:blipFill>
                      <p:spPr>
                        <a:xfrm>
                          <a:off x="1565" y="1371"/>
                          <a:ext cx="500" cy="329"/>
                        </a:xfrm>
                        <a:prstGeom prst="rect">
                          <a:avLst/>
                        </a:prstGeom>
                        <a:noFill/>
                        <a:ln w="38100">
                          <a:noFill/>
                          <a:miter/>
                        </a:ln>
                      </p:spPr>
                    </p:pic>
                  </p:oleObj>
                </mc:Fallback>
              </mc:AlternateContent>
            </a:graphicData>
          </a:graphic>
        </p:graphicFrame>
      </p:grpSp>
      <p:grpSp>
        <p:nvGrpSpPr>
          <p:cNvPr id="73830" name="Group 102"/>
          <p:cNvGrpSpPr/>
          <p:nvPr/>
        </p:nvGrpSpPr>
        <p:grpSpPr>
          <a:xfrm>
            <a:off x="1476375" y="4370388"/>
            <a:ext cx="393700" cy="1236662"/>
            <a:chOff x="909" y="2338"/>
            <a:chExt cx="248" cy="779"/>
          </a:xfrm>
        </p:grpSpPr>
        <p:sp>
          <p:nvSpPr>
            <p:cNvPr id="35933" name="Line 53"/>
            <p:cNvSpPr/>
            <p:nvPr/>
          </p:nvSpPr>
          <p:spPr>
            <a:xfrm rot="-4306469">
              <a:off x="589" y="2658"/>
              <a:ext cx="779" cy="139"/>
            </a:xfrm>
            <a:prstGeom prst="line">
              <a:avLst/>
            </a:prstGeom>
            <a:ln w="28575" cap="flat" cmpd="sng">
              <a:solidFill>
                <a:srgbClr val="FF00FF"/>
              </a:solidFill>
              <a:prstDash val="solid"/>
              <a:headEnd type="none" w="med" len="med"/>
              <a:tailEnd type="triangle" w="med" len="med"/>
            </a:ln>
          </p:spPr>
        </p:sp>
        <p:graphicFrame>
          <p:nvGraphicFramePr>
            <p:cNvPr id="35934" name="Object 67"/>
            <p:cNvGraphicFramePr>
              <a:graphicFrameLocks noChangeAspect="1"/>
            </p:cNvGraphicFramePr>
            <p:nvPr/>
          </p:nvGraphicFramePr>
          <p:xfrm>
            <a:off x="964" y="2609"/>
            <a:ext cx="193" cy="273"/>
          </p:xfrm>
          <a:graphic>
            <a:graphicData uri="http://schemas.openxmlformats.org/presentationml/2006/ole">
              <mc:AlternateContent xmlns:mc="http://schemas.openxmlformats.org/markup-compatibility/2006">
                <mc:Choice xmlns:v="urn:schemas-microsoft-com:vml" Requires="v">
                  <p:oleObj r:id="rId16" imgW="208280" imgH="297180" progId="Equation.3">
                    <p:embed/>
                  </p:oleObj>
                </mc:Choice>
                <mc:Fallback>
                  <p:oleObj r:id="rId16" imgW="208280" imgH="297180" progId="Equation.3">
                    <p:embed/>
                    <p:pic>
                      <p:nvPicPr>
                        <p:cNvPr id="0" name="图片 3119"/>
                        <p:cNvPicPr/>
                        <p:nvPr/>
                      </p:nvPicPr>
                      <p:blipFill>
                        <a:blip r:embed="rId17">
                          <a:clrChange>
                            <a:clrFrom>
                              <a:srgbClr val="000000"/>
                            </a:clrFrom>
                            <a:clrTo>
                              <a:srgbClr val="FFFFFF"/>
                            </a:clrTo>
                          </a:clrChange>
                        </a:blip>
                        <a:stretch>
                          <a:fillRect/>
                        </a:stretch>
                      </p:blipFill>
                      <p:spPr>
                        <a:xfrm>
                          <a:off x="964" y="2609"/>
                          <a:ext cx="193" cy="273"/>
                        </a:xfrm>
                        <a:prstGeom prst="rect">
                          <a:avLst/>
                        </a:prstGeom>
                        <a:noFill/>
                        <a:ln w="38100">
                          <a:noFill/>
                          <a:miter/>
                        </a:ln>
                      </p:spPr>
                    </p:pic>
                  </p:oleObj>
                </mc:Fallback>
              </mc:AlternateContent>
            </a:graphicData>
          </a:graphic>
        </p:graphicFrame>
      </p:grpSp>
      <p:grpSp>
        <p:nvGrpSpPr>
          <p:cNvPr id="73833" name="Group 105"/>
          <p:cNvGrpSpPr/>
          <p:nvPr/>
        </p:nvGrpSpPr>
        <p:grpSpPr>
          <a:xfrm>
            <a:off x="1844675" y="2925763"/>
            <a:ext cx="619125" cy="1516062"/>
            <a:chOff x="1162" y="1428"/>
            <a:chExt cx="390" cy="955"/>
          </a:xfrm>
        </p:grpSpPr>
        <p:sp>
          <p:nvSpPr>
            <p:cNvPr id="35931" name="Freeform 56"/>
            <p:cNvSpPr/>
            <p:nvPr/>
          </p:nvSpPr>
          <p:spPr>
            <a:xfrm>
              <a:off x="1162" y="1428"/>
              <a:ext cx="390" cy="955"/>
            </a:xfrm>
            <a:custGeom>
              <a:avLst/>
              <a:gdLst/>
              <a:ahLst/>
              <a:cxnLst>
                <a:cxn ang="0">
                  <a:pos x="0" y="955"/>
                </a:cxn>
                <a:cxn ang="0">
                  <a:pos x="390" y="0"/>
                </a:cxn>
              </a:cxnLst>
              <a:rect l="0" t="0" r="0" b="0"/>
              <a:pathLst>
                <a:path w="436" h="782">
                  <a:moveTo>
                    <a:pt x="0" y="782"/>
                  </a:moveTo>
                  <a:lnTo>
                    <a:pt x="436" y="0"/>
                  </a:lnTo>
                </a:path>
              </a:pathLst>
            </a:custGeom>
            <a:noFill/>
            <a:ln w="28575" cap="flat" cmpd="sng">
              <a:solidFill>
                <a:srgbClr val="FF00FF">
                  <a:alpha val="100000"/>
                </a:srgbClr>
              </a:solidFill>
              <a:prstDash val="solid"/>
              <a:round/>
              <a:headEnd type="none" w="med" len="med"/>
              <a:tailEnd type="triangle" w="med" len="med"/>
            </a:ln>
          </p:spPr>
          <p:txBody>
            <a:bodyPr/>
            <a:lstStyle/>
            <a:p>
              <a:endParaRPr lang="zh-CN" altLang="en-US"/>
            </a:p>
          </p:txBody>
        </p:sp>
        <p:graphicFrame>
          <p:nvGraphicFramePr>
            <p:cNvPr id="35932" name="Object 68"/>
            <p:cNvGraphicFramePr>
              <a:graphicFrameLocks noChangeAspect="1"/>
            </p:cNvGraphicFramePr>
            <p:nvPr/>
          </p:nvGraphicFramePr>
          <p:xfrm>
            <a:off x="1320" y="1772"/>
            <a:ext cx="217" cy="273"/>
          </p:xfrm>
          <a:graphic>
            <a:graphicData uri="http://schemas.openxmlformats.org/presentationml/2006/ole">
              <mc:AlternateContent xmlns:mc="http://schemas.openxmlformats.org/markup-compatibility/2006">
                <mc:Choice xmlns:v="urn:schemas-microsoft-com:vml" Requires="v">
                  <p:oleObj r:id="rId18" imgW="238125" imgH="297180" progId="Equation.3">
                    <p:embed/>
                  </p:oleObj>
                </mc:Choice>
                <mc:Fallback>
                  <p:oleObj r:id="rId18" imgW="238125" imgH="297180" progId="Equation.3">
                    <p:embed/>
                    <p:pic>
                      <p:nvPicPr>
                        <p:cNvPr id="0" name="图片 3122"/>
                        <p:cNvPicPr/>
                        <p:nvPr/>
                      </p:nvPicPr>
                      <p:blipFill>
                        <a:blip r:embed="rId19">
                          <a:clrChange>
                            <a:clrFrom>
                              <a:srgbClr val="000000"/>
                            </a:clrFrom>
                            <a:clrTo>
                              <a:srgbClr val="FFFFFF"/>
                            </a:clrTo>
                          </a:clrChange>
                        </a:blip>
                        <a:stretch>
                          <a:fillRect/>
                        </a:stretch>
                      </p:blipFill>
                      <p:spPr>
                        <a:xfrm>
                          <a:off x="1320" y="1772"/>
                          <a:ext cx="217" cy="273"/>
                        </a:xfrm>
                        <a:prstGeom prst="rect">
                          <a:avLst/>
                        </a:prstGeom>
                        <a:noFill/>
                        <a:ln w="38100">
                          <a:noFill/>
                          <a:miter/>
                        </a:ln>
                      </p:spPr>
                    </p:pic>
                  </p:oleObj>
                </mc:Fallback>
              </mc:AlternateContent>
            </a:graphicData>
          </a:graphic>
        </p:graphicFrame>
      </p:grpSp>
      <p:grpSp>
        <p:nvGrpSpPr>
          <p:cNvPr id="73834" name="Group 106"/>
          <p:cNvGrpSpPr/>
          <p:nvPr/>
        </p:nvGrpSpPr>
        <p:grpSpPr>
          <a:xfrm>
            <a:off x="1208088" y="2903538"/>
            <a:ext cx="1276350" cy="2690812"/>
            <a:chOff x="340" y="1253"/>
            <a:chExt cx="804" cy="1695"/>
          </a:xfrm>
        </p:grpSpPr>
        <p:sp>
          <p:nvSpPr>
            <p:cNvPr id="35929" name="Freeform 57"/>
            <p:cNvSpPr/>
            <p:nvPr/>
          </p:nvSpPr>
          <p:spPr>
            <a:xfrm>
              <a:off x="340" y="1253"/>
              <a:ext cx="804" cy="1695"/>
            </a:xfrm>
            <a:custGeom>
              <a:avLst/>
              <a:gdLst/>
              <a:ahLst/>
              <a:cxnLst>
                <a:cxn ang="0">
                  <a:pos x="0" y="1695"/>
                </a:cxn>
                <a:cxn ang="0">
                  <a:pos x="804" y="0"/>
                </a:cxn>
              </a:cxnLst>
              <a:rect l="0" t="0" r="0" b="0"/>
              <a:pathLst>
                <a:path w="526" h="1295">
                  <a:moveTo>
                    <a:pt x="0" y="1295"/>
                  </a:moveTo>
                  <a:lnTo>
                    <a:pt x="526" y="0"/>
                  </a:lnTo>
                </a:path>
              </a:pathLst>
            </a:custGeom>
            <a:noFill/>
            <a:ln w="28575" cap="flat" cmpd="sng">
              <a:solidFill>
                <a:srgbClr val="FF3300">
                  <a:alpha val="100000"/>
                </a:srgbClr>
              </a:solidFill>
              <a:prstDash val="solid"/>
              <a:round/>
              <a:headEnd type="none" w="med" len="med"/>
              <a:tailEnd type="stealth" w="sm" len="med"/>
            </a:ln>
          </p:spPr>
          <p:txBody>
            <a:bodyPr/>
            <a:lstStyle/>
            <a:p>
              <a:endParaRPr lang="zh-CN" altLang="en-US"/>
            </a:p>
          </p:txBody>
        </p:sp>
        <p:graphicFrame>
          <p:nvGraphicFramePr>
            <p:cNvPr id="35930" name="Object 69"/>
            <p:cNvGraphicFramePr>
              <a:graphicFrameLocks noChangeAspect="1"/>
            </p:cNvGraphicFramePr>
            <p:nvPr/>
          </p:nvGraphicFramePr>
          <p:xfrm>
            <a:off x="650" y="1465"/>
            <a:ext cx="209" cy="362"/>
          </p:xfrm>
          <a:graphic>
            <a:graphicData uri="http://schemas.openxmlformats.org/presentationml/2006/ole">
              <mc:AlternateContent xmlns:mc="http://schemas.openxmlformats.org/markup-compatibility/2006">
                <mc:Choice xmlns:v="urn:schemas-microsoft-com:vml" Requires="v">
                  <p:oleObj r:id="rId20" imgW="170815" imgH="297180" progId="Equation.3">
                    <p:embed/>
                  </p:oleObj>
                </mc:Choice>
                <mc:Fallback>
                  <p:oleObj r:id="rId20" imgW="170815" imgH="297180" progId="Equation.3">
                    <p:embed/>
                    <p:pic>
                      <p:nvPicPr>
                        <p:cNvPr id="0" name="图片 3121"/>
                        <p:cNvPicPr/>
                        <p:nvPr/>
                      </p:nvPicPr>
                      <p:blipFill>
                        <a:blip r:embed="rId21">
                          <a:clrChange>
                            <a:clrFrom>
                              <a:srgbClr val="000000"/>
                            </a:clrFrom>
                            <a:clrTo>
                              <a:srgbClr val="FFFFFF"/>
                            </a:clrTo>
                          </a:clrChange>
                        </a:blip>
                        <a:stretch>
                          <a:fillRect/>
                        </a:stretch>
                      </p:blipFill>
                      <p:spPr>
                        <a:xfrm>
                          <a:off x="650" y="1465"/>
                          <a:ext cx="209" cy="362"/>
                        </a:xfrm>
                        <a:prstGeom prst="rect">
                          <a:avLst/>
                        </a:prstGeom>
                        <a:noFill/>
                        <a:ln w="38100">
                          <a:noFill/>
                          <a:miter/>
                        </a:ln>
                      </p:spPr>
                    </p:pic>
                  </p:oleObj>
                </mc:Fallback>
              </mc:AlternateContent>
            </a:graphicData>
          </a:graphic>
        </p:graphicFrame>
      </p:grpSp>
      <p:grpSp>
        <p:nvGrpSpPr>
          <p:cNvPr id="73798" name="Group 70"/>
          <p:cNvGrpSpPr/>
          <p:nvPr/>
        </p:nvGrpSpPr>
        <p:grpSpPr>
          <a:xfrm>
            <a:off x="4751388" y="2997200"/>
            <a:ext cx="3433762" cy="2790825"/>
            <a:chOff x="3028" y="2055"/>
            <a:chExt cx="2102" cy="1758"/>
          </a:xfrm>
        </p:grpSpPr>
        <p:sp>
          <p:nvSpPr>
            <p:cNvPr id="35909" name="Line 71"/>
            <p:cNvSpPr/>
            <p:nvPr/>
          </p:nvSpPr>
          <p:spPr>
            <a:xfrm flipV="1">
              <a:off x="3097" y="3211"/>
              <a:ext cx="1610" cy="11"/>
            </a:xfrm>
            <a:prstGeom prst="line">
              <a:avLst/>
            </a:prstGeom>
            <a:ln w="28575" cap="flat" cmpd="sng">
              <a:solidFill>
                <a:srgbClr val="FFFF00"/>
              </a:solidFill>
              <a:prstDash val="solid"/>
              <a:headEnd type="none" w="med" len="med"/>
              <a:tailEnd type="triangle" w="med" len="med"/>
            </a:ln>
          </p:spPr>
        </p:sp>
        <p:sp>
          <p:nvSpPr>
            <p:cNvPr id="35910" name="Line 72"/>
            <p:cNvSpPr/>
            <p:nvPr/>
          </p:nvSpPr>
          <p:spPr>
            <a:xfrm>
              <a:off x="3127" y="3180"/>
              <a:ext cx="456" cy="0"/>
            </a:xfrm>
            <a:prstGeom prst="line">
              <a:avLst/>
            </a:prstGeom>
            <a:ln w="28575" cap="flat" cmpd="sng">
              <a:solidFill>
                <a:srgbClr val="FF3300"/>
              </a:solidFill>
              <a:prstDash val="solid"/>
              <a:headEnd type="none" w="med" len="med"/>
              <a:tailEnd type="triangle" w="med" len="med"/>
            </a:ln>
          </p:spPr>
        </p:sp>
        <p:sp>
          <p:nvSpPr>
            <p:cNvPr id="35911" name="Line 73"/>
            <p:cNvSpPr/>
            <p:nvPr/>
          </p:nvSpPr>
          <p:spPr>
            <a:xfrm rot="-5400000">
              <a:off x="3315" y="2912"/>
              <a:ext cx="535" cy="1"/>
            </a:xfrm>
            <a:prstGeom prst="line">
              <a:avLst/>
            </a:prstGeom>
            <a:ln w="28575" cap="flat" cmpd="sng">
              <a:solidFill>
                <a:srgbClr val="00FFFF"/>
              </a:solidFill>
              <a:prstDash val="solid"/>
              <a:headEnd type="none" w="med" len="med"/>
              <a:tailEnd type="triangle" w="med" len="med"/>
            </a:ln>
          </p:spPr>
        </p:sp>
        <p:sp>
          <p:nvSpPr>
            <p:cNvPr id="35912" name="Line 74"/>
            <p:cNvSpPr/>
            <p:nvPr/>
          </p:nvSpPr>
          <p:spPr>
            <a:xfrm rot="-3388474">
              <a:off x="3334" y="3050"/>
              <a:ext cx="57" cy="569"/>
            </a:xfrm>
            <a:prstGeom prst="line">
              <a:avLst/>
            </a:prstGeom>
            <a:ln w="28575" cap="flat" cmpd="sng">
              <a:solidFill>
                <a:srgbClr val="FF00FF"/>
              </a:solidFill>
              <a:prstDash val="solid"/>
              <a:headEnd type="none" w="med" len="med"/>
              <a:tailEnd type="triangle" w="med" len="med"/>
            </a:ln>
          </p:spPr>
        </p:sp>
        <p:sp>
          <p:nvSpPr>
            <p:cNvPr id="35913" name="Line 75"/>
            <p:cNvSpPr/>
            <p:nvPr/>
          </p:nvSpPr>
          <p:spPr>
            <a:xfrm>
              <a:off x="3617" y="3483"/>
              <a:ext cx="917" cy="0"/>
            </a:xfrm>
            <a:prstGeom prst="line">
              <a:avLst/>
            </a:prstGeom>
            <a:ln w="28575" cap="flat" cmpd="sng">
              <a:solidFill>
                <a:srgbClr val="FF3300"/>
              </a:solidFill>
              <a:prstDash val="solid"/>
              <a:headEnd type="none" w="med" len="med"/>
              <a:tailEnd type="triangle" w="med" len="med"/>
            </a:ln>
          </p:spPr>
        </p:sp>
        <p:sp>
          <p:nvSpPr>
            <p:cNvPr id="35914" name="Line 76"/>
            <p:cNvSpPr/>
            <p:nvPr/>
          </p:nvSpPr>
          <p:spPr>
            <a:xfrm rot="-5400000">
              <a:off x="3820" y="2769"/>
              <a:ext cx="1428" cy="0"/>
            </a:xfrm>
            <a:prstGeom prst="line">
              <a:avLst/>
            </a:prstGeom>
            <a:ln w="28575" cap="flat" cmpd="sng">
              <a:solidFill>
                <a:srgbClr val="00FFFF"/>
              </a:solidFill>
              <a:prstDash val="solid"/>
              <a:headEnd type="none" w="med" len="med"/>
              <a:tailEnd type="triangle" w="med" len="med"/>
            </a:ln>
          </p:spPr>
        </p:sp>
        <p:sp>
          <p:nvSpPr>
            <p:cNvPr id="35915" name="Freeform 77"/>
            <p:cNvSpPr/>
            <p:nvPr/>
          </p:nvSpPr>
          <p:spPr>
            <a:xfrm>
              <a:off x="3647" y="2780"/>
              <a:ext cx="933" cy="690"/>
            </a:xfrm>
            <a:custGeom>
              <a:avLst/>
              <a:gdLst/>
              <a:ahLst/>
              <a:cxnLst>
                <a:cxn ang="0">
                  <a:pos x="0" y="690"/>
                </a:cxn>
                <a:cxn ang="0">
                  <a:pos x="933" y="0"/>
                </a:cxn>
              </a:cxnLst>
              <a:rect l="0" t="0" r="0" b="0"/>
              <a:pathLst>
                <a:path w="436" h="782">
                  <a:moveTo>
                    <a:pt x="0" y="782"/>
                  </a:moveTo>
                  <a:lnTo>
                    <a:pt x="436" y="0"/>
                  </a:lnTo>
                </a:path>
              </a:pathLst>
            </a:custGeom>
            <a:noFill/>
            <a:ln w="28575" cap="flat" cmpd="sng">
              <a:solidFill>
                <a:srgbClr val="FF00FF">
                  <a:alpha val="100000"/>
                </a:srgbClr>
              </a:solidFill>
              <a:prstDash val="solid"/>
              <a:round/>
              <a:headEnd type="none" w="med" len="med"/>
              <a:tailEnd type="triangle" w="med" len="med"/>
            </a:ln>
          </p:spPr>
          <p:txBody>
            <a:bodyPr/>
            <a:lstStyle/>
            <a:p>
              <a:endParaRPr lang="zh-CN" altLang="en-US"/>
            </a:p>
          </p:txBody>
        </p:sp>
        <p:sp>
          <p:nvSpPr>
            <p:cNvPr id="35916" name="Freeform 78"/>
            <p:cNvSpPr/>
            <p:nvPr/>
          </p:nvSpPr>
          <p:spPr>
            <a:xfrm>
              <a:off x="3127" y="2780"/>
              <a:ext cx="1453" cy="397"/>
            </a:xfrm>
            <a:custGeom>
              <a:avLst/>
              <a:gdLst/>
              <a:ahLst/>
              <a:cxnLst>
                <a:cxn ang="0">
                  <a:pos x="0" y="397"/>
                </a:cxn>
                <a:cxn ang="0">
                  <a:pos x="1453" y="0"/>
                </a:cxn>
              </a:cxnLst>
              <a:rect l="0" t="0" r="0" b="0"/>
              <a:pathLst>
                <a:path w="526" h="1295">
                  <a:moveTo>
                    <a:pt x="0" y="1295"/>
                  </a:moveTo>
                  <a:lnTo>
                    <a:pt x="526" y="0"/>
                  </a:lnTo>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5917" name="Line 79"/>
            <p:cNvSpPr/>
            <p:nvPr/>
          </p:nvSpPr>
          <p:spPr>
            <a:xfrm rot="5400000" flipV="1">
              <a:off x="3198" y="3064"/>
              <a:ext cx="838" cy="0"/>
            </a:xfrm>
            <a:prstGeom prst="line">
              <a:avLst/>
            </a:prstGeom>
            <a:ln w="28575" cap="flat" cmpd="sng">
              <a:solidFill>
                <a:srgbClr val="66FF33"/>
              </a:solidFill>
              <a:prstDash val="solid"/>
              <a:headEnd type="none" w="med" len="med"/>
              <a:tailEnd type="triangle" w="med" len="med"/>
            </a:ln>
          </p:spPr>
        </p:sp>
        <p:sp>
          <p:nvSpPr>
            <p:cNvPr id="35918" name="Line 80"/>
            <p:cNvSpPr/>
            <p:nvPr/>
          </p:nvSpPr>
          <p:spPr>
            <a:xfrm rot="5400000" flipV="1">
              <a:off x="4206" y="2442"/>
              <a:ext cx="748" cy="0"/>
            </a:xfrm>
            <a:prstGeom prst="line">
              <a:avLst/>
            </a:prstGeom>
            <a:ln w="28575" cap="flat" cmpd="sng">
              <a:solidFill>
                <a:srgbClr val="66FF33"/>
              </a:solidFill>
              <a:prstDash val="solid"/>
              <a:headEnd type="none" w="med" len="med"/>
              <a:tailEnd type="triangle" w="med" len="med"/>
            </a:ln>
          </p:spPr>
        </p:sp>
        <p:graphicFrame>
          <p:nvGraphicFramePr>
            <p:cNvPr id="35919" name="Object 81"/>
            <p:cNvGraphicFramePr>
              <a:graphicFrameLocks noChangeAspect="1"/>
            </p:cNvGraphicFramePr>
            <p:nvPr/>
          </p:nvGraphicFramePr>
          <p:xfrm>
            <a:off x="4718" y="2911"/>
            <a:ext cx="175" cy="398"/>
          </p:xfrm>
          <a:graphic>
            <a:graphicData uri="http://schemas.openxmlformats.org/presentationml/2006/ole">
              <mc:AlternateContent xmlns:mc="http://schemas.openxmlformats.org/markup-compatibility/2006">
                <mc:Choice xmlns:v="urn:schemas-microsoft-com:vml" Requires="v">
                  <p:oleObj r:id="rId22" imgW="126365" imgH="260350" progId="Equation.3">
                    <p:embed/>
                  </p:oleObj>
                </mc:Choice>
                <mc:Fallback>
                  <p:oleObj r:id="rId22" imgW="126365" imgH="260350" progId="Equation.3">
                    <p:embed/>
                    <p:pic>
                      <p:nvPicPr>
                        <p:cNvPr id="0" name="图片 3128"/>
                        <p:cNvPicPr/>
                        <p:nvPr/>
                      </p:nvPicPr>
                      <p:blipFill>
                        <a:blip r:embed="rId23">
                          <a:clrChange>
                            <a:clrFrom>
                              <a:srgbClr val="000000"/>
                            </a:clrFrom>
                            <a:clrTo>
                              <a:srgbClr val="FFFFFF"/>
                            </a:clrTo>
                          </a:clrChange>
                        </a:blip>
                        <a:stretch>
                          <a:fillRect/>
                        </a:stretch>
                      </p:blipFill>
                      <p:spPr>
                        <a:xfrm>
                          <a:off x="4718" y="2911"/>
                          <a:ext cx="175" cy="398"/>
                        </a:xfrm>
                        <a:prstGeom prst="rect">
                          <a:avLst/>
                        </a:prstGeom>
                        <a:noFill/>
                        <a:ln w="38100">
                          <a:noFill/>
                          <a:miter/>
                        </a:ln>
                      </p:spPr>
                    </p:pic>
                  </p:oleObj>
                </mc:Fallback>
              </mc:AlternateContent>
            </a:graphicData>
          </a:graphic>
        </p:graphicFrame>
        <p:graphicFrame>
          <p:nvGraphicFramePr>
            <p:cNvPr id="35920" name="Object 82"/>
            <p:cNvGraphicFramePr>
              <a:graphicFrameLocks noChangeAspect="1"/>
            </p:cNvGraphicFramePr>
            <p:nvPr/>
          </p:nvGraphicFramePr>
          <p:xfrm>
            <a:off x="3204" y="2820"/>
            <a:ext cx="333" cy="376"/>
          </p:xfrm>
          <a:graphic>
            <a:graphicData uri="http://schemas.openxmlformats.org/presentationml/2006/ole">
              <mc:AlternateContent xmlns:mc="http://schemas.openxmlformats.org/markup-compatibility/2006">
                <mc:Choice xmlns:v="urn:schemas-microsoft-com:vml" Requires="v">
                  <p:oleObj r:id="rId24" imgW="282575" imgH="297180" progId="Equation.3">
                    <p:embed/>
                  </p:oleObj>
                </mc:Choice>
                <mc:Fallback>
                  <p:oleObj r:id="rId24" imgW="282575" imgH="297180" progId="Equation.3">
                    <p:embed/>
                    <p:pic>
                      <p:nvPicPr>
                        <p:cNvPr id="0" name="图片 3123"/>
                        <p:cNvPicPr/>
                        <p:nvPr/>
                      </p:nvPicPr>
                      <p:blipFill>
                        <a:blip r:embed="rId25">
                          <a:clrChange>
                            <a:clrFrom>
                              <a:srgbClr val="000000"/>
                            </a:clrFrom>
                            <a:clrTo>
                              <a:srgbClr val="FFFFFF"/>
                            </a:clrTo>
                          </a:clrChange>
                        </a:blip>
                        <a:stretch>
                          <a:fillRect/>
                        </a:stretch>
                      </p:blipFill>
                      <p:spPr>
                        <a:xfrm>
                          <a:off x="3204" y="2820"/>
                          <a:ext cx="333" cy="376"/>
                        </a:xfrm>
                        <a:prstGeom prst="rect">
                          <a:avLst/>
                        </a:prstGeom>
                        <a:noFill/>
                        <a:ln w="38100">
                          <a:noFill/>
                          <a:miter/>
                        </a:ln>
                      </p:spPr>
                    </p:pic>
                  </p:oleObj>
                </mc:Fallback>
              </mc:AlternateContent>
            </a:graphicData>
          </a:graphic>
        </p:graphicFrame>
        <p:graphicFrame>
          <p:nvGraphicFramePr>
            <p:cNvPr id="35921" name="Object 83"/>
            <p:cNvGraphicFramePr>
              <a:graphicFrameLocks noChangeAspect="1"/>
            </p:cNvGraphicFramePr>
            <p:nvPr/>
          </p:nvGraphicFramePr>
          <p:xfrm>
            <a:off x="3028" y="2524"/>
            <a:ext cx="490" cy="369"/>
          </p:xfrm>
          <a:graphic>
            <a:graphicData uri="http://schemas.openxmlformats.org/presentationml/2006/ole">
              <mc:AlternateContent xmlns:mc="http://schemas.openxmlformats.org/markup-compatibility/2006">
                <mc:Choice xmlns:v="urn:schemas-microsoft-com:vml" Requires="v">
                  <p:oleObj r:id="rId26" imgW="423545" imgH="297180" progId="Equation.3">
                    <p:embed/>
                  </p:oleObj>
                </mc:Choice>
                <mc:Fallback>
                  <p:oleObj r:id="rId26" imgW="423545" imgH="297180" progId="Equation.3">
                    <p:embed/>
                    <p:pic>
                      <p:nvPicPr>
                        <p:cNvPr id="0" name="图片 3124"/>
                        <p:cNvPicPr/>
                        <p:nvPr/>
                      </p:nvPicPr>
                      <p:blipFill>
                        <a:blip r:embed="rId27">
                          <a:clrChange>
                            <a:clrFrom>
                              <a:srgbClr val="000000"/>
                            </a:clrFrom>
                            <a:clrTo>
                              <a:srgbClr val="FFFFFF"/>
                            </a:clrTo>
                          </a:clrChange>
                        </a:blip>
                        <a:stretch>
                          <a:fillRect/>
                        </a:stretch>
                      </p:blipFill>
                      <p:spPr>
                        <a:xfrm>
                          <a:off x="3028" y="2524"/>
                          <a:ext cx="490" cy="369"/>
                        </a:xfrm>
                        <a:prstGeom prst="rect">
                          <a:avLst/>
                        </a:prstGeom>
                        <a:noFill/>
                        <a:ln w="38100">
                          <a:noFill/>
                          <a:miter/>
                        </a:ln>
                      </p:spPr>
                    </p:pic>
                  </p:oleObj>
                </mc:Fallback>
              </mc:AlternateContent>
            </a:graphicData>
          </a:graphic>
        </p:graphicFrame>
        <p:graphicFrame>
          <p:nvGraphicFramePr>
            <p:cNvPr id="35922" name="Object 84"/>
            <p:cNvGraphicFramePr>
              <a:graphicFrameLocks noChangeAspect="1"/>
            </p:cNvGraphicFramePr>
            <p:nvPr/>
          </p:nvGraphicFramePr>
          <p:xfrm>
            <a:off x="3665" y="2579"/>
            <a:ext cx="514" cy="369"/>
          </p:xfrm>
          <a:graphic>
            <a:graphicData uri="http://schemas.openxmlformats.org/presentationml/2006/ole">
              <mc:AlternateContent xmlns:mc="http://schemas.openxmlformats.org/markup-compatibility/2006">
                <mc:Choice xmlns:v="urn:schemas-microsoft-com:vml" Requires="v">
                  <p:oleObj r:id="rId28" imgW="445770" imgH="297180" progId="Equation.3">
                    <p:embed/>
                  </p:oleObj>
                </mc:Choice>
                <mc:Fallback>
                  <p:oleObj r:id="rId28" imgW="445770" imgH="297180" progId="Equation.3">
                    <p:embed/>
                    <p:pic>
                      <p:nvPicPr>
                        <p:cNvPr id="0" name="图片 3125"/>
                        <p:cNvPicPr/>
                        <p:nvPr/>
                      </p:nvPicPr>
                      <p:blipFill>
                        <a:blip r:embed="rId29">
                          <a:clrChange>
                            <a:clrFrom>
                              <a:srgbClr val="000000"/>
                            </a:clrFrom>
                            <a:clrTo>
                              <a:srgbClr val="FFFFFF"/>
                            </a:clrTo>
                          </a:clrChange>
                        </a:blip>
                        <a:stretch>
                          <a:fillRect/>
                        </a:stretch>
                      </p:blipFill>
                      <p:spPr>
                        <a:xfrm>
                          <a:off x="3665" y="2579"/>
                          <a:ext cx="514" cy="369"/>
                        </a:xfrm>
                        <a:prstGeom prst="rect">
                          <a:avLst/>
                        </a:prstGeom>
                        <a:noFill/>
                        <a:ln w="38100">
                          <a:noFill/>
                          <a:miter/>
                        </a:ln>
                      </p:spPr>
                    </p:pic>
                  </p:oleObj>
                </mc:Fallback>
              </mc:AlternateContent>
            </a:graphicData>
          </a:graphic>
        </p:graphicFrame>
        <p:graphicFrame>
          <p:nvGraphicFramePr>
            <p:cNvPr id="35923" name="Object 85"/>
            <p:cNvGraphicFramePr>
              <a:graphicFrameLocks noChangeAspect="1"/>
            </p:cNvGraphicFramePr>
            <p:nvPr/>
          </p:nvGraphicFramePr>
          <p:xfrm>
            <a:off x="4010" y="3438"/>
            <a:ext cx="350" cy="375"/>
          </p:xfrm>
          <a:graphic>
            <a:graphicData uri="http://schemas.openxmlformats.org/presentationml/2006/ole">
              <mc:AlternateContent xmlns:mc="http://schemas.openxmlformats.org/markup-compatibility/2006">
                <mc:Choice xmlns:v="urn:schemas-microsoft-com:vml" Requires="v">
                  <p:oleObj r:id="rId30" imgW="297180" imgH="297180" progId="Equation.3">
                    <p:embed/>
                  </p:oleObj>
                </mc:Choice>
                <mc:Fallback>
                  <p:oleObj r:id="rId30" imgW="297180" imgH="297180" progId="Equation.3">
                    <p:embed/>
                    <p:pic>
                      <p:nvPicPr>
                        <p:cNvPr id="0" name="图片 3126"/>
                        <p:cNvPicPr/>
                        <p:nvPr/>
                      </p:nvPicPr>
                      <p:blipFill>
                        <a:blip r:embed="rId31">
                          <a:clrChange>
                            <a:clrFrom>
                              <a:srgbClr val="000000"/>
                            </a:clrFrom>
                            <a:clrTo>
                              <a:srgbClr val="FFFFFF"/>
                            </a:clrTo>
                          </a:clrChange>
                        </a:blip>
                        <a:stretch>
                          <a:fillRect/>
                        </a:stretch>
                      </p:blipFill>
                      <p:spPr>
                        <a:xfrm>
                          <a:off x="4010" y="3438"/>
                          <a:ext cx="350" cy="375"/>
                        </a:xfrm>
                        <a:prstGeom prst="rect">
                          <a:avLst/>
                        </a:prstGeom>
                        <a:noFill/>
                        <a:ln w="38100">
                          <a:noFill/>
                          <a:miter/>
                        </a:ln>
                      </p:spPr>
                    </p:pic>
                  </p:oleObj>
                </mc:Fallback>
              </mc:AlternateContent>
            </a:graphicData>
          </a:graphic>
        </p:graphicFrame>
        <p:graphicFrame>
          <p:nvGraphicFramePr>
            <p:cNvPr id="35924" name="Object 86"/>
            <p:cNvGraphicFramePr>
              <a:graphicFrameLocks noChangeAspect="1"/>
            </p:cNvGraphicFramePr>
            <p:nvPr/>
          </p:nvGraphicFramePr>
          <p:xfrm>
            <a:off x="3964" y="2127"/>
            <a:ext cx="514" cy="370"/>
          </p:xfrm>
          <a:graphic>
            <a:graphicData uri="http://schemas.openxmlformats.org/presentationml/2006/ole">
              <mc:AlternateContent xmlns:mc="http://schemas.openxmlformats.org/markup-compatibility/2006">
                <mc:Choice xmlns:v="urn:schemas-microsoft-com:vml" Requires="v">
                  <p:oleObj r:id="rId32" imgW="445770" imgH="297180" progId="Equation.3">
                    <p:embed/>
                  </p:oleObj>
                </mc:Choice>
                <mc:Fallback>
                  <p:oleObj r:id="rId32" imgW="445770" imgH="297180" progId="Equation.3">
                    <p:embed/>
                    <p:pic>
                      <p:nvPicPr>
                        <p:cNvPr id="0" name="图片 3127"/>
                        <p:cNvPicPr/>
                        <p:nvPr/>
                      </p:nvPicPr>
                      <p:blipFill>
                        <a:blip r:embed="rId33">
                          <a:clrChange>
                            <a:clrFrom>
                              <a:srgbClr val="000000"/>
                            </a:clrFrom>
                            <a:clrTo>
                              <a:srgbClr val="FFFFFF"/>
                            </a:clrTo>
                          </a:clrChange>
                        </a:blip>
                        <a:stretch>
                          <a:fillRect/>
                        </a:stretch>
                      </p:blipFill>
                      <p:spPr>
                        <a:xfrm>
                          <a:off x="3964" y="2127"/>
                          <a:ext cx="514" cy="370"/>
                        </a:xfrm>
                        <a:prstGeom prst="rect">
                          <a:avLst/>
                        </a:prstGeom>
                        <a:noFill/>
                        <a:ln w="38100">
                          <a:noFill/>
                          <a:miter/>
                        </a:ln>
                      </p:spPr>
                    </p:pic>
                  </p:oleObj>
                </mc:Fallback>
              </mc:AlternateContent>
            </a:graphicData>
          </a:graphic>
        </p:graphicFrame>
        <p:graphicFrame>
          <p:nvGraphicFramePr>
            <p:cNvPr id="35925" name="Object 87"/>
            <p:cNvGraphicFramePr>
              <a:graphicFrameLocks noChangeAspect="1"/>
            </p:cNvGraphicFramePr>
            <p:nvPr/>
          </p:nvGraphicFramePr>
          <p:xfrm>
            <a:off x="4615" y="2093"/>
            <a:ext cx="515" cy="369"/>
          </p:xfrm>
          <a:graphic>
            <a:graphicData uri="http://schemas.openxmlformats.org/presentationml/2006/ole">
              <mc:AlternateContent xmlns:mc="http://schemas.openxmlformats.org/markup-compatibility/2006">
                <mc:Choice xmlns:v="urn:schemas-microsoft-com:vml" Requires="v">
                  <p:oleObj r:id="rId34" imgW="445770" imgH="297180" progId="Equation.3">
                    <p:embed/>
                  </p:oleObj>
                </mc:Choice>
                <mc:Fallback>
                  <p:oleObj r:id="rId34" imgW="445770" imgH="297180" progId="Equation.3">
                    <p:embed/>
                    <p:pic>
                      <p:nvPicPr>
                        <p:cNvPr id="0" name="图片 3129"/>
                        <p:cNvPicPr/>
                        <p:nvPr/>
                      </p:nvPicPr>
                      <p:blipFill>
                        <a:blip r:embed="rId35">
                          <a:clrChange>
                            <a:clrFrom>
                              <a:srgbClr val="000000"/>
                            </a:clrFrom>
                            <a:clrTo>
                              <a:srgbClr val="FFFFFF"/>
                            </a:clrTo>
                          </a:clrChange>
                        </a:blip>
                        <a:stretch>
                          <a:fillRect/>
                        </a:stretch>
                      </p:blipFill>
                      <p:spPr>
                        <a:xfrm>
                          <a:off x="4615" y="2093"/>
                          <a:ext cx="515" cy="369"/>
                        </a:xfrm>
                        <a:prstGeom prst="rect">
                          <a:avLst/>
                        </a:prstGeom>
                        <a:noFill/>
                        <a:ln w="38100">
                          <a:noFill/>
                          <a:miter/>
                        </a:ln>
                      </p:spPr>
                    </p:pic>
                  </p:oleObj>
                </mc:Fallback>
              </mc:AlternateContent>
            </a:graphicData>
          </a:graphic>
        </p:graphicFrame>
        <p:graphicFrame>
          <p:nvGraphicFramePr>
            <p:cNvPr id="35926" name="Object 88"/>
            <p:cNvGraphicFramePr>
              <a:graphicFrameLocks noChangeAspect="1"/>
            </p:cNvGraphicFramePr>
            <p:nvPr/>
          </p:nvGraphicFramePr>
          <p:xfrm>
            <a:off x="3218" y="3278"/>
            <a:ext cx="224" cy="333"/>
          </p:xfrm>
          <a:graphic>
            <a:graphicData uri="http://schemas.openxmlformats.org/presentationml/2006/ole">
              <mc:AlternateContent xmlns:mc="http://schemas.openxmlformats.org/markup-compatibility/2006">
                <mc:Choice xmlns:v="urn:schemas-microsoft-com:vml" Requires="v">
                  <p:oleObj r:id="rId36" imgW="200660" imgH="274955" progId="Equation.3">
                    <p:embed/>
                  </p:oleObj>
                </mc:Choice>
                <mc:Fallback>
                  <p:oleObj r:id="rId36" imgW="200660" imgH="274955" progId="Equation.3">
                    <p:embed/>
                    <p:pic>
                      <p:nvPicPr>
                        <p:cNvPr id="0" name="图片 3130"/>
                        <p:cNvPicPr/>
                        <p:nvPr/>
                      </p:nvPicPr>
                      <p:blipFill>
                        <a:blip r:embed="rId37">
                          <a:clrChange>
                            <a:clrFrom>
                              <a:srgbClr val="000000"/>
                            </a:clrFrom>
                            <a:clrTo>
                              <a:srgbClr val="FFFFFF"/>
                            </a:clrTo>
                          </a:clrChange>
                        </a:blip>
                        <a:stretch>
                          <a:fillRect/>
                        </a:stretch>
                      </p:blipFill>
                      <p:spPr>
                        <a:xfrm>
                          <a:off x="3218" y="3278"/>
                          <a:ext cx="224" cy="333"/>
                        </a:xfrm>
                        <a:prstGeom prst="rect">
                          <a:avLst/>
                        </a:prstGeom>
                        <a:noFill/>
                        <a:ln w="38100">
                          <a:noFill/>
                          <a:miter/>
                        </a:ln>
                      </p:spPr>
                    </p:pic>
                  </p:oleObj>
                </mc:Fallback>
              </mc:AlternateContent>
            </a:graphicData>
          </a:graphic>
        </p:graphicFrame>
        <p:graphicFrame>
          <p:nvGraphicFramePr>
            <p:cNvPr id="35927" name="Object 89"/>
            <p:cNvGraphicFramePr>
              <a:graphicFrameLocks noChangeAspect="1"/>
            </p:cNvGraphicFramePr>
            <p:nvPr/>
          </p:nvGraphicFramePr>
          <p:xfrm>
            <a:off x="4269" y="2869"/>
            <a:ext cx="254" cy="345"/>
          </p:xfrm>
          <a:graphic>
            <a:graphicData uri="http://schemas.openxmlformats.org/presentationml/2006/ole">
              <mc:AlternateContent xmlns:mc="http://schemas.openxmlformats.org/markup-compatibility/2006">
                <mc:Choice xmlns:v="urn:schemas-microsoft-com:vml" Requires="v">
                  <p:oleObj r:id="rId38" imgW="238125" imgH="297180" progId="Equation.3">
                    <p:embed/>
                  </p:oleObj>
                </mc:Choice>
                <mc:Fallback>
                  <p:oleObj r:id="rId38" imgW="238125" imgH="297180" progId="Equation.3">
                    <p:embed/>
                    <p:pic>
                      <p:nvPicPr>
                        <p:cNvPr id="0" name="图片 3141"/>
                        <p:cNvPicPr/>
                        <p:nvPr/>
                      </p:nvPicPr>
                      <p:blipFill>
                        <a:blip r:embed="rId39">
                          <a:clrChange>
                            <a:clrFrom>
                              <a:srgbClr val="000000"/>
                            </a:clrFrom>
                            <a:clrTo>
                              <a:srgbClr val="FFFFFF"/>
                            </a:clrTo>
                          </a:clrChange>
                        </a:blip>
                        <a:stretch>
                          <a:fillRect/>
                        </a:stretch>
                      </p:blipFill>
                      <p:spPr>
                        <a:xfrm>
                          <a:off x="4269" y="2869"/>
                          <a:ext cx="254" cy="345"/>
                        </a:xfrm>
                        <a:prstGeom prst="rect">
                          <a:avLst/>
                        </a:prstGeom>
                        <a:noFill/>
                        <a:ln w="38100">
                          <a:noFill/>
                          <a:miter/>
                        </a:ln>
                      </p:spPr>
                    </p:pic>
                  </p:oleObj>
                </mc:Fallback>
              </mc:AlternateContent>
            </a:graphicData>
          </a:graphic>
        </p:graphicFrame>
        <p:graphicFrame>
          <p:nvGraphicFramePr>
            <p:cNvPr id="35928" name="Object 90"/>
            <p:cNvGraphicFramePr>
              <a:graphicFrameLocks noChangeAspect="1"/>
            </p:cNvGraphicFramePr>
            <p:nvPr/>
          </p:nvGraphicFramePr>
          <p:xfrm>
            <a:off x="4251" y="2506"/>
            <a:ext cx="204" cy="374"/>
          </p:xfrm>
          <a:graphic>
            <a:graphicData uri="http://schemas.openxmlformats.org/presentationml/2006/ole">
              <mc:AlternateContent xmlns:mc="http://schemas.openxmlformats.org/markup-compatibility/2006">
                <mc:Choice xmlns:v="urn:schemas-microsoft-com:vml" Requires="v">
                  <p:oleObj r:id="rId40" imgW="163830" imgH="274955" progId="Equation.3">
                    <p:embed/>
                  </p:oleObj>
                </mc:Choice>
                <mc:Fallback>
                  <p:oleObj r:id="rId40" imgW="163830" imgH="274955" progId="Equation.3">
                    <p:embed/>
                    <p:pic>
                      <p:nvPicPr>
                        <p:cNvPr id="0" name="图片 3145"/>
                        <p:cNvPicPr/>
                        <p:nvPr/>
                      </p:nvPicPr>
                      <p:blipFill>
                        <a:blip r:embed="rId41">
                          <a:clrChange>
                            <a:clrFrom>
                              <a:srgbClr val="000000"/>
                            </a:clrFrom>
                            <a:clrTo>
                              <a:srgbClr val="FFFFFF"/>
                            </a:clrTo>
                          </a:clrChange>
                        </a:blip>
                        <a:stretch>
                          <a:fillRect/>
                        </a:stretch>
                      </p:blipFill>
                      <p:spPr>
                        <a:xfrm>
                          <a:off x="4251" y="2506"/>
                          <a:ext cx="204" cy="374"/>
                        </a:xfrm>
                        <a:prstGeom prst="rect">
                          <a:avLst/>
                        </a:prstGeom>
                        <a:noFill/>
                        <a:ln w="38100">
                          <a:noFill/>
                          <a:miter/>
                        </a:ln>
                      </p:spPr>
                    </p:pic>
                  </p:oleObj>
                </mc:Fallback>
              </mc:AlternateContent>
            </a:graphicData>
          </a:graphic>
        </p:graphicFrame>
      </p:grpSp>
      <p:sp>
        <p:nvSpPr>
          <p:cNvPr id="73819" name="Text Box 91"/>
          <p:cNvSpPr txBox="1"/>
          <p:nvPr/>
        </p:nvSpPr>
        <p:spPr>
          <a:xfrm>
            <a:off x="539750" y="1557338"/>
            <a:ext cx="1944688" cy="519112"/>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相量图：</a:t>
            </a:r>
          </a:p>
        </p:txBody>
      </p:sp>
      <p:sp>
        <p:nvSpPr>
          <p:cNvPr id="73820" name="Text Box 92"/>
          <p:cNvSpPr txBox="1"/>
          <p:nvPr/>
        </p:nvSpPr>
        <p:spPr>
          <a:xfrm>
            <a:off x="468313" y="2205038"/>
            <a:ext cx="1858962" cy="519112"/>
          </a:xfrm>
          <a:prstGeom prst="rect">
            <a:avLst/>
          </a:prstGeom>
          <a:noFill/>
          <a:ln w="19050">
            <a:noFill/>
          </a:ln>
        </p:spPr>
        <p:txBody>
          <a:bodyPr>
            <a:spAutoFit/>
          </a:bodyPr>
          <a:lstStyle/>
          <a:p>
            <a:pPr eaLnBrk="1" hangingPunct="1">
              <a:spcBef>
                <a:spcPct val="50000"/>
              </a:spcBef>
            </a:pPr>
            <a:r>
              <a:rPr lang="en-US" altLang="zh-CN" dirty="0">
                <a:latin typeface="楷体_GB2312" pitchFamily="49" charset="-122"/>
              </a:rPr>
              <a:t>(a)</a:t>
            </a:r>
            <a:r>
              <a:rPr lang="en-US" altLang="zh-CN" b="1" dirty="0">
                <a:latin typeface="楷体_GB2312" pitchFamily="49" charset="-122"/>
              </a:rPr>
              <a:t> </a:t>
            </a:r>
            <a:r>
              <a:rPr lang="zh-CN" altLang="en-US" b="1" dirty="0">
                <a:latin typeface="楷体_GB2312" pitchFamily="49" charset="-122"/>
              </a:rPr>
              <a:t>顺接</a:t>
            </a:r>
          </a:p>
        </p:txBody>
      </p:sp>
      <p:sp>
        <p:nvSpPr>
          <p:cNvPr id="73821" name="Text Box 93"/>
          <p:cNvSpPr txBox="1"/>
          <p:nvPr/>
        </p:nvSpPr>
        <p:spPr>
          <a:xfrm>
            <a:off x="5003800" y="2205038"/>
            <a:ext cx="1800225" cy="519112"/>
          </a:xfrm>
          <a:prstGeom prst="rect">
            <a:avLst/>
          </a:prstGeom>
          <a:noFill/>
          <a:ln w="19050">
            <a:noFill/>
          </a:ln>
        </p:spPr>
        <p:txBody>
          <a:bodyPr>
            <a:spAutoFit/>
          </a:bodyPr>
          <a:lstStyle/>
          <a:p>
            <a:pPr eaLnBrk="1" hangingPunct="1">
              <a:spcBef>
                <a:spcPct val="50000"/>
              </a:spcBef>
            </a:pPr>
            <a:r>
              <a:rPr lang="en-US" altLang="zh-CN" dirty="0">
                <a:latin typeface="楷体_GB2312" pitchFamily="49" charset="-122"/>
              </a:rPr>
              <a:t>(b)</a:t>
            </a:r>
            <a:r>
              <a:rPr lang="en-US" altLang="zh-CN" b="1" dirty="0">
                <a:latin typeface="楷体_GB2312" pitchFamily="49" charset="-122"/>
              </a:rPr>
              <a:t> </a:t>
            </a:r>
            <a:r>
              <a:rPr lang="zh-CN" altLang="en-US" b="1" dirty="0">
                <a:latin typeface="楷体_GB2312" pitchFamily="49" charset="-122"/>
              </a:rPr>
              <a:t>反接</a:t>
            </a:r>
          </a:p>
        </p:txBody>
      </p:sp>
      <p:grpSp>
        <p:nvGrpSpPr>
          <p:cNvPr id="35856" name="Group 108"/>
          <p:cNvGrpSpPr/>
          <p:nvPr/>
        </p:nvGrpSpPr>
        <p:grpSpPr>
          <a:xfrm>
            <a:off x="8316913" y="6446838"/>
            <a:ext cx="792162" cy="366712"/>
            <a:chOff x="5193" y="4020"/>
            <a:chExt cx="499" cy="231"/>
          </a:xfrm>
        </p:grpSpPr>
        <p:pic>
          <p:nvPicPr>
            <p:cNvPr id="35907" name="Picture 109"/>
            <p:cNvPicPr>
              <a:picLocks noChangeAspect="1"/>
            </p:cNvPicPr>
            <p:nvPr/>
          </p:nvPicPr>
          <p:blipFill>
            <a:blip r:embed="rId42"/>
            <a:stretch>
              <a:fillRect/>
            </a:stretch>
          </p:blipFill>
          <p:spPr>
            <a:xfrm>
              <a:off x="5193" y="4066"/>
              <a:ext cx="499" cy="181"/>
            </a:xfrm>
            <a:prstGeom prst="rect">
              <a:avLst/>
            </a:prstGeom>
            <a:noFill/>
            <a:ln w="9525">
              <a:noFill/>
            </a:ln>
          </p:spPr>
        </p:pic>
        <p:sp>
          <p:nvSpPr>
            <p:cNvPr id="35908" name="Text Box 110">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5857" name="Group 111"/>
          <p:cNvGrpSpPr/>
          <p:nvPr/>
        </p:nvGrpSpPr>
        <p:grpSpPr>
          <a:xfrm>
            <a:off x="7453313" y="6446838"/>
            <a:ext cx="792162" cy="366712"/>
            <a:chOff x="4649" y="4020"/>
            <a:chExt cx="499" cy="231"/>
          </a:xfrm>
        </p:grpSpPr>
        <p:pic>
          <p:nvPicPr>
            <p:cNvPr id="35905" name="Picture 112"/>
            <p:cNvPicPr>
              <a:picLocks noChangeAspect="1"/>
            </p:cNvPicPr>
            <p:nvPr/>
          </p:nvPicPr>
          <p:blipFill>
            <a:blip r:embed="rId42"/>
            <a:stretch>
              <a:fillRect/>
            </a:stretch>
          </p:blipFill>
          <p:spPr>
            <a:xfrm>
              <a:off x="4649" y="4066"/>
              <a:ext cx="499" cy="181"/>
            </a:xfrm>
            <a:prstGeom prst="rect">
              <a:avLst/>
            </a:prstGeom>
            <a:noFill/>
            <a:ln w="9525">
              <a:noFill/>
            </a:ln>
          </p:spPr>
        </p:pic>
        <p:sp>
          <p:nvSpPr>
            <p:cNvPr id="35906" name="Text Box 113">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5858" name="Group 155"/>
          <p:cNvGrpSpPr/>
          <p:nvPr/>
        </p:nvGrpSpPr>
        <p:grpSpPr>
          <a:xfrm>
            <a:off x="6588125" y="6446838"/>
            <a:ext cx="792163" cy="366712"/>
            <a:chOff x="4649" y="4020"/>
            <a:chExt cx="499" cy="231"/>
          </a:xfrm>
        </p:grpSpPr>
        <p:pic>
          <p:nvPicPr>
            <p:cNvPr id="35903" name="Picture 156"/>
            <p:cNvPicPr>
              <a:picLocks noChangeAspect="1"/>
            </p:cNvPicPr>
            <p:nvPr/>
          </p:nvPicPr>
          <p:blipFill>
            <a:blip r:embed="rId42"/>
            <a:stretch>
              <a:fillRect/>
            </a:stretch>
          </p:blipFill>
          <p:spPr>
            <a:xfrm>
              <a:off x="4649" y="4066"/>
              <a:ext cx="499" cy="181"/>
            </a:xfrm>
            <a:prstGeom prst="rect">
              <a:avLst/>
            </a:prstGeom>
            <a:noFill/>
            <a:ln w="9525">
              <a:noFill/>
            </a:ln>
          </p:spPr>
        </p:pic>
        <p:sp>
          <p:nvSpPr>
            <p:cNvPr id="35904" name="Text Box 15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73886" name="Group 158"/>
          <p:cNvGrpSpPr/>
          <p:nvPr/>
        </p:nvGrpSpPr>
        <p:grpSpPr>
          <a:xfrm>
            <a:off x="4038600" y="1239838"/>
            <a:ext cx="1395413" cy="579437"/>
            <a:chOff x="2064" y="1389"/>
            <a:chExt cx="879" cy="365"/>
          </a:xfrm>
        </p:grpSpPr>
        <p:sp>
          <p:nvSpPr>
            <p:cNvPr id="35901" name="Text Box 159"/>
            <p:cNvSpPr txBox="1"/>
            <p:nvPr/>
          </p:nvSpPr>
          <p:spPr>
            <a:xfrm>
              <a:off x="2064" y="1389"/>
              <a:ext cx="227" cy="365"/>
            </a:xfrm>
            <a:prstGeom prst="rect">
              <a:avLst/>
            </a:prstGeom>
            <a:noFill/>
            <a:ln w="9525">
              <a:noFill/>
            </a:ln>
          </p:spPr>
          <p:txBody>
            <a:bodyPr>
              <a:spAutoFit/>
            </a:bodyPr>
            <a:lstStyle/>
            <a:p>
              <a:pPr eaLnBrk="1" hangingPunct="1"/>
              <a:r>
                <a:rPr lang="en-US" altLang="zh-CN" sz="3200" b="1" dirty="0">
                  <a:solidFill>
                    <a:srgbClr val="66FF33"/>
                  </a:solidFill>
                  <a:latin typeface="Times New Roman" panose="02020603050405020304" pitchFamily="18" charset="0"/>
                  <a:ea typeface="宋体" panose="02010600030101010101" pitchFamily="2" charset="-122"/>
                </a:rPr>
                <a:t>*</a:t>
              </a:r>
            </a:p>
          </p:txBody>
        </p:sp>
        <p:sp>
          <p:nvSpPr>
            <p:cNvPr id="35902" name="Text Box 160"/>
            <p:cNvSpPr txBox="1"/>
            <p:nvPr/>
          </p:nvSpPr>
          <p:spPr>
            <a:xfrm>
              <a:off x="2699" y="1389"/>
              <a:ext cx="244" cy="365"/>
            </a:xfrm>
            <a:prstGeom prst="rect">
              <a:avLst/>
            </a:prstGeom>
            <a:noFill/>
            <a:ln w="9525">
              <a:noFill/>
            </a:ln>
          </p:spPr>
          <p:txBody>
            <a:bodyPr wrap="none">
              <a:spAutoFit/>
            </a:bodyPr>
            <a:lstStyle/>
            <a:p>
              <a:pPr eaLnBrk="1" hangingPunct="1"/>
              <a:r>
                <a:rPr lang="en-US" altLang="zh-CN" sz="3200" b="1" dirty="0">
                  <a:solidFill>
                    <a:srgbClr val="66FF33"/>
                  </a:solidFill>
                  <a:latin typeface="Times New Roman" panose="02020603050405020304" pitchFamily="18" charset="0"/>
                  <a:ea typeface="宋体" panose="02010600030101010101" pitchFamily="2" charset="-122"/>
                </a:rPr>
                <a:t>*</a:t>
              </a:r>
            </a:p>
          </p:txBody>
        </p:sp>
      </p:grpSp>
      <p:grpSp>
        <p:nvGrpSpPr>
          <p:cNvPr id="73889" name="Group 161"/>
          <p:cNvGrpSpPr/>
          <p:nvPr/>
        </p:nvGrpSpPr>
        <p:grpSpPr>
          <a:xfrm>
            <a:off x="4068763" y="1169988"/>
            <a:ext cx="2312987" cy="519112"/>
            <a:chOff x="2064" y="1344"/>
            <a:chExt cx="1457" cy="327"/>
          </a:xfrm>
        </p:grpSpPr>
        <p:sp>
          <p:nvSpPr>
            <p:cNvPr id="35899" name="Text Box 162"/>
            <p:cNvSpPr txBox="1"/>
            <p:nvPr/>
          </p:nvSpPr>
          <p:spPr>
            <a:xfrm>
              <a:off x="3152" y="1344"/>
              <a:ext cx="369" cy="327"/>
            </a:xfrm>
            <a:prstGeom prst="rect">
              <a:avLst/>
            </a:prstGeom>
            <a:noFill/>
            <a:ln w="19050">
              <a:noFill/>
            </a:ln>
          </p:spPr>
          <p:txBody>
            <a:bodyPr>
              <a:spAutoFit/>
            </a:bodyPr>
            <a:lstStyle/>
            <a:p>
              <a:pPr eaLnBrk="1" hangingPunct="1">
                <a:spcBef>
                  <a:spcPct val="50000"/>
                </a:spcBef>
              </a:pPr>
              <a:r>
                <a:rPr lang="en-US" altLang="zh-CN" b="1" dirty="0">
                  <a:latin typeface="Times New Roman" panose="02020603050405020304" pitchFamily="18" charset="0"/>
                  <a:ea typeface="宋体" panose="02010600030101010101" pitchFamily="2" charset="-122"/>
                  <a:sym typeface="Symbol" panose="05050102010706020507" pitchFamily="18" charset="2"/>
                </a:rPr>
                <a:t></a:t>
              </a:r>
              <a:endParaRPr lang="en-US" altLang="zh-CN" b="1" dirty="0">
                <a:latin typeface="Times New Roman" panose="02020603050405020304" pitchFamily="18" charset="0"/>
                <a:ea typeface="宋体" panose="02010600030101010101" pitchFamily="2" charset="-122"/>
              </a:endParaRPr>
            </a:p>
          </p:txBody>
        </p:sp>
        <p:sp>
          <p:nvSpPr>
            <p:cNvPr id="35900" name="Text Box 163"/>
            <p:cNvSpPr txBox="1"/>
            <p:nvPr/>
          </p:nvSpPr>
          <p:spPr>
            <a:xfrm>
              <a:off x="2064" y="1344"/>
              <a:ext cx="393" cy="327"/>
            </a:xfrm>
            <a:prstGeom prst="rect">
              <a:avLst/>
            </a:prstGeom>
            <a:noFill/>
            <a:ln w="19050">
              <a:noFill/>
            </a:ln>
          </p:spPr>
          <p:txBody>
            <a:bodyPr>
              <a:spAutoFit/>
            </a:bodyPr>
            <a:lstStyle/>
            <a:p>
              <a:pPr eaLnBrk="1" hangingPunct="1">
                <a:spcBef>
                  <a:spcPct val="50000"/>
                </a:spcBef>
              </a:pPr>
              <a:r>
                <a:rPr lang="en-US" altLang="zh-CN" b="1" dirty="0">
                  <a:latin typeface="Times New Roman" panose="02020603050405020304" pitchFamily="18" charset="0"/>
                  <a:ea typeface="宋体" panose="02010600030101010101" pitchFamily="2" charset="-122"/>
                  <a:sym typeface="Symbol" panose="05050102010706020507" pitchFamily="18" charset="2"/>
                </a:rPr>
                <a:t></a:t>
              </a:r>
              <a:endParaRPr lang="en-US" altLang="zh-CN" b="1" dirty="0">
                <a:latin typeface="Times New Roman" panose="02020603050405020304" pitchFamily="18" charset="0"/>
                <a:ea typeface="宋体" panose="02010600030101010101" pitchFamily="2" charset="-122"/>
              </a:endParaRPr>
            </a:p>
          </p:txBody>
        </p:sp>
      </p:grpSp>
      <p:grpSp>
        <p:nvGrpSpPr>
          <p:cNvPr id="73892" name="Group 164"/>
          <p:cNvGrpSpPr/>
          <p:nvPr/>
        </p:nvGrpSpPr>
        <p:grpSpPr>
          <a:xfrm>
            <a:off x="2555875" y="333375"/>
            <a:ext cx="4794250" cy="2101850"/>
            <a:chOff x="1084" y="754"/>
            <a:chExt cx="3020" cy="1324"/>
          </a:xfrm>
        </p:grpSpPr>
        <p:sp>
          <p:nvSpPr>
            <p:cNvPr id="35862" name="Line 165"/>
            <p:cNvSpPr/>
            <p:nvPr/>
          </p:nvSpPr>
          <p:spPr>
            <a:xfrm>
              <a:off x="1271" y="1389"/>
              <a:ext cx="0" cy="363"/>
            </a:xfrm>
            <a:prstGeom prst="line">
              <a:avLst/>
            </a:prstGeom>
            <a:ln w="28575" cap="flat" cmpd="sng">
              <a:solidFill>
                <a:srgbClr val="FFCC00"/>
              </a:solidFill>
              <a:prstDash val="solid"/>
              <a:headEnd type="none" w="med" len="med"/>
              <a:tailEnd type="none" w="med" len="med"/>
            </a:ln>
          </p:spPr>
        </p:sp>
        <p:graphicFrame>
          <p:nvGraphicFramePr>
            <p:cNvPr id="35863" name="Object 166"/>
            <p:cNvGraphicFramePr>
              <a:graphicFrameLocks noChangeAspect="1"/>
            </p:cNvGraphicFramePr>
            <p:nvPr/>
          </p:nvGraphicFramePr>
          <p:xfrm>
            <a:off x="1701" y="1298"/>
            <a:ext cx="277" cy="426"/>
          </p:xfrm>
          <a:graphic>
            <a:graphicData uri="http://schemas.openxmlformats.org/presentationml/2006/ole">
              <mc:AlternateContent xmlns:mc="http://schemas.openxmlformats.org/markup-compatibility/2006">
                <mc:Choice xmlns:v="urn:schemas-microsoft-com:vml" Requires="v">
                  <p:oleObj r:id="rId43" imgW="208280" imgH="319405" progId="Equation.3">
                    <p:embed/>
                  </p:oleObj>
                </mc:Choice>
                <mc:Fallback>
                  <p:oleObj r:id="rId43" imgW="208280" imgH="319405" progId="Equation.3">
                    <p:embed/>
                    <p:pic>
                      <p:nvPicPr>
                        <p:cNvPr id="0" name="图片 3140"/>
                        <p:cNvPicPr/>
                        <p:nvPr/>
                      </p:nvPicPr>
                      <p:blipFill>
                        <a:blip r:embed="rId44">
                          <a:clrChange>
                            <a:clrFrom>
                              <a:srgbClr val="000000"/>
                            </a:clrFrom>
                            <a:clrTo>
                              <a:srgbClr val="FFFFFF"/>
                            </a:clrTo>
                          </a:clrChange>
                        </a:blip>
                        <a:stretch>
                          <a:fillRect/>
                        </a:stretch>
                      </p:blipFill>
                      <p:spPr>
                        <a:xfrm>
                          <a:off x="1701" y="1298"/>
                          <a:ext cx="277" cy="426"/>
                        </a:xfrm>
                        <a:prstGeom prst="rect">
                          <a:avLst/>
                        </a:prstGeom>
                        <a:noFill/>
                        <a:ln w="38100">
                          <a:noFill/>
                          <a:miter/>
                        </a:ln>
                      </p:spPr>
                    </p:pic>
                  </p:oleObj>
                </mc:Fallback>
              </mc:AlternateContent>
            </a:graphicData>
          </a:graphic>
        </p:graphicFrame>
        <p:sp>
          <p:nvSpPr>
            <p:cNvPr id="35864" name="Text Box 167"/>
            <p:cNvSpPr txBox="1"/>
            <p:nvPr/>
          </p:nvSpPr>
          <p:spPr>
            <a:xfrm>
              <a:off x="1656" y="980"/>
              <a:ext cx="649"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5865" name="Text Box 168"/>
            <p:cNvSpPr txBox="1"/>
            <p:nvPr/>
          </p:nvSpPr>
          <p:spPr>
            <a:xfrm>
              <a:off x="3054" y="980"/>
              <a:ext cx="688"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35866" name="Object 169"/>
            <p:cNvGraphicFramePr>
              <a:graphicFrameLocks noChangeAspect="1"/>
            </p:cNvGraphicFramePr>
            <p:nvPr/>
          </p:nvGraphicFramePr>
          <p:xfrm>
            <a:off x="3198" y="1298"/>
            <a:ext cx="312" cy="426"/>
          </p:xfrm>
          <a:graphic>
            <a:graphicData uri="http://schemas.openxmlformats.org/presentationml/2006/ole">
              <mc:AlternateContent xmlns:mc="http://schemas.openxmlformats.org/markup-compatibility/2006">
                <mc:Choice xmlns:v="urn:schemas-microsoft-com:vml" Requires="v">
                  <p:oleObj r:id="rId45" imgW="238125" imgH="319405" progId="Equation.3">
                    <p:embed/>
                  </p:oleObj>
                </mc:Choice>
                <mc:Fallback>
                  <p:oleObj r:id="rId45" imgW="238125" imgH="319405" progId="Equation.3">
                    <p:embed/>
                    <p:pic>
                      <p:nvPicPr>
                        <p:cNvPr id="0" name="图片 3143"/>
                        <p:cNvPicPr/>
                        <p:nvPr/>
                      </p:nvPicPr>
                      <p:blipFill>
                        <a:blip r:embed="rId46">
                          <a:clrChange>
                            <a:clrFrom>
                              <a:srgbClr val="000000"/>
                            </a:clrFrom>
                            <a:clrTo>
                              <a:srgbClr val="FFFFFF"/>
                            </a:clrTo>
                          </a:clrChange>
                        </a:blip>
                        <a:stretch>
                          <a:fillRect/>
                        </a:stretch>
                      </p:blipFill>
                      <p:spPr>
                        <a:xfrm>
                          <a:off x="3198" y="1298"/>
                          <a:ext cx="312" cy="426"/>
                        </a:xfrm>
                        <a:prstGeom prst="rect">
                          <a:avLst/>
                        </a:prstGeom>
                        <a:noFill/>
                        <a:ln w="38100">
                          <a:noFill/>
                          <a:miter/>
                        </a:ln>
                      </p:spPr>
                    </p:pic>
                  </p:oleObj>
                </mc:Fallback>
              </mc:AlternateContent>
            </a:graphicData>
          </a:graphic>
        </p:graphicFrame>
        <p:sp>
          <p:nvSpPr>
            <p:cNvPr id="35867" name="Text Box 170"/>
            <p:cNvSpPr txBox="1"/>
            <p:nvPr/>
          </p:nvSpPr>
          <p:spPr>
            <a:xfrm>
              <a:off x="2336" y="754"/>
              <a:ext cx="649"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35868" name="Object 171"/>
            <p:cNvGraphicFramePr>
              <a:graphicFrameLocks noChangeAspect="1"/>
            </p:cNvGraphicFramePr>
            <p:nvPr/>
          </p:nvGraphicFramePr>
          <p:xfrm>
            <a:off x="2472" y="1615"/>
            <a:ext cx="227" cy="426"/>
          </p:xfrm>
          <a:graphic>
            <a:graphicData uri="http://schemas.openxmlformats.org/presentationml/2006/ole">
              <mc:AlternateContent xmlns:mc="http://schemas.openxmlformats.org/markup-compatibility/2006">
                <mc:Choice xmlns:v="urn:schemas-microsoft-com:vml" Requires="v">
                  <p:oleObj r:id="rId47" imgW="170815" imgH="319405" progId="Equation.3">
                    <p:embed/>
                  </p:oleObj>
                </mc:Choice>
                <mc:Fallback>
                  <p:oleObj r:id="rId47" imgW="170815" imgH="319405" progId="Equation.3">
                    <p:embed/>
                    <p:pic>
                      <p:nvPicPr>
                        <p:cNvPr id="0" name="图片 3142"/>
                        <p:cNvPicPr/>
                        <p:nvPr/>
                      </p:nvPicPr>
                      <p:blipFill>
                        <a:blip r:embed="rId48">
                          <a:clrChange>
                            <a:clrFrom>
                              <a:srgbClr val="000000"/>
                            </a:clrFrom>
                            <a:clrTo>
                              <a:srgbClr val="FFFFFF"/>
                            </a:clrTo>
                          </a:clrChange>
                        </a:blip>
                        <a:stretch>
                          <a:fillRect/>
                        </a:stretch>
                      </p:blipFill>
                      <p:spPr>
                        <a:xfrm>
                          <a:off x="2472" y="1615"/>
                          <a:ext cx="227" cy="426"/>
                        </a:xfrm>
                        <a:prstGeom prst="rect">
                          <a:avLst/>
                        </a:prstGeom>
                        <a:noFill/>
                        <a:ln w="38100">
                          <a:noFill/>
                          <a:miter/>
                        </a:ln>
                      </p:spPr>
                    </p:pic>
                  </p:oleObj>
                </mc:Fallback>
              </mc:AlternateContent>
            </a:graphicData>
          </a:graphic>
        </p:graphicFrame>
        <p:graphicFrame>
          <p:nvGraphicFramePr>
            <p:cNvPr id="35869" name="Object 172"/>
            <p:cNvGraphicFramePr>
              <a:graphicFrameLocks noChangeAspect="1"/>
            </p:cNvGraphicFramePr>
            <p:nvPr/>
          </p:nvGraphicFramePr>
          <p:xfrm>
            <a:off x="1084" y="1280"/>
            <a:ext cx="162" cy="407"/>
          </p:xfrm>
          <a:graphic>
            <a:graphicData uri="http://schemas.openxmlformats.org/presentationml/2006/ole">
              <mc:AlternateContent xmlns:mc="http://schemas.openxmlformats.org/markup-compatibility/2006">
                <mc:Choice xmlns:v="urn:schemas-microsoft-com:vml" Requires="v">
                  <p:oleObj r:id="rId49" imgW="126365" imgH="312420" progId="Equation.3">
                    <p:embed/>
                  </p:oleObj>
                </mc:Choice>
                <mc:Fallback>
                  <p:oleObj r:id="rId49" imgW="126365" imgH="312420" progId="Equation.3">
                    <p:embed/>
                    <p:pic>
                      <p:nvPicPr>
                        <p:cNvPr id="0" name="图片 3144"/>
                        <p:cNvPicPr/>
                        <p:nvPr/>
                      </p:nvPicPr>
                      <p:blipFill>
                        <a:blip r:embed="rId50">
                          <a:clrChange>
                            <a:clrFrom>
                              <a:srgbClr val="000000"/>
                            </a:clrFrom>
                            <a:clrTo>
                              <a:srgbClr val="FFFFFF"/>
                            </a:clrTo>
                          </a:clrChange>
                        </a:blip>
                        <a:stretch>
                          <a:fillRect/>
                        </a:stretch>
                      </p:blipFill>
                      <p:spPr>
                        <a:xfrm>
                          <a:off x="1084" y="1280"/>
                          <a:ext cx="162" cy="407"/>
                        </a:xfrm>
                        <a:prstGeom prst="rect">
                          <a:avLst/>
                        </a:prstGeom>
                        <a:noFill/>
                        <a:ln w="38100">
                          <a:noFill/>
                          <a:miter/>
                        </a:ln>
                      </p:spPr>
                    </p:pic>
                  </p:oleObj>
                </mc:Fallback>
              </mc:AlternateContent>
            </a:graphicData>
          </a:graphic>
        </p:graphicFrame>
        <p:sp>
          <p:nvSpPr>
            <p:cNvPr id="35870" name="Line 173"/>
            <p:cNvSpPr/>
            <p:nvPr/>
          </p:nvSpPr>
          <p:spPr>
            <a:xfrm>
              <a:off x="3198" y="1389"/>
              <a:ext cx="681" cy="0"/>
            </a:xfrm>
            <a:prstGeom prst="line">
              <a:avLst/>
            </a:prstGeom>
            <a:ln w="28575" cap="flat" cmpd="sng">
              <a:solidFill>
                <a:srgbClr val="FFCC00"/>
              </a:solidFill>
              <a:prstDash val="solid"/>
              <a:headEnd type="none" w="med" len="med"/>
              <a:tailEnd type="none" w="med" len="med"/>
            </a:ln>
          </p:spPr>
        </p:sp>
        <p:sp>
          <p:nvSpPr>
            <p:cNvPr id="35871" name="Line 174"/>
            <p:cNvSpPr/>
            <p:nvPr/>
          </p:nvSpPr>
          <p:spPr>
            <a:xfrm>
              <a:off x="1271" y="1389"/>
              <a:ext cx="839" cy="0"/>
            </a:xfrm>
            <a:prstGeom prst="line">
              <a:avLst/>
            </a:prstGeom>
            <a:ln w="28575" cap="flat" cmpd="sng">
              <a:solidFill>
                <a:srgbClr val="FFCC00"/>
              </a:solidFill>
              <a:prstDash val="solid"/>
              <a:headEnd type="none" w="med" len="med"/>
              <a:tailEnd type="none" w="med" len="med"/>
            </a:ln>
          </p:spPr>
        </p:sp>
        <p:sp>
          <p:nvSpPr>
            <p:cNvPr id="35872" name="Line 175"/>
            <p:cNvSpPr/>
            <p:nvPr/>
          </p:nvSpPr>
          <p:spPr>
            <a:xfrm flipV="1">
              <a:off x="1265" y="1434"/>
              <a:ext cx="0" cy="227"/>
            </a:xfrm>
            <a:prstGeom prst="line">
              <a:avLst/>
            </a:prstGeom>
            <a:ln w="28575" cap="flat" cmpd="sng">
              <a:solidFill>
                <a:srgbClr val="00FFFF"/>
              </a:solidFill>
              <a:prstDash val="solid"/>
              <a:headEnd type="none" w="med" len="med"/>
              <a:tailEnd type="triangle" w="med" len="med"/>
            </a:ln>
          </p:spPr>
        </p:sp>
        <p:sp>
          <p:nvSpPr>
            <p:cNvPr id="35873" name="Oval 176"/>
            <p:cNvSpPr/>
            <p:nvPr/>
          </p:nvSpPr>
          <p:spPr>
            <a:xfrm>
              <a:off x="1239" y="174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5874" name="Oval 177"/>
            <p:cNvSpPr/>
            <p:nvPr/>
          </p:nvSpPr>
          <p:spPr>
            <a:xfrm>
              <a:off x="3842" y="176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5875" name="Arc 178"/>
            <p:cNvSpPr/>
            <p:nvPr/>
          </p:nvSpPr>
          <p:spPr>
            <a:xfrm rot="467013">
              <a:off x="2745" y="1117"/>
              <a:ext cx="324" cy="281"/>
            </a:xfrm>
            <a:custGeom>
              <a:avLst/>
              <a:gdLst/>
              <a:ahLst/>
              <a:cxnLst>
                <a:cxn ang="0">
                  <a:pos x="0" y="0"/>
                </a:cxn>
                <a:cxn ang="0">
                  <a:pos x="324" y="156"/>
                </a:cxn>
                <a:cxn ang="0">
                  <a:pos x="0" y="281"/>
                </a:cxn>
              </a:cxnLst>
              <a:rect l="0" t="0" r="0" b="0"/>
              <a:pathLst>
                <a:path w="19335" h="21600" fill="none">
                  <a:moveTo>
                    <a:pt x="0" y="0"/>
                  </a:moveTo>
                  <a:cubicBezTo>
                    <a:pt x="8193" y="0"/>
                    <a:pt x="15682" y="4636"/>
                    <a:pt x="19335" y="11970"/>
                  </a:cubicBezTo>
                </a:path>
                <a:path w="19335" h="21600" stroke="0">
                  <a:moveTo>
                    <a:pt x="0" y="0"/>
                  </a:moveTo>
                  <a:cubicBezTo>
                    <a:pt x="8193" y="0"/>
                    <a:pt x="15682" y="4636"/>
                    <a:pt x="19335" y="1197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5876" name="Arc 179"/>
            <p:cNvSpPr/>
            <p:nvPr/>
          </p:nvSpPr>
          <p:spPr>
            <a:xfrm rot="220785" flipH="1">
              <a:off x="2216" y="1108"/>
              <a:ext cx="347" cy="281"/>
            </a:xfrm>
            <a:custGeom>
              <a:avLst/>
              <a:gdLst/>
              <a:ahLst/>
              <a:cxnLst>
                <a:cxn ang="0">
                  <a:pos x="77" y="0"/>
                </a:cxn>
                <a:cxn ang="0">
                  <a:pos x="347" y="202"/>
                </a:cxn>
                <a:cxn ang="0">
                  <a:pos x="0" y="281"/>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5877" name="Text Box 180"/>
            <p:cNvSpPr txBox="1"/>
            <p:nvPr/>
          </p:nvSpPr>
          <p:spPr>
            <a:xfrm>
              <a:off x="1293" y="1434"/>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5878" name="Text Box 181"/>
            <p:cNvSpPr txBox="1"/>
            <p:nvPr/>
          </p:nvSpPr>
          <p:spPr>
            <a:xfrm>
              <a:off x="3652" y="1434"/>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5879" name="Text Box 182"/>
            <p:cNvSpPr txBox="1"/>
            <p:nvPr/>
          </p:nvSpPr>
          <p:spPr>
            <a:xfrm>
              <a:off x="1384" y="980"/>
              <a:ext cx="54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5880" name="Text Box 183"/>
            <p:cNvSpPr txBox="1"/>
            <p:nvPr/>
          </p:nvSpPr>
          <p:spPr>
            <a:xfrm>
              <a:off x="2699" y="1434"/>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5881" name="Text Box 184"/>
            <p:cNvSpPr txBox="1"/>
            <p:nvPr/>
          </p:nvSpPr>
          <p:spPr>
            <a:xfrm>
              <a:off x="2382" y="1434"/>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5882" name="Text Box 185"/>
            <p:cNvSpPr txBox="1"/>
            <p:nvPr/>
          </p:nvSpPr>
          <p:spPr>
            <a:xfrm>
              <a:off x="1293" y="1706"/>
              <a:ext cx="33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5883" name="Text Box 186"/>
            <p:cNvSpPr txBox="1"/>
            <p:nvPr/>
          </p:nvSpPr>
          <p:spPr>
            <a:xfrm>
              <a:off x="3607" y="1751"/>
              <a:ext cx="24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5884" name="Line 187"/>
            <p:cNvSpPr/>
            <p:nvPr/>
          </p:nvSpPr>
          <p:spPr>
            <a:xfrm>
              <a:off x="2518" y="1389"/>
              <a:ext cx="272" cy="0"/>
            </a:xfrm>
            <a:prstGeom prst="line">
              <a:avLst/>
            </a:prstGeom>
            <a:ln w="28575" cap="flat" cmpd="sng">
              <a:solidFill>
                <a:srgbClr val="FFCC00"/>
              </a:solidFill>
              <a:prstDash val="solid"/>
              <a:headEnd type="none" w="med" len="med"/>
              <a:tailEnd type="none" w="med" len="med"/>
            </a:ln>
          </p:spPr>
        </p:sp>
        <p:sp>
          <p:nvSpPr>
            <p:cNvPr id="35885" name="Line 188"/>
            <p:cNvSpPr/>
            <p:nvPr/>
          </p:nvSpPr>
          <p:spPr>
            <a:xfrm>
              <a:off x="3879" y="1389"/>
              <a:ext cx="0" cy="363"/>
            </a:xfrm>
            <a:prstGeom prst="line">
              <a:avLst/>
            </a:prstGeom>
            <a:ln w="28575" cap="flat" cmpd="sng">
              <a:solidFill>
                <a:srgbClr val="FFCC00"/>
              </a:solidFill>
              <a:prstDash val="solid"/>
              <a:headEnd type="none" w="med" len="med"/>
              <a:tailEnd type="none" w="med" len="med"/>
            </a:ln>
          </p:spPr>
        </p:sp>
        <p:sp>
          <p:nvSpPr>
            <p:cNvPr id="35886" name="Rectangle 189"/>
            <p:cNvSpPr/>
            <p:nvPr/>
          </p:nvSpPr>
          <p:spPr>
            <a:xfrm>
              <a:off x="3380" y="131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35887" name="Rectangle 190"/>
            <p:cNvSpPr/>
            <p:nvPr/>
          </p:nvSpPr>
          <p:spPr>
            <a:xfrm>
              <a:off x="1466" y="132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35888" name="Group 191"/>
            <p:cNvGrpSpPr/>
            <p:nvPr/>
          </p:nvGrpSpPr>
          <p:grpSpPr>
            <a:xfrm rot="5400000">
              <a:off x="2267" y="1139"/>
              <a:ext cx="91" cy="408"/>
              <a:chOff x="1565" y="2614"/>
              <a:chExt cx="90" cy="486"/>
            </a:xfrm>
          </p:grpSpPr>
          <p:sp>
            <p:nvSpPr>
              <p:cNvPr id="35895" name="Arc 19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5896" name="Arc 19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5897" name="Arc 19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5898" name="Arc 19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5889" name="Group 196"/>
            <p:cNvGrpSpPr/>
            <p:nvPr/>
          </p:nvGrpSpPr>
          <p:grpSpPr>
            <a:xfrm rot="5400000">
              <a:off x="2948" y="1139"/>
              <a:ext cx="91" cy="408"/>
              <a:chOff x="1565" y="2614"/>
              <a:chExt cx="90" cy="486"/>
            </a:xfrm>
          </p:grpSpPr>
          <p:sp>
            <p:nvSpPr>
              <p:cNvPr id="35891" name="Arc 19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5892" name="Arc 19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5893" name="Arc 19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5894" name="Arc 20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35890" name="Text Box 201"/>
            <p:cNvSpPr txBox="1"/>
            <p:nvPr/>
          </p:nvSpPr>
          <p:spPr>
            <a:xfrm>
              <a:off x="3560" y="981"/>
              <a:ext cx="544"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3819"/>
                                        </p:tgtEl>
                                        <p:attrNameLst>
                                          <p:attrName>style.visibility</p:attrName>
                                        </p:attrNameLst>
                                      </p:cBhvr>
                                      <p:to>
                                        <p:strVal val="visible"/>
                                      </p:to>
                                    </p:set>
                                    <p:anim calcmode="lin" valueType="num">
                                      <p:cBhvr additive="base">
                                        <p:cTn id="7" dur="500" fill="hold"/>
                                        <p:tgtEl>
                                          <p:spTgt spid="73819"/>
                                        </p:tgtEl>
                                        <p:attrNameLst>
                                          <p:attrName>ppt_x</p:attrName>
                                        </p:attrNameLst>
                                      </p:cBhvr>
                                      <p:tavLst>
                                        <p:tav tm="0">
                                          <p:val>
                                            <p:strVal val="0-#ppt_w/2"/>
                                          </p:val>
                                        </p:tav>
                                        <p:tav tm="100000">
                                          <p:val>
                                            <p:strVal val="#ppt_x"/>
                                          </p:val>
                                        </p:tav>
                                      </p:tavLst>
                                    </p:anim>
                                    <p:anim calcmode="lin" valueType="num">
                                      <p:cBhvr additive="base">
                                        <p:cTn id="8" dur="500" fill="hold"/>
                                        <p:tgtEl>
                                          <p:spTgt spid="738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3892"/>
                                        </p:tgtEl>
                                        <p:attrNameLst>
                                          <p:attrName>style.visibility</p:attrName>
                                        </p:attrNameLst>
                                      </p:cBhvr>
                                      <p:to>
                                        <p:strVal val="visible"/>
                                      </p:to>
                                    </p:set>
                                    <p:animEffect transition="in" filter="blinds(horizontal)">
                                      <p:cBhvr>
                                        <p:cTn id="13" dur="500"/>
                                        <p:tgtEl>
                                          <p:spTgt spid="73892"/>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73820"/>
                                        </p:tgtEl>
                                        <p:attrNameLst>
                                          <p:attrName>style.visibility</p:attrName>
                                        </p:attrNameLst>
                                      </p:cBhvr>
                                      <p:to>
                                        <p:strVal val="visible"/>
                                      </p:to>
                                    </p:set>
                                    <p:animEffect transition="in" filter="slide(fromBottom)">
                                      <p:cBhvr>
                                        <p:cTn id="18" dur="500"/>
                                        <p:tgtEl>
                                          <p:spTgt spid="73820"/>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32" fill="hold" nodeType="clickEffect">
                                  <p:stCondLst>
                                    <p:cond delay="0"/>
                                  </p:stCondLst>
                                  <p:childTnLst>
                                    <p:set>
                                      <p:cBhvr>
                                        <p:cTn id="22" dur="1" fill="hold">
                                          <p:stCondLst>
                                            <p:cond delay="0"/>
                                          </p:stCondLst>
                                        </p:cTn>
                                        <p:tgtEl>
                                          <p:spTgt spid="73886"/>
                                        </p:tgtEl>
                                        <p:attrNameLst>
                                          <p:attrName>style.visibility</p:attrName>
                                        </p:attrNameLst>
                                      </p:cBhvr>
                                      <p:to>
                                        <p:strVal val="visible"/>
                                      </p:to>
                                    </p:set>
                                    <p:anim calcmode="lin" valueType="num">
                                      <p:cBhvr>
                                        <p:cTn id="23" dur="1000" fill="hold"/>
                                        <p:tgtEl>
                                          <p:spTgt spid="73886"/>
                                        </p:tgtEl>
                                        <p:attrNameLst>
                                          <p:attrName>ppt_w</p:attrName>
                                        </p:attrNameLst>
                                      </p:cBhvr>
                                      <p:tavLst>
                                        <p:tav tm="0">
                                          <p:val>
                                            <p:strVal val="4*#ppt_w"/>
                                          </p:val>
                                        </p:tav>
                                        <p:tav tm="100000">
                                          <p:val>
                                            <p:strVal val="#ppt_w"/>
                                          </p:val>
                                        </p:tav>
                                      </p:tavLst>
                                    </p:anim>
                                    <p:anim calcmode="lin" valueType="num">
                                      <p:cBhvr>
                                        <p:cTn id="24" dur="1000" fill="hold"/>
                                        <p:tgtEl>
                                          <p:spTgt spid="73886"/>
                                        </p:tgtEl>
                                        <p:attrNameLst>
                                          <p:attrName>ppt_h</p:attrName>
                                        </p:attrNameLst>
                                      </p:cBhvr>
                                      <p:tavLst>
                                        <p:tav tm="0">
                                          <p:val>
                                            <p:strVal val="4*#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73825"/>
                                        </p:tgtEl>
                                        <p:attrNameLst>
                                          <p:attrName>style.visibility</p:attrName>
                                        </p:attrNameLst>
                                      </p:cBhvr>
                                      <p:to>
                                        <p:strVal val="visible"/>
                                      </p:to>
                                    </p:set>
                                    <p:animEffect transition="in" filter="wipe(left)">
                                      <p:cBhvr>
                                        <p:cTn id="29" dur="1000"/>
                                        <p:tgtEl>
                                          <p:spTgt spid="7382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73826"/>
                                        </p:tgtEl>
                                        <p:attrNameLst>
                                          <p:attrName>style.visibility</p:attrName>
                                        </p:attrNameLst>
                                      </p:cBhvr>
                                      <p:to>
                                        <p:strVal val="visible"/>
                                      </p:to>
                                    </p:set>
                                    <p:animEffect transition="in" filter="wipe(left)">
                                      <p:cBhvr>
                                        <p:cTn id="34" dur="1000"/>
                                        <p:tgtEl>
                                          <p:spTgt spid="7382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73827"/>
                                        </p:tgtEl>
                                        <p:attrNameLst>
                                          <p:attrName>style.visibility</p:attrName>
                                        </p:attrNameLst>
                                      </p:cBhvr>
                                      <p:to>
                                        <p:strVal val="visible"/>
                                      </p:to>
                                    </p:set>
                                    <p:animEffect transition="in" filter="wipe(down)">
                                      <p:cBhvr>
                                        <p:cTn id="39" dur="1000"/>
                                        <p:tgtEl>
                                          <p:spTgt spid="7382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73829"/>
                                        </p:tgtEl>
                                        <p:attrNameLst>
                                          <p:attrName>style.visibility</p:attrName>
                                        </p:attrNameLst>
                                      </p:cBhvr>
                                      <p:to>
                                        <p:strVal val="visible"/>
                                      </p:to>
                                    </p:set>
                                    <p:animEffect transition="in" filter="wipe(down)">
                                      <p:cBhvr>
                                        <p:cTn id="44" dur="1000"/>
                                        <p:tgtEl>
                                          <p:spTgt spid="7382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73830"/>
                                        </p:tgtEl>
                                        <p:attrNameLst>
                                          <p:attrName>style.visibility</p:attrName>
                                        </p:attrNameLst>
                                      </p:cBhvr>
                                      <p:to>
                                        <p:strVal val="visible"/>
                                      </p:to>
                                    </p:set>
                                    <p:animEffect transition="in" filter="wipe(down)">
                                      <p:cBhvr>
                                        <p:cTn id="49" dur="1000"/>
                                        <p:tgtEl>
                                          <p:spTgt spid="7383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73828"/>
                                        </p:tgtEl>
                                        <p:attrNameLst>
                                          <p:attrName>style.visibility</p:attrName>
                                        </p:attrNameLst>
                                      </p:cBhvr>
                                      <p:to>
                                        <p:strVal val="visible"/>
                                      </p:to>
                                    </p:set>
                                    <p:animEffect transition="in" filter="wipe(left)">
                                      <p:cBhvr>
                                        <p:cTn id="54" dur="1000"/>
                                        <p:tgtEl>
                                          <p:spTgt spid="7382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73831"/>
                                        </p:tgtEl>
                                        <p:attrNameLst>
                                          <p:attrName>style.visibility</p:attrName>
                                        </p:attrNameLst>
                                      </p:cBhvr>
                                      <p:to>
                                        <p:strVal val="visible"/>
                                      </p:to>
                                    </p:set>
                                    <p:animEffect transition="in" filter="wipe(down)">
                                      <p:cBhvr>
                                        <p:cTn id="59" dur="1000"/>
                                        <p:tgtEl>
                                          <p:spTgt spid="7383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73832"/>
                                        </p:tgtEl>
                                        <p:attrNameLst>
                                          <p:attrName>style.visibility</p:attrName>
                                        </p:attrNameLst>
                                      </p:cBhvr>
                                      <p:to>
                                        <p:strVal val="visible"/>
                                      </p:to>
                                    </p:set>
                                    <p:animEffect transition="in" filter="wipe(down)">
                                      <p:cBhvr>
                                        <p:cTn id="64" dur="1000"/>
                                        <p:tgtEl>
                                          <p:spTgt spid="7383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73833"/>
                                        </p:tgtEl>
                                        <p:attrNameLst>
                                          <p:attrName>style.visibility</p:attrName>
                                        </p:attrNameLst>
                                      </p:cBhvr>
                                      <p:to>
                                        <p:strVal val="visible"/>
                                      </p:to>
                                    </p:set>
                                    <p:animEffect transition="in" filter="wipe(down)">
                                      <p:cBhvr>
                                        <p:cTn id="69" dur="1000"/>
                                        <p:tgtEl>
                                          <p:spTgt spid="7383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73834"/>
                                        </p:tgtEl>
                                        <p:attrNameLst>
                                          <p:attrName>style.visibility</p:attrName>
                                        </p:attrNameLst>
                                      </p:cBhvr>
                                      <p:to>
                                        <p:strVal val="visible"/>
                                      </p:to>
                                    </p:set>
                                    <p:animEffect transition="in" filter="wipe(down)">
                                      <p:cBhvr>
                                        <p:cTn id="74" dur="1000"/>
                                        <p:tgtEl>
                                          <p:spTgt spid="73834"/>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4" fill="hold" grpId="0" nodeType="clickEffect">
                                  <p:stCondLst>
                                    <p:cond delay="0"/>
                                  </p:stCondLst>
                                  <p:childTnLst>
                                    <p:set>
                                      <p:cBhvr>
                                        <p:cTn id="78" dur="1" fill="hold">
                                          <p:stCondLst>
                                            <p:cond delay="0"/>
                                          </p:stCondLst>
                                        </p:cTn>
                                        <p:tgtEl>
                                          <p:spTgt spid="73821"/>
                                        </p:tgtEl>
                                        <p:attrNameLst>
                                          <p:attrName>style.visibility</p:attrName>
                                        </p:attrNameLst>
                                      </p:cBhvr>
                                      <p:to>
                                        <p:strVal val="visible"/>
                                      </p:to>
                                    </p:set>
                                    <p:animEffect transition="in" filter="slide(fromBottom)">
                                      <p:cBhvr>
                                        <p:cTn id="79" dur="500"/>
                                        <p:tgtEl>
                                          <p:spTgt spid="73821"/>
                                        </p:tgtEl>
                                      </p:cBhvr>
                                    </p:animEffect>
                                  </p:childTnLst>
                                </p:cTn>
                              </p:par>
                            </p:childTnLst>
                          </p:cTn>
                        </p:par>
                      </p:childTnLst>
                    </p:cTn>
                  </p:par>
                  <p:par>
                    <p:cTn id="80" fill="hold">
                      <p:stCondLst>
                        <p:cond delay="indefinite"/>
                      </p:stCondLst>
                      <p:childTnLst>
                        <p:par>
                          <p:cTn id="81" fill="hold">
                            <p:stCondLst>
                              <p:cond delay="0"/>
                            </p:stCondLst>
                            <p:childTnLst>
                              <p:par>
                                <p:cTn id="82" presetID="23" presetClass="entr" presetSubtype="32" fill="hold" nodeType="clickEffect">
                                  <p:stCondLst>
                                    <p:cond delay="0"/>
                                  </p:stCondLst>
                                  <p:childTnLst>
                                    <p:set>
                                      <p:cBhvr>
                                        <p:cTn id="83" dur="1" fill="hold">
                                          <p:stCondLst>
                                            <p:cond delay="0"/>
                                          </p:stCondLst>
                                        </p:cTn>
                                        <p:tgtEl>
                                          <p:spTgt spid="73889"/>
                                        </p:tgtEl>
                                        <p:attrNameLst>
                                          <p:attrName>style.visibility</p:attrName>
                                        </p:attrNameLst>
                                      </p:cBhvr>
                                      <p:to>
                                        <p:strVal val="visible"/>
                                      </p:to>
                                    </p:set>
                                    <p:anim calcmode="lin" valueType="num">
                                      <p:cBhvr>
                                        <p:cTn id="84" dur="1000" fill="hold"/>
                                        <p:tgtEl>
                                          <p:spTgt spid="73889"/>
                                        </p:tgtEl>
                                        <p:attrNameLst>
                                          <p:attrName>ppt_w</p:attrName>
                                        </p:attrNameLst>
                                      </p:cBhvr>
                                      <p:tavLst>
                                        <p:tav tm="0">
                                          <p:val>
                                            <p:strVal val="4*#ppt_w"/>
                                          </p:val>
                                        </p:tav>
                                        <p:tav tm="100000">
                                          <p:val>
                                            <p:strVal val="#ppt_w"/>
                                          </p:val>
                                        </p:tav>
                                      </p:tavLst>
                                    </p:anim>
                                    <p:anim calcmode="lin" valueType="num">
                                      <p:cBhvr>
                                        <p:cTn id="85" dur="1000" fill="hold"/>
                                        <p:tgtEl>
                                          <p:spTgt spid="73889"/>
                                        </p:tgtEl>
                                        <p:attrNameLst>
                                          <p:attrName>ppt_h</p:attrName>
                                        </p:attrNameLst>
                                      </p:cBhvr>
                                      <p:tavLst>
                                        <p:tav tm="0">
                                          <p:val>
                                            <p:strVal val="4*#ppt_h"/>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73798"/>
                                        </p:tgtEl>
                                        <p:attrNameLst>
                                          <p:attrName>style.visibility</p:attrName>
                                        </p:attrNameLst>
                                      </p:cBhvr>
                                      <p:to>
                                        <p:strVal val="visible"/>
                                      </p:to>
                                    </p:set>
                                    <p:animEffect transition="in" filter="wipe(left)">
                                      <p:cBhvr>
                                        <p:cTn id="90" dur="2000"/>
                                        <p:tgtEl>
                                          <p:spTgt spid="7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19" grpId="0"/>
      <p:bldP spid="73820" grpId="0"/>
      <p:bldP spid="738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ext Box 4"/>
          <p:cNvSpPr txBox="1"/>
          <p:nvPr/>
        </p:nvSpPr>
        <p:spPr>
          <a:xfrm>
            <a:off x="755650" y="1268413"/>
            <a:ext cx="2736850" cy="519112"/>
          </a:xfrm>
          <a:prstGeom prst="rect">
            <a:avLst/>
          </a:prstGeom>
          <a:noFill/>
          <a:ln w="9525">
            <a:noFill/>
          </a:ln>
        </p:spPr>
        <p:txBody>
          <a:bodyPr>
            <a:spAutoFit/>
          </a:bodyPr>
          <a:lstStyle/>
          <a:p>
            <a:pPr marL="342900" indent="-342900" eaLnBrk="1" hangingPunct="1">
              <a:buAutoNum type="circleNumDbPlain"/>
            </a:pPr>
            <a:r>
              <a:rPr lang="zh-CN" altLang="en-US" b="1" dirty="0">
                <a:solidFill>
                  <a:srgbClr val="FF9900"/>
                </a:solidFill>
                <a:latin typeface="Times New Roman" panose="02020603050405020304" pitchFamily="18" charset="0"/>
              </a:rPr>
              <a:t>同侧并联</a:t>
            </a:r>
          </a:p>
        </p:txBody>
      </p:sp>
      <p:graphicFrame>
        <p:nvGraphicFramePr>
          <p:cNvPr id="25605" name="Object 5"/>
          <p:cNvGraphicFramePr>
            <a:graphicFrameLocks noChangeAspect="1"/>
          </p:cNvGraphicFramePr>
          <p:nvPr/>
        </p:nvGraphicFramePr>
        <p:xfrm>
          <a:off x="1258888" y="1989138"/>
          <a:ext cx="2968625" cy="984250"/>
        </p:xfrm>
        <a:graphic>
          <a:graphicData uri="http://schemas.openxmlformats.org/presentationml/2006/ole">
            <mc:AlternateContent xmlns:mc="http://schemas.openxmlformats.org/markup-compatibility/2006">
              <mc:Choice xmlns:v="urn:schemas-microsoft-com:vml" Requires="v">
                <p:oleObj r:id="rId2" imgW="1226820" imgH="408940" progId="Equation.3">
                  <p:embed/>
                </p:oleObj>
              </mc:Choice>
              <mc:Fallback>
                <p:oleObj r:id="rId2" imgW="1226820" imgH="408940" progId="Equation.3">
                  <p:embed/>
                  <p:pic>
                    <p:nvPicPr>
                      <p:cNvPr id="0" name="图片 3146"/>
                      <p:cNvPicPr/>
                      <p:nvPr/>
                    </p:nvPicPr>
                    <p:blipFill>
                      <a:blip r:embed="rId3">
                        <a:clrChange>
                          <a:clrFrom>
                            <a:srgbClr val="000000"/>
                          </a:clrFrom>
                          <a:clrTo>
                            <a:srgbClr val="FFFFFF"/>
                          </a:clrTo>
                        </a:clrChange>
                      </a:blip>
                      <a:stretch>
                        <a:fillRect/>
                      </a:stretch>
                    </p:blipFill>
                    <p:spPr>
                      <a:xfrm>
                        <a:off x="1258888" y="1989138"/>
                        <a:ext cx="2968625" cy="984250"/>
                      </a:xfrm>
                      <a:prstGeom prst="rect">
                        <a:avLst/>
                      </a:prstGeom>
                      <a:noFill/>
                      <a:ln w="38100">
                        <a:noFill/>
                        <a:miter/>
                      </a:ln>
                    </p:spPr>
                  </p:pic>
                </p:oleObj>
              </mc:Fallback>
            </mc:AlternateContent>
          </a:graphicData>
        </a:graphic>
      </p:graphicFrame>
      <p:sp>
        <p:nvSpPr>
          <p:cNvPr id="25606" name="AutoShape 6"/>
          <p:cNvSpPr/>
          <p:nvPr/>
        </p:nvSpPr>
        <p:spPr>
          <a:xfrm>
            <a:off x="960438" y="2162175"/>
            <a:ext cx="227012" cy="2346325"/>
          </a:xfrm>
          <a:prstGeom prst="leftBrace">
            <a:avLst>
              <a:gd name="adj1" fmla="val 86130"/>
              <a:gd name="adj2" fmla="val 50000"/>
            </a:avLst>
          </a:prstGeom>
          <a:noFill/>
          <a:ln w="28575" cap="flat" cmpd="sng">
            <a:solidFill>
              <a:srgbClr val="FFFF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25607" name="Object 7"/>
          <p:cNvGraphicFramePr>
            <a:graphicFrameLocks noChangeAspect="1"/>
          </p:cNvGraphicFramePr>
          <p:nvPr/>
        </p:nvGraphicFramePr>
        <p:xfrm>
          <a:off x="3708400" y="4652963"/>
          <a:ext cx="3616325" cy="1211262"/>
        </p:xfrm>
        <a:graphic>
          <a:graphicData uri="http://schemas.openxmlformats.org/presentationml/2006/ole">
            <mc:AlternateContent xmlns:mc="http://schemas.openxmlformats.org/markup-compatibility/2006">
              <mc:Choice xmlns:v="urn:schemas-microsoft-com:vml" Requires="v">
                <p:oleObj r:id="rId4" imgW="1397635" imgH="468630" progId="Equation.3">
                  <p:embed/>
                </p:oleObj>
              </mc:Choice>
              <mc:Fallback>
                <p:oleObj r:id="rId4" imgW="1397635" imgH="468630" progId="Equation.3">
                  <p:embed/>
                  <p:pic>
                    <p:nvPicPr>
                      <p:cNvPr id="0" name="图片 3147"/>
                      <p:cNvPicPr/>
                      <p:nvPr/>
                    </p:nvPicPr>
                    <p:blipFill>
                      <a:blip r:embed="rId5">
                        <a:clrChange>
                          <a:clrFrom>
                            <a:srgbClr val="000000"/>
                          </a:clrFrom>
                          <a:clrTo>
                            <a:srgbClr val="FFFFFF"/>
                          </a:clrTo>
                        </a:clrChange>
                      </a:blip>
                      <a:stretch>
                        <a:fillRect/>
                      </a:stretch>
                    </p:blipFill>
                    <p:spPr>
                      <a:xfrm>
                        <a:off x="3708400" y="4652963"/>
                        <a:ext cx="3616325" cy="1211262"/>
                      </a:xfrm>
                      <a:prstGeom prst="rect">
                        <a:avLst/>
                      </a:prstGeom>
                      <a:noFill/>
                      <a:ln w="38100">
                        <a:noFill/>
                        <a:miter/>
                      </a:ln>
                    </p:spPr>
                  </p:pic>
                </p:oleObj>
              </mc:Fallback>
            </mc:AlternateContent>
          </a:graphicData>
        </a:graphic>
      </p:graphicFrame>
      <p:sp>
        <p:nvSpPr>
          <p:cNvPr id="25609" name="Text Box 9"/>
          <p:cNvSpPr txBox="1"/>
          <p:nvPr/>
        </p:nvSpPr>
        <p:spPr>
          <a:xfrm>
            <a:off x="1258888" y="4076700"/>
            <a:ext cx="1617662" cy="579438"/>
          </a:xfrm>
          <a:prstGeom prst="rect">
            <a:avLst/>
          </a:prstGeom>
          <a:noFill/>
          <a:ln w="9525">
            <a:noFill/>
          </a:ln>
        </p:spPr>
        <p:txBody>
          <a:bodyPr wrap="none">
            <a:spAutoFit/>
          </a:bodyPr>
          <a:lstStyle/>
          <a:p>
            <a:pPr eaLnBrk="1" hangingPunct="1"/>
            <a:r>
              <a:rPr lang="en-US" altLang="zh-CN" sz="3200" i="1" dirty="0">
                <a:solidFill>
                  <a:schemeClr val="bg1"/>
                </a:solidFill>
                <a:latin typeface="Times New Roman" panose="02020603050405020304" pitchFamily="18" charset="0"/>
                <a:ea typeface="宋体" panose="02010600030101010101" pitchFamily="2" charset="-122"/>
              </a:rPr>
              <a:t>i</a:t>
            </a:r>
            <a:r>
              <a:rPr lang="en-US" altLang="zh-CN" sz="3200" dirty="0">
                <a:solidFill>
                  <a:schemeClr val="bg1"/>
                </a:solidFill>
                <a:latin typeface="Times New Roman" panose="02020603050405020304" pitchFamily="18" charset="0"/>
                <a:ea typeface="宋体" panose="02010600030101010101" pitchFamily="2" charset="-122"/>
              </a:rPr>
              <a:t> = </a:t>
            </a:r>
            <a:r>
              <a:rPr lang="en-US" altLang="zh-CN" sz="3200" i="1" dirty="0">
                <a:solidFill>
                  <a:schemeClr val="bg1"/>
                </a:solidFill>
                <a:latin typeface="Times New Roman" panose="02020603050405020304" pitchFamily="18" charset="0"/>
                <a:ea typeface="宋体" panose="02010600030101010101" pitchFamily="2" charset="-122"/>
              </a:rPr>
              <a:t>i</a:t>
            </a:r>
            <a:r>
              <a:rPr lang="en-US" altLang="zh-CN" sz="3200" baseline="-25000" dirty="0">
                <a:solidFill>
                  <a:schemeClr val="bg1"/>
                </a:solidFill>
                <a:latin typeface="Times New Roman" panose="02020603050405020304" pitchFamily="18" charset="0"/>
                <a:ea typeface="宋体" panose="02010600030101010101" pitchFamily="2" charset="-122"/>
              </a:rPr>
              <a:t>1</a:t>
            </a:r>
            <a:r>
              <a:rPr lang="en-US" altLang="zh-CN" sz="3200" dirty="0">
                <a:solidFill>
                  <a:schemeClr val="bg1"/>
                </a:solidFill>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i</a:t>
            </a:r>
            <a:r>
              <a:rPr lang="en-US" altLang="zh-CN" sz="3200" baseline="-25000" dirty="0">
                <a:solidFill>
                  <a:schemeClr val="bg1"/>
                </a:solidFill>
                <a:latin typeface="Times New Roman" panose="02020603050405020304" pitchFamily="18" charset="0"/>
                <a:ea typeface="宋体" panose="02010600030101010101" pitchFamily="2" charset="-122"/>
              </a:rPr>
              <a:t>2 </a:t>
            </a:r>
            <a:endParaRPr lang="en-US" altLang="zh-CN" sz="3200" dirty="0">
              <a:solidFill>
                <a:schemeClr val="bg1"/>
              </a:solidFill>
              <a:latin typeface="Times New Roman" panose="02020603050405020304" pitchFamily="18" charset="0"/>
              <a:ea typeface="宋体" panose="02010600030101010101" pitchFamily="2" charset="-122"/>
            </a:endParaRPr>
          </a:p>
        </p:txBody>
      </p:sp>
      <p:sp>
        <p:nvSpPr>
          <p:cNvPr id="25610" name="Text Box 10"/>
          <p:cNvSpPr txBox="1"/>
          <p:nvPr/>
        </p:nvSpPr>
        <p:spPr>
          <a:xfrm>
            <a:off x="323850" y="5084763"/>
            <a:ext cx="3671888" cy="519112"/>
          </a:xfrm>
          <a:prstGeom prst="rect">
            <a:avLst/>
          </a:prstGeom>
          <a:noFill/>
          <a:ln w="9525">
            <a:noFill/>
          </a:ln>
        </p:spPr>
        <p:txBody>
          <a:bodyPr lIns="162000" rIns="162000">
            <a:spAutoFit/>
          </a:bodyPr>
          <a:lstStyle/>
          <a:p>
            <a:pPr eaLnBrk="1" hangingPunct="1"/>
            <a:r>
              <a:rPr lang="zh-CN" altLang="en-US" b="1" dirty="0">
                <a:latin typeface="楷体_GB2312" pitchFamily="49" charset="-122"/>
              </a:rPr>
              <a:t>解得</a:t>
            </a:r>
            <a:r>
              <a:rPr lang="en-US" altLang="zh-CN" i="1" dirty="0">
                <a:solidFill>
                  <a:schemeClr val="bg1"/>
                </a:solidFill>
                <a:latin typeface="Times New Roman" panose="02020603050405020304" pitchFamily="18" charset="0"/>
              </a:rPr>
              <a:t>u</a:t>
            </a:r>
            <a:r>
              <a:rPr lang="en-US" altLang="zh-CN" dirty="0">
                <a:solidFill>
                  <a:schemeClr val="bg1"/>
                </a:solidFill>
                <a:latin typeface="Times New Roman" panose="02020603050405020304" pitchFamily="18" charset="0"/>
              </a:rPr>
              <a:t>, </a:t>
            </a:r>
            <a:r>
              <a:rPr lang="en-US" altLang="zh-CN" i="1" dirty="0">
                <a:solidFill>
                  <a:schemeClr val="bg1"/>
                </a:solidFill>
                <a:latin typeface="Times New Roman" panose="02020603050405020304" pitchFamily="18" charset="0"/>
              </a:rPr>
              <a:t>i</a:t>
            </a:r>
            <a:r>
              <a:rPr lang="en-US" altLang="zh-CN" b="1" i="1" dirty="0">
                <a:latin typeface="楷体_GB2312" pitchFamily="49" charset="-122"/>
              </a:rPr>
              <a:t> </a:t>
            </a:r>
            <a:r>
              <a:rPr lang="zh-CN" altLang="en-US" b="1" dirty="0">
                <a:latin typeface="楷体_GB2312" pitchFamily="49" charset="-122"/>
              </a:rPr>
              <a:t>的关系</a:t>
            </a:r>
          </a:p>
        </p:txBody>
      </p:sp>
      <p:sp>
        <p:nvSpPr>
          <p:cNvPr id="25611" name="Text Box 11"/>
          <p:cNvSpPr txBox="1"/>
          <p:nvPr/>
        </p:nvSpPr>
        <p:spPr>
          <a:xfrm>
            <a:off x="539750" y="476250"/>
            <a:ext cx="4103688" cy="579438"/>
          </a:xfrm>
          <a:prstGeom prst="rect">
            <a:avLst/>
          </a:prstGeom>
          <a:noFill/>
          <a:ln w="9525">
            <a:noFill/>
          </a:ln>
        </p:spPr>
        <p:txBody>
          <a:bodyPr>
            <a:spAutoFit/>
          </a:bodyPr>
          <a:lstStyle/>
          <a:p>
            <a:pPr eaLnBrk="1" hangingPunct="1"/>
            <a:r>
              <a:rPr lang="en-US" altLang="zh-CN" sz="3200" dirty="0">
                <a:solidFill>
                  <a:schemeClr val="bg1"/>
                </a:solidFill>
                <a:latin typeface="Times New Roman" panose="02020603050405020304" pitchFamily="18" charset="0"/>
              </a:rPr>
              <a:t>2</a:t>
            </a:r>
            <a:r>
              <a:rPr lang="en-US" altLang="zh-CN" sz="3200" b="1" dirty="0">
                <a:solidFill>
                  <a:schemeClr val="bg1"/>
                </a:solidFill>
                <a:latin typeface="楷体_GB2312" pitchFamily="49" charset="-122"/>
              </a:rPr>
              <a:t>. </a:t>
            </a:r>
            <a:r>
              <a:rPr lang="zh-CN" altLang="en-US" sz="3200" b="1" dirty="0">
                <a:solidFill>
                  <a:schemeClr val="bg1"/>
                </a:solidFill>
                <a:latin typeface="楷体_GB2312" pitchFamily="49" charset="-122"/>
              </a:rPr>
              <a:t>耦合电感的并联</a:t>
            </a:r>
          </a:p>
        </p:txBody>
      </p:sp>
      <p:graphicFrame>
        <p:nvGraphicFramePr>
          <p:cNvPr id="25647" name="Object 47"/>
          <p:cNvGraphicFramePr>
            <a:graphicFrameLocks noChangeAspect="1"/>
          </p:cNvGraphicFramePr>
          <p:nvPr/>
        </p:nvGraphicFramePr>
        <p:xfrm>
          <a:off x="1258888" y="2997200"/>
          <a:ext cx="3128962" cy="1019175"/>
        </p:xfrm>
        <a:graphic>
          <a:graphicData uri="http://schemas.openxmlformats.org/presentationml/2006/ole">
            <mc:AlternateContent xmlns:mc="http://schemas.openxmlformats.org/markup-compatibility/2006">
              <mc:Choice xmlns:v="urn:schemas-microsoft-com:vml" Requires="v">
                <p:oleObj r:id="rId6" imgW="1249045" imgH="408940" progId="Equation.3">
                  <p:embed/>
                </p:oleObj>
              </mc:Choice>
              <mc:Fallback>
                <p:oleObj r:id="rId6" imgW="1249045" imgH="408940" progId="Equation.3">
                  <p:embed/>
                  <p:pic>
                    <p:nvPicPr>
                      <p:cNvPr id="0" name="图片 3148"/>
                      <p:cNvPicPr/>
                      <p:nvPr/>
                    </p:nvPicPr>
                    <p:blipFill>
                      <a:blip r:embed="rId7">
                        <a:clrChange>
                          <a:clrFrom>
                            <a:srgbClr val="000000"/>
                          </a:clrFrom>
                          <a:clrTo>
                            <a:srgbClr val="FFFFFF"/>
                          </a:clrTo>
                        </a:clrChange>
                      </a:blip>
                      <a:stretch>
                        <a:fillRect/>
                      </a:stretch>
                    </p:blipFill>
                    <p:spPr>
                      <a:xfrm>
                        <a:off x="1258888" y="2997200"/>
                        <a:ext cx="3128962" cy="1019175"/>
                      </a:xfrm>
                      <a:prstGeom prst="rect">
                        <a:avLst/>
                      </a:prstGeom>
                      <a:noFill/>
                      <a:ln w="38100">
                        <a:noFill/>
                        <a:miter/>
                      </a:ln>
                    </p:spPr>
                  </p:pic>
                </p:oleObj>
              </mc:Fallback>
            </mc:AlternateContent>
          </a:graphicData>
        </a:graphic>
      </p:graphicFrame>
      <p:grpSp>
        <p:nvGrpSpPr>
          <p:cNvPr id="36874" name="Group 53"/>
          <p:cNvGrpSpPr/>
          <p:nvPr/>
        </p:nvGrpSpPr>
        <p:grpSpPr>
          <a:xfrm>
            <a:off x="8316913" y="6446838"/>
            <a:ext cx="792162" cy="366712"/>
            <a:chOff x="5193" y="4020"/>
            <a:chExt cx="499" cy="231"/>
          </a:xfrm>
        </p:grpSpPr>
        <p:pic>
          <p:nvPicPr>
            <p:cNvPr id="36916" name="Picture 54"/>
            <p:cNvPicPr>
              <a:picLocks noChangeAspect="1"/>
            </p:cNvPicPr>
            <p:nvPr/>
          </p:nvPicPr>
          <p:blipFill>
            <a:blip r:embed="rId8"/>
            <a:stretch>
              <a:fillRect/>
            </a:stretch>
          </p:blipFill>
          <p:spPr>
            <a:xfrm>
              <a:off x="5193" y="4066"/>
              <a:ext cx="499" cy="181"/>
            </a:xfrm>
            <a:prstGeom prst="rect">
              <a:avLst/>
            </a:prstGeom>
            <a:noFill/>
            <a:ln w="9525">
              <a:noFill/>
            </a:ln>
          </p:spPr>
        </p:pic>
        <p:sp>
          <p:nvSpPr>
            <p:cNvPr id="36917" name="Text Box 55">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6875" name="Group 56"/>
          <p:cNvGrpSpPr/>
          <p:nvPr/>
        </p:nvGrpSpPr>
        <p:grpSpPr>
          <a:xfrm>
            <a:off x="7453313" y="6446838"/>
            <a:ext cx="792162" cy="366712"/>
            <a:chOff x="4649" y="4020"/>
            <a:chExt cx="499" cy="231"/>
          </a:xfrm>
        </p:grpSpPr>
        <p:pic>
          <p:nvPicPr>
            <p:cNvPr id="36914" name="Picture 57"/>
            <p:cNvPicPr>
              <a:picLocks noChangeAspect="1"/>
            </p:cNvPicPr>
            <p:nvPr/>
          </p:nvPicPr>
          <p:blipFill>
            <a:blip r:embed="rId8"/>
            <a:stretch>
              <a:fillRect/>
            </a:stretch>
          </p:blipFill>
          <p:spPr>
            <a:xfrm>
              <a:off x="4649" y="4066"/>
              <a:ext cx="499" cy="181"/>
            </a:xfrm>
            <a:prstGeom prst="rect">
              <a:avLst/>
            </a:prstGeom>
            <a:noFill/>
            <a:ln w="9525">
              <a:noFill/>
            </a:ln>
          </p:spPr>
        </p:pic>
        <p:sp>
          <p:nvSpPr>
            <p:cNvPr id="36915" name="Text Box 58">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6876" name="Group 98"/>
          <p:cNvGrpSpPr/>
          <p:nvPr/>
        </p:nvGrpSpPr>
        <p:grpSpPr>
          <a:xfrm>
            <a:off x="6588125" y="6446838"/>
            <a:ext cx="792163" cy="366712"/>
            <a:chOff x="4649" y="4020"/>
            <a:chExt cx="499" cy="231"/>
          </a:xfrm>
        </p:grpSpPr>
        <p:pic>
          <p:nvPicPr>
            <p:cNvPr id="36912" name="Picture 99"/>
            <p:cNvPicPr>
              <a:picLocks noChangeAspect="1"/>
            </p:cNvPicPr>
            <p:nvPr/>
          </p:nvPicPr>
          <p:blipFill>
            <a:blip r:embed="rId8"/>
            <a:stretch>
              <a:fillRect/>
            </a:stretch>
          </p:blipFill>
          <p:spPr>
            <a:xfrm>
              <a:off x="4649" y="4066"/>
              <a:ext cx="499" cy="181"/>
            </a:xfrm>
            <a:prstGeom prst="rect">
              <a:avLst/>
            </a:prstGeom>
            <a:noFill/>
            <a:ln w="9525">
              <a:noFill/>
            </a:ln>
          </p:spPr>
        </p:pic>
        <p:sp>
          <p:nvSpPr>
            <p:cNvPr id="36913" name="Text Box 100">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5711" name="Group 111"/>
          <p:cNvGrpSpPr/>
          <p:nvPr/>
        </p:nvGrpSpPr>
        <p:grpSpPr>
          <a:xfrm>
            <a:off x="4932363" y="476250"/>
            <a:ext cx="3454400" cy="2481263"/>
            <a:chOff x="3107" y="300"/>
            <a:chExt cx="2176" cy="1563"/>
          </a:xfrm>
        </p:grpSpPr>
        <p:sp>
          <p:nvSpPr>
            <p:cNvPr id="36878" name="Line 63"/>
            <p:cNvSpPr/>
            <p:nvPr/>
          </p:nvSpPr>
          <p:spPr>
            <a:xfrm>
              <a:off x="4331" y="1389"/>
              <a:ext cx="0" cy="453"/>
            </a:xfrm>
            <a:prstGeom prst="line">
              <a:avLst/>
            </a:prstGeom>
            <a:ln w="28575" cap="flat" cmpd="sng">
              <a:solidFill>
                <a:srgbClr val="FFCC00"/>
              </a:solidFill>
              <a:prstDash val="solid"/>
              <a:headEnd type="none" w="med" len="med"/>
              <a:tailEnd type="oval" w="med" len="med"/>
            </a:ln>
          </p:spPr>
        </p:sp>
        <p:sp>
          <p:nvSpPr>
            <p:cNvPr id="36879" name="Line 64"/>
            <p:cNvSpPr/>
            <p:nvPr/>
          </p:nvSpPr>
          <p:spPr>
            <a:xfrm flipH="1">
              <a:off x="4331" y="708"/>
              <a:ext cx="5" cy="318"/>
            </a:xfrm>
            <a:prstGeom prst="line">
              <a:avLst/>
            </a:prstGeom>
            <a:ln w="28575" cap="flat" cmpd="sng">
              <a:solidFill>
                <a:srgbClr val="FFCC00"/>
              </a:solidFill>
              <a:prstDash val="solid"/>
              <a:headEnd type="oval" w="med" len="med"/>
              <a:tailEnd type="none" w="med" len="med"/>
            </a:ln>
          </p:spPr>
        </p:sp>
        <p:sp>
          <p:nvSpPr>
            <p:cNvPr id="36880" name="Line 65"/>
            <p:cNvSpPr/>
            <p:nvPr/>
          </p:nvSpPr>
          <p:spPr>
            <a:xfrm>
              <a:off x="4830" y="1389"/>
              <a:ext cx="0" cy="453"/>
            </a:xfrm>
            <a:prstGeom prst="line">
              <a:avLst/>
            </a:prstGeom>
            <a:ln w="28575" cap="flat" cmpd="sng">
              <a:solidFill>
                <a:srgbClr val="FFCC00"/>
              </a:solidFill>
              <a:prstDash val="solid"/>
              <a:headEnd type="none" w="med" len="med"/>
              <a:tailEnd type="none" w="med" len="med"/>
            </a:ln>
          </p:spPr>
        </p:sp>
        <p:sp>
          <p:nvSpPr>
            <p:cNvPr id="36881" name="Line 66"/>
            <p:cNvSpPr/>
            <p:nvPr/>
          </p:nvSpPr>
          <p:spPr>
            <a:xfrm flipH="1">
              <a:off x="4830" y="708"/>
              <a:ext cx="0" cy="318"/>
            </a:xfrm>
            <a:prstGeom prst="line">
              <a:avLst/>
            </a:prstGeom>
            <a:ln w="28575" cap="flat" cmpd="sng">
              <a:solidFill>
                <a:srgbClr val="FFCC00"/>
              </a:solidFill>
              <a:prstDash val="solid"/>
              <a:headEnd type="none" w="med" len="med"/>
              <a:tailEnd type="none" w="med" len="med"/>
            </a:ln>
          </p:spPr>
        </p:sp>
        <p:sp>
          <p:nvSpPr>
            <p:cNvPr id="36882" name="Line 67"/>
            <p:cNvSpPr/>
            <p:nvPr/>
          </p:nvSpPr>
          <p:spPr>
            <a:xfrm flipV="1">
              <a:off x="3197" y="708"/>
              <a:ext cx="1633" cy="0"/>
            </a:xfrm>
            <a:prstGeom prst="line">
              <a:avLst/>
            </a:prstGeom>
            <a:ln w="28575" cap="flat" cmpd="sng">
              <a:solidFill>
                <a:srgbClr val="FFCC00"/>
              </a:solidFill>
              <a:prstDash val="solid"/>
              <a:headEnd type="none" w="med" len="med"/>
              <a:tailEnd type="none" w="med" len="med"/>
            </a:ln>
          </p:spPr>
        </p:sp>
        <p:sp>
          <p:nvSpPr>
            <p:cNvPr id="36883" name="Line 68"/>
            <p:cNvSpPr/>
            <p:nvPr/>
          </p:nvSpPr>
          <p:spPr>
            <a:xfrm>
              <a:off x="3242" y="1842"/>
              <a:ext cx="1588" cy="0"/>
            </a:xfrm>
            <a:prstGeom prst="line">
              <a:avLst/>
            </a:prstGeom>
            <a:ln w="28575" cap="flat" cmpd="sng">
              <a:solidFill>
                <a:srgbClr val="FFCC00"/>
              </a:solidFill>
              <a:prstDash val="solid"/>
              <a:headEnd type="none" w="med" len="med"/>
              <a:tailEnd type="none" w="med" len="med"/>
            </a:ln>
          </p:spPr>
        </p:sp>
        <p:sp>
          <p:nvSpPr>
            <p:cNvPr id="36884" name="Line 69"/>
            <p:cNvSpPr/>
            <p:nvPr/>
          </p:nvSpPr>
          <p:spPr>
            <a:xfrm>
              <a:off x="4332" y="754"/>
              <a:ext cx="0" cy="240"/>
            </a:xfrm>
            <a:prstGeom prst="line">
              <a:avLst/>
            </a:prstGeom>
            <a:ln w="38100" cap="flat" cmpd="sng">
              <a:solidFill>
                <a:srgbClr val="00FFFF"/>
              </a:solidFill>
              <a:prstDash val="solid"/>
              <a:headEnd type="none" w="med" len="med"/>
              <a:tailEnd type="triangle" w="med" len="med"/>
            </a:ln>
          </p:spPr>
        </p:sp>
        <p:sp>
          <p:nvSpPr>
            <p:cNvPr id="36885" name="Line 70"/>
            <p:cNvSpPr/>
            <p:nvPr/>
          </p:nvSpPr>
          <p:spPr>
            <a:xfrm>
              <a:off x="4830" y="772"/>
              <a:ext cx="0" cy="240"/>
            </a:xfrm>
            <a:prstGeom prst="line">
              <a:avLst/>
            </a:prstGeom>
            <a:ln w="28575" cap="flat" cmpd="sng">
              <a:solidFill>
                <a:srgbClr val="00FFFF"/>
              </a:solidFill>
              <a:prstDash val="solid"/>
              <a:headEnd type="none" w="med" len="med"/>
              <a:tailEnd type="triangle" w="med" len="med"/>
            </a:ln>
          </p:spPr>
        </p:sp>
        <p:sp>
          <p:nvSpPr>
            <p:cNvPr id="36886" name="Text Box 71"/>
            <p:cNvSpPr txBox="1"/>
            <p:nvPr/>
          </p:nvSpPr>
          <p:spPr>
            <a:xfrm>
              <a:off x="4332" y="799"/>
              <a:ext cx="22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6887" name="Text Box 72"/>
            <p:cNvSpPr txBox="1"/>
            <p:nvPr/>
          </p:nvSpPr>
          <p:spPr>
            <a:xfrm>
              <a:off x="4603" y="799"/>
              <a:ext cx="212"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6888" name="Text Box 73"/>
            <p:cNvSpPr txBox="1"/>
            <p:nvPr/>
          </p:nvSpPr>
          <p:spPr>
            <a:xfrm>
              <a:off x="4467" y="300"/>
              <a:ext cx="30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6889" name="Text Box 74"/>
            <p:cNvSpPr txBox="1"/>
            <p:nvPr/>
          </p:nvSpPr>
          <p:spPr>
            <a:xfrm>
              <a:off x="4830" y="709"/>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6890" name="Text Box 75"/>
            <p:cNvSpPr txBox="1"/>
            <p:nvPr/>
          </p:nvSpPr>
          <p:spPr>
            <a:xfrm>
              <a:off x="4059" y="663"/>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6891" name="Text Box 76"/>
            <p:cNvSpPr txBox="1"/>
            <p:nvPr/>
          </p:nvSpPr>
          <p:spPr>
            <a:xfrm>
              <a:off x="3968" y="1071"/>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6892" name="Text Box 77"/>
            <p:cNvSpPr txBox="1"/>
            <p:nvPr/>
          </p:nvSpPr>
          <p:spPr>
            <a:xfrm>
              <a:off x="4966" y="1116"/>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6893" name="Text Box 78"/>
            <p:cNvSpPr txBox="1"/>
            <p:nvPr/>
          </p:nvSpPr>
          <p:spPr>
            <a:xfrm>
              <a:off x="3107" y="1116"/>
              <a:ext cx="22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p>
          </p:txBody>
        </p:sp>
        <p:sp>
          <p:nvSpPr>
            <p:cNvPr id="36894" name="Text Box 79"/>
            <p:cNvSpPr txBox="1"/>
            <p:nvPr/>
          </p:nvSpPr>
          <p:spPr>
            <a:xfrm>
              <a:off x="3288" y="391"/>
              <a:ext cx="17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p>
          </p:txBody>
        </p:sp>
        <p:sp>
          <p:nvSpPr>
            <p:cNvPr id="36895" name="Line 80"/>
            <p:cNvSpPr/>
            <p:nvPr/>
          </p:nvSpPr>
          <p:spPr>
            <a:xfrm>
              <a:off x="3243" y="709"/>
              <a:ext cx="336" cy="0"/>
            </a:xfrm>
            <a:prstGeom prst="line">
              <a:avLst/>
            </a:prstGeom>
            <a:ln w="28575" cap="flat" cmpd="sng">
              <a:solidFill>
                <a:srgbClr val="00FFFF"/>
              </a:solidFill>
              <a:prstDash val="solid"/>
              <a:headEnd type="none" w="med" len="med"/>
              <a:tailEnd type="triangle" w="med" len="med"/>
            </a:ln>
          </p:spPr>
        </p:sp>
        <p:sp>
          <p:nvSpPr>
            <p:cNvPr id="36896" name="Oval 81"/>
            <p:cNvSpPr/>
            <p:nvPr/>
          </p:nvSpPr>
          <p:spPr>
            <a:xfrm>
              <a:off x="3152" y="688"/>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6897" name="Arc 82"/>
            <p:cNvSpPr/>
            <p:nvPr/>
          </p:nvSpPr>
          <p:spPr>
            <a:xfrm rot="-10800000" flipV="1">
              <a:off x="4366" y="504"/>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6898" name="Text Box 83"/>
            <p:cNvSpPr txBox="1"/>
            <p:nvPr/>
          </p:nvSpPr>
          <p:spPr>
            <a:xfrm>
              <a:off x="3107" y="754"/>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6899" name="Text Box 84"/>
            <p:cNvSpPr txBox="1"/>
            <p:nvPr/>
          </p:nvSpPr>
          <p:spPr>
            <a:xfrm>
              <a:off x="3107" y="1434"/>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6900" name="Arc 85"/>
            <p:cNvSpPr/>
            <p:nvPr/>
          </p:nvSpPr>
          <p:spPr>
            <a:xfrm rot="10800000" flipH="1" flipV="1">
              <a:off x="4659" y="507"/>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6901" name="Oval 86"/>
            <p:cNvSpPr/>
            <p:nvPr/>
          </p:nvSpPr>
          <p:spPr>
            <a:xfrm>
              <a:off x="3188" y="181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36902" name="Group 101"/>
            <p:cNvGrpSpPr/>
            <p:nvPr/>
          </p:nvGrpSpPr>
          <p:grpSpPr>
            <a:xfrm rot="10800000">
              <a:off x="4830" y="1026"/>
              <a:ext cx="90" cy="363"/>
              <a:chOff x="1565" y="2614"/>
              <a:chExt cx="90" cy="486"/>
            </a:xfrm>
          </p:grpSpPr>
          <p:sp>
            <p:nvSpPr>
              <p:cNvPr id="36908" name="Arc 10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6909" name="Arc 10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6910" name="Arc 10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6911" name="Arc 10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6903" name="Group 106"/>
            <p:cNvGrpSpPr/>
            <p:nvPr/>
          </p:nvGrpSpPr>
          <p:grpSpPr>
            <a:xfrm rot="10800000">
              <a:off x="4332" y="1026"/>
              <a:ext cx="90" cy="363"/>
              <a:chOff x="1565" y="2614"/>
              <a:chExt cx="90" cy="486"/>
            </a:xfrm>
          </p:grpSpPr>
          <p:sp>
            <p:nvSpPr>
              <p:cNvPr id="36904" name="Arc 10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6905" name="Arc 10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6906" name="Arc 10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6907" name="Arc 11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5611"/>
                                        </p:tgtEl>
                                        <p:attrNameLst>
                                          <p:attrName>style.visibility</p:attrName>
                                        </p:attrNameLst>
                                      </p:cBhvr>
                                      <p:to>
                                        <p:strVal val="visible"/>
                                      </p:to>
                                    </p:set>
                                    <p:anim calcmode="lin" valueType="num">
                                      <p:cBhvr additive="base">
                                        <p:cTn id="7" dur="500" fill="hold"/>
                                        <p:tgtEl>
                                          <p:spTgt spid="25611"/>
                                        </p:tgtEl>
                                        <p:attrNameLst>
                                          <p:attrName>ppt_x</p:attrName>
                                        </p:attrNameLst>
                                      </p:cBhvr>
                                      <p:tavLst>
                                        <p:tav tm="0">
                                          <p:val>
                                            <p:strVal val="0-#ppt_w/2"/>
                                          </p:val>
                                        </p:tav>
                                        <p:tav tm="100000">
                                          <p:val>
                                            <p:strVal val="#ppt_x"/>
                                          </p:val>
                                        </p:tav>
                                      </p:tavLst>
                                    </p:anim>
                                    <p:anim calcmode="lin" valueType="num">
                                      <p:cBhvr additive="base">
                                        <p:cTn id="8" dur="500" fill="hold"/>
                                        <p:tgtEl>
                                          <p:spTgt spid="256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4"/>
                                        </p:tgtEl>
                                        <p:attrNameLst>
                                          <p:attrName>style.visibility</p:attrName>
                                        </p:attrNameLst>
                                      </p:cBhvr>
                                      <p:to>
                                        <p:strVal val="visible"/>
                                      </p:to>
                                    </p:set>
                                    <p:anim calcmode="lin" valueType="num">
                                      <p:cBhvr additive="base">
                                        <p:cTn id="13" dur="500" fill="hold"/>
                                        <p:tgtEl>
                                          <p:spTgt spid="25604"/>
                                        </p:tgtEl>
                                        <p:attrNameLst>
                                          <p:attrName>ppt_x</p:attrName>
                                        </p:attrNameLst>
                                      </p:cBhvr>
                                      <p:tavLst>
                                        <p:tav tm="0">
                                          <p:val>
                                            <p:strVal val="0-#ppt_w/2"/>
                                          </p:val>
                                        </p:tav>
                                        <p:tav tm="100000">
                                          <p:val>
                                            <p:strVal val="#ppt_x"/>
                                          </p:val>
                                        </p:tav>
                                      </p:tavLst>
                                    </p:anim>
                                    <p:anim calcmode="lin" valueType="num">
                                      <p:cBhvr additive="base">
                                        <p:cTn id="14"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5711"/>
                                        </p:tgtEl>
                                        <p:attrNameLst>
                                          <p:attrName>style.visibility</p:attrName>
                                        </p:attrNameLst>
                                      </p:cBhvr>
                                      <p:to>
                                        <p:strVal val="visible"/>
                                      </p:to>
                                    </p:set>
                                    <p:animEffect transition="in" filter="blinds(horizontal)">
                                      <p:cBhvr>
                                        <p:cTn id="19" dur="500"/>
                                        <p:tgtEl>
                                          <p:spTgt spid="257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5605"/>
                                        </p:tgtEl>
                                        <p:attrNameLst>
                                          <p:attrName>style.visibility</p:attrName>
                                        </p:attrNameLst>
                                      </p:cBhvr>
                                      <p:to>
                                        <p:strVal val="visible"/>
                                      </p:to>
                                    </p:set>
                                    <p:animEffect transition="in" filter="wipe(left)">
                                      <p:cBhvr>
                                        <p:cTn id="24" dur="2000"/>
                                        <p:tgtEl>
                                          <p:spTgt spid="2560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5647"/>
                                        </p:tgtEl>
                                        <p:attrNameLst>
                                          <p:attrName>style.visibility</p:attrName>
                                        </p:attrNameLst>
                                      </p:cBhvr>
                                      <p:to>
                                        <p:strVal val="visible"/>
                                      </p:to>
                                    </p:set>
                                    <p:animEffect transition="in" filter="wipe(left)">
                                      <p:cBhvr>
                                        <p:cTn id="29" dur="2000"/>
                                        <p:tgtEl>
                                          <p:spTgt spid="2564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5609"/>
                                        </p:tgtEl>
                                        <p:attrNameLst>
                                          <p:attrName>style.visibility</p:attrName>
                                        </p:attrNameLst>
                                      </p:cBhvr>
                                      <p:to>
                                        <p:strVal val="visible"/>
                                      </p:to>
                                    </p:set>
                                    <p:animEffect transition="in" filter="wipe(left)">
                                      <p:cBhvr>
                                        <p:cTn id="34" dur="2000"/>
                                        <p:tgtEl>
                                          <p:spTgt spid="25609"/>
                                        </p:tgtEl>
                                      </p:cBhvr>
                                    </p:animEffect>
                                  </p:childTnLst>
                                </p:cTn>
                              </p:par>
                            </p:childTnLst>
                          </p:cTn>
                        </p:par>
                        <p:par>
                          <p:cTn id="35" fill="hold">
                            <p:stCondLst>
                              <p:cond delay="2000"/>
                            </p:stCondLst>
                            <p:childTnLst>
                              <p:par>
                                <p:cTn id="36" presetID="1" presetClass="entr" presetSubtype="0" fill="hold" nodeType="afterEffect">
                                  <p:stCondLst>
                                    <p:cond delay="0"/>
                                  </p:stCondLst>
                                  <p:childTnLst>
                                    <p:set>
                                      <p:cBhvr>
                                        <p:cTn id="37" dur="1" fill="hold">
                                          <p:stCondLst>
                                            <p:cond delay="499"/>
                                          </p:stCondLst>
                                        </p:cTn>
                                        <p:tgtEl>
                                          <p:spTgt spid="2560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25610"/>
                                        </p:tgtEl>
                                        <p:attrNameLst>
                                          <p:attrName>style.visibility</p:attrName>
                                        </p:attrNameLst>
                                      </p:cBhvr>
                                      <p:to>
                                        <p:strVal val="visible"/>
                                      </p:to>
                                    </p:set>
                                    <p:anim calcmode="lin" valueType="num">
                                      <p:cBhvr additive="base">
                                        <p:cTn id="42" dur="500" fill="hold"/>
                                        <p:tgtEl>
                                          <p:spTgt spid="25610"/>
                                        </p:tgtEl>
                                        <p:attrNameLst>
                                          <p:attrName>ppt_x</p:attrName>
                                        </p:attrNameLst>
                                      </p:cBhvr>
                                      <p:tavLst>
                                        <p:tav tm="0">
                                          <p:val>
                                            <p:strVal val="0-#ppt_w/2"/>
                                          </p:val>
                                        </p:tav>
                                        <p:tav tm="100000">
                                          <p:val>
                                            <p:strVal val="#ppt_x"/>
                                          </p:val>
                                        </p:tav>
                                      </p:tavLst>
                                    </p:anim>
                                    <p:anim calcmode="lin" valueType="num">
                                      <p:cBhvr additive="base">
                                        <p:cTn id="43" dur="500" fill="hold"/>
                                        <p:tgtEl>
                                          <p:spTgt spid="25610"/>
                                        </p:tgtEl>
                                        <p:attrNameLst>
                                          <p:attrName>ppt_y</p:attrName>
                                        </p:attrNameLst>
                                      </p:cBhvr>
                                      <p:tavLst>
                                        <p:tav tm="0">
                                          <p:val>
                                            <p:strVal val="#ppt_y"/>
                                          </p:val>
                                        </p:tav>
                                        <p:tav tm="100000">
                                          <p:val>
                                            <p:strVal val="#ppt_y"/>
                                          </p:val>
                                        </p:tav>
                                      </p:tavLst>
                                    </p:anim>
                                  </p:childTnLst>
                                </p:cTn>
                              </p:par>
                            </p:childTnLst>
                          </p:cTn>
                        </p:par>
                        <p:par>
                          <p:cTn id="44" fill="hold">
                            <p:stCondLst>
                              <p:cond delay="500"/>
                            </p:stCondLst>
                            <p:childTnLst>
                              <p:par>
                                <p:cTn id="45" presetID="18" presetClass="entr" presetSubtype="6" fill="hold" nodeType="afterEffect">
                                  <p:stCondLst>
                                    <p:cond delay="0"/>
                                  </p:stCondLst>
                                  <p:childTnLst>
                                    <p:set>
                                      <p:cBhvr>
                                        <p:cTn id="46" dur="1" fill="hold">
                                          <p:stCondLst>
                                            <p:cond delay="0"/>
                                          </p:stCondLst>
                                        </p:cTn>
                                        <p:tgtEl>
                                          <p:spTgt spid="25607"/>
                                        </p:tgtEl>
                                        <p:attrNameLst>
                                          <p:attrName>style.visibility</p:attrName>
                                        </p:attrNameLst>
                                      </p:cBhvr>
                                      <p:to>
                                        <p:strVal val="visible"/>
                                      </p:to>
                                    </p:set>
                                    <p:animEffect transition="in" filter="strips(downRight)">
                                      <p:cBhvr>
                                        <p:cTn id="47" dur="2000"/>
                                        <p:tgtEl>
                                          <p:spTgt spid="25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25609" grpId="0"/>
      <p:bldP spid="25610" grpId="0"/>
      <p:bldP spid="256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p:cNvSpPr txBox="1"/>
          <p:nvPr/>
        </p:nvSpPr>
        <p:spPr>
          <a:xfrm>
            <a:off x="755650" y="3500438"/>
            <a:ext cx="3816350" cy="641350"/>
          </a:xfrm>
          <a:prstGeom prst="rect">
            <a:avLst/>
          </a:prstGeom>
          <a:noFill/>
          <a:ln w="9525">
            <a:noFill/>
          </a:ln>
        </p:spPr>
        <p:txBody>
          <a:bodyPr>
            <a:spAutoFit/>
          </a:bodyPr>
          <a:lstStyle/>
          <a:p>
            <a:pPr eaLnBrk="1" hangingPunct="1"/>
            <a:r>
              <a:rPr lang="zh-CN" altLang="en-US" b="1" dirty="0">
                <a:latin typeface="楷体_GB2312" pitchFamily="49" charset="-122"/>
              </a:rPr>
              <a:t>如全耦合：</a:t>
            </a:r>
            <a:r>
              <a:rPr lang="en-US" altLang="zh-CN" sz="3600" i="1" dirty="0">
                <a:solidFill>
                  <a:schemeClr val="bg1"/>
                </a:solidFill>
                <a:latin typeface="Times New Roman" panose="02020603050405020304" pitchFamily="18" charset="0"/>
              </a:rPr>
              <a:t>L</a:t>
            </a:r>
            <a:r>
              <a:rPr lang="en-US" altLang="zh-CN" sz="3600" baseline="-25000" dirty="0">
                <a:solidFill>
                  <a:schemeClr val="bg1"/>
                </a:solidFill>
                <a:latin typeface="Times New Roman" panose="02020603050405020304" pitchFamily="18" charset="0"/>
              </a:rPr>
              <a:t>1</a:t>
            </a:r>
            <a:r>
              <a:rPr lang="en-US" altLang="zh-CN" sz="3600" i="1" dirty="0">
                <a:solidFill>
                  <a:schemeClr val="bg1"/>
                </a:solidFill>
                <a:latin typeface="Times New Roman" panose="02020603050405020304" pitchFamily="18" charset="0"/>
              </a:rPr>
              <a:t>L</a:t>
            </a:r>
            <a:r>
              <a:rPr lang="en-US" altLang="zh-CN" sz="3600" baseline="-25000" dirty="0">
                <a:solidFill>
                  <a:schemeClr val="bg1"/>
                </a:solidFill>
                <a:latin typeface="Times New Roman" panose="02020603050405020304" pitchFamily="18" charset="0"/>
              </a:rPr>
              <a:t>2</a:t>
            </a:r>
            <a:r>
              <a:rPr lang="en-US" altLang="zh-CN" sz="3600" dirty="0">
                <a:solidFill>
                  <a:schemeClr val="bg1"/>
                </a:solidFill>
                <a:latin typeface="Times New Roman" panose="02020603050405020304" pitchFamily="18" charset="0"/>
              </a:rPr>
              <a:t>=</a:t>
            </a:r>
            <a:r>
              <a:rPr lang="en-US" altLang="zh-CN" sz="3600" i="1" dirty="0">
                <a:solidFill>
                  <a:schemeClr val="bg1"/>
                </a:solidFill>
                <a:latin typeface="Times New Roman" panose="02020603050405020304" pitchFamily="18" charset="0"/>
              </a:rPr>
              <a:t>M</a:t>
            </a:r>
            <a:r>
              <a:rPr lang="en-US" altLang="zh-CN" sz="3600" baseline="30000" dirty="0">
                <a:solidFill>
                  <a:schemeClr val="bg1"/>
                </a:solidFill>
                <a:latin typeface="Times New Roman" panose="02020603050405020304" pitchFamily="18" charset="0"/>
              </a:rPr>
              <a:t>2</a:t>
            </a:r>
            <a:endParaRPr lang="en-US" altLang="zh-CN" sz="3600" dirty="0">
              <a:solidFill>
                <a:schemeClr val="bg1"/>
              </a:solidFill>
              <a:latin typeface="Times New Roman" panose="02020603050405020304" pitchFamily="18" charset="0"/>
            </a:endParaRPr>
          </a:p>
        </p:txBody>
      </p:sp>
      <p:sp>
        <p:nvSpPr>
          <p:cNvPr id="24581" name="Text Box 5"/>
          <p:cNvSpPr txBox="1"/>
          <p:nvPr/>
        </p:nvSpPr>
        <p:spPr>
          <a:xfrm>
            <a:off x="827088" y="4316413"/>
            <a:ext cx="4422775" cy="579437"/>
          </a:xfrm>
          <a:prstGeom prst="rect">
            <a:avLst/>
          </a:prstGeom>
          <a:noFill/>
          <a:ln w="9525">
            <a:noFill/>
          </a:ln>
        </p:spPr>
        <p:txBody>
          <a:bodyPr wrap="none">
            <a:spAutoFit/>
          </a:bodyPr>
          <a:lstStyle/>
          <a:p>
            <a:pPr eaLnBrk="1" hangingPunct="1"/>
            <a:r>
              <a:rPr lang="zh-CN" altLang="en-US" b="1" dirty="0">
                <a:latin typeface="Times New Roman" panose="02020603050405020304" pitchFamily="18" charset="0"/>
              </a:rPr>
              <a:t>当</a:t>
            </a:r>
            <a:r>
              <a:rPr lang="zh-CN" altLang="en-US" b="1" dirty="0">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L</a:t>
            </a:r>
            <a:r>
              <a:rPr lang="en-US" altLang="zh-CN" sz="3200" baseline="-25000" dirty="0">
                <a:solidFill>
                  <a:schemeClr val="bg1"/>
                </a:solidFill>
                <a:latin typeface="Times New Roman" panose="02020603050405020304" pitchFamily="18" charset="0"/>
                <a:ea typeface="宋体" panose="02010600030101010101" pitchFamily="2" charset="-122"/>
              </a:rPr>
              <a:t>1</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i="1" dirty="0">
                <a:solidFill>
                  <a:schemeClr val="bg1"/>
                </a:solidFill>
                <a:latin typeface="Times New Roman" panose="02020603050405020304" pitchFamily="18" charset="0"/>
                <a:ea typeface="宋体" panose="02010600030101010101" pitchFamily="2" charset="-122"/>
              </a:rPr>
              <a:t>L</a:t>
            </a:r>
            <a:r>
              <a:rPr lang="en-US" altLang="zh-CN" sz="3200" baseline="-25000" dirty="0">
                <a:solidFill>
                  <a:schemeClr val="bg1"/>
                </a:solidFill>
                <a:latin typeface="Times New Roman" panose="02020603050405020304" pitchFamily="18" charset="0"/>
                <a:ea typeface="宋体" panose="02010600030101010101" pitchFamily="2" charset="-122"/>
              </a:rPr>
              <a:t>2</a:t>
            </a:r>
            <a:r>
              <a:rPr lang="en-US" altLang="zh-CN" sz="3200" dirty="0">
                <a:solidFill>
                  <a:schemeClr val="bg1"/>
                </a:solidFill>
                <a:latin typeface="Times New Roman" panose="02020603050405020304" pitchFamily="18" charset="0"/>
                <a:ea typeface="宋体" panose="02010600030101010101" pitchFamily="2" charset="-122"/>
              </a:rPr>
              <a:t>  </a:t>
            </a:r>
            <a:r>
              <a:rPr lang="zh-CN" altLang="en-US" sz="3200" dirty="0">
                <a:solidFill>
                  <a:schemeClr val="bg1"/>
                </a:solidFill>
                <a:latin typeface="Times New Roman" panose="02020603050405020304" pitchFamily="18" charset="0"/>
                <a:ea typeface="宋体" panose="02010600030101010101" pitchFamily="2" charset="-122"/>
              </a:rPr>
              <a:t>，</a:t>
            </a:r>
            <a:r>
              <a:rPr lang="en-US" altLang="zh-CN" sz="3200" i="1" dirty="0">
                <a:solidFill>
                  <a:schemeClr val="bg1"/>
                </a:solidFill>
                <a:latin typeface="Times New Roman" panose="02020603050405020304" pitchFamily="18" charset="0"/>
                <a:ea typeface="宋体" panose="02010600030101010101" pitchFamily="2" charset="-122"/>
              </a:rPr>
              <a:t>L</a:t>
            </a:r>
            <a:r>
              <a:rPr lang="en-US" altLang="zh-CN" sz="3200" baseline="-25000" dirty="0">
                <a:solidFill>
                  <a:schemeClr val="bg1"/>
                </a:solidFill>
                <a:latin typeface="Times New Roman" panose="02020603050405020304" pitchFamily="18" charset="0"/>
                <a:ea typeface="宋体" panose="02010600030101010101" pitchFamily="2" charset="-122"/>
              </a:rPr>
              <a:t>eq</a:t>
            </a:r>
            <a:r>
              <a:rPr lang="en-US" altLang="zh-CN" sz="3200" dirty="0">
                <a:solidFill>
                  <a:schemeClr val="bg1"/>
                </a:solidFill>
                <a:latin typeface="Times New Roman" panose="02020603050405020304" pitchFamily="18" charset="0"/>
                <a:ea typeface="宋体" panose="02010600030101010101" pitchFamily="2" charset="-122"/>
              </a:rPr>
              <a:t>=0</a:t>
            </a:r>
            <a:r>
              <a:rPr lang="en-US" altLang="zh-CN" b="1" dirty="0">
                <a:latin typeface="Times New Roman" panose="02020603050405020304" pitchFamily="18" charset="0"/>
                <a:ea typeface="宋体" panose="02010600030101010101" pitchFamily="2" charset="-122"/>
              </a:rPr>
              <a:t>  </a:t>
            </a:r>
            <a:r>
              <a:rPr lang="en-US" altLang="zh-CN" b="1" dirty="0">
                <a:latin typeface="楷体_GB2312" pitchFamily="49" charset="-122"/>
              </a:rPr>
              <a:t>(</a:t>
            </a:r>
            <a:r>
              <a:rPr lang="zh-CN" altLang="en-US" b="1" dirty="0">
                <a:latin typeface="楷体_GB2312" pitchFamily="49" charset="-122"/>
              </a:rPr>
              <a:t>短路</a:t>
            </a:r>
            <a:r>
              <a:rPr lang="en-US" altLang="zh-CN" b="1" dirty="0">
                <a:latin typeface="仿宋_GB2312" pitchFamily="49" charset="-122"/>
                <a:ea typeface="仿宋_GB2312" pitchFamily="49" charset="-122"/>
              </a:rPr>
              <a:t>)</a:t>
            </a:r>
          </a:p>
        </p:txBody>
      </p:sp>
      <p:sp>
        <p:nvSpPr>
          <p:cNvPr id="24582" name="Text Box 6"/>
          <p:cNvSpPr txBox="1"/>
          <p:nvPr/>
        </p:nvSpPr>
        <p:spPr>
          <a:xfrm>
            <a:off x="179388" y="5084763"/>
            <a:ext cx="8686800" cy="579437"/>
          </a:xfrm>
          <a:prstGeom prst="rect">
            <a:avLst/>
          </a:prstGeom>
          <a:noFill/>
          <a:ln w="9525">
            <a:noFill/>
          </a:ln>
        </p:spPr>
        <p:txBody>
          <a:bodyPr wrap="none">
            <a:spAutoFit/>
          </a:bodyPr>
          <a:lstStyle/>
          <a:p>
            <a:pPr eaLnBrk="1" hangingPunct="1"/>
            <a:r>
              <a:rPr lang="zh-CN" altLang="en-US" b="1" dirty="0">
                <a:latin typeface="Times New Roman" panose="02020603050405020304" pitchFamily="18" charset="0"/>
              </a:rPr>
              <a:t>当  </a:t>
            </a:r>
            <a:r>
              <a:rPr lang="en-US" altLang="zh-CN" sz="3200" i="1" dirty="0">
                <a:solidFill>
                  <a:schemeClr val="bg1"/>
                </a:solidFill>
                <a:latin typeface="Times New Roman" panose="02020603050405020304" pitchFamily="18" charset="0"/>
                <a:ea typeface="宋体" panose="02010600030101010101" pitchFamily="2" charset="-122"/>
              </a:rPr>
              <a:t>L</a:t>
            </a:r>
            <a:r>
              <a:rPr lang="en-US" altLang="zh-CN" sz="3200" baseline="-25000" dirty="0">
                <a:solidFill>
                  <a:schemeClr val="bg1"/>
                </a:solidFill>
                <a:latin typeface="Times New Roman" panose="02020603050405020304" pitchFamily="18" charset="0"/>
                <a:ea typeface="宋体" panose="02010600030101010101" pitchFamily="2" charset="-122"/>
              </a:rPr>
              <a:t>1</a:t>
            </a:r>
            <a:r>
              <a:rPr lang="en-US" altLang="zh-CN" sz="3200" dirty="0">
                <a:solidFill>
                  <a:schemeClr val="bg1"/>
                </a:solidFill>
                <a:latin typeface="Times New Roman" panose="02020603050405020304" pitchFamily="18" charset="0"/>
                <a:ea typeface="宋体" panose="02010600030101010101" pitchFamily="2" charset="-122"/>
              </a:rPr>
              <a:t>=</a:t>
            </a:r>
            <a:r>
              <a:rPr lang="en-US" altLang="zh-CN" sz="3200" i="1" dirty="0">
                <a:solidFill>
                  <a:schemeClr val="bg1"/>
                </a:solidFill>
                <a:latin typeface="Times New Roman" panose="02020603050405020304" pitchFamily="18" charset="0"/>
                <a:ea typeface="宋体" panose="02010600030101010101" pitchFamily="2" charset="-122"/>
              </a:rPr>
              <a:t>L</a:t>
            </a:r>
            <a:r>
              <a:rPr lang="en-US" altLang="zh-CN" sz="3200" baseline="-25000" dirty="0">
                <a:solidFill>
                  <a:schemeClr val="bg1"/>
                </a:solidFill>
                <a:latin typeface="Times New Roman" panose="02020603050405020304" pitchFamily="18" charset="0"/>
                <a:ea typeface="宋体" panose="02010600030101010101" pitchFamily="2" charset="-122"/>
              </a:rPr>
              <a:t>2</a:t>
            </a:r>
            <a:r>
              <a:rPr lang="en-US" altLang="zh-CN" sz="3200" dirty="0">
                <a:solidFill>
                  <a:schemeClr val="bg1"/>
                </a:solidFill>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L</a:t>
            </a:r>
            <a:r>
              <a:rPr lang="en-US" altLang="zh-CN" sz="3200" dirty="0">
                <a:solidFill>
                  <a:schemeClr val="bg1"/>
                </a:solidFill>
                <a:latin typeface="Times New Roman" panose="02020603050405020304" pitchFamily="18" charset="0"/>
                <a:ea typeface="宋体" panose="02010600030101010101" pitchFamily="2" charset="-122"/>
              </a:rPr>
              <a:t> </a:t>
            </a:r>
            <a:r>
              <a:rPr lang="zh-CN" altLang="en-US" sz="3200" dirty="0">
                <a:solidFill>
                  <a:schemeClr val="bg1"/>
                </a:solidFill>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L</a:t>
            </a:r>
            <a:r>
              <a:rPr lang="en-US" altLang="zh-CN" sz="3200" baseline="-25000" dirty="0">
                <a:solidFill>
                  <a:schemeClr val="bg1"/>
                </a:solidFill>
                <a:latin typeface="Times New Roman" panose="02020603050405020304" pitchFamily="18" charset="0"/>
                <a:ea typeface="宋体" panose="02010600030101010101" pitchFamily="2" charset="-122"/>
              </a:rPr>
              <a:t>eq</a:t>
            </a:r>
            <a:r>
              <a:rPr lang="en-US" altLang="zh-CN" sz="3200" dirty="0">
                <a:solidFill>
                  <a:schemeClr val="bg1"/>
                </a:solidFill>
                <a:latin typeface="Times New Roman" panose="02020603050405020304" pitchFamily="18" charset="0"/>
                <a:ea typeface="宋体" panose="02010600030101010101" pitchFamily="2" charset="-122"/>
              </a:rPr>
              <a:t>=</a:t>
            </a:r>
            <a:r>
              <a:rPr lang="en-US" altLang="zh-CN" sz="3200" i="1" dirty="0">
                <a:solidFill>
                  <a:schemeClr val="bg1"/>
                </a:solidFill>
                <a:latin typeface="Times New Roman" panose="02020603050405020304" pitchFamily="18" charset="0"/>
                <a:ea typeface="宋体" panose="02010600030101010101" pitchFamily="2" charset="-122"/>
              </a:rPr>
              <a:t>L</a:t>
            </a:r>
            <a:r>
              <a:rPr lang="en-US" altLang="zh-CN" b="1" i="1" dirty="0">
                <a:latin typeface="Times New Roman" panose="02020603050405020304" pitchFamily="18" charset="0"/>
                <a:ea typeface="宋体" panose="02010600030101010101" pitchFamily="2" charset="-122"/>
              </a:rPr>
              <a:t> </a:t>
            </a:r>
            <a:r>
              <a:rPr lang="en-US" altLang="zh-CN" b="1" dirty="0">
                <a:latin typeface="楷体_GB2312" pitchFamily="49" charset="-122"/>
              </a:rPr>
              <a:t>(</a:t>
            </a:r>
            <a:r>
              <a:rPr lang="zh-CN" altLang="en-US" b="1" dirty="0">
                <a:latin typeface="楷体_GB2312" pitchFamily="49" charset="-122"/>
              </a:rPr>
              <a:t>相当于导线加粗，电感不变</a:t>
            </a:r>
            <a:r>
              <a:rPr lang="en-US" altLang="zh-CN" b="1" dirty="0">
                <a:latin typeface="楷体_GB2312" pitchFamily="49" charset="-122"/>
              </a:rPr>
              <a:t>)</a:t>
            </a:r>
            <a:r>
              <a:rPr lang="en-US" altLang="zh-CN" b="1" dirty="0">
                <a:latin typeface="Times New Roman" panose="02020603050405020304" pitchFamily="18" charset="0"/>
                <a:ea typeface="宋体" panose="02010600030101010101" pitchFamily="2" charset="-122"/>
              </a:rPr>
              <a:t> </a:t>
            </a:r>
          </a:p>
        </p:txBody>
      </p:sp>
      <p:sp>
        <p:nvSpPr>
          <p:cNvPr id="24636" name="Text Box 60"/>
          <p:cNvSpPr txBox="1"/>
          <p:nvPr/>
        </p:nvSpPr>
        <p:spPr>
          <a:xfrm>
            <a:off x="611188" y="836613"/>
            <a:ext cx="2305050" cy="519112"/>
          </a:xfrm>
          <a:prstGeom prst="rect">
            <a:avLst/>
          </a:prstGeom>
          <a:noFill/>
          <a:ln w="9525">
            <a:noFill/>
          </a:ln>
        </p:spPr>
        <p:txBody>
          <a:bodyPr>
            <a:spAutoFit/>
          </a:bodyPr>
          <a:lstStyle/>
          <a:p>
            <a:pPr eaLnBrk="1" hangingPunct="1">
              <a:spcBef>
                <a:spcPct val="50000"/>
              </a:spcBef>
            </a:pPr>
            <a:r>
              <a:rPr lang="zh-CN" altLang="en-US" b="1" dirty="0">
                <a:latin typeface="Arial" panose="020B0604020202020204" pitchFamily="34" charset="0"/>
              </a:rPr>
              <a:t>等效电感：</a:t>
            </a:r>
          </a:p>
        </p:txBody>
      </p:sp>
      <p:sp>
        <p:nvSpPr>
          <p:cNvPr id="24674" name="AutoShape 98"/>
          <p:cNvSpPr/>
          <p:nvPr/>
        </p:nvSpPr>
        <p:spPr>
          <a:xfrm flipH="1">
            <a:off x="1979613" y="2420938"/>
            <a:ext cx="2663825" cy="647700"/>
          </a:xfrm>
          <a:prstGeom prst="wedgeRoundRectCallout">
            <a:avLst>
              <a:gd name="adj1" fmla="val -82898"/>
              <a:gd name="adj2" fmla="val 19852"/>
              <a:gd name="adj3" fmla="val 16667"/>
            </a:avLst>
          </a:prstGeom>
          <a:blipFill rotWithShape="1">
            <a:blip r:embed="rId2"/>
          </a:blipFill>
          <a:ln w="9525">
            <a:noFill/>
          </a:ln>
        </p:spPr>
        <p:txBody>
          <a:bodyPr/>
          <a:lstStyle/>
          <a:p>
            <a:pPr algn="ctr" eaLnBrk="1" hangingPunct="1"/>
            <a:r>
              <a:rPr lang="zh-CN" altLang="en-US" b="1" dirty="0">
                <a:solidFill>
                  <a:schemeClr val="tx1"/>
                </a:solidFill>
                <a:latin typeface="Arial" panose="020B0604020202020204" pitchFamily="34" charset="0"/>
              </a:rPr>
              <a:t>去耦等效电路</a:t>
            </a:r>
          </a:p>
        </p:txBody>
      </p:sp>
      <p:grpSp>
        <p:nvGrpSpPr>
          <p:cNvPr id="37895" name="Group 100"/>
          <p:cNvGrpSpPr/>
          <p:nvPr/>
        </p:nvGrpSpPr>
        <p:grpSpPr>
          <a:xfrm>
            <a:off x="8316913" y="6446838"/>
            <a:ext cx="792162" cy="366712"/>
            <a:chOff x="5193" y="4020"/>
            <a:chExt cx="499" cy="231"/>
          </a:xfrm>
        </p:grpSpPr>
        <p:pic>
          <p:nvPicPr>
            <p:cNvPr id="37923" name="Picture 101"/>
            <p:cNvPicPr>
              <a:picLocks noChangeAspect="1"/>
            </p:cNvPicPr>
            <p:nvPr/>
          </p:nvPicPr>
          <p:blipFill>
            <a:blip r:embed="rId3"/>
            <a:stretch>
              <a:fillRect/>
            </a:stretch>
          </p:blipFill>
          <p:spPr>
            <a:xfrm>
              <a:off x="5193" y="4066"/>
              <a:ext cx="499" cy="181"/>
            </a:xfrm>
            <a:prstGeom prst="rect">
              <a:avLst/>
            </a:prstGeom>
            <a:noFill/>
            <a:ln w="9525">
              <a:noFill/>
            </a:ln>
          </p:spPr>
        </p:pic>
        <p:sp>
          <p:nvSpPr>
            <p:cNvPr id="37924" name="Text Box 10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7896" name="Group 103"/>
          <p:cNvGrpSpPr/>
          <p:nvPr/>
        </p:nvGrpSpPr>
        <p:grpSpPr>
          <a:xfrm>
            <a:off x="7453313" y="6446838"/>
            <a:ext cx="792162" cy="366712"/>
            <a:chOff x="4649" y="4020"/>
            <a:chExt cx="499" cy="231"/>
          </a:xfrm>
        </p:grpSpPr>
        <p:pic>
          <p:nvPicPr>
            <p:cNvPr id="37921" name="Picture 104"/>
            <p:cNvPicPr>
              <a:picLocks noChangeAspect="1"/>
            </p:cNvPicPr>
            <p:nvPr/>
          </p:nvPicPr>
          <p:blipFill>
            <a:blip r:embed="rId3"/>
            <a:stretch>
              <a:fillRect/>
            </a:stretch>
          </p:blipFill>
          <p:spPr>
            <a:xfrm>
              <a:off x="4649" y="4066"/>
              <a:ext cx="499" cy="181"/>
            </a:xfrm>
            <a:prstGeom prst="rect">
              <a:avLst/>
            </a:prstGeom>
            <a:noFill/>
            <a:ln w="9525">
              <a:noFill/>
            </a:ln>
          </p:spPr>
        </p:pic>
        <p:sp>
          <p:nvSpPr>
            <p:cNvPr id="37922" name="Text Box 10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7897" name="Group 129"/>
          <p:cNvGrpSpPr/>
          <p:nvPr/>
        </p:nvGrpSpPr>
        <p:grpSpPr>
          <a:xfrm>
            <a:off x="6588125" y="6446838"/>
            <a:ext cx="792163" cy="366712"/>
            <a:chOff x="4649" y="4020"/>
            <a:chExt cx="499" cy="231"/>
          </a:xfrm>
        </p:grpSpPr>
        <p:pic>
          <p:nvPicPr>
            <p:cNvPr id="37919" name="Picture 130"/>
            <p:cNvPicPr>
              <a:picLocks noChangeAspect="1"/>
            </p:cNvPicPr>
            <p:nvPr/>
          </p:nvPicPr>
          <p:blipFill>
            <a:blip r:embed="rId3"/>
            <a:stretch>
              <a:fillRect/>
            </a:stretch>
          </p:blipFill>
          <p:spPr>
            <a:xfrm>
              <a:off x="4649" y="4066"/>
              <a:ext cx="499" cy="181"/>
            </a:xfrm>
            <a:prstGeom prst="rect">
              <a:avLst/>
            </a:prstGeom>
            <a:noFill/>
            <a:ln w="9525">
              <a:noFill/>
            </a:ln>
          </p:spPr>
        </p:pic>
        <p:sp>
          <p:nvSpPr>
            <p:cNvPr id="37920" name="Text Box 13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4709" name="Group 133"/>
          <p:cNvGrpSpPr/>
          <p:nvPr/>
        </p:nvGrpSpPr>
        <p:grpSpPr>
          <a:xfrm>
            <a:off x="2898775" y="549275"/>
            <a:ext cx="4860925" cy="1376363"/>
            <a:chOff x="1826" y="346"/>
            <a:chExt cx="3062" cy="867"/>
          </a:xfrm>
        </p:grpSpPr>
        <p:graphicFrame>
          <p:nvGraphicFramePr>
            <p:cNvPr id="37917" name="Object 61"/>
            <p:cNvGraphicFramePr>
              <a:graphicFrameLocks noChangeAspect="1"/>
            </p:cNvGraphicFramePr>
            <p:nvPr/>
          </p:nvGraphicFramePr>
          <p:xfrm>
            <a:off x="1826" y="346"/>
            <a:ext cx="3062" cy="867"/>
          </p:xfrm>
          <a:graphic>
            <a:graphicData uri="http://schemas.openxmlformats.org/presentationml/2006/ole">
              <mc:AlternateContent xmlns:mc="http://schemas.openxmlformats.org/markup-compatibility/2006">
                <mc:Choice xmlns:v="urn:schemas-microsoft-com:vml" Requires="v">
                  <p:oleObj r:id="rId4" imgW="1657985" imgH="468630" progId="Equation.3">
                    <p:embed/>
                  </p:oleObj>
                </mc:Choice>
                <mc:Fallback>
                  <p:oleObj r:id="rId4" imgW="1657985" imgH="468630" progId="Equation.3">
                    <p:embed/>
                    <p:pic>
                      <p:nvPicPr>
                        <p:cNvPr id="0" name="图片 3149"/>
                        <p:cNvPicPr/>
                        <p:nvPr/>
                      </p:nvPicPr>
                      <p:blipFill>
                        <a:blip r:embed="rId5">
                          <a:clrChange>
                            <a:clrFrom>
                              <a:srgbClr val="000000"/>
                            </a:clrFrom>
                            <a:clrTo>
                              <a:srgbClr val="990033"/>
                            </a:clrTo>
                          </a:clrChange>
                        </a:blip>
                        <a:stretch>
                          <a:fillRect/>
                        </a:stretch>
                      </p:blipFill>
                      <p:spPr>
                        <a:xfrm>
                          <a:off x="1826" y="346"/>
                          <a:ext cx="3062" cy="867"/>
                        </a:xfrm>
                        <a:prstGeom prst="rect">
                          <a:avLst/>
                        </a:prstGeom>
                        <a:gradFill rotWithShape="1">
                          <a:gsLst>
                            <a:gs pos="0">
                              <a:srgbClr val="3399FF"/>
                            </a:gs>
                            <a:gs pos="100000">
                              <a:schemeClr val="bg1"/>
                            </a:gs>
                          </a:gsLst>
                          <a:lin ang="5400000" scaled="1"/>
                          <a:tileRect/>
                        </a:gradFill>
                        <a:ln w="38100">
                          <a:noFill/>
                          <a:miter/>
                        </a:ln>
                      </p:spPr>
                    </p:pic>
                  </p:oleObj>
                </mc:Fallback>
              </mc:AlternateContent>
            </a:graphicData>
          </a:graphic>
        </p:graphicFrame>
        <p:sp>
          <p:nvSpPr>
            <p:cNvPr id="37918" name="Line 132"/>
            <p:cNvSpPr/>
            <p:nvPr/>
          </p:nvSpPr>
          <p:spPr>
            <a:xfrm flipV="1">
              <a:off x="4468" y="836"/>
              <a:ext cx="136" cy="90"/>
            </a:xfrm>
            <a:prstGeom prst="line">
              <a:avLst/>
            </a:prstGeom>
            <a:ln w="19050" cap="flat" cmpd="sng">
              <a:solidFill>
                <a:srgbClr val="990033"/>
              </a:solidFill>
              <a:prstDash val="solid"/>
              <a:headEnd type="none" w="med" len="med"/>
              <a:tailEnd type="none" w="med" len="med"/>
            </a:ln>
          </p:spPr>
        </p:sp>
      </p:grpSp>
      <p:grpSp>
        <p:nvGrpSpPr>
          <p:cNvPr id="24715" name="Group 139"/>
          <p:cNvGrpSpPr/>
          <p:nvPr/>
        </p:nvGrpSpPr>
        <p:grpSpPr>
          <a:xfrm>
            <a:off x="5580063" y="2420938"/>
            <a:ext cx="2303462" cy="1433512"/>
            <a:chOff x="3515" y="1525"/>
            <a:chExt cx="1451" cy="903"/>
          </a:xfrm>
        </p:grpSpPr>
        <p:sp>
          <p:nvSpPr>
            <p:cNvPr id="37900" name="Line 110"/>
            <p:cNvSpPr/>
            <p:nvPr/>
          </p:nvSpPr>
          <p:spPr>
            <a:xfrm>
              <a:off x="4876" y="2115"/>
              <a:ext cx="0" cy="272"/>
            </a:xfrm>
            <a:prstGeom prst="line">
              <a:avLst/>
            </a:prstGeom>
            <a:ln w="28575" cap="flat" cmpd="sng">
              <a:solidFill>
                <a:srgbClr val="FFCC00"/>
              </a:solidFill>
              <a:prstDash val="solid"/>
              <a:headEnd type="none" w="med" len="med"/>
              <a:tailEnd type="none" w="med" len="med"/>
            </a:ln>
          </p:spPr>
        </p:sp>
        <p:sp>
          <p:nvSpPr>
            <p:cNvPr id="37901" name="Line 111"/>
            <p:cNvSpPr/>
            <p:nvPr/>
          </p:nvSpPr>
          <p:spPr>
            <a:xfrm>
              <a:off x="4876" y="1570"/>
              <a:ext cx="0" cy="182"/>
            </a:xfrm>
            <a:prstGeom prst="line">
              <a:avLst/>
            </a:prstGeom>
            <a:ln w="28575" cap="flat" cmpd="sng">
              <a:solidFill>
                <a:srgbClr val="FFCC00"/>
              </a:solidFill>
              <a:prstDash val="solid"/>
              <a:headEnd type="none" w="med" len="med"/>
              <a:tailEnd type="none" w="med" len="med"/>
            </a:ln>
          </p:spPr>
        </p:sp>
        <p:sp>
          <p:nvSpPr>
            <p:cNvPr id="37902" name="Line 112"/>
            <p:cNvSpPr/>
            <p:nvPr/>
          </p:nvSpPr>
          <p:spPr>
            <a:xfrm>
              <a:off x="3651" y="1570"/>
              <a:ext cx="1225" cy="0"/>
            </a:xfrm>
            <a:prstGeom prst="line">
              <a:avLst/>
            </a:prstGeom>
            <a:ln w="28575" cap="flat" cmpd="sng">
              <a:solidFill>
                <a:srgbClr val="FFCC00"/>
              </a:solidFill>
              <a:prstDash val="solid"/>
              <a:headEnd type="none" w="med" len="med"/>
              <a:tailEnd type="none" w="med" len="med"/>
            </a:ln>
          </p:spPr>
        </p:sp>
        <p:sp>
          <p:nvSpPr>
            <p:cNvPr id="37903" name="Line 113"/>
            <p:cNvSpPr/>
            <p:nvPr/>
          </p:nvSpPr>
          <p:spPr>
            <a:xfrm flipV="1">
              <a:off x="3659" y="2387"/>
              <a:ext cx="1217" cy="2"/>
            </a:xfrm>
            <a:prstGeom prst="line">
              <a:avLst/>
            </a:prstGeom>
            <a:ln w="28575" cap="flat" cmpd="sng">
              <a:solidFill>
                <a:srgbClr val="FFCC00"/>
              </a:solidFill>
              <a:prstDash val="solid"/>
              <a:headEnd type="none" w="med" len="med"/>
              <a:tailEnd type="none" w="med" len="med"/>
            </a:ln>
          </p:spPr>
        </p:sp>
        <p:sp>
          <p:nvSpPr>
            <p:cNvPr id="37904" name="Text Box 114"/>
            <p:cNvSpPr txBox="1"/>
            <p:nvPr/>
          </p:nvSpPr>
          <p:spPr>
            <a:xfrm>
              <a:off x="4513" y="1797"/>
              <a:ext cx="453" cy="327"/>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eq</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7905" name="Text Box 115"/>
            <p:cNvSpPr txBox="1"/>
            <p:nvPr/>
          </p:nvSpPr>
          <p:spPr>
            <a:xfrm>
              <a:off x="3515" y="1807"/>
              <a:ext cx="22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p>
          </p:txBody>
        </p:sp>
        <p:sp>
          <p:nvSpPr>
            <p:cNvPr id="37906" name="Text Box 116"/>
            <p:cNvSpPr txBox="1"/>
            <p:nvPr/>
          </p:nvSpPr>
          <p:spPr>
            <a:xfrm>
              <a:off x="3878" y="1525"/>
              <a:ext cx="17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p>
          </p:txBody>
        </p:sp>
        <p:sp>
          <p:nvSpPr>
            <p:cNvPr id="37907" name="Line 117"/>
            <p:cNvSpPr/>
            <p:nvPr/>
          </p:nvSpPr>
          <p:spPr>
            <a:xfrm>
              <a:off x="3833" y="1570"/>
              <a:ext cx="336" cy="0"/>
            </a:xfrm>
            <a:prstGeom prst="line">
              <a:avLst/>
            </a:prstGeom>
            <a:ln w="28575" cap="flat" cmpd="sng">
              <a:solidFill>
                <a:srgbClr val="00FFFF"/>
              </a:solidFill>
              <a:prstDash val="solid"/>
              <a:headEnd type="none" w="med" len="med"/>
              <a:tailEnd type="triangle" w="med" len="med"/>
            </a:ln>
          </p:spPr>
        </p:sp>
        <p:sp>
          <p:nvSpPr>
            <p:cNvPr id="37908" name="Oval 118"/>
            <p:cNvSpPr/>
            <p:nvPr/>
          </p:nvSpPr>
          <p:spPr>
            <a:xfrm>
              <a:off x="3603" y="154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7909" name="Text Box 119"/>
            <p:cNvSpPr txBox="1"/>
            <p:nvPr/>
          </p:nvSpPr>
          <p:spPr>
            <a:xfrm>
              <a:off x="3515" y="1561"/>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7910" name="Text Box 120"/>
            <p:cNvSpPr txBox="1"/>
            <p:nvPr/>
          </p:nvSpPr>
          <p:spPr>
            <a:xfrm>
              <a:off x="3527" y="2101"/>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7911" name="Oval 121"/>
            <p:cNvSpPr/>
            <p:nvPr/>
          </p:nvSpPr>
          <p:spPr>
            <a:xfrm>
              <a:off x="3612" y="2368"/>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37912" name="Group 134"/>
            <p:cNvGrpSpPr/>
            <p:nvPr/>
          </p:nvGrpSpPr>
          <p:grpSpPr>
            <a:xfrm rot="10800000">
              <a:off x="4876" y="1752"/>
              <a:ext cx="90" cy="363"/>
              <a:chOff x="1565" y="2614"/>
              <a:chExt cx="90" cy="486"/>
            </a:xfrm>
          </p:grpSpPr>
          <p:sp>
            <p:nvSpPr>
              <p:cNvPr id="37913" name="Arc 13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7914" name="Arc 13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7915" name="Arc 13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7916" name="Arc 13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4636"/>
                                        </p:tgtEl>
                                        <p:attrNameLst>
                                          <p:attrName>style.visibility</p:attrName>
                                        </p:attrNameLst>
                                      </p:cBhvr>
                                      <p:to>
                                        <p:strVal val="visible"/>
                                      </p:to>
                                    </p:set>
                                    <p:animEffect transition="in" filter="slide(fromLeft)">
                                      <p:cBhvr>
                                        <p:cTn id="7" dur="500"/>
                                        <p:tgtEl>
                                          <p:spTgt spid="24636"/>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4709"/>
                                        </p:tgtEl>
                                        <p:attrNameLst>
                                          <p:attrName>style.visibility</p:attrName>
                                        </p:attrNameLst>
                                      </p:cBhvr>
                                      <p:to>
                                        <p:strVal val="visible"/>
                                      </p:to>
                                    </p:set>
                                    <p:animEffect transition="in" filter="blinds(horizontal)">
                                      <p:cBhvr>
                                        <p:cTn id="11" dur="500"/>
                                        <p:tgtEl>
                                          <p:spTgt spid="24709"/>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4715"/>
                                        </p:tgtEl>
                                        <p:attrNameLst>
                                          <p:attrName>style.visibility</p:attrName>
                                        </p:attrNameLst>
                                      </p:cBhvr>
                                      <p:to>
                                        <p:strVal val="visible"/>
                                      </p:to>
                                    </p:set>
                                    <p:animEffect transition="in" filter="blinds(horizontal)">
                                      <p:cBhvr>
                                        <p:cTn id="16" dur="500"/>
                                        <p:tgtEl>
                                          <p:spTgt spid="24715"/>
                                        </p:tgtEl>
                                      </p:cBhvr>
                                    </p:animEffect>
                                  </p:childTnLst>
                                </p:cTn>
                              </p:par>
                            </p:childTnLst>
                          </p:cTn>
                        </p:par>
                        <p:par>
                          <p:cTn id="17" fill="hold">
                            <p:stCondLst>
                              <p:cond delay="500"/>
                            </p:stCondLst>
                            <p:childTnLst>
                              <p:par>
                                <p:cTn id="18" presetID="20" presetClass="entr" presetSubtype="0" fill="hold" grpId="0" nodeType="afterEffect">
                                  <p:stCondLst>
                                    <p:cond delay="0"/>
                                  </p:stCondLst>
                                  <p:childTnLst>
                                    <p:set>
                                      <p:cBhvr>
                                        <p:cTn id="19" dur="1" fill="hold">
                                          <p:stCondLst>
                                            <p:cond delay="0"/>
                                          </p:stCondLst>
                                        </p:cTn>
                                        <p:tgtEl>
                                          <p:spTgt spid="24674"/>
                                        </p:tgtEl>
                                        <p:attrNameLst>
                                          <p:attrName>style.visibility</p:attrName>
                                        </p:attrNameLst>
                                      </p:cBhvr>
                                      <p:to>
                                        <p:strVal val="visible"/>
                                      </p:to>
                                    </p:set>
                                    <p:animEffect transition="in" filter="wedge">
                                      <p:cBhvr>
                                        <p:cTn id="20" dur="2000"/>
                                        <p:tgtEl>
                                          <p:spTgt spid="2467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4580"/>
                                        </p:tgtEl>
                                        <p:attrNameLst>
                                          <p:attrName>style.visibility</p:attrName>
                                        </p:attrNameLst>
                                      </p:cBhvr>
                                      <p:to>
                                        <p:strVal val="visible"/>
                                      </p:to>
                                    </p:set>
                                    <p:animEffect transition="in" filter="wipe(left)">
                                      <p:cBhvr>
                                        <p:cTn id="25" dur="2000"/>
                                        <p:tgtEl>
                                          <p:spTgt spid="2458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4581"/>
                                        </p:tgtEl>
                                        <p:attrNameLst>
                                          <p:attrName>style.visibility</p:attrName>
                                        </p:attrNameLst>
                                      </p:cBhvr>
                                      <p:to>
                                        <p:strVal val="visible"/>
                                      </p:to>
                                    </p:set>
                                    <p:animEffect transition="in" filter="wipe(left)">
                                      <p:cBhvr>
                                        <p:cTn id="30" dur="2000"/>
                                        <p:tgtEl>
                                          <p:spTgt spid="2458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582"/>
                                        </p:tgtEl>
                                        <p:attrNameLst>
                                          <p:attrName>style.visibility</p:attrName>
                                        </p:attrNameLst>
                                      </p:cBhvr>
                                      <p:to>
                                        <p:strVal val="visible"/>
                                      </p:to>
                                    </p:set>
                                    <p:animEffect transition="in" filter="wipe(left)">
                                      <p:cBhvr>
                                        <p:cTn id="35" dur="2000"/>
                                        <p:tgtEl>
                                          <p:spTgt spid="24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P spid="24581" grpId="0"/>
      <p:bldP spid="24582" grpId="0"/>
      <p:bldP spid="24636" grpId="0"/>
      <p:bldP spid="2467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Text Box 5"/>
          <p:cNvSpPr txBox="1"/>
          <p:nvPr/>
        </p:nvSpPr>
        <p:spPr>
          <a:xfrm>
            <a:off x="755650" y="620713"/>
            <a:ext cx="2592388" cy="519112"/>
          </a:xfrm>
          <a:prstGeom prst="rect">
            <a:avLst/>
          </a:prstGeom>
          <a:noFill/>
          <a:ln w="9525">
            <a:noFill/>
          </a:ln>
        </p:spPr>
        <p:txBody>
          <a:bodyPr>
            <a:spAutoFit/>
          </a:bodyPr>
          <a:lstStyle/>
          <a:p>
            <a:pPr marL="342900" indent="-342900" eaLnBrk="1" hangingPunct="1">
              <a:buAutoNum type="circleNumDbPlain" startAt="2"/>
            </a:pPr>
            <a:r>
              <a:rPr lang="en-US" altLang="zh-CN" b="1" dirty="0">
                <a:solidFill>
                  <a:srgbClr val="FF9900"/>
                </a:solidFill>
                <a:latin typeface="楷体_GB2312" pitchFamily="49" charset="-122"/>
              </a:rPr>
              <a:t> </a:t>
            </a:r>
            <a:r>
              <a:rPr lang="zh-CN" altLang="en-US" b="1" dirty="0">
                <a:solidFill>
                  <a:srgbClr val="FF9900"/>
                </a:solidFill>
                <a:latin typeface="楷体_GB2312" pitchFamily="49" charset="-122"/>
              </a:rPr>
              <a:t>异侧并联</a:t>
            </a:r>
          </a:p>
        </p:txBody>
      </p:sp>
      <p:graphicFrame>
        <p:nvGraphicFramePr>
          <p:cNvPr id="74793" name="Object 41"/>
          <p:cNvGraphicFramePr>
            <a:graphicFrameLocks noChangeAspect="1"/>
          </p:cNvGraphicFramePr>
          <p:nvPr/>
        </p:nvGraphicFramePr>
        <p:xfrm>
          <a:off x="1331913" y="1341438"/>
          <a:ext cx="2881312" cy="954087"/>
        </p:xfrm>
        <a:graphic>
          <a:graphicData uri="http://schemas.openxmlformats.org/presentationml/2006/ole">
            <mc:AlternateContent xmlns:mc="http://schemas.openxmlformats.org/markup-compatibility/2006">
              <mc:Choice xmlns:v="urn:schemas-microsoft-com:vml" Requires="v">
                <p:oleObj r:id="rId2" imgW="1226820" imgH="408940" progId="Equation.3">
                  <p:embed/>
                </p:oleObj>
              </mc:Choice>
              <mc:Fallback>
                <p:oleObj r:id="rId2" imgW="1226820" imgH="408940" progId="Equation.3">
                  <p:embed/>
                  <p:pic>
                    <p:nvPicPr>
                      <p:cNvPr id="0" name="图片 3151"/>
                      <p:cNvPicPr/>
                      <p:nvPr/>
                    </p:nvPicPr>
                    <p:blipFill>
                      <a:blip r:embed="rId3">
                        <a:clrChange>
                          <a:clrFrom>
                            <a:srgbClr val="000000"/>
                          </a:clrFrom>
                          <a:clrTo>
                            <a:srgbClr val="FFFFFF"/>
                          </a:clrTo>
                        </a:clrChange>
                      </a:blip>
                      <a:stretch>
                        <a:fillRect/>
                      </a:stretch>
                    </p:blipFill>
                    <p:spPr>
                      <a:xfrm>
                        <a:off x="1331913" y="1341438"/>
                        <a:ext cx="2881312" cy="954087"/>
                      </a:xfrm>
                      <a:prstGeom prst="rect">
                        <a:avLst/>
                      </a:prstGeom>
                      <a:noFill/>
                      <a:ln w="38100">
                        <a:noFill/>
                        <a:miter/>
                      </a:ln>
                    </p:spPr>
                  </p:pic>
                </p:oleObj>
              </mc:Fallback>
            </mc:AlternateContent>
          </a:graphicData>
        </a:graphic>
      </p:graphicFrame>
      <p:sp>
        <p:nvSpPr>
          <p:cNvPr id="74794" name="AutoShape 42"/>
          <p:cNvSpPr/>
          <p:nvPr/>
        </p:nvSpPr>
        <p:spPr>
          <a:xfrm>
            <a:off x="1042988" y="1628775"/>
            <a:ext cx="215900" cy="2089150"/>
          </a:xfrm>
          <a:prstGeom prst="leftBrace">
            <a:avLst>
              <a:gd name="adj1" fmla="val 80637"/>
              <a:gd name="adj2" fmla="val 50000"/>
            </a:avLst>
          </a:prstGeom>
          <a:noFill/>
          <a:ln w="28575" cap="flat" cmpd="sng">
            <a:solidFill>
              <a:srgbClr val="FFFF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4795" name="Text Box 43"/>
          <p:cNvSpPr txBox="1"/>
          <p:nvPr/>
        </p:nvSpPr>
        <p:spPr>
          <a:xfrm>
            <a:off x="1331913" y="3284538"/>
            <a:ext cx="1617662" cy="579437"/>
          </a:xfrm>
          <a:prstGeom prst="rect">
            <a:avLst/>
          </a:prstGeom>
          <a:noFill/>
          <a:ln w="9525">
            <a:noFill/>
          </a:ln>
        </p:spPr>
        <p:txBody>
          <a:bodyPr wrap="none">
            <a:spAutoFit/>
          </a:bodyPr>
          <a:lstStyle/>
          <a:p>
            <a:pPr eaLnBrk="1" hangingPunct="1"/>
            <a:r>
              <a:rPr lang="en-US" altLang="zh-CN" sz="3200" i="1" dirty="0">
                <a:solidFill>
                  <a:schemeClr val="bg1"/>
                </a:solidFill>
                <a:latin typeface="Times New Roman" panose="02020603050405020304" pitchFamily="18" charset="0"/>
                <a:ea typeface="宋体" panose="02010600030101010101" pitchFamily="2" charset="-122"/>
              </a:rPr>
              <a:t>i</a:t>
            </a:r>
            <a:r>
              <a:rPr lang="en-US" altLang="zh-CN" sz="3200" dirty="0">
                <a:solidFill>
                  <a:schemeClr val="bg1"/>
                </a:solidFill>
                <a:latin typeface="Times New Roman" panose="02020603050405020304" pitchFamily="18" charset="0"/>
                <a:ea typeface="宋体" panose="02010600030101010101" pitchFamily="2" charset="-122"/>
              </a:rPr>
              <a:t> = </a:t>
            </a:r>
            <a:r>
              <a:rPr lang="en-US" altLang="zh-CN" sz="3200" i="1" dirty="0">
                <a:solidFill>
                  <a:schemeClr val="bg1"/>
                </a:solidFill>
                <a:latin typeface="Times New Roman" panose="02020603050405020304" pitchFamily="18" charset="0"/>
                <a:ea typeface="宋体" panose="02010600030101010101" pitchFamily="2" charset="-122"/>
              </a:rPr>
              <a:t>i</a:t>
            </a:r>
            <a:r>
              <a:rPr lang="en-US" altLang="zh-CN" sz="3200" baseline="-25000" dirty="0">
                <a:solidFill>
                  <a:schemeClr val="bg1"/>
                </a:solidFill>
                <a:latin typeface="Times New Roman" panose="02020603050405020304" pitchFamily="18" charset="0"/>
                <a:ea typeface="宋体" panose="02010600030101010101" pitchFamily="2" charset="-122"/>
              </a:rPr>
              <a:t>1</a:t>
            </a:r>
            <a:r>
              <a:rPr lang="en-US" altLang="zh-CN" sz="3200" dirty="0">
                <a:solidFill>
                  <a:schemeClr val="bg1"/>
                </a:solidFill>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i</a:t>
            </a:r>
            <a:r>
              <a:rPr lang="en-US" altLang="zh-CN" sz="3200" baseline="-25000" dirty="0">
                <a:solidFill>
                  <a:schemeClr val="bg1"/>
                </a:solidFill>
                <a:latin typeface="Times New Roman" panose="02020603050405020304" pitchFamily="18" charset="0"/>
                <a:ea typeface="宋体" panose="02010600030101010101" pitchFamily="2" charset="-122"/>
              </a:rPr>
              <a:t>2 </a:t>
            </a:r>
            <a:endParaRPr lang="en-US" altLang="zh-CN" sz="3200" dirty="0">
              <a:solidFill>
                <a:schemeClr val="bg1"/>
              </a:solidFill>
              <a:latin typeface="Times New Roman" panose="02020603050405020304" pitchFamily="18" charset="0"/>
              <a:ea typeface="宋体" panose="02010600030101010101" pitchFamily="2" charset="-122"/>
            </a:endParaRPr>
          </a:p>
        </p:txBody>
      </p:sp>
      <p:graphicFrame>
        <p:nvGraphicFramePr>
          <p:cNvPr id="74796" name="Object 44"/>
          <p:cNvGraphicFramePr>
            <a:graphicFrameLocks noChangeAspect="1"/>
          </p:cNvGraphicFramePr>
          <p:nvPr/>
        </p:nvGraphicFramePr>
        <p:xfrm>
          <a:off x="1258888" y="2276475"/>
          <a:ext cx="2955925" cy="971550"/>
        </p:xfrm>
        <a:graphic>
          <a:graphicData uri="http://schemas.openxmlformats.org/presentationml/2006/ole">
            <mc:AlternateContent xmlns:mc="http://schemas.openxmlformats.org/markup-compatibility/2006">
              <mc:Choice xmlns:v="urn:schemas-microsoft-com:vml" Requires="v">
                <p:oleObj r:id="rId4" imgW="1241425" imgH="408940" progId="Equation.3">
                  <p:embed/>
                </p:oleObj>
              </mc:Choice>
              <mc:Fallback>
                <p:oleObj r:id="rId4" imgW="1241425" imgH="408940" progId="Equation.3">
                  <p:embed/>
                  <p:pic>
                    <p:nvPicPr>
                      <p:cNvPr id="0" name="图片 3152"/>
                      <p:cNvPicPr/>
                      <p:nvPr/>
                    </p:nvPicPr>
                    <p:blipFill>
                      <a:blip r:embed="rId5">
                        <a:clrChange>
                          <a:clrFrom>
                            <a:srgbClr val="000000"/>
                          </a:clrFrom>
                          <a:clrTo>
                            <a:srgbClr val="FFFFFF"/>
                          </a:clrTo>
                        </a:clrChange>
                      </a:blip>
                      <a:stretch>
                        <a:fillRect/>
                      </a:stretch>
                    </p:blipFill>
                    <p:spPr>
                      <a:xfrm>
                        <a:off x="1258888" y="2276475"/>
                        <a:ext cx="2955925" cy="971550"/>
                      </a:xfrm>
                      <a:prstGeom prst="rect">
                        <a:avLst/>
                      </a:prstGeom>
                      <a:noFill/>
                      <a:ln w="38100">
                        <a:noFill/>
                        <a:miter/>
                      </a:ln>
                    </p:spPr>
                  </p:pic>
                </p:oleObj>
              </mc:Fallback>
            </mc:AlternateContent>
          </a:graphicData>
        </a:graphic>
      </p:graphicFrame>
      <p:graphicFrame>
        <p:nvGraphicFramePr>
          <p:cNvPr id="74797" name="Object 45"/>
          <p:cNvGraphicFramePr>
            <a:graphicFrameLocks noChangeAspect="1"/>
          </p:cNvGraphicFramePr>
          <p:nvPr/>
        </p:nvGraphicFramePr>
        <p:xfrm>
          <a:off x="3779838" y="3716338"/>
          <a:ext cx="3389312" cy="1136650"/>
        </p:xfrm>
        <a:graphic>
          <a:graphicData uri="http://schemas.openxmlformats.org/presentationml/2006/ole">
            <mc:AlternateContent xmlns:mc="http://schemas.openxmlformats.org/markup-compatibility/2006">
              <mc:Choice xmlns:v="urn:schemas-microsoft-com:vml" Requires="v">
                <p:oleObj r:id="rId6" imgW="1397635" imgH="468630" progId="Equation.3">
                  <p:embed/>
                </p:oleObj>
              </mc:Choice>
              <mc:Fallback>
                <p:oleObj r:id="rId6" imgW="1397635" imgH="468630" progId="Equation.3">
                  <p:embed/>
                  <p:pic>
                    <p:nvPicPr>
                      <p:cNvPr id="0" name="图片 3150"/>
                      <p:cNvPicPr/>
                      <p:nvPr/>
                    </p:nvPicPr>
                    <p:blipFill>
                      <a:blip r:embed="rId7">
                        <a:clrChange>
                          <a:clrFrom>
                            <a:srgbClr val="000000"/>
                          </a:clrFrom>
                          <a:clrTo>
                            <a:srgbClr val="FFFFFF"/>
                          </a:clrTo>
                        </a:clrChange>
                      </a:blip>
                      <a:stretch>
                        <a:fillRect/>
                      </a:stretch>
                    </p:blipFill>
                    <p:spPr>
                      <a:xfrm>
                        <a:off x="3779838" y="3716338"/>
                        <a:ext cx="3389312" cy="1136650"/>
                      </a:xfrm>
                      <a:prstGeom prst="rect">
                        <a:avLst/>
                      </a:prstGeom>
                      <a:noFill/>
                      <a:ln w="38100">
                        <a:noFill/>
                        <a:miter/>
                      </a:ln>
                    </p:spPr>
                  </p:pic>
                </p:oleObj>
              </mc:Fallback>
            </mc:AlternateContent>
          </a:graphicData>
        </a:graphic>
      </p:graphicFrame>
      <p:sp>
        <p:nvSpPr>
          <p:cNvPr id="74798" name="Text Box 46"/>
          <p:cNvSpPr txBox="1"/>
          <p:nvPr/>
        </p:nvSpPr>
        <p:spPr>
          <a:xfrm>
            <a:off x="611188" y="4076700"/>
            <a:ext cx="2960687" cy="519113"/>
          </a:xfrm>
          <a:prstGeom prst="rect">
            <a:avLst/>
          </a:prstGeom>
          <a:noFill/>
          <a:ln w="9525">
            <a:noFill/>
          </a:ln>
        </p:spPr>
        <p:txBody>
          <a:bodyPr wrap="none">
            <a:spAutoFit/>
          </a:bodyPr>
          <a:lstStyle/>
          <a:p>
            <a:pPr eaLnBrk="1" hangingPunct="1"/>
            <a:r>
              <a:rPr lang="zh-CN" altLang="en-US" b="1" dirty="0">
                <a:latin typeface="楷体_GB2312" pitchFamily="49" charset="-122"/>
              </a:rPr>
              <a:t>解得</a:t>
            </a:r>
            <a:r>
              <a:rPr lang="en-US" altLang="zh-CN" i="1" dirty="0">
                <a:solidFill>
                  <a:schemeClr val="bg1"/>
                </a:solidFill>
                <a:latin typeface="Times New Roman" panose="02020603050405020304" pitchFamily="18" charset="0"/>
              </a:rPr>
              <a:t>u</a:t>
            </a:r>
            <a:r>
              <a:rPr lang="en-US" altLang="zh-CN" dirty="0">
                <a:solidFill>
                  <a:schemeClr val="bg1"/>
                </a:solidFill>
                <a:latin typeface="Times New Roman" panose="02020603050405020304" pitchFamily="18" charset="0"/>
              </a:rPr>
              <a:t>, </a:t>
            </a:r>
            <a:r>
              <a:rPr lang="en-US" altLang="zh-CN" i="1" dirty="0">
                <a:solidFill>
                  <a:schemeClr val="bg1"/>
                </a:solidFill>
                <a:latin typeface="Times New Roman" panose="02020603050405020304" pitchFamily="18" charset="0"/>
              </a:rPr>
              <a:t>i</a:t>
            </a:r>
            <a:r>
              <a:rPr lang="en-US" altLang="zh-CN" b="1" i="1" dirty="0">
                <a:latin typeface="楷体_GB2312" pitchFamily="49" charset="-122"/>
              </a:rPr>
              <a:t> </a:t>
            </a:r>
            <a:r>
              <a:rPr lang="zh-CN" altLang="en-US" b="1" dirty="0">
                <a:latin typeface="楷体_GB2312" pitchFamily="49" charset="-122"/>
              </a:rPr>
              <a:t>的关系：</a:t>
            </a:r>
          </a:p>
        </p:txBody>
      </p:sp>
      <p:sp>
        <p:nvSpPr>
          <p:cNvPr id="74799" name="Text Box 47"/>
          <p:cNvSpPr txBox="1"/>
          <p:nvPr/>
        </p:nvSpPr>
        <p:spPr>
          <a:xfrm>
            <a:off x="539750" y="5157788"/>
            <a:ext cx="2305050" cy="519112"/>
          </a:xfrm>
          <a:prstGeom prst="rect">
            <a:avLst/>
          </a:prstGeom>
          <a:noFill/>
          <a:ln w="9525">
            <a:noFill/>
          </a:ln>
        </p:spPr>
        <p:txBody>
          <a:bodyPr>
            <a:spAutoFit/>
          </a:bodyPr>
          <a:lstStyle/>
          <a:p>
            <a:pPr eaLnBrk="1" hangingPunct="1">
              <a:spcBef>
                <a:spcPct val="50000"/>
              </a:spcBef>
            </a:pPr>
            <a:r>
              <a:rPr lang="zh-CN" altLang="en-US" b="1" dirty="0">
                <a:latin typeface="Arial" panose="020B0604020202020204" pitchFamily="34" charset="0"/>
              </a:rPr>
              <a:t>等效电感：</a:t>
            </a:r>
          </a:p>
        </p:txBody>
      </p:sp>
      <p:grpSp>
        <p:nvGrpSpPr>
          <p:cNvPr id="38922" name="Group 53"/>
          <p:cNvGrpSpPr/>
          <p:nvPr/>
        </p:nvGrpSpPr>
        <p:grpSpPr>
          <a:xfrm>
            <a:off x="8316913" y="6446838"/>
            <a:ext cx="792162" cy="366712"/>
            <a:chOff x="5193" y="4020"/>
            <a:chExt cx="499" cy="231"/>
          </a:xfrm>
        </p:grpSpPr>
        <p:pic>
          <p:nvPicPr>
            <p:cNvPr id="38967" name="Picture 54"/>
            <p:cNvPicPr>
              <a:picLocks noChangeAspect="1"/>
            </p:cNvPicPr>
            <p:nvPr/>
          </p:nvPicPr>
          <p:blipFill>
            <a:blip r:embed="rId8"/>
            <a:stretch>
              <a:fillRect/>
            </a:stretch>
          </p:blipFill>
          <p:spPr>
            <a:xfrm>
              <a:off x="5193" y="4066"/>
              <a:ext cx="499" cy="181"/>
            </a:xfrm>
            <a:prstGeom prst="rect">
              <a:avLst/>
            </a:prstGeom>
            <a:noFill/>
            <a:ln w="9525">
              <a:noFill/>
            </a:ln>
          </p:spPr>
        </p:pic>
        <p:sp>
          <p:nvSpPr>
            <p:cNvPr id="38968" name="Text Box 55">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8923" name="Group 56"/>
          <p:cNvGrpSpPr/>
          <p:nvPr/>
        </p:nvGrpSpPr>
        <p:grpSpPr>
          <a:xfrm>
            <a:off x="7453313" y="6446838"/>
            <a:ext cx="792162" cy="366712"/>
            <a:chOff x="4649" y="4020"/>
            <a:chExt cx="499" cy="231"/>
          </a:xfrm>
        </p:grpSpPr>
        <p:pic>
          <p:nvPicPr>
            <p:cNvPr id="38965" name="Picture 57"/>
            <p:cNvPicPr>
              <a:picLocks noChangeAspect="1"/>
            </p:cNvPicPr>
            <p:nvPr/>
          </p:nvPicPr>
          <p:blipFill>
            <a:blip r:embed="rId8"/>
            <a:stretch>
              <a:fillRect/>
            </a:stretch>
          </p:blipFill>
          <p:spPr>
            <a:xfrm>
              <a:off x="4649" y="4066"/>
              <a:ext cx="499" cy="181"/>
            </a:xfrm>
            <a:prstGeom prst="rect">
              <a:avLst/>
            </a:prstGeom>
            <a:noFill/>
            <a:ln w="9525">
              <a:noFill/>
            </a:ln>
          </p:spPr>
        </p:pic>
        <p:sp>
          <p:nvSpPr>
            <p:cNvPr id="38966" name="Text Box 58">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8924" name="Group 99"/>
          <p:cNvGrpSpPr/>
          <p:nvPr/>
        </p:nvGrpSpPr>
        <p:grpSpPr>
          <a:xfrm>
            <a:off x="6588125" y="6446838"/>
            <a:ext cx="792163" cy="366712"/>
            <a:chOff x="4649" y="4020"/>
            <a:chExt cx="499" cy="231"/>
          </a:xfrm>
        </p:grpSpPr>
        <p:pic>
          <p:nvPicPr>
            <p:cNvPr id="38963" name="Picture 100"/>
            <p:cNvPicPr>
              <a:picLocks noChangeAspect="1"/>
            </p:cNvPicPr>
            <p:nvPr/>
          </p:nvPicPr>
          <p:blipFill>
            <a:blip r:embed="rId8"/>
            <a:stretch>
              <a:fillRect/>
            </a:stretch>
          </p:blipFill>
          <p:spPr>
            <a:xfrm>
              <a:off x="4649" y="4066"/>
              <a:ext cx="499" cy="181"/>
            </a:xfrm>
            <a:prstGeom prst="rect">
              <a:avLst/>
            </a:prstGeom>
            <a:noFill/>
            <a:ln w="9525">
              <a:noFill/>
            </a:ln>
          </p:spPr>
        </p:pic>
        <p:sp>
          <p:nvSpPr>
            <p:cNvPr id="38964" name="Text Box 10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74889" name="Group 137"/>
          <p:cNvGrpSpPr/>
          <p:nvPr/>
        </p:nvGrpSpPr>
        <p:grpSpPr>
          <a:xfrm>
            <a:off x="4932363" y="476250"/>
            <a:ext cx="3454400" cy="2481263"/>
            <a:chOff x="3107" y="300"/>
            <a:chExt cx="2176" cy="1563"/>
          </a:xfrm>
        </p:grpSpPr>
        <p:sp>
          <p:nvSpPr>
            <p:cNvPr id="38929" name="Line 103"/>
            <p:cNvSpPr/>
            <p:nvPr/>
          </p:nvSpPr>
          <p:spPr>
            <a:xfrm>
              <a:off x="4331" y="1389"/>
              <a:ext cx="0" cy="453"/>
            </a:xfrm>
            <a:prstGeom prst="line">
              <a:avLst/>
            </a:prstGeom>
            <a:ln w="28575" cap="flat" cmpd="sng">
              <a:solidFill>
                <a:srgbClr val="FFCC00"/>
              </a:solidFill>
              <a:prstDash val="solid"/>
              <a:headEnd type="none" w="med" len="med"/>
              <a:tailEnd type="oval" w="med" len="med"/>
            </a:ln>
          </p:spPr>
        </p:sp>
        <p:sp>
          <p:nvSpPr>
            <p:cNvPr id="38930" name="Line 104"/>
            <p:cNvSpPr/>
            <p:nvPr/>
          </p:nvSpPr>
          <p:spPr>
            <a:xfrm flipH="1">
              <a:off x="4331" y="708"/>
              <a:ext cx="5" cy="318"/>
            </a:xfrm>
            <a:prstGeom prst="line">
              <a:avLst/>
            </a:prstGeom>
            <a:ln w="28575" cap="flat" cmpd="sng">
              <a:solidFill>
                <a:srgbClr val="FFCC00"/>
              </a:solidFill>
              <a:prstDash val="solid"/>
              <a:headEnd type="oval" w="med" len="med"/>
              <a:tailEnd type="none" w="med" len="med"/>
            </a:ln>
          </p:spPr>
        </p:sp>
        <p:sp>
          <p:nvSpPr>
            <p:cNvPr id="38931" name="Line 105"/>
            <p:cNvSpPr/>
            <p:nvPr/>
          </p:nvSpPr>
          <p:spPr>
            <a:xfrm>
              <a:off x="4830" y="1389"/>
              <a:ext cx="0" cy="453"/>
            </a:xfrm>
            <a:prstGeom prst="line">
              <a:avLst/>
            </a:prstGeom>
            <a:ln w="28575" cap="flat" cmpd="sng">
              <a:solidFill>
                <a:srgbClr val="FFCC00"/>
              </a:solidFill>
              <a:prstDash val="solid"/>
              <a:headEnd type="none" w="med" len="med"/>
              <a:tailEnd type="none" w="med" len="med"/>
            </a:ln>
          </p:spPr>
        </p:sp>
        <p:sp>
          <p:nvSpPr>
            <p:cNvPr id="38932" name="Line 106"/>
            <p:cNvSpPr/>
            <p:nvPr/>
          </p:nvSpPr>
          <p:spPr>
            <a:xfrm flipH="1">
              <a:off x="4830" y="708"/>
              <a:ext cx="0" cy="318"/>
            </a:xfrm>
            <a:prstGeom prst="line">
              <a:avLst/>
            </a:prstGeom>
            <a:ln w="28575" cap="flat" cmpd="sng">
              <a:solidFill>
                <a:srgbClr val="FFCC00"/>
              </a:solidFill>
              <a:prstDash val="solid"/>
              <a:headEnd type="none" w="med" len="med"/>
              <a:tailEnd type="none" w="med" len="med"/>
            </a:ln>
          </p:spPr>
        </p:sp>
        <p:sp>
          <p:nvSpPr>
            <p:cNvPr id="38933" name="Line 107"/>
            <p:cNvSpPr/>
            <p:nvPr/>
          </p:nvSpPr>
          <p:spPr>
            <a:xfrm flipV="1">
              <a:off x="3197" y="708"/>
              <a:ext cx="1633" cy="0"/>
            </a:xfrm>
            <a:prstGeom prst="line">
              <a:avLst/>
            </a:prstGeom>
            <a:ln w="28575" cap="flat" cmpd="sng">
              <a:solidFill>
                <a:srgbClr val="FFCC00"/>
              </a:solidFill>
              <a:prstDash val="solid"/>
              <a:headEnd type="none" w="med" len="med"/>
              <a:tailEnd type="none" w="med" len="med"/>
            </a:ln>
          </p:spPr>
        </p:sp>
        <p:sp>
          <p:nvSpPr>
            <p:cNvPr id="38934" name="Line 108"/>
            <p:cNvSpPr/>
            <p:nvPr/>
          </p:nvSpPr>
          <p:spPr>
            <a:xfrm>
              <a:off x="3242" y="1842"/>
              <a:ext cx="1588" cy="0"/>
            </a:xfrm>
            <a:prstGeom prst="line">
              <a:avLst/>
            </a:prstGeom>
            <a:ln w="28575" cap="flat" cmpd="sng">
              <a:solidFill>
                <a:srgbClr val="FFCC00"/>
              </a:solidFill>
              <a:prstDash val="solid"/>
              <a:headEnd type="none" w="med" len="med"/>
              <a:tailEnd type="none" w="med" len="med"/>
            </a:ln>
          </p:spPr>
        </p:sp>
        <p:sp>
          <p:nvSpPr>
            <p:cNvPr id="38935" name="Line 109"/>
            <p:cNvSpPr/>
            <p:nvPr/>
          </p:nvSpPr>
          <p:spPr>
            <a:xfrm>
              <a:off x="4332" y="754"/>
              <a:ext cx="0" cy="240"/>
            </a:xfrm>
            <a:prstGeom prst="line">
              <a:avLst/>
            </a:prstGeom>
            <a:ln w="38100" cap="flat" cmpd="sng">
              <a:solidFill>
                <a:srgbClr val="00FFFF"/>
              </a:solidFill>
              <a:prstDash val="solid"/>
              <a:headEnd type="none" w="med" len="med"/>
              <a:tailEnd type="triangle" w="med" len="med"/>
            </a:ln>
          </p:spPr>
        </p:sp>
        <p:sp>
          <p:nvSpPr>
            <p:cNvPr id="38936" name="Line 110"/>
            <p:cNvSpPr/>
            <p:nvPr/>
          </p:nvSpPr>
          <p:spPr>
            <a:xfrm>
              <a:off x="4830" y="772"/>
              <a:ext cx="0" cy="240"/>
            </a:xfrm>
            <a:prstGeom prst="line">
              <a:avLst/>
            </a:prstGeom>
            <a:ln w="28575" cap="flat" cmpd="sng">
              <a:solidFill>
                <a:srgbClr val="00FFFF"/>
              </a:solidFill>
              <a:prstDash val="solid"/>
              <a:headEnd type="none" w="med" len="med"/>
              <a:tailEnd type="triangle" w="med" len="med"/>
            </a:ln>
          </p:spPr>
        </p:sp>
        <p:sp>
          <p:nvSpPr>
            <p:cNvPr id="38937" name="Text Box 111"/>
            <p:cNvSpPr txBox="1"/>
            <p:nvPr/>
          </p:nvSpPr>
          <p:spPr>
            <a:xfrm>
              <a:off x="4332" y="799"/>
              <a:ext cx="22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8938" name="Text Box 112"/>
            <p:cNvSpPr txBox="1"/>
            <p:nvPr/>
          </p:nvSpPr>
          <p:spPr>
            <a:xfrm>
              <a:off x="4604" y="1253"/>
              <a:ext cx="212"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8939" name="Text Box 113"/>
            <p:cNvSpPr txBox="1"/>
            <p:nvPr/>
          </p:nvSpPr>
          <p:spPr>
            <a:xfrm>
              <a:off x="4467" y="300"/>
              <a:ext cx="30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8940" name="Text Box 114"/>
            <p:cNvSpPr txBox="1"/>
            <p:nvPr/>
          </p:nvSpPr>
          <p:spPr>
            <a:xfrm>
              <a:off x="4830" y="709"/>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8941" name="Text Box 115"/>
            <p:cNvSpPr txBox="1"/>
            <p:nvPr/>
          </p:nvSpPr>
          <p:spPr>
            <a:xfrm>
              <a:off x="4059" y="663"/>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8942" name="Text Box 116"/>
            <p:cNvSpPr txBox="1"/>
            <p:nvPr/>
          </p:nvSpPr>
          <p:spPr>
            <a:xfrm>
              <a:off x="3968" y="1071"/>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8943" name="Text Box 117"/>
            <p:cNvSpPr txBox="1"/>
            <p:nvPr/>
          </p:nvSpPr>
          <p:spPr>
            <a:xfrm>
              <a:off x="4966" y="1116"/>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38944" name="Text Box 118"/>
            <p:cNvSpPr txBox="1"/>
            <p:nvPr/>
          </p:nvSpPr>
          <p:spPr>
            <a:xfrm>
              <a:off x="3107" y="1116"/>
              <a:ext cx="22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p>
          </p:txBody>
        </p:sp>
        <p:sp>
          <p:nvSpPr>
            <p:cNvPr id="38945" name="Text Box 119"/>
            <p:cNvSpPr txBox="1"/>
            <p:nvPr/>
          </p:nvSpPr>
          <p:spPr>
            <a:xfrm>
              <a:off x="3288" y="391"/>
              <a:ext cx="17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p>
          </p:txBody>
        </p:sp>
        <p:sp>
          <p:nvSpPr>
            <p:cNvPr id="38946" name="Line 120"/>
            <p:cNvSpPr/>
            <p:nvPr/>
          </p:nvSpPr>
          <p:spPr>
            <a:xfrm>
              <a:off x="3243" y="709"/>
              <a:ext cx="336" cy="0"/>
            </a:xfrm>
            <a:prstGeom prst="line">
              <a:avLst/>
            </a:prstGeom>
            <a:ln w="28575" cap="flat" cmpd="sng">
              <a:solidFill>
                <a:srgbClr val="00FFFF"/>
              </a:solidFill>
              <a:prstDash val="solid"/>
              <a:headEnd type="none" w="med" len="med"/>
              <a:tailEnd type="triangle" w="med" len="med"/>
            </a:ln>
          </p:spPr>
        </p:sp>
        <p:sp>
          <p:nvSpPr>
            <p:cNvPr id="38947" name="Oval 121"/>
            <p:cNvSpPr/>
            <p:nvPr/>
          </p:nvSpPr>
          <p:spPr>
            <a:xfrm>
              <a:off x="3152" y="688"/>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8948" name="Arc 122"/>
            <p:cNvSpPr/>
            <p:nvPr/>
          </p:nvSpPr>
          <p:spPr>
            <a:xfrm rot="-10800000" flipV="1">
              <a:off x="4366" y="504"/>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8949" name="Text Box 123"/>
            <p:cNvSpPr txBox="1"/>
            <p:nvPr/>
          </p:nvSpPr>
          <p:spPr>
            <a:xfrm>
              <a:off x="3107" y="754"/>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8950" name="Text Box 124"/>
            <p:cNvSpPr txBox="1"/>
            <p:nvPr/>
          </p:nvSpPr>
          <p:spPr>
            <a:xfrm>
              <a:off x="3107" y="1434"/>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38951" name="Arc 125"/>
            <p:cNvSpPr/>
            <p:nvPr/>
          </p:nvSpPr>
          <p:spPr>
            <a:xfrm rot="10800000" flipH="1" flipV="1">
              <a:off x="4659" y="507"/>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38952" name="Oval 126"/>
            <p:cNvSpPr/>
            <p:nvPr/>
          </p:nvSpPr>
          <p:spPr>
            <a:xfrm>
              <a:off x="3188" y="181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38953" name="Group 127"/>
            <p:cNvGrpSpPr/>
            <p:nvPr/>
          </p:nvGrpSpPr>
          <p:grpSpPr>
            <a:xfrm rot="10800000">
              <a:off x="4830" y="1026"/>
              <a:ext cx="90" cy="363"/>
              <a:chOff x="1565" y="2614"/>
              <a:chExt cx="90" cy="486"/>
            </a:xfrm>
          </p:grpSpPr>
          <p:sp>
            <p:nvSpPr>
              <p:cNvPr id="38959" name="Arc 12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8960" name="Arc 12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8961" name="Arc 13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8962" name="Arc 13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8954" name="Group 132"/>
            <p:cNvGrpSpPr/>
            <p:nvPr/>
          </p:nvGrpSpPr>
          <p:grpSpPr>
            <a:xfrm rot="10800000">
              <a:off x="4332" y="1026"/>
              <a:ext cx="90" cy="363"/>
              <a:chOff x="1565" y="2614"/>
              <a:chExt cx="90" cy="486"/>
            </a:xfrm>
          </p:grpSpPr>
          <p:sp>
            <p:nvSpPr>
              <p:cNvPr id="38955" name="Arc 13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8956" name="Arc 13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8957" name="Arc 13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8958" name="Arc 13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74890" name="Group 138"/>
          <p:cNvGrpSpPr/>
          <p:nvPr/>
        </p:nvGrpSpPr>
        <p:grpSpPr>
          <a:xfrm>
            <a:off x="2484438" y="4941888"/>
            <a:ext cx="4860925" cy="1376362"/>
            <a:chOff x="1826" y="346"/>
            <a:chExt cx="3062" cy="867"/>
          </a:xfrm>
        </p:grpSpPr>
        <p:graphicFrame>
          <p:nvGraphicFramePr>
            <p:cNvPr id="38927" name="Object 139"/>
            <p:cNvGraphicFramePr>
              <a:graphicFrameLocks noChangeAspect="1"/>
            </p:cNvGraphicFramePr>
            <p:nvPr/>
          </p:nvGraphicFramePr>
          <p:xfrm>
            <a:off x="1826" y="346"/>
            <a:ext cx="3062" cy="867"/>
          </p:xfrm>
          <a:graphic>
            <a:graphicData uri="http://schemas.openxmlformats.org/presentationml/2006/ole">
              <mc:AlternateContent xmlns:mc="http://schemas.openxmlformats.org/markup-compatibility/2006">
                <mc:Choice xmlns:v="urn:schemas-microsoft-com:vml" Requires="v">
                  <p:oleObj r:id="rId9" imgW="1657985" imgH="468630" progId="Equation.3">
                    <p:embed/>
                  </p:oleObj>
                </mc:Choice>
                <mc:Fallback>
                  <p:oleObj r:id="rId9" imgW="1657985" imgH="468630" progId="Equation.3">
                    <p:embed/>
                    <p:pic>
                      <p:nvPicPr>
                        <p:cNvPr id="0" name="图片 3133"/>
                        <p:cNvPicPr/>
                        <p:nvPr/>
                      </p:nvPicPr>
                      <p:blipFill>
                        <a:blip r:embed="rId10">
                          <a:clrChange>
                            <a:clrFrom>
                              <a:srgbClr val="000000"/>
                            </a:clrFrom>
                            <a:clrTo>
                              <a:srgbClr val="990033"/>
                            </a:clrTo>
                          </a:clrChange>
                        </a:blip>
                        <a:stretch>
                          <a:fillRect/>
                        </a:stretch>
                      </p:blipFill>
                      <p:spPr>
                        <a:xfrm>
                          <a:off x="1826" y="346"/>
                          <a:ext cx="3062" cy="867"/>
                        </a:xfrm>
                        <a:prstGeom prst="rect">
                          <a:avLst/>
                        </a:prstGeom>
                        <a:gradFill rotWithShape="1">
                          <a:gsLst>
                            <a:gs pos="0">
                              <a:srgbClr val="3399FF"/>
                            </a:gs>
                            <a:gs pos="100000">
                              <a:schemeClr val="bg1"/>
                            </a:gs>
                          </a:gsLst>
                          <a:lin ang="5400000" scaled="1"/>
                          <a:tileRect/>
                        </a:gradFill>
                        <a:ln w="38100">
                          <a:noFill/>
                          <a:miter/>
                        </a:ln>
                      </p:spPr>
                    </p:pic>
                  </p:oleObj>
                </mc:Fallback>
              </mc:AlternateContent>
            </a:graphicData>
          </a:graphic>
        </p:graphicFrame>
        <p:sp>
          <p:nvSpPr>
            <p:cNvPr id="38928" name="Line 140"/>
            <p:cNvSpPr/>
            <p:nvPr/>
          </p:nvSpPr>
          <p:spPr>
            <a:xfrm flipV="1">
              <a:off x="4468" y="836"/>
              <a:ext cx="136" cy="90"/>
            </a:xfrm>
            <a:prstGeom prst="line">
              <a:avLst/>
            </a:prstGeom>
            <a:ln w="19050" cap="flat" cmpd="sng">
              <a:solidFill>
                <a:srgbClr val="990033"/>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4757"/>
                                        </p:tgtEl>
                                        <p:attrNameLst>
                                          <p:attrName>style.visibility</p:attrName>
                                        </p:attrNameLst>
                                      </p:cBhvr>
                                      <p:to>
                                        <p:strVal val="visible"/>
                                      </p:to>
                                    </p:set>
                                    <p:anim calcmode="lin" valueType="num">
                                      <p:cBhvr additive="base">
                                        <p:cTn id="7" dur="500" fill="hold"/>
                                        <p:tgtEl>
                                          <p:spTgt spid="74757"/>
                                        </p:tgtEl>
                                        <p:attrNameLst>
                                          <p:attrName>ppt_x</p:attrName>
                                        </p:attrNameLst>
                                      </p:cBhvr>
                                      <p:tavLst>
                                        <p:tav tm="0">
                                          <p:val>
                                            <p:strVal val="0-#ppt_w/2"/>
                                          </p:val>
                                        </p:tav>
                                        <p:tav tm="100000">
                                          <p:val>
                                            <p:strVal val="#ppt_x"/>
                                          </p:val>
                                        </p:tav>
                                      </p:tavLst>
                                    </p:anim>
                                    <p:anim calcmode="lin" valueType="num">
                                      <p:cBhvr additive="base">
                                        <p:cTn id="8" dur="500" fill="hold"/>
                                        <p:tgtEl>
                                          <p:spTgt spid="7475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74889"/>
                                        </p:tgtEl>
                                        <p:attrNameLst>
                                          <p:attrName>style.visibility</p:attrName>
                                        </p:attrNameLst>
                                      </p:cBhvr>
                                      <p:to>
                                        <p:strVal val="visible"/>
                                      </p:to>
                                    </p:set>
                                    <p:animEffect transition="in" filter="blinds(horizontal)">
                                      <p:cBhvr>
                                        <p:cTn id="12" dur="500"/>
                                        <p:tgtEl>
                                          <p:spTgt spid="748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4793"/>
                                        </p:tgtEl>
                                        <p:attrNameLst>
                                          <p:attrName>style.visibility</p:attrName>
                                        </p:attrNameLst>
                                      </p:cBhvr>
                                      <p:to>
                                        <p:strVal val="visible"/>
                                      </p:to>
                                    </p:set>
                                    <p:animEffect transition="in" filter="wipe(left)">
                                      <p:cBhvr>
                                        <p:cTn id="17" dur="2000"/>
                                        <p:tgtEl>
                                          <p:spTgt spid="747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4796"/>
                                        </p:tgtEl>
                                        <p:attrNameLst>
                                          <p:attrName>style.visibility</p:attrName>
                                        </p:attrNameLst>
                                      </p:cBhvr>
                                      <p:to>
                                        <p:strVal val="visible"/>
                                      </p:to>
                                    </p:set>
                                    <p:animEffect transition="in" filter="wipe(left)">
                                      <p:cBhvr>
                                        <p:cTn id="22" dur="2000"/>
                                        <p:tgtEl>
                                          <p:spTgt spid="747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4795"/>
                                        </p:tgtEl>
                                        <p:attrNameLst>
                                          <p:attrName>style.visibility</p:attrName>
                                        </p:attrNameLst>
                                      </p:cBhvr>
                                      <p:to>
                                        <p:strVal val="visible"/>
                                      </p:to>
                                    </p:set>
                                    <p:animEffect transition="in" filter="wipe(left)">
                                      <p:cBhvr>
                                        <p:cTn id="27" dur="2000"/>
                                        <p:tgtEl>
                                          <p:spTgt spid="74795"/>
                                        </p:tgtEl>
                                      </p:cBhvr>
                                    </p:animEffect>
                                  </p:childTnLst>
                                </p:cTn>
                              </p:par>
                            </p:childTnLst>
                          </p:cTn>
                        </p:par>
                        <p:par>
                          <p:cTn id="28" fill="hold">
                            <p:stCondLst>
                              <p:cond delay="2000"/>
                            </p:stCondLst>
                            <p:childTnLst>
                              <p:par>
                                <p:cTn id="29" presetID="1" presetClass="entr" presetSubtype="0" fill="hold" nodeType="afterEffect">
                                  <p:stCondLst>
                                    <p:cond delay="0"/>
                                  </p:stCondLst>
                                  <p:childTnLst>
                                    <p:set>
                                      <p:cBhvr>
                                        <p:cTn id="30" dur="1" fill="hold">
                                          <p:stCondLst>
                                            <p:cond delay="499"/>
                                          </p:stCondLst>
                                        </p:cTn>
                                        <p:tgtEl>
                                          <p:spTgt spid="7479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74798"/>
                                        </p:tgtEl>
                                        <p:attrNameLst>
                                          <p:attrName>style.visibility</p:attrName>
                                        </p:attrNameLst>
                                      </p:cBhvr>
                                      <p:to>
                                        <p:strVal val="visible"/>
                                      </p:to>
                                    </p:set>
                                    <p:anim calcmode="lin" valueType="num">
                                      <p:cBhvr additive="base">
                                        <p:cTn id="35" dur="500" fill="hold"/>
                                        <p:tgtEl>
                                          <p:spTgt spid="74798"/>
                                        </p:tgtEl>
                                        <p:attrNameLst>
                                          <p:attrName>ppt_x</p:attrName>
                                        </p:attrNameLst>
                                      </p:cBhvr>
                                      <p:tavLst>
                                        <p:tav tm="0">
                                          <p:val>
                                            <p:strVal val="0-#ppt_w/2"/>
                                          </p:val>
                                        </p:tav>
                                        <p:tav tm="100000">
                                          <p:val>
                                            <p:strVal val="#ppt_x"/>
                                          </p:val>
                                        </p:tav>
                                      </p:tavLst>
                                    </p:anim>
                                    <p:anim calcmode="lin" valueType="num">
                                      <p:cBhvr additive="base">
                                        <p:cTn id="36" dur="500" fill="hold"/>
                                        <p:tgtEl>
                                          <p:spTgt spid="74798"/>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18" presetClass="entr" presetSubtype="6" fill="hold" nodeType="afterEffect">
                                  <p:stCondLst>
                                    <p:cond delay="0"/>
                                  </p:stCondLst>
                                  <p:childTnLst>
                                    <p:set>
                                      <p:cBhvr>
                                        <p:cTn id="39" dur="1" fill="hold">
                                          <p:stCondLst>
                                            <p:cond delay="0"/>
                                          </p:stCondLst>
                                        </p:cTn>
                                        <p:tgtEl>
                                          <p:spTgt spid="74797"/>
                                        </p:tgtEl>
                                        <p:attrNameLst>
                                          <p:attrName>style.visibility</p:attrName>
                                        </p:attrNameLst>
                                      </p:cBhvr>
                                      <p:to>
                                        <p:strVal val="visible"/>
                                      </p:to>
                                    </p:set>
                                    <p:animEffect transition="in" filter="strips(downRight)">
                                      <p:cBhvr>
                                        <p:cTn id="40" dur="2000"/>
                                        <p:tgtEl>
                                          <p:spTgt spid="74797"/>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grpId="0" nodeType="clickEffect">
                                  <p:stCondLst>
                                    <p:cond delay="0"/>
                                  </p:stCondLst>
                                  <p:childTnLst>
                                    <p:set>
                                      <p:cBhvr>
                                        <p:cTn id="44" dur="1" fill="hold">
                                          <p:stCondLst>
                                            <p:cond delay="0"/>
                                          </p:stCondLst>
                                        </p:cTn>
                                        <p:tgtEl>
                                          <p:spTgt spid="74799"/>
                                        </p:tgtEl>
                                        <p:attrNameLst>
                                          <p:attrName>style.visibility</p:attrName>
                                        </p:attrNameLst>
                                      </p:cBhvr>
                                      <p:to>
                                        <p:strVal val="visible"/>
                                      </p:to>
                                    </p:set>
                                    <p:animEffect transition="in" filter="slide(fromLeft)">
                                      <p:cBhvr>
                                        <p:cTn id="45" dur="500"/>
                                        <p:tgtEl>
                                          <p:spTgt spid="74799"/>
                                        </p:tgtEl>
                                      </p:cBhvr>
                                    </p:animEffect>
                                  </p:childTnLst>
                                </p:cTn>
                              </p:par>
                            </p:childTnLst>
                          </p:cTn>
                        </p:par>
                        <p:par>
                          <p:cTn id="46" fill="hold">
                            <p:stCondLst>
                              <p:cond delay="500"/>
                            </p:stCondLst>
                            <p:childTnLst>
                              <p:par>
                                <p:cTn id="47" presetID="3" presetClass="entr" presetSubtype="10" fill="hold" nodeType="afterEffect">
                                  <p:stCondLst>
                                    <p:cond delay="0"/>
                                  </p:stCondLst>
                                  <p:childTnLst>
                                    <p:set>
                                      <p:cBhvr>
                                        <p:cTn id="48" dur="1" fill="hold">
                                          <p:stCondLst>
                                            <p:cond delay="0"/>
                                          </p:stCondLst>
                                        </p:cTn>
                                        <p:tgtEl>
                                          <p:spTgt spid="74890"/>
                                        </p:tgtEl>
                                        <p:attrNameLst>
                                          <p:attrName>style.visibility</p:attrName>
                                        </p:attrNameLst>
                                      </p:cBhvr>
                                      <p:to>
                                        <p:strVal val="visible"/>
                                      </p:to>
                                    </p:set>
                                    <p:animEffect transition="in" filter="blinds(horizontal)">
                                      <p:cBhvr>
                                        <p:cTn id="49" dur="500"/>
                                        <p:tgtEl>
                                          <p:spTgt spid="74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p:bldP spid="74795" grpId="0"/>
      <p:bldP spid="74798" grpId="0"/>
      <p:bldP spid="7479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4"/>
          <p:cNvSpPr txBox="1"/>
          <p:nvPr/>
        </p:nvSpPr>
        <p:spPr>
          <a:xfrm>
            <a:off x="611188" y="476250"/>
            <a:ext cx="4146550" cy="579438"/>
          </a:xfrm>
          <a:prstGeom prst="rect">
            <a:avLst/>
          </a:prstGeom>
          <a:noFill/>
          <a:ln w="19050">
            <a:noFill/>
          </a:ln>
        </p:spPr>
        <p:txBody>
          <a:bodyPr>
            <a:spAutoFit/>
          </a:bodyPr>
          <a:lstStyle/>
          <a:p>
            <a:pPr eaLnBrk="1" hangingPunct="1">
              <a:spcBef>
                <a:spcPct val="50000"/>
              </a:spcBef>
            </a:pPr>
            <a:r>
              <a:rPr lang="en-US" altLang="zh-CN" sz="3200" dirty="0">
                <a:solidFill>
                  <a:schemeClr val="bg1"/>
                </a:solidFill>
                <a:latin typeface="Times New Roman" panose="02020603050405020304" pitchFamily="18" charset="0"/>
              </a:rPr>
              <a:t>3</a:t>
            </a:r>
            <a:r>
              <a:rPr lang="en-US" altLang="zh-CN" sz="3200" b="1" dirty="0">
                <a:solidFill>
                  <a:schemeClr val="bg1"/>
                </a:solidFill>
                <a:latin typeface="楷体_GB2312" pitchFamily="49" charset="-122"/>
              </a:rPr>
              <a:t>.</a:t>
            </a:r>
            <a:r>
              <a:rPr lang="zh-CN" altLang="en-US" sz="3200" b="1" dirty="0">
                <a:solidFill>
                  <a:schemeClr val="bg1"/>
                </a:solidFill>
                <a:latin typeface="楷体_GB2312" pitchFamily="49" charset="-122"/>
              </a:rPr>
              <a:t>耦合电感的</a:t>
            </a:r>
            <a:r>
              <a:rPr lang="en-US" altLang="zh-CN" sz="3200" dirty="0">
                <a:solidFill>
                  <a:schemeClr val="bg1"/>
                </a:solidFill>
                <a:latin typeface="Times New Roman" panose="02020603050405020304" pitchFamily="18" charset="0"/>
              </a:rPr>
              <a:t>T</a:t>
            </a:r>
            <a:r>
              <a:rPr lang="zh-CN" altLang="en-US" sz="3200" b="1" dirty="0">
                <a:solidFill>
                  <a:schemeClr val="bg1"/>
                </a:solidFill>
                <a:latin typeface="楷体_GB2312" pitchFamily="49" charset="-122"/>
              </a:rPr>
              <a:t>型等效</a:t>
            </a:r>
          </a:p>
        </p:txBody>
      </p:sp>
      <p:sp>
        <p:nvSpPr>
          <p:cNvPr id="22533" name="Text Box 5"/>
          <p:cNvSpPr txBox="1"/>
          <p:nvPr/>
        </p:nvSpPr>
        <p:spPr>
          <a:xfrm>
            <a:off x="250825" y="1052513"/>
            <a:ext cx="5464175" cy="519112"/>
          </a:xfrm>
          <a:prstGeom prst="rect">
            <a:avLst/>
          </a:prstGeom>
          <a:noFill/>
          <a:ln w="19050">
            <a:noFill/>
          </a:ln>
        </p:spPr>
        <p:txBody>
          <a:bodyPr>
            <a:spAutoFit/>
          </a:bodyPr>
          <a:lstStyle/>
          <a:p>
            <a:pPr marL="342900" indent="-342900" eaLnBrk="1" hangingPunct="1">
              <a:spcBef>
                <a:spcPct val="50000"/>
              </a:spcBef>
              <a:buAutoNum type="circleNumDbPlain"/>
            </a:pPr>
            <a:r>
              <a:rPr lang="zh-CN" altLang="en-US" b="1" dirty="0">
                <a:solidFill>
                  <a:srgbClr val="FF9900"/>
                </a:solidFill>
                <a:latin typeface="楷体_GB2312" pitchFamily="49" charset="-122"/>
              </a:rPr>
              <a:t>同名端为共端的</a:t>
            </a:r>
            <a:r>
              <a:rPr lang="en-US" altLang="zh-CN" dirty="0">
                <a:solidFill>
                  <a:srgbClr val="FF9900"/>
                </a:solidFill>
                <a:latin typeface="Times New Roman" panose="02020603050405020304" pitchFamily="18" charset="0"/>
              </a:rPr>
              <a:t>T</a:t>
            </a:r>
            <a:r>
              <a:rPr lang="zh-CN" altLang="en-US" b="1" dirty="0">
                <a:solidFill>
                  <a:srgbClr val="FF9900"/>
                </a:solidFill>
                <a:latin typeface="楷体_GB2312" pitchFamily="49" charset="-122"/>
              </a:rPr>
              <a:t>型去耦等效</a:t>
            </a:r>
          </a:p>
        </p:txBody>
      </p:sp>
      <p:sp>
        <p:nvSpPr>
          <p:cNvPr id="22614" name="AutoShape 86"/>
          <p:cNvSpPr/>
          <p:nvPr/>
        </p:nvSpPr>
        <p:spPr>
          <a:xfrm>
            <a:off x="3995738" y="2997200"/>
            <a:ext cx="706437" cy="215900"/>
          </a:xfrm>
          <a:prstGeom prst="rightArrow">
            <a:avLst>
              <a:gd name="adj1" fmla="val 50000"/>
              <a:gd name="adj2" fmla="val 81801"/>
            </a:avLst>
          </a:prstGeom>
          <a:solidFill>
            <a:srgbClr val="3399FF"/>
          </a:solidFill>
          <a:ln w="19050">
            <a:noFill/>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22615" name="Object 87"/>
          <p:cNvGraphicFramePr>
            <a:graphicFrameLocks noChangeAspect="1"/>
          </p:cNvGraphicFramePr>
          <p:nvPr/>
        </p:nvGraphicFramePr>
        <p:xfrm>
          <a:off x="1331913" y="4437063"/>
          <a:ext cx="3338512" cy="712787"/>
        </p:xfrm>
        <a:graphic>
          <a:graphicData uri="http://schemas.openxmlformats.org/presentationml/2006/ole">
            <mc:AlternateContent xmlns:mc="http://schemas.openxmlformats.org/markup-compatibility/2006">
              <mc:Choice xmlns:v="urn:schemas-microsoft-com:vml" Requires="v">
                <p:oleObj r:id="rId2" imgW="1561465" imgH="334645" progId="Equation.3">
                  <p:embed/>
                </p:oleObj>
              </mc:Choice>
              <mc:Fallback>
                <p:oleObj r:id="rId2" imgW="1561465" imgH="334645" progId="Equation.3">
                  <p:embed/>
                  <p:pic>
                    <p:nvPicPr>
                      <p:cNvPr id="0" name="图片 3131"/>
                      <p:cNvPicPr/>
                      <p:nvPr/>
                    </p:nvPicPr>
                    <p:blipFill>
                      <a:blip r:embed="rId3">
                        <a:clrChange>
                          <a:clrFrom>
                            <a:srgbClr val="000000"/>
                          </a:clrFrom>
                          <a:clrTo>
                            <a:srgbClr val="FFFFFF"/>
                          </a:clrTo>
                        </a:clrChange>
                      </a:blip>
                      <a:stretch>
                        <a:fillRect/>
                      </a:stretch>
                    </p:blipFill>
                    <p:spPr>
                      <a:xfrm>
                        <a:off x="1331913" y="4437063"/>
                        <a:ext cx="3338512" cy="712787"/>
                      </a:xfrm>
                      <a:prstGeom prst="rect">
                        <a:avLst/>
                      </a:prstGeom>
                      <a:noFill/>
                      <a:ln w="38100">
                        <a:noFill/>
                        <a:miter/>
                      </a:ln>
                    </p:spPr>
                  </p:pic>
                </p:oleObj>
              </mc:Fallback>
            </mc:AlternateContent>
          </a:graphicData>
        </a:graphic>
      </p:graphicFrame>
      <p:graphicFrame>
        <p:nvGraphicFramePr>
          <p:cNvPr id="22616" name="Object 88"/>
          <p:cNvGraphicFramePr>
            <a:graphicFrameLocks noChangeAspect="1"/>
          </p:cNvGraphicFramePr>
          <p:nvPr/>
        </p:nvGraphicFramePr>
        <p:xfrm>
          <a:off x="1331913" y="5084763"/>
          <a:ext cx="3389312" cy="712787"/>
        </p:xfrm>
        <a:graphic>
          <a:graphicData uri="http://schemas.openxmlformats.org/presentationml/2006/ole">
            <mc:AlternateContent xmlns:mc="http://schemas.openxmlformats.org/markup-compatibility/2006">
              <mc:Choice xmlns:v="urn:schemas-microsoft-com:vml" Requires="v">
                <p:oleObj r:id="rId4" imgW="1583690" imgH="334645" progId="Equation.3">
                  <p:embed/>
                </p:oleObj>
              </mc:Choice>
              <mc:Fallback>
                <p:oleObj r:id="rId4" imgW="1583690" imgH="334645" progId="Equation.3">
                  <p:embed/>
                  <p:pic>
                    <p:nvPicPr>
                      <p:cNvPr id="0" name="图片 3134"/>
                      <p:cNvPicPr/>
                      <p:nvPr/>
                    </p:nvPicPr>
                    <p:blipFill>
                      <a:blip r:embed="rId5">
                        <a:clrChange>
                          <a:clrFrom>
                            <a:srgbClr val="000000"/>
                          </a:clrFrom>
                          <a:clrTo>
                            <a:srgbClr val="FFFFFF"/>
                          </a:clrTo>
                        </a:clrChange>
                      </a:blip>
                      <a:stretch>
                        <a:fillRect/>
                      </a:stretch>
                    </p:blipFill>
                    <p:spPr>
                      <a:xfrm>
                        <a:off x="1331913" y="5084763"/>
                        <a:ext cx="3389312" cy="712787"/>
                      </a:xfrm>
                      <a:prstGeom prst="rect">
                        <a:avLst/>
                      </a:prstGeom>
                      <a:noFill/>
                      <a:ln w="38100">
                        <a:noFill/>
                        <a:miter/>
                      </a:ln>
                    </p:spPr>
                  </p:pic>
                </p:oleObj>
              </mc:Fallback>
            </mc:AlternateContent>
          </a:graphicData>
        </a:graphic>
      </p:graphicFrame>
      <p:graphicFrame>
        <p:nvGraphicFramePr>
          <p:cNvPr id="22617" name="Object 89"/>
          <p:cNvGraphicFramePr>
            <a:graphicFrameLocks noChangeAspect="1"/>
          </p:cNvGraphicFramePr>
          <p:nvPr/>
        </p:nvGraphicFramePr>
        <p:xfrm>
          <a:off x="1331913" y="5805488"/>
          <a:ext cx="1509712" cy="638175"/>
        </p:xfrm>
        <a:graphic>
          <a:graphicData uri="http://schemas.openxmlformats.org/presentationml/2006/ole">
            <mc:AlternateContent xmlns:mc="http://schemas.openxmlformats.org/markup-compatibility/2006">
              <mc:Choice xmlns:v="urn:schemas-microsoft-com:vml" Requires="v">
                <p:oleObj r:id="rId6" imgW="706120" imgH="297180" progId="Equation.3">
                  <p:embed/>
                </p:oleObj>
              </mc:Choice>
              <mc:Fallback>
                <p:oleObj r:id="rId6" imgW="706120" imgH="297180" progId="Equation.3">
                  <p:embed/>
                  <p:pic>
                    <p:nvPicPr>
                      <p:cNvPr id="0" name="图片 3132"/>
                      <p:cNvPicPr/>
                      <p:nvPr/>
                    </p:nvPicPr>
                    <p:blipFill>
                      <a:blip r:embed="rId7">
                        <a:clrChange>
                          <a:clrFrom>
                            <a:srgbClr val="000000"/>
                          </a:clrFrom>
                          <a:clrTo>
                            <a:srgbClr val="FFFFFF"/>
                          </a:clrTo>
                        </a:clrChange>
                      </a:blip>
                      <a:stretch>
                        <a:fillRect/>
                      </a:stretch>
                    </p:blipFill>
                    <p:spPr>
                      <a:xfrm>
                        <a:off x="1331913" y="5805488"/>
                        <a:ext cx="1509712" cy="638175"/>
                      </a:xfrm>
                      <a:prstGeom prst="rect">
                        <a:avLst/>
                      </a:prstGeom>
                      <a:noFill/>
                      <a:ln w="38100">
                        <a:noFill/>
                        <a:miter/>
                      </a:ln>
                    </p:spPr>
                  </p:pic>
                </p:oleObj>
              </mc:Fallback>
            </mc:AlternateContent>
          </a:graphicData>
        </a:graphic>
      </p:graphicFrame>
      <p:sp>
        <p:nvSpPr>
          <p:cNvPr id="22618" name="AutoShape 90"/>
          <p:cNvSpPr/>
          <p:nvPr/>
        </p:nvSpPr>
        <p:spPr>
          <a:xfrm>
            <a:off x="1042988" y="4724400"/>
            <a:ext cx="144462" cy="1800225"/>
          </a:xfrm>
          <a:prstGeom prst="leftBrace">
            <a:avLst>
              <a:gd name="adj1" fmla="val 103846"/>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22621" name="Object 93"/>
          <p:cNvGraphicFramePr>
            <a:graphicFrameLocks noChangeAspect="1"/>
          </p:cNvGraphicFramePr>
          <p:nvPr/>
        </p:nvGraphicFramePr>
        <p:xfrm>
          <a:off x="4643438" y="4437063"/>
          <a:ext cx="3656012" cy="712787"/>
        </p:xfrm>
        <a:graphic>
          <a:graphicData uri="http://schemas.openxmlformats.org/presentationml/2006/ole">
            <mc:AlternateContent xmlns:mc="http://schemas.openxmlformats.org/markup-compatibility/2006">
              <mc:Choice xmlns:v="urn:schemas-microsoft-com:vml" Requires="v">
                <p:oleObj r:id="rId8" imgW="1710055" imgH="334645" progId="Equation.3">
                  <p:embed/>
                </p:oleObj>
              </mc:Choice>
              <mc:Fallback>
                <p:oleObj r:id="rId8" imgW="1710055" imgH="334645" progId="Equation.3">
                  <p:embed/>
                  <p:pic>
                    <p:nvPicPr>
                      <p:cNvPr id="0" name="图片 3135"/>
                      <p:cNvPicPr/>
                      <p:nvPr/>
                    </p:nvPicPr>
                    <p:blipFill>
                      <a:blip r:embed="rId9">
                        <a:clrChange>
                          <a:clrFrom>
                            <a:srgbClr val="000000"/>
                          </a:clrFrom>
                          <a:clrTo>
                            <a:srgbClr val="FFFFFF"/>
                          </a:clrTo>
                        </a:clrChange>
                      </a:blip>
                      <a:stretch>
                        <a:fillRect/>
                      </a:stretch>
                    </p:blipFill>
                    <p:spPr>
                      <a:xfrm>
                        <a:off x="4643438" y="4437063"/>
                        <a:ext cx="3656012" cy="712787"/>
                      </a:xfrm>
                      <a:prstGeom prst="rect">
                        <a:avLst/>
                      </a:prstGeom>
                      <a:noFill/>
                      <a:ln w="38100">
                        <a:noFill/>
                        <a:miter/>
                      </a:ln>
                    </p:spPr>
                  </p:pic>
                </p:oleObj>
              </mc:Fallback>
            </mc:AlternateContent>
          </a:graphicData>
        </a:graphic>
      </p:graphicFrame>
      <p:graphicFrame>
        <p:nvGraphicFramePr>
          <p:cNvPr id="22622" name="Object 94"/>
          <p:cNvGraphicFramePr>
            <a:graphicFrameLocks noChangeAspect="1"/>
          </p:cNvGraphicFramePr>
          <p:nvPr/>
        </p:nvGraphicFramePr>
        <p:xfrm>
          <a:off x="4716463" y="5084763"/>
          <a:ext cx="3709987" cy="712787"/>
        </p:xfrm>
        <a:graphic>
          <a:graphicData uri="http://schemas.openxmlformats.org/presentationml/2006/ole">
            <mc:AlternateContent xmlns:mc="http://schemas.openxmlformats.org/markup-compatibility/2006">
              <mc:Choice xmlns:v="urn:schemas-microsoft-com:vml" Requires="v">
                <p:oleObj r:id="rId10" imgW="1732280" imgH="334645" progId="Equation.3">
                  <p:embed/>
                </p:oleObj>
              </mc:Choice>
              <mc:Fallback>
                <p:oleObj r:id="rId10" imgW="1732280" imgH="334645" progId="Equation.3">
                  <p:embed/>
                  <p:pic>
                    <p:nvPicPr>
                      <p:cNvPr id="0" name="图片 3136"/>
                      <p:cNvPicPr/>
                      <p:nvPr/>
                    </p:nvPicPr>
                    <p:blipFill>
                      <a:blip r:embed="rId11">
                        <a:clrChange>
                          <a:clrFrom>
                            <a:srgbClr val="000000"/>
                          </a:clrFrom>
                          <a:clrTo>
                            <a:srgbClr val="FFFFFF"/>
                          </a:clrTo>
                        </a:clrChange>
                      </a:blip>
                      <a:stretch>
                        <a:fillRect/>
                      </a:stretch>
                    </p:blipFill>
                    <p:spPr>
                      <a:xfrm>
                        <a:off x="4716463" y="5084763"/>
                        <a:ext cx="3709987" cy="712787"/>
                      </a:xfrm>
                      <a:prstGeom prst="rect">
                        <a:avLst/>
                      </a:prstGeom>
                      <a:noFill/>
                      <a:ln w="38100">
                        <a:noFill/>
                        <a:miter/>
                      </a:ln>
                    </p:spPr>
                  </p:pic>
                </p:oleObj>
              </mc:Fallback>
            </mc:AlternateContent>
          </a:graphicData>
        </a:graphic>
      </p:graphicFrame>
      <p:grpSp>
        <p:nvGrpSpPr>
          <p:cNvPr id="39947" name="Group 150"/>
          <p:cNvGrpSpPr/>
          <p:nvPr/>
        </p:nvGrpSpPr>
        <p:grpSpPr>
          <a:xfrm>
            <a:off x="8316913" y="6446838"/>
            <a:ext cx="792162" cy="366712"/>
            <a:chOff x="5193" y="4020"/>
            <a:chExt cx="499" cy="231"/>
          </a:xfrm>
        </p:grpSpPr>
        <p:pic>
          <p:nvPicPr>
            <p:cNvPr id="40033" name="Picture 151"/>
            <p:cNvPicPr>
              <a:picLocks noChangeAspect="1"/>
            </p:cNvPicPr>
            <p:nvPr/>
          </p:nvPicPr>
          <p:blipFill>
            <a:blip r:embed="rId12"/>
            <a:stretch>
              <a:fillRect/>
            </a:stretch>
          </p:blipFill>
          <p:spPr>
            <a:xfrm>
              <a:off x="5193" y="4066"/>
              <a:ext cx="499" cy="181"/>
            </a:xfrm>
            <a:prstGeom prst="rect">
              <a:avLst/>
            </a:prstGeom>
            <a:noFill/>
            <a:ln w="9525">
              <a:noFill/>
            </a:ln>
          </p:spPr>
        </p:pic>
        <p:sp>
          <p:nvSpPr>
            <p:cNvPr id="40034" name="Text Box 15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39948" name="Group 153"/>
          <p:cNvGrpSpPr/>
          <p:nvPr/>
        </p:nvGrpSpPr>
        <p:grpSpPr>
          <a:xfrm>
            <a:off x="7453313" y="6446838"/>
            <a:ext cx="792162" cy="366712"/>
            <a:chOff x="4649" y="4020"/>
            <a:chExt cx="499" cy="231"/>
          </a:xfrm>
        </p:grpSpPr>
        <p:pic>
          <p:nvPicPr>
            <p:cNvPr id="40031" name="Picture 154"/>
            <p:cNvPicPr>
              <a:picLocks noChangeAspect="1"/>
            </p:cNvPicPr>
            <p:nvPr/>
          </p:nvPicPr>
          <p:blipFill>
            <a:blip r:embed="rId12"/>
            <a:stretch>
              <a:fillRect/>
            </a:stretch>
          </p:blipFill>
          <p:spPr>
            <a:xfrm>
              <a:off x="4649" y="4066"/>
              <a:ext cx="499" cy="181"/>
            </a:xfrm>
            <a:prstGeom prst="rect">
              <a:avLst/>
            </a:prstGeom>
            <a:noFill/>
            <a:ln w="9525">
              <a:noFill/>
            </a:ln>
          </p:spPr>
        </p:pic>
        <p:sp>
          <p:nvSpPr>
            <p:cNvPr id="40032" name="Text Box 15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39949" name="Group 273"/>
          <p:cNvGrpSpPr/>
          <p:nvPr/>
        </p:nvGrpSpPr>
        <p:grpSpPr>
          <a:xfrm>
            <a:off x="6588125" y="6446838"/>
            <a:ext cx="792163" cy="366712"/>
            <a:chOff x="4649" y="4020"/>
            <a:chExt cx="499" cy="231"/>
          </a:xfrm>
        </p:grpSpPr>
        <p:pic>
          <p:nvPicPr>
            <p:cNvPr id="40029" name="Picture 274"/>
            <p:cNvPicPr>
              <a:picLocks noChangeAspect="1"/>
            </p:cNvPicPr>
            <p:nvPr/>
          </p:nvPicPr>
          <p:blipFill>
            <a:blip r:embed="rId12"/>
            <a:stretch>
              <a:fillRect/>
            </a:stretch>
          </p:blipFill>
          <p:spPr>
            <a:xfrm>
              <a:off x="4649" y="4066"/>
              <a:ext cx="499" cy="181"/>
            </a:xfrm>
            <a:prstGeom prst="rect">
              <a:avLst/>
            </a:prstGeom>
            <a:noFill/>
            <a:ln w="9525">
              <a:noFill/>
            </a:ln>
          </p:spPr>
        </p:pic>
        <p:sp>
          <p:nvSpPr>
            <p:cNvPr id="40030" name="Text Box 275">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2818" name="Group 290"/>
          <p:cNvGrpSpPr/>
          <p:nvPr/>
        </p:nvGrpSpPr>
        <p:grpSpPr>
          <a:xfrm>
            <a:off x="755650" y="1412875"/>
            <a:ext cx="3084513" cy="2895600"/>
            <a:chOff x="476" y="890"/>
            <a:chExt cx="1943" cy="1824"/>
          </a:xfrm>
        </p:grpSpPr>
        <p:sp>
          <p:nvSpPr>
            <p:cNvPr id="39991" name="Text Box 177"/>
            <p:cNvSpPr txBox="1"/>
            <p:nvPr/>
          </p:nvSpPr>
          <p:spPr>
            <a:xfrm>
              <a:off x="1202" y="2387"/>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3</a:t>
              </a:r>
            </a:p>
          </p:txBody>
        </p:sp>
        <p:grpSp>
          <p:nvGrpSpPr>
            <p:cNvPr id="39992" name="Group 289"/>
            <p:cNvGrpSpPr/>
            <p:nvPr/>
          </p:nvGrpSpPr>
          <p:grpSpPr>
            <a:xfrm>
              <a:off x="476" y="890"/>
              <a:ext cx="1943" cy="1747"/>
              <a:chOff x="476" y="1071"/>
              <a:chExt cx="1943" cy="1747"/>
            </a:xfrm>
          </p:grpSpPr>
          <p:sp>
            <p:nvSpPr>
              <p:cNvPr id="39993" name="Line 170"/>
              <p:cNvSpPr/>
              <p:nvPr/>
            </p:nvSpPr>
            <p:spPr>
              <a:xfrm>
                <a:off x="1747" y="1525"/>
                <a:ext cx="431" cy="0"/>
              </a:xfrm>
              <a:prstGeom prst="line">
                <a:avLst/>
              </a:prstGeom>
              <a:ln w="28575" cap="flat" cmpd="sng">
                <a:solidFill>
                  <a:srgbClr val="FFCC00"/>
                </a:solidFill>
                <a:prstDash val="solid"/>
                <a:headEnd type="none" w="med" len="med"/>
                <a:tailEnd type="none" w="med" len="med"/>
              </a:ln>
            </p:spPr>
          </p:sp>
          <p:sp>
            <p:nvSpPr>
              <p:cNvPr id="39994" name="Line 171"/>
              <p:cNvSpPr/>
              <p:nvPr/>
            </p:nvSpPr>
            <p:spPr>
              <a:xfrm>
                <a:off x="1474" y="2386"/>
                <a:ext cx="0" cy="363"/>
              </a:xfrm>
              <a:prstGeom prst="line">
                <a:avLst/>
              </a:prstGeom>
              <a:ln w="28575" cap="flat" cmpd="sng">
                <a:solidFill>
                  <a:srgbClr val="FFCC00"/>
                </a:solidFill>
                <a:prstDash val="solid"/>
                <a:headEnd type="oval" w="med" len="med"/>
                <a:tailEnd type="none" w="med" len="med"/>
              </a:ln>
            </p:spPr>
          </p:sp>
          <p:sp>
            <p:nvSpPr>
              <p:cNvPr id="39995" name="Line 160"/>
              <p:cNvSpPr/>
              <p:nvPr/>
            </p:nvSpPr>
            <p:spPr>
              <a:xfrm>
                <a:off x="749" y="1525"/>
                <a:ext cx="499" cy="0"/>
              </a:xfrm>
              <a:prstGeom prst="line">
                <a:avLst/>
              </a:prstGeom>
              <a:ln w="28575" cap="flat" cmpd="sng">
                <a:solidFill>
                  <a:srgbClr val="FFCC00"/>
                </a:solidFill>
                <a:prstDash val="solid"/>
                <a:headEnd type="none" w="med" len="med"/>
                <a:tailEnd type="none" w="med" len="med"/>
              </a:ln>
            </p:spPr>
          </p:sp>
          <p:sp>
            <p:nvSpPr>
              <p:cNvPr id="39996" name="Line 161"/>
              <p:cNvSpPr/>
              <p:nvPr/>
            </p:nvSpPr>
            <p:spPr>
              <a:xfrm>
                <a:off x="1474" y="2432"/>
                <a:ext cx="0" cy="272"/>
              </a:xfrm>
              <a:prstGeom prst="line">
                <a:avLst/>
              </a:prstGeom>
              <a:ln w="28575" cap="flat" cmpd="sng">
                <a:solidFill>
                  <a:srgbClr val="00FFFF"/>
                </a:solidFill>
                <a:prstDash val="solid"/>
                <a:headEnd type="none" w="med" len="med"/>
                <a:tailEnd type="triangle" w="med" len="med"/>
              </a:ln>
            </p:spPr>
          </p:sp>
          <p:sp>
            <p:nvSpPr>
              <p:cNvPr id="39997" name="Line 162"/>
              <p:cNvSpPr/>
              <p:nvPr/>
            </p:nvSpPr>
            <p:spPr>
              <a:xfrm rot="5400000">
                <a:off x="1995" y="1412"/>
                <a:ext cx="0" cy="226"/>
              </a:xfrm>
              <a:prstGeom prst="line">
                <a:avLst/>
              </a:prstGeom>
              <a:ln w="28575" cap="flat" cmpd="sng">
                <a:solidFill>
                  <a:srgbClr val="00FFFF"/>
                </a:solidFill>
                <a:prstDash val="solid"/>
                <a:headEnd type="none" w="med" len="med"/>
                <a:tailEnd type="triangle" w="med" len="med"/>
              </a:ln>
            </p:spPr>
          </p:sp>
          <p:sp>
            <p:nvSpPr>
              <p:cNvPr id="39998" name="Text Box 163"/>
              <p:cNvSpPr txBox="1"/>
              <p:nvPr/>
            </p:nvSpPr>
            <p:spPr>
              <a:xfrm>
                <a:off x="1701" y="1616"/>
                <a:ext cx="22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39999" name="Text Box 164"/>
              <p:cNvSpPr txBox="1"/>
              <p:nvPr/>
            </p:nvSpPr>
            <p:spPr>
              <a:xfrm>
                <a:off x="1021" y="1615"/>
                <a:ext cx="167"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0000" name="Text Box 165"/>
              <p:cNvSpPr txBox="1"/>
              <p:nvPr/>
            </p:nvSpPr>
            <p:spPr>
              <a:xfrm>
                <a:off x="748" y="1752"/>
                <a:ext cx="533"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0001" name="Line 166"/>
              <p:cNvSpPr/>
              <p:nvPr/>
            </p:nvSpPr>
            <p:spPr>
              <a:xfrm>
                <a:off x="793" y="1525"/>
                <a:ext cx="212" cy="0"/>
              </a:xfrm>
              <a:prstGeom prst="line">
                <a:avLst/>
              </a:prstGeom>
              <a:ln w="28575" cap="flat" cmpd="sng">
                <a:solidFill>
                  <a:srgbClr val="00FFFF"/>
                </a:solidFill>
                <a:prstDash val="solid"/>
                <a:headEnd type="none" w="med" len="med"/>
                <a:tailEnd type="triangle" w="med" len="med"/>
              </a:ln>
            </p:spPr>
          </p:sp>
          <p:sp>
            <p:nvSpPr>
              <p:cNvPr id="40002" name="Arc 167"/>
              <p:cNvSpPr/>
              <p:nvPr/>
            </p:nvSpPr>
            <p:spPr>
              <a:xfrm rot="-10800000" flipV="1">
                <a:off x="1322" y="1501"/>
                <a:ext cx="153" cy="137"/>
              </a:xfrm>
              <a:custGeom>
                <a:avLst/>
                <a:gdLst/>
                <a:ahLst/>
                <a:cxnLst>
                  <a:cxn ang="0">
                    <a:pos x="34" y="0"/>
                  </a:cxn>
                  <a:cxn ang="0">
                    <a:pos x="153" y="98"/>
                  </a:cxn>
                  <a:cxn ang="0">
                    <a:pos x="0" y="137"/>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0003" name="Arc 168"/>
              <p:cNvSpPr/>
              <p:nvPr/>
            </p:nvSpPr>
            <p:spPr>
              <a:xfrm rot="10800000" flipH="1" flipV="1">
                <a:off x="1552" y="1503"/>
                <a:ext cx="154" cy="137"/>
              </a:xfrm>
              <a:custGeom>
                <a:avLst/>
                <a:gdLst/>
                <a:ahLst/>
                <a:cxnLst>
                  <a:cxn ang="0">
                    <a:pos x="34" y="0"/>
                  </a:cxn>
                  <a:cxn ang="0">
                    <a:pos x="154" y="98"/>
                  </a:cxn>
                  <a:cxn ang="0">
                    <a:pos x="0" y="137"/>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aphicFrame>
            <p:nvGraphicFramePr>
              <p:cNvPr id="40004" name="Object 169"/>
              <p:cNvGraphicFramePr>
                <a:graphicFrameLocks noChangeAspect="1"/>
              </p:cNvGraphicFramePr>
              <p:nvPr/>
            </p:nvGraphicFramePr>
            <p:xfrm>
              <a:off x="1519" y="2296"/>
              <a:ext cx="225" cy="442"/>
            </p:xfrm>
            <a:graphic>
              <a:graphicData uri="http://schemas.openxmlformats.org/presentationml/2006/ole">
                <mc:AlternateContent xmlns:mc="http://schemas.openxmlformats.org/markup-compatibility/2006">
                  <mc:Choice xmlns:v="urn:schemas-microsoft-com:vml" Requires="v">
                    <p:oleObj r:id="rId13" imgW="126365" imgH="312420" progId="Equation.3">
                      <p:embed/>
                    </p:oleObj>
                  </mc:Choice>
                  <mc:Fallback>
                    <p:oleObj r:id="rId13" imgW="126365" imgH="312420" progId="Equation.3">
                      <p:embed/>
                      <p:pic>
                        <p:nvPicPr>
                          <p:cNvPr id="0" name="图片 3138"/>
                          <p:cNvPicPr/>
                          <p:nvPr/>
                        </p:nvPicPr>
                        <p:blipFill>
                          <a:blip r:embed="rId14">
                            <a:clrChange>
                              <a:clrFrom>
                                <a:srgbClr val="000000"/>
                              </a:clrFrom>
                              <a:clrTo>
                                <a:srgbClr val="FFFFFF"/>
                              </a:clrTo>
                            </a:clrChange>
                          </a:blip>
                          <a:stretch>
                            <a:fillRect/>
                          </a:stretch>
                        </p:blipFill>
                        <p:spPr>
                          <a:xfrm>
                            <a:off x="1519" y="2296"/>
                            <a:ext cx="225" cy="442"/>
                          </a:xfrm>
                          <a:prstGeom prst="rect">
                            <a:avLst/>
                          </a:prstGeom>
                          <a:noFill/>
                          <a:ln w="38100">
                            <a:noFill/>
                            <a:miter/>
                          </a:ln>
                        </p:spPr>
                      </p:pic>
                    </p:oleObj>
                  </mc:Fallback>
                </mc:AlternateContent>
              </a:graphicData>
            </a:graphic>
          </p:graphicFrame>
          <p:graphicFrame>
            <p:nvGraphicFramePr>
              <p:cNvPr id="40005" name="Object 173"/>
              <p:cNvGraphicFramePr>
                <a:graphicFrameLocks noChangeAspect="1"/>
              </p:cNvGraphicFramePr>
              <p:nvPr/>
            </p:nvGraphicFramePr>
            <p:xfrm>
              <a:off x="839" y="1071"/>
              <a:ext cx="267" cy="459"/>
            </p:xfrm>
            <a:graphic>
              <a:graphicData uri="http://schemas.openxmlformats.org/presentationml/2006/ole">
                <mc:AlternateContent xmlns:mc="http://schemas.openxmlformats.org/markup-compatibility/2006">
                  <mc:Choice xmlns:v="urn:schemas-microsoft-com:vml" Requires="v">
                    <p:oleObj r:id="rId15" imgW="163830" imgH="319405" progId="Equation.3">
                      <p:embed/>
                    </p:oleObj>
                  </mc:Choice>
                  <mc:Fallback>
                    <p:oleObj r:id="rId15" imgW="163830" imgH="319405" progId="Equation.3">
                      <p:embed/>
                      <p:pic>
                        <p:nvPicPr>
                          <p:cNvPr id="0" name="图片 3137"/>
                          <p:cNvPicPr/>
                          <p:nvPr/>
                        </p:nvPicPr>
                        <p:blipFill>
                          <a:blip r:embed="rId16">
                            <a:clrChange>
                              <a:clrFrom>
                                <a:srgbClr val="000000"/>
                              </a:clrFrom>
                              <a:clrTo>
                                <a:srgbClr val="FFFFFF"/>
                              </a:clrTo>
                            </a:clrChange>
                          </a:blip>
                          <a:stretch>
                            <a:fillRect/>
                          </a:stretch>
                        </p:blipFill>
                        <p:spPr>
                          <a:xfrm>
                            <a:off x="839" y="1071"/>
                            <a:ext cx="267" cy="459"/>
                          </a:xfrm>
                          <a:prstGeom prst="rect">
                            <a:avLst/>
                          </a:prstGeom>
                          <a:noFill/>
                          <a:ln w="38100">
                            <a:noFill/>
                            <a:miter/>
                          </a:ln>
                        </p:spPr>
                      </p:pic>
                    </p:oleObj>
                  </mc:Fallback>
                </mc:AlternateContent>
              </a:graphicData>
            </a:graphic>
          </p:graphicFrame>
          <p:graphicFrame>
            <p:nvGraphicFramePr>
              <p:cNvPr id="40006" name="Object 174"/>
              <p:cNvGraphicFramePr>
                <a:graphicFrameLocks noChangeAspect="1"/>
              </p:cNvGraphicFramePr>
              <p:nvPr/>
            </p:nvGraphicFramePr>
            <p:xfrm>
              <a:off x="1883" y="1083"/>
              <a:ext cx="292" cy="429"/>
            </p:xfrm>
            <a:graphic>
              <a:graphicData uri="http://schemas.openxmlformats.org/presentationml/2006/ole">
                <mc:AlternateContent xmlns:mc="http://schemas.openxmlformats.org/markup-compatibility/2006">
                  <mc:Choice xmlns:v="urn:schemas-microsoft-com:vml" Requires="v">
                    <p:oleObj r:id="rId17" imgW="186055" imgH="319405" progId="Equation.3">
                      <p:embed/>
                    </p:oleObj>
                  </mc:Choice>
                  <mc:Fallback>
                    <p:oleObj r:id="rId17" imgW="186055" imgH="319405" progId="Equation.3">
                      <p:embed/>
                      <p:pic>
                        <p:nvPicPr>
                          <p:cNvPr id="0" name="图片 3139"/>
                          <p:cNvPicPr/>
                          <p:nvPr/>
                        </p:nvPicPr>
                        <p:blipFill>
                          <a:blip r:embed="rId18">
                            <a:clrChange>
                              <a:clrFrom>
                                <a:srgbClr val="000000"/>
                              </a:clrFrom>
                              <a:clrTo>
                                <a:srgbClr val="FFFFFF"/>
                              </a:clrTo>
                            </a:clrChange>
                          </a:blip>
                          <a:stretch>
                            <a:fillRect/>
                          </a:stretch>
                        </p:blipFill>
                        <p:spPr>
                          <a:xfrm>
                            <a:off x="1883" y="1083"/>
                            <a:ext cx="292" cy="429"/>
                          </a:xfrm>
                          <a:prstGeom prst="rect">
                            <a:avLst/>
                          </a:prstGeom>
                          <a:noFill/>
                          <a:ln w="38100">
                            <a:noFill/>
                            <a:miter/>
                          </a:ln>
                        </p:spPr>
                      </p:pic>
                    </p:oleObj>
                  </mc:Fallback>
                </mc:AlternateContent>
              </a:graphicData>
            </a:graphic>
          </p:graphicFrame>
          <p:sp>
            <p:nvSpPr>
              <p:cNvPr id="40007" name="Text Box 175"/>
              <p:cNvSpPr txBox="1"/>
              <p:nvPr/>
            </p:nvSpPr>
            <p:spPr>
              <a:xfrm>
                <a:off x="476" y="1344"/>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40008" name="Text Box 176"/>
              <p:cNvSpPr txBox="1"/>
              <p:nvPr/>
            </p:nvSpPr>
            <p:spPr>
              <a:xfrm>
                <a:off x="2245" y="1344"/>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40009" name="Text Box 178"/>
              <p:cNvSpPr txBox="1"/>
              <p:nvPr/>
            </p:nvSpPr>
            <p:spPr>
              <a:xfrm>
                <a:off x="1746" y="1752"/>
                <a:ext cx="583"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0010" name="Text Box 179"/>
              <p:cNvSpPr txBox="1"/>
              <p:nvPr/>
            </p:nvSpPr>
            <p:spPr>
              <a:xfrm>
                <a:off x="1202" y="1162"/>
                <a:ext cx="575"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0011" name="Line 190"/>
              <p:cNvSpPr/>
              <p:nvPr/>
            </p:nvSpPr>
            <p:spPr>
              <a:xfrm>
                <a:off x="1248" y="2114"/>
                <a:ext cx="0" cy="272"/>
              </a:xfrm>
              <a:prstGeom prst="line">
                <a:avLst/>
              </a:prstGeom>
              <a:ln w="28575" cap="flat" cmpd="sng">
                <a:solidFill>
                  <a:srgbClr val="FFCC00"/>
                </a:solidFill>
                <a:prstDash val="solid"/>
                <a:headEnd type="none" w="med" len="med"/>
                <a:tailEnd type="none" w="med" len="med"/>
              </a:ln>
            </p:spPr>
          </p:sp>
          <p:sp>
            <p:nvSpPr>
              <p:cNvPr id="40012" name="Line 191"/>
              <p:cNvSpPr/>
              <p:nvPr/>
            </p:nvSpPr>
            <p:spPr>
              <a:xfrm>
                <a:off x="1747" y="2114"/>
                <a:ext cx="0" cy="272"/>
              </a:xfrm>
              <a:prstGeom prst="line">
                <a:avLst/>
              </a:prstGeom>
              <a:ln w="28575" cap="flat" cmpd="sng">
                <a:solidFill>
                  <a:srgbClr val="FFCC00"/>
                </a:solidFill>
                <a:prstDash val="solid"/>
                <a:headEnd type="none" w="med" len="med"/>
                <a:tailEnd type="none" w="med" len="med"/>
              </a:ln>
            </p:spPr>
          </p:sp>
          <p:sp>
            <p:nvSpPr>
              <p:cNvPr id="40013" name="Line 192"/>
              <p:cNvSpPr/>
              <p:nvPr/>
            </p:nvSpPr>
            <p:spPr>
              <a:xfrm>
                <a:off x="1248" y="2386"/>
                <a:ext cx="499" cy="0"/>
              </a:xfrm>
              <a:prstGeom prst="line">
                <a:avLst/>
              </a:prstGeom>
              <a:ln w="28575" cap="flat" cmpd="sng">
                <a:solidFill>
                  <a:srgbClr val="FFCC00"/>
                </a:solidFill>
                <a:prstDash val="solid"/>
                <a:headEnd type="none" w="med" len="med"/>
                <a:tailEnd type="none" w="med" len="med"/>
              </a:ln>
            </p:spPr>
          </p:sp>
          <p:sp>
            <p:nvSpPr>
              <p:cNvPr id="40014" name="Line 193"/>
              <p:cNvSpPr/>
              <p:nvPr/>
            </p:nvSpPr>
            <p:spPr>
              <a:xfrm>
                <a:off x="1248" y="1525"/>
                <a:ext cx="0" cy="226"/>
              </a:xfrm>
              <a:prstGeom prst="line">
                <a:avLst/>
              </a:prstGeom>
              <a:ln w="28575" cap="flat" cmpd="sng">
                <a:solidFill>
                  <a:srgbClr val="FFCC00"/>
                </a:solidFill>
                <a:prstDash val="solid"/>
                <a:headEnd type="none" w="med" len="med"/>
                <a:tailEnd type="none" w="med" len="med"/>
              </a:ln>
            </p:spPr>
          </p:sp>
          <p:sp>
            <p:nvSpPr>
              <p:cNvPr id="40015" name="Line 194"/>
              <p:cNvSpPr/>
              <p:nvPr/>
            </p:nvSpPr>
            <p:spPr>
              <a:xfrm>
                <a:off x="1747" y="1525"/>
                <a:ext cx="0" cy="226"/>
              </a:xfrm>
              <a:prstGeom prst="line">
                <a:avLst/>
              </a:prstGeom>
              <a:ln w="28575" cap="flat" cmpd="sng">
                <a:solidFill>
                  <a:srgbClr val="FFCC00"/>
                </a:solidFill>
                <a:prstDash val="solid"/>
                <a:headEnd type="none" w="med" len="med"/>
                <a:tailEnd type="none" w="med" len="med"/>
              </a:ln>
            </p:spPr>
          </p:sp>
          <p:sp>
            <p:nvSpPr>
              <p:cNvPr id="40016" name="Oval 276"/>
              <p:cNvSpPr/>
              <p:nvPr/>
            </p:nvSpPr>
            <p:spPr>
              <a:xfrm>
                <a:off x="1438" y="275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0017" name="Oval 277"/>
              <p:cNvSpPr/>
              <p:nvPr/>
            </p:nvSpPr>
            <p:spPr>
              <a:xfrm>
                <a:off x="2182" y="148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0018" name="Oval 278"/>
              <p:cNvSpPr/>
              <p:nvPr/>
            </p:nvSpPr>
            <p:spPr>
              <a:xfrm>
                <a:off x="684" y="148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40019" name="Group 279"/>
              <p:cNvGrpSpPr/>
              <p:nvPr/>
            </p:nvGrpSpPr>
            <p:grpSpPr>
              <a:xfrm>
                <a:off x="1655" y="1752"/>
                <a:ext cx="91" cy="363"/>
                <a:chOff x="1565" y="2614"/>
                <a:chExt cx="90" cy="486"/>
              </a:xfrm>
            </p:grpSpPr>
            <p:sp>
              <p:nvSpPr>
                <p:cNvPr id="40025" name="Arc 28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0026" name="Arc 28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0027" name="Arc 28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0028" name="Arc 28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0020" name="Group 284"/>
              <p:cNvGrpSpPr/>
              <p:nvPr/>
            </p:nvGrpSpPr>
            <p:grpSpPr>
              <a:xfrm rot="10800000">
                <a:off x="1247" y="1752"/>
                <a:ext cx="90" cy="363"/>
                <a:chOff x="1565" y="2614"/>
                <a:chExt cx="90" cy="486"/>
              </a:xfrm>
            </p:grpSpPr>
            <p:sp>
              <p:nvSpPr>
                <p:cNvPr id="40021" name="Arc 28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0022" name="Arc 28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0023" name="Arc 28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0024" name="Arc 28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grpSp>
        <p:nvGrpSpPr>
          <p:cNvPr id="22837" name="Group 309"/>
          <p:cNvGrpSpPr/>
          <p:nvPr/>
        </p:nvGrpSpPr>
        <p:grpSpPr>
          <a:xfrm>
            <a:off x="4586288" y="1254125"/>
            <a:ext cx="3806825" cy="3270250"/>
            <a:chOff x="2889" y="790"/>
            <a:chExt cx="2398" cy="2060"/>
          </a:xfrm>
        </p:grpSpPr>
        <p:sp>
          <p:nvSpPr>
            <p:cNvPr id="39952" name="Line 239"/>
            <p:cNvSpPr/>
            <p:nvPr/>
          </p:nvSpPr>
          <p:spPr>
            <a:xfrm>
              <a:off x="4059" y="1932"/>
              <a:ext cx="1" cy="182"/>
            </a:xfrm>
            <a:prstGeom prst="line">
              <a:avLst/>
            </a:prstGeom>
            <a:ln w="28575" cap="flat" cmpd="sng">
              <a:solidFill>
                <a:srgbClr val="FFCC00"/>
              </a:solidFill>
              <a:prstDash val="solid"/>
              <a:headEnd type="oval" w="med" len="med"/>
              <a:tailEnd type="none" w="med" len="med"/>
            </a:ln>
          </p:spPr>
        </p:sp>
        <p:sp>
          <p:nvSpPr>
            <p:cNvPr id="39953" name="Line 238"/>
            <p:cNvSpPr/>
            <p:nvPr/>
          </p:nvSpPr>
          <p:spPr>
            <a:xfrm>
              <a:off x="4332" y="1243"/>
              <a:ext cx="431" cy="0"/>
            </a:xfrm>
            <a:prstGeom prst="line">
              <a:avLst/>
            </a:prstGeom>
            <a:ln w="28575" cap="flat" cmpd="sng">
              <a:solidFill>
                <a:srgbClr val="FFCC00"/>
              </a:solidFill>
              <a:prstDash val="solid"/>
              <a:headEnd type="none" w="med" len="med"/>
              <a:tailEnd type="none" w="med" len="med"/>
            </a:ln>
          </p:spPr>
        </p:sp>
        <p:sp>
          <p:nvSpPr>
            <p:cNvPr id="39954" name="Text Box 245"/>
            <p:cNvSpPr txBox="1"/>
            <p:nvPr/>
          </p:nvSpPr>
          <p:spPr>
            <a:xfrm>
              <a:off x="3833" y="2523"/>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3</a:t>
              </a:r>
            </a:p>
          </p:txBody>
        </p:sp>
        <p:sp>
          <p:nvSpPr>
            <p:cNvPr id="39955" name="Line 233"/>
            <p:cNvSpPr/>
            <p:nvPr/>
          </p:nvSpPr>
          <p:spPr>
            <a:xfrm>
              <a:off x="3334" y="1243"/>
              <a:ext cx="499" cy="0"/>
            </a:xfrm>
            <a:prstGeom prst="line">
              <a:avLst/>
            </a:prstGeom>
            <a:ln w="28575" cap="flat" cmpd="sng">
              <a:solidFill>
                <a:srgbClr val="FFCC00"/>
              </a:solidFill>
              <a:prstDash val="solid"/>
              <a:headEnd type="none" w="med" len="med"/>
              <a:tailEnd type="none" w="med" len="med"/>
            </a:ln>
          </p:spPr>
        </p:sp>
        <p:sp>
          <p:nvSpPr>
            <p:cNvPr id="39956" name="Line 234"/>
            <p:cNvSpPr/>
            <p:nvPr/>
          </p:nvSpPr>
          <p:spPr>
            <a:xfrm>
              <a:off x="4059" y="1979"/>
              <a:ext cx="0" cy="181"/>
            </a:xfrm>
            <a:prstGeom prst="line">
              <a:avLst/>
            </a:prstGeom>
            <a:ln w="38100" cap="flat" cmpd="sng">
              <a:solidFill>
                <a:srgbClr val="00FFFF"/>
              </a:solidFill>
              <a:prstDash val="solid"/>
              <a:headEnd type="none" w="med" len="med"/>
              <a:tailEnd type="triangle" w="med" len="med"/>
            </a:ln>
          </p:spPr>
        </p:sp>
        <p:sp>
          <p:nvSpPr>
            <p:cNvPr id="39957" name="Line 235"/>
            <p:cNvSpPr/>
            <p:nvPr/>
          </p:nvSpPr>
          <p:spPr>
            <a:xfrm rot="5400000">
              <a:off x="4558" y="1063"/>
              <a:ext cx="0" cy="362"/>
            </a:xfrm>
            <a:prstGeom prst="line">
              <a:avLst/>
            </a:prstGeom>
            <a:ln w="28575" cap="flat" cmpd="sng">
              <a:solidFill>
                <a:srgbClr val="00FFFF"/>
              </a:solidFill>
              <a:prstDash val="solid"/>
              <a:headEnd type="none" w="med" len="med"/>
              <a:tailEnd type="triangle" w="med" len="med"/>
            </a:ln>
          </p:spPr>
        </p:sp>
        <p:sp>
          <p:nvSpPr>
            <p:cNvPr id="39958" name="Line 236"/>
            <p:cNvSpPr/>
            <p:nvPr/>
          </p:nvSpPr>
          <p:spPr>
            <a:xfrm>
              <a:off x="3424" y="1243"/>
              <a:ext cx="318" cy="0"/>
            </a:xfrm>
            <a:prstGeom prst="line">
              <a:avLst/>
            </a:prstGeom>
            <a:ln w="28575" cap="flat" cmpd="sng">
              <a:solidFill>
                <a:srgbClr val="00FFFF"/>
              </a:solidFill>
              <a:prstDash val="solid"/>
              <a:headEnd type="none" w="med" len="med"/>
              <a:tailEnd type="triangle" w="med" len="med"/>
            </a:ln>
          </p:spPr>
        </p:sp>
        <p:graphicFrame>
          <p:nvGraphicFramePr>
            <p:cNvPr id="39959" name="Object 237"/>
            <p:cNvGraphicFramePr>
              <a:graphicFrameLocks noChangeAspect="1"/>
            </p:cNvGraphicFramePr>
            <p:nvPr/>
          </p:nvGraphicFramePr>
          <p:xfrm>
            <a:off x="3832" y="1797"/>
            <a:ext cx="225" cy="442"/>
          </p:xfrm>
          <a:graphic>
            <a:graphicData uri="http://schemas.openxmlformats.org/presentationml/2006/ole">
              <mc:AlternateContent xmlns:mc="http://schemas.openxmlformats.org/markup-compatibility/2006">
                <mc:Choice xmlns:v="urn:schemas-microsoft-com:vml" Requires="v">
                  <p:oleObj r:id="rId19" imgW="126365" imgH="312420" progId="Equation.3">
                    <p:embed/>
                  </p:oleObj>
                </mc:Choice>
                <mc:Fallback>
                  <p:oleObj r:id="rId19" imgW="126365" imgH="312420" progId="Equation.3">
                    <p:embed/>
                    <p:pic>
                      <p:nvPicPr>
                        <p:cNvPr id="0" name="图片 3153"/>
                        <p:cNvPicPr/>
                        <p:nvPr/>
                      </p:nvPicPr>
                      <p:blipFill>
                        <a:blip r:embed="rId20">
                          <a:clrChange>
                            <a:clrFrom>
                              <a:srgbClr val="000000"/>
                            </a:clrFrom>
                            <a:clrTo>
                              <a:srgbClr val="FFFFFF"/>
                            </a:clrTo>
                          </a:clrChange>
                        </a:blip>
                        <a:stretch>
                          <a:fillRect/>
                        </a:stretch>
                      </p:blipFill>
                      <p:spPr>
                        <a:xfrm>
                          <a:off x="3832" y="1797"/>
                          <a:ext cx="225" cy="442"/>
                        </a:xfrm>
                        <a:prstGeom prst="rect">
                          <a:avLst/>
                        </a:prstGeom>
                        <a:noFill/>
                        <a:ln w="38100">
                          <a:noFill/>
                          <a:miter/>
                        </a:ln>
                      </p:spPr>
                    </p:pic>
                  </p:oleObj>
                </mc:Fallback>
              </mc:AlternateContent>
            </a:graphicData>
          </a:graphic>
        </p:graphicFrame>
        <p:graphicFrame>
          <p:nvGraphicFramePr>
            <p:cNvPr id="39960" name="Object 241"/>
            <p:cNvGraphicFramePr>
              <a:graphicFrameLocks noChangeAspect="1"/>
            </p:cNvGraphicFramePr>
            <p:nvPr/>
          </p:nvGraphicFramePr>
          <p:xfrm>
            <a:off x="3470" y="790"/>
            <a:ext cx="267" cy="459"/>
          </p:xfrm>
          <a:graphic>
            <a:graphicData uri="http://schemas.openxmlformats.org/presentationml/2006/ole">
              <mc:AlternateContent xmlns:mc="http://schemas.openxmlformats.org/markup-compatibility/2006">
                <mc:Choice xmlns:v="urn:schemas-microsoft-com:vml" Requires="v">
                  <p:oleObj r:id="rId21" imgW="163830" imgH="319405" progId="Equation.3">
                    <p:embed/>
                  </p:oleObj>
                </mc:Choice>
                <mc:Fallback>
                  <p:oleObj r:id="rId21" imgW="163830" imgH="319405" progId="Equation.3">
                    <p:embed/>
                    <p:pic>
                      <p:nvPicPr>
                        <p:cNvPr id="0" name="图片 3155"/>
                        <p:cNvPicPr/>
                        <p:nvPr/>
                      </p:nvPicPr>
                      <p:blipFill>
                        <a:blip r:embed="rId22">
                          <a:clrChange>
                            <a:clrFrom>
                              <a:srgbClr val="000000"/>
                            </a:clrFrom>
                            <a:clrTo>
                              <a:srgbClr val="FFFFFF"/>
                            </a:clrTo>
                          </a:clrChange>
                        </a:blip>
                        <a:stretch>
                          <a:fillRect/>
                        </a:stretch>
                      </p:blipFill>
                      <p:spPr>
                        <a:xfrm>
                          <a:off x="3470" y="790"/>
                          <a:ext cx="267" cy="459"/>
                        </a:xfrm>
                        <a:prstGeom prst="rect">
                          <a:avLst/>
                        </a:prstGeom>
                        <a:noFill/>
                        <a:ln w="38100">
                          <a:noFill/>
                          <a:miter/>
                        </a:ln>
                      </p:spPr>
                    </p:pic>
                  </p:oleObj>
                </mc:Fallback>
              </mc:AlternateContent>
            </a:graphicData>
          </a:graphic>
        </p:graphicFrame>
        <p:graphicFrame>
          <p:nvGraphicFramePr>
            <p:cNvPr id="39961" name="Object 242"/>
            <p:cNvGraphicFramePr>
              <a:graphicFrameLocks noChangeAspect="1"/>
            </p:cNvGraphicFramePr>
            <p:nvPr/>
          </p:nvGraphicFramePr>
          <p:xfrm>
            <a:off x="4468" y="818"/>
            <a:ext cx="292" cy="429"/>
          </p:xfrm>
          <a:graphic>
            <a:graphicData uri="http://schemas.openxmlformats.org/presentationml/2006/ole">
              <mc:AlternateContent xmlns:mc="http://schemas.openxmlformats.org/markup-compatibility/2006">
                <mc:Choice xmlns:v="urn:schemas-microsoft-com:vml" Requires="v">
                  <p:oleObj r:id="rId23" imgW="186055" imgH="319405" progId="Equation.3">
                    <p:embed/>
                  </p:oleObj>
                </mc:Choice>
                <mc:Fallback>
                  <p:oleObj r:id="rId23" imgW="186055" imgH="319405" progId="Equation.3">
                    <p:embed/>
                    <p:pic>
                      <p:nvPicPr>
                        <p:cNvPr id="0" name="图片 3154"/>
                        <p:cNvPicPr/>
                        <p:nvPr/>
                      </p:nvPicPr>
                      <p:blipFill>
                        <a:blip r:embed="rId24">
                          <a:clrChange>
                            <a:clrFrom>
                              <a:srgbClr val="000000"/>
                            </a:clrFrom>
                            <a:clrTo>
                              <a:srgbClr val="FFFFFF"/>
                            </a:clrTo>
                          </a:clrChange>
                        </a:blip>
                        <a:stretch>
                          <a:fillRect/>
                        </a:stretch>
                      </p:blipFill>
                      <p:spPr>
                        <a:xfrm>
                          <a:off x="4468" y="818"/>
                          <a:ext cx="292" cy="429"/>
                        </a:xfrm>
                        <a:prstGeom prst="rect">
                          <a:avLst/>
                        </a:prstGeom>
                        <a:noFill/>
                        <a:ln w="38100">
                          <a:noFill/>
                          <a:miter/>
                        </a:ln>
                      </p:spPr>
                    </p:pic>
                  </p:oleObj>
                </mc:Fallback>
              </mc:AlternateContent>
            </a:graphicData>
          </a:graphic>
        </p:graphicFrame>
        <p:sp>
          <p:nvSpPr>
            <p:cNvPr id="39962" name="Text Box 243"/>
            <p:cNvSpPr txBox="1"/>
            <p:nvPr/>
          </p:nvSpPr>
          <p:spPr>
            <a:xfrm>
              <a:off x="3016" y="1071"/>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39963" name="Text Box 244"/>
            <p:cNvSpPr txBox="1"/>
            <p:nvPr/>
          </p:nvSpPr>
          <p:spPr>
            <a:xfrm>
              <a:off x="4830" y="1071"/>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39964" name="Line 256"/>
            <p:cNvSpPr/>
            <p:nvPr/>
          </p:nvSpPr>
          <p:spPr>
            <a:xfrm>
              <a:off x="3833" y="1751"/>
              <a:ext cx="0" cy="181"/>
            </a:xfrm>
            <a:prstGeom prst="line">
              <a:avLst/>
            </a:prstGeom>
            <a:ln w="28575" cap="flat" cmpd="sng">
              <a:solidFill>
                <a:srgbClr val="FFCC00"/>
              </a:solidFill>
              <a:prstDash val="solid"/>
              <a:headEnd type="none" w="med" len="med"/>
              <a:tailEnd type="none" w="med" len="med"/>
            </a:ln>
          </p:spPr>
        </p:sp>
        <p:sp>
          <p:nvSpPr>
            <p:cNvPr id="39965" name="Line 257"/>
            <p:cNvSpPr/>
            <p:nvPr/>
          </p:nvSpPr>
          <p:spPr>
            <a:xfrm>
              <a:off x="4332" y="1751"/>
              <a:ext cx="0" cy="181"/>
            </a:xfrm>
            <a:prstGeom prst="line">
              <a:avLst/>
            </a:prstGeom>
            <a:ln w="28575" cap="flat" cmpd="sng">
              <a:solidFill>
                <a:srgbClr val="FFCC00"/>
              </a:solidFill>
              <a:prstDash val="solid"/>
              <a:headEnd type="none" w="med" len="med"/>
              <a:tailEnd type="none" w="med" len="med"/>
            </a:ln>
          </p:spPr>
        </p:sp>
        <p:sp>
          <p:nvSpPr>
            <p:cNvPr id="39966" name="Line 258"/>
            <p:cNvSpPr/>
            <p:nvPr/>
          </p:nvSpPr>
          <p:spPr>
            <a:xfrm>
              <a:off x="3833" y="1932"/>
              <a:ext cx="499" cy="0"/>
            </a:xfrm>
            <a:prstGeom prst="line">
              <a:avLst/>
            </a:prstGeom>
            <a:ln w="28575" cap="flat" cmpd="sng">
              <a:solidFill>
                <a:srgbClr val="FFCC00"/>
              </a:solidFill>
              <a:prstDash val="solid"/>
              <a:headEnd type="none" w="med" len="med"/>
              <a:tailEnd type="none" w="med" len="med"/>
            </a:ln>
          </p:spPr>
        </p:sp>
        <p:sp>
          <p:nvSpPr>
            <p:cNvPr id="39967" name="Line 259"/>
            <p:cNvSpPr/>
            <p:nvPr/>
          </p:nvSpPr>
          <p:spPr>
            <a:xfrm>
              <a:off x="3833" y="1252"/>
              <a:ext cx="0" cy="136"/>
            </a:xfrm>
            <a:prstGeom prst="line">
              <a:avLst/>
            </a:prstGeom>
            <a:ln w="28575" cap="flat" cmpd="sng">
              <a:solidFill>
                <a:srgbClr val="FFCC00"/>
              </a:solidFill>
              <a:prstDash val="solid"/>
              <a:headEnd type="none" w="med" len="med"/>
              <a:tailEnd type="none" w="med" len="med"/>
            </a:ln>
          </p:spPr>
        </p:sp>
        <p:sp>
          <p:nvSpPr>
            <p:cNvPr id="39968" name="Line 260"/>
            <p:cNvSpPr/>
            <p:nvPr/>
          </p:nvSpPr>
          <p:spPr>
            <a:xfrm>
              <a:off x="4332" y="1252"/>
              <a:ext cx="0" cy="136"/>
            </a:xfrm>
            <a:prstGeom prst="line">
              <a:avLst/>
            </a:prstGeom>
            <a:ln w="28575" cap="flat" cmpd="sng">
              <a:solidFill>
                <a:srgbClr val="FFCC00"/>
              </a:solidFill>
              <a:prstDash val="solid"/>
              <a:headEnd type="none" w="med" len="med"/>
              <a:tailEnd type="none" w="med" len="med"/>
            </a:ln>
          </p:spPr>
        </p:sp>
        <p:sp>
          <p:nvSpPr>
            <p:cNvPr id="39969" name="Text Box 261"/>
            <p:cNvSpPr txBox="1"/>
            <p:nvPr/>
          </p:nvSpPr>
          <p:spPr>
            <a:xfrm>
              <a:off x="2889" y="1389"/>
              <a:ext cx="982"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dirty="0">
                  <a:solidFill>
                    <a:schemeClr val="bg1"/>
                  </a:solidFill>
                  <a:latin typeface="宋体" panose="02010600030101010101" pitchFamily="2" charset="-122"/>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a:t>
              </a:r>
            </a:p>
          </p:txBody>
        </p:sp>
        <p:sp>
          <p:nvSpPr>
            <p:cNvPr id="39970" name="Text Box 262"/>
            <p:cNvSpPr txBox="1"/>
            <p:nvPr/>
          </p:nvSpPr>
          <p:spPr>
            <a:xfrm>
              <a:off x="4305" y="1434"/>
              <a:ext cx="982"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r>
                <a:rPr lang="en-US" altLang="zh-CN" dirty="0">
                  <a:solidFill>
                    <a:schemeClr val="bg1"/>
                  </a:solidFill>
                  <a:latin typeface="宋体" panose="02010600030101010101" pitchFamily="2" charset="-122"/>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a:t>
              </a:r>
            </a:p>
          </p:txBody>
        </p:sp>
        <p:sp>
          <p:nvSpPr>
            <p:cNvPr id="39971" name="Line 267"/>
            <p:cNvSpPr/>
            <p:nvPr/>
          </p:nvSpPr>
          <p:spPr>
            <a:xfrm>
              <a:off x="4059" y="2523"/>
              <a:ext cx="1" cy="135"/>
            </a:xfrm>
            <a:prstGeom prst="line">
              <a:avLst/>
            </a:prstGeom>
            <a:ln w="28575" cap="flat" cmpd="sng">
              <a:solidFill>
                <a:srgbClr val="FFCC00"/>
              </a:solidFill>
              <a:prstDash val="solid"/>
              <a:headEnd type="none" w="med" len="med"/>
              <a:tailEnd type="none" w="med" len="med"/>
            </a:ln>
          </p:spPr>
        </p:sp>
        <p:sp>
          <p:nvSpPr>
            <p:cNvPr id="39972" name="Text Box 268"/>
            <p:cNvSpPr txBox="1"/>
            <p:nvPr/>
          </p:nvSpPr>
          <p:spPr>
            <a:xfrm>
              <a:off x="4150" y="2115"/>
              <a:ext cx="519"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39973" name="Group 291"/>
            <p:cNvGrpSpPr/>
            <p:nvPr/>
          </p:nvGrpSpPr>
          <p:grpSpPr>
            <a:xfrm>
              <a:off x="4241" y="1389"/>
              <a:ext cx="91" cy="363"/>
              <a:chOff x="1565" y="2614"/>
              <a:chExt cx="90" cy="486"/>
            </a:xfrm>
          </p:grpSpPr>
          <p:sp>
            <p:nvSpPr>
              <p:cNvPr id="39987" name="Arc 29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88" name="Arc 29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89" name="Arc 29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90" name="Arc 29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9974" name="Group 296"/>
            <p:cNvGrpSpPr/>
            <p:nvPr/>
          </p:nvGrpSpPr>
          <p:grpSpPr>
            <a:xfrm rot="10800000">
              <a:off x="3833" y="1389"/>
              <a:ext cx="90" cy="363"/>
              <a:chOff x="1565" y="2614"/>
              <a:chExt cx="90" cy="486"/>
            </a:xfrm>
          </p:grpSpPr>
          <p:sp>
            <p:nvSpPr>
              <p:cNvPr id="39983" name="Arc 29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84" name="Arc 29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85" name="Arc 29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86" name="Arc 30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39975" name="Group 301"/>
            <p:cNvGrpSpPr/>
            <p:nvPr/>
          </p:nvGrpSpPr>
          <p:grpSpPr>
            <a:xfrm rot="10800000">
              <a:off x="4059" y="2160"/>
              <a:ext cx="90" cy="363"/>
              <a:chOff x="1565" y="2614"/>
              <a:chExt cx="90" cy="486"/>
            </a:xfrm>
          </p:grpSpPr>
          <p:sp>
            <p:nvSpPr>
              <p:cNvPr id="39979" name="Arc 30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80" name="Arc 30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81" name="Arc 30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39982" name="Arc 30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39976" name="Oval 306"/>
            <p:cNvSpPr/>
            <p:nvPr/>
          </p:nvSpPr>
          <p:spPr>
            <a:xfrm>
              <a:off x="3270" y="120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9977" name="Oval 307"/>
            <p:cNvSpPr/>
            <p:nvPr/>
          </p:nvSpPr>
          <p:spPr>
            <a:xfrm>
              <a:off x="4749" y="120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39978" name="Oval 308"/>
            <p:cNvSpPr/>
            <p:nvPr/>
          </p:nvSpPr>
          <p:spPr>
            <a:xfrm>
              <a:off x="4023" y="265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2532"/>
                                        </p:tgtEl>
                                        <p:attrNameLst>
                                          <p:attrName>style.visibility</p:attrName>
                                        </p:attrNameLst>
                                      </p:cBhvr>
                                      <p:to>
                                        <p:strVal val="visible"/>
                                      </p:to>
                                    </p:set>
                                    <p:anim calcmode="lin" valueType="num">
                                      <p:cBhvr additive="base">
                                        <p:cTn id="7" dur="500" fill="hold"/>
                                        <p:tgtEl>
                                          <p:spTgt spid="22532"/>
                                        </p:tgtEl>
                                        <p:attrNameLst>
                                          <p:attrName>ppt_x</p:attrName>
                                        </p:attrNameLst>
                                      </p:cBhvr>
                                      <p:tavLst>
                                        <p:tav tm="0">
                                          <p:val>
                                            <p:strVal val="0-#ppt_w/2"/>
                                          </p:val>
                                        </p:tav>
                                        <p:tav tm="100000">
                                          <p:val>
                                            <p:strVal val="#ppt_x"/>
                                          </p:val>
                                        </p:tav>
                                      </p:tavLst>
                                    </p:anim>
                                    <p:anim calcmode="lin" valueType="num">
                                      <p:cBhvr additive="base">
                                        <p:cTn id="8" dur="500" fill="hold"/>
                                        <p:tgtEl>
                                          <p:spTgt spid="225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anim calcmode="lin" valueType="num">
                                      <p:cBhvr additive="base">
                                        <p:cTn id="13" dur="500" fill="hold"/>
                                        <p:tgtEl>
                                          <p:spTgt spid="22533"/>
                                        </p:tgtEl>
                                        <p:attrNameLst>
                                          <p:attrName>ppt_x</p:attrName>
                                        </p:attrNameLst>
                                      </p:cBhvr>
                                      <p:tavLst>
                                        <p:tav tm="0">
                                          <p:val>
                                            <p:strVal val="0-#ppt_w/2"/>
                                          </p:val>
                                        </p:tav>
                                        <p:tav tm="100000">
                                          <p:val>
                                            <p:strVal val="#ppt_x"/>
                                          </p:val>
                                        </p:tav>
                                      </p:tavLst>
                                    </p:anim>
                                    <p:anim calcmode="lin" valueType="num">
                                      <p:cBhvr additive="base">
                                        <p:cTn id="14" dur="500" fill="hold"/>
                                        <p:tgtEl>
                                          <p:spTgt spid="2253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2818"/>
                                        </p:tgtEl>
                                        <p:attrNameLst>
                                          <p:attrName>style.visibility</p:attrName>
                                        </p:attrNameLst>
                                      </p:cBhvr>
                                      <p:to>
                                        <p:strVal val="visible"/>
                                      </p:to>
                                    </p:set>
                                    <p:animEffect transition="in" filter="blinds(horizontal)">
                                      <p:cBhvr>
                                        <p:cTn id="19" dur="500"/>
                                        <p:tgtEl>
                                          <p:spTgt spid="2281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2615"/>
                                        </p:tgtEl>
                                        <p:attrNameLst>
                                          <p:attrName>style.visibility</p:attrName>
                                        </p:attrNameLst>
                                      </p:cBhvr>
                                      <p:to>
                                        <p:strVal val="visible"/>
                                      </p:to>
                                    </p:set>
                                    <p:animEffect transition="in" filter="wipe(left)">
                                      <p:cBhvr>
                                        <p:cTn id="24" dur="2000"/>
                                        <p:tgtEl>
                                          <p:spTgt spid="226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2616"/>
                                        </p:tgtEl>
                                        <p:attrNameLst>
                                          <p:attrName>style.visibility</p:attrName>
                                        </p:attrNameLst>
                                      </p:cBhvr>
                                      <p:to>
                                        <p:strVal val="visible"/>
                                      </p:to>
                                    </p:set>
                                    <p:animEffect transition="in" filter="wipe(left)">
                                      <p:cBhvr>
                                        <p:cTn id="29" dur="2000"/>
                                        <p:tgtEl>
                                          <p:spTgt spid="226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2617"/>
                                        </p:tgtEl>
                                        <p:attrNameLst>
                                          <p:attrName>style.visibility</p:attrName>
                                        </p:attrNameLst>
                                      </p:cBhvr>
                                      <p:to>
                                        <p:strVal val="visible"/>
                                      </p:to>
                                    </p:set>
                                    <p:animEffect transition="in" filter="wipe(left)">
                                      <p:cBhvr>
                                        <p:cTn id="34" dur="2000"/>
                                        <p:tgtEl>
                                          <p:spTgt spid="22617"/>
                                        </p:tgtEl>
                                      </p:cBhvr>
                                    </p:animEffect>
                                  </p:childTnLst>
                                </p:cTn>
                              </p:par>
                            </p:childTnLst>
                          </p:cTn>
                        </p:par>
                        <p:par>
                          <p:cTn id="35" fill="hold">
                            <p:stCondLst>
                              <p:cond delay="2000"/>
                            </p:stCondLst>
                            <p:childTnLst>
                              <p:par>
                                <p:cTn id="36" presetID="1" presetClass="entr" presetSubtype="0" fill="hold" nodeType="afterEffect">
                                  <p:stCondLst>
                                    <p:cond delay="0"/>
                                  </p:stCondLst>
                                  <p:childTnLst>
                                    <p:set>
                                      <p:cBhvr>
                                        <p:cTn id="37" dur="1" fill="hold">
                                          <p:stCondLst>
                                            <p:cond delay="499"/>
                                          </p:stCondLst>
                                        </p:cTn>
                                        <p:tgtEl>
                                          <p:spTgt spid="2261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621"/>
                                        </p:tgtEl>
                                        <p:attrNameLst>
                                          <p:attrName>style.visibility</p:attrName>
                                        </p:attrNameLst>
                                      </p:cBhvr>
                                      <p:to>
                                        <p:strVal val="visible"/>
                                      </p:to>
                                    </p:set>
                                    <p:animEffect transition="in" filter="wipe(left)">
                                      <p:cBhvr>
                                        <p:cTn id="42" dur="2000"/>
                                        <p:tgtEl>
                                          <p:spTgt spid="226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2622"/>
                                        </p:tgtEl>
                                        <p:attrNameLst>
                                          <p:attrName>style.visibility</p:attrName>
                                        </p:attrNameLst>
                                      </p:cBhvr>
                                      <p:to>
                                        <p:strVal val="visible"/>
                                      </p:to>
                                    </p:set>
                                    <p:animEffect transition="in" filter="wipe(left)">
                                      <p:cBhvr>
                                        <p:cTn id="47" dur="2000"/>
                                        <p:tgtEl>
                                          <p:spTgt spid="22622"/>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nodeType="clickEffect">
                                  <p:stCondLst>
                                    <p:cond delay="0"/>
                                  </p:stCondLst>
                                  <p:childTnLst>
                                    <p:set>
                                      <p:cBhvr>
                                        <p:cTn id="51" dur="1" fill="hold">
                                          <p:stCondLst>
                                            <p:cond delay="0"/>
                                          </p:stCondLst>
                                        </p:cTn>
                                        <p:tgtEl>
                                          <p:spTgt spid="22614"/>
                                        </p:tgtEl>
                                        <p:attrNameLst>
                                          <p:attrName>style.visibility</p:attrName>
                                        </p:attrNameLst>
                                      </p:cBhvr>
                                      <p:to>
                                        <p:strVal val="visible"/>
                                      </p:to>
                                    </p:set>
                                    <p:animEffect transition="in" filter="slide(fromLeft)">
                                      <p:cBhvr>
                                        <p:cTn id="52" dur="500"/>
                                        <p:tgtEl>
                                          <p:spTgt spid="22614"/>
                                        </p:tgtEl>
                                      </p:cBhvr>
                                    </p:animEffect>
                                  </p:childTnLst>
                                </p:cTn>
                              </p:par>
                            </p:childTnLst>
                          </p:cTn>
                        </p:par>
                        <p:par>
                          <p:cTn id="53" fill="hold">
                            <p:stCondLst>
                              <p:cond delay="500"/>
                            </p:stCondLst>
                            <p:childTnLst>
                              <p:par>
                                <p:cTn id="54" presetID="3" presetClass="entr" presetSubtype="10" fill="hold" nodeType="afterEffect">
                                  <p:stCondLst>
                                    <p:cond delay="0"/>
                                  </p:stCondLst>
                                  <p:childTnLst>
                                    <p:set>
                                      <p:cBhvr>
                                        <p:cTn id="55" dur="1" fill="hold">
                                          <p:stCondLst>
                                            <p:cond delay="0"/>
                                          </p:stCondLst>
                                        </p:cTn>
                                        <p:tgtEl>
                                          <p:spTgt spid="22837"/>
                                        </p:tgtEl>
                                        <p:attrNameLst>
                                          <p:attrName>style.visibility</p:attrName>
                                        </p:attrNameLst>
                                      </p:cBhvr>
                                      <p:to>
                                        <p:strVal val="visible"/>
                                      </p:to>
                                    </p:set>
                                    <p:animEffect transition="in" filter="blinds(horizontal)">
                                      <p:cBhvr>
                                        <p:cTn id="56" dur="500"/>
                                        <p:tgtEl>
                                          <p:spTgt spid="22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p:bldP spid="2253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97" name="Text Box 93"/>
          <p:cNvSpPr txBox="1"/>
          <p:nvPr/>
        </p:nvSpPr>
        <p:spPr>
          <a:xfrm>
            <a:off x="395288" y="549275"/>
            <a:ext cx="5543550" cy="519113"/>
          </a:xfrm>
          <a:prstGeom prst="rect">
            <a:avLst/>
          </a:prstGeom>
          <a:noFill/>
          <a:ln w="19050">
            <a:noFill/>
          </a:ln>
        </p:spPr>
        <p:txBody>
          <a:bodyPr>
            <a:spAutoFit/>
          </a:bodyPr>
          <a:lstStyle/>
          <a:p>
            <a:pPr marL="342900" indent="-342900" eaLnBrk="1" hangingPunct="1">
              <a:spcBef>
                <a:spcPct val="50000"/>
              </a:spcBef>
              <a:buAutoNum type="circleNumDbPlain" startAt="2"/>
            </a:pPr>
            <a:r>
              <a:rPr lang="zh-CN" altLang="en-US" b="1" dirty="0">
                <a:solidFill>
                  <a:srgbClr val="FF9900"/>
                </a:solidFill>
                <a:latin typeface="楷体_GB2312" pitchFamily="49" charset="-122"/>
              </a:rPr>
              <a:t>异名端为共端的</a:t>
            </a:r>
            <a:r>
              <a:rPr lang="en-US" altLang="zh-CN" dirty="0">
                <a:solidFill>
                  <a:srgbClr val="FF9900"/>
                </a:solidFill>
                <a:latin typeface="Times New Roman" panose="02020603050405020304" pitchFamily="18" charset="0"/>
              </a:rPr>
              <a:t>T</a:t>
            </a:r>
            <a:r>
              <a:rPr lang="zh-CN" altLang="en-US" b="1" dirty="0">
                <a:solidFill>
                  <a:srgbClr val="FF9900"/>
                </a:solidFill>
                <a:latin typeface="楷体_GB2312" pitchFamily="49" charset="-122"/>
              </a:rPr>
              <a:t>型去耦等效</a:t>
            </a:r>
          </a:p>
        </p:txBody>
      </p:sp>
      <p:graphicFrame>
        <p:nvGraphicFramePr>
          <p:cNvPr id="21678" name="Object 174"/>
          <p:cNvGraphicFramePr>
            <a:graphicFrameLocks noChangeAspect="1"/>
          </p:cNvGraphicFramePr>
          <p:nvPr/>
        </p:nvGraphicFramePr>
        <p:xfrm>
          <a:off x="1258888" y="4149725"/>
          <a:ext cx="3338512" cy="712788"/>
        </p:xfrm>
        <a:graphic>
          <a:graphicData uri="http://schemas.openxmlformats.org/presentationml/2006/ole">
            <mc:AlternateContent xmlns:mc="http://schemas.openxmlformats.org/markup-compatibility/2006">
              <mc:Choice xmlns:v="urn:schemas-microsoft-com:vml" Requires="v">
                <p:oleObj r:id="rId2" imgW="1561465" imgH="334645" progId="Equation.3">
                  <p:embed/>
                </p:oleObj>
              </mc:Choice>
              <mc:Fallback>
                <p:oleObj r:id="rId2" imgW="1561465" imgH="334645" progId="Equation.3">
                  <p:embed/>
                  <p:pic>
                    <p:nvPicPr>
                      <p:cNvPr id="0" name="图片 3160"/>
                      <p:cNvPicPr/>
                      <p:nvPr/>
                    </p:nvPicPr>
                    <p:blipFill>
                      <a:blip r:embed="rId3">
                        <a:clrChange>
                          <a:clrFrom>
                            <a:srgbClr val="000000"/>
                          </a:clrFrom>
                          <a:clrTo>
                            <a:srgbClr val="FFFFFF"/>
                          </a:clrTo>
                        </a:clrChange>
                      </a:blip>
                      <a:stretch>
                        <a:fillRect/>
                      </a:stretch>
                    </p:blipFill>
                    <p:spPr>
                      <a:xfrm>
                        <a:off x="1258888" y="4149725"/>
                        <a:ext cx="3338512" cy="712788"/>
                      </a:xfrm>
                      <a:prstGeom prst="rect">
                        <a:avLst/>
                      </a:prstGeom>
                      <a:noFill/>
                      <a:ln w="38100">
                        <a:noFill/>
                        <a:miter/>
                      </a:ln>
                    </p:spPr>
                  </p:pic>
                </p:oleObj>
              </mc:Fallback>
            </mc:AlternateContent>
          </a:graphicData>
        </a:graphic>
      </p:graphicFrame>
      <p:graphicFrame>
        <p:nvGraphicFramePr>
          <p:cNvPr id="21679" name="Object 175"/>
          <p:cNvGraphicFramePr>
            <a:graphicFrameLocks noChangeAspect="1"/>
          </p:cNvGraphicFramePr>
          <p:nvPr/>
        </p:nvGraphicFramePr>
        <p:xfrm>
          <a:off x="1331913" y="4868863"/>
          <a:ext cx="3389312" cy="711200"/>
        </p:xfrm>
        <a:graphic>
          <a:graphicData uri="http://schemas.openxmlformats.org/presentationml/2006/ole">
            <mc:AlternateContent xmlns:mc="http://schemas.openxmlformats.org/markup-compatibility/2006">
              <mc:Choice xmlns:v="urn:schemas-microsoft-com:vml" Requires="v">
                <p:oleObj r:id="rId4" imgW="1583690" imgH="334645" progId="Equation.3">
                  <p:embed/>
                </p:oleObj>
              </mc:Choice>
              <mc:Fallback>
                <p:oleObj r:id="rId4" imgW="1583690" imgH="334645" progId="Equation.3">
                  <p:embed/>
                  <p:pic>
                    <p:nvPicPr>
                      <p:cNvPr id="0" name="图片 3158"/>
                      <p:cNvPicPr/>
                      <p:nvPr/>
                    </p:nvPicPr>
                    <p:blipFill>
                      <a:blip r:embed="rId5">
                        <a:clrChange>
                          <a:clrFrom>
                            <a:srgbClr val="000000"/>
                          </a:clrFrom>
                          <a:clrTo>
                            <a:srgbClr val="FFFFFF"/>
                          </a:clrTo>
                        </a:clrChange>
                      </a:blip>
                      <a:stretch>
                        <a:fillRect/>
                      </a:stretch>
                    </p:blipFill>
                    <p:spPr>
                      <a:xfrm>
                        <a:off x="1331913" y="4868863"/>
                        <a:ext cx="3389312" cy="711200"/>
                      </a:xfrm>
                      <a:prstGeom prst="rect">
                        <a:avLst/>
                      </a:prstGeom>
                      <a:noFill/>
                      <a:ln w="38100">
                        <a:noFill/>
                        <a:miter/>
                      </a:ln>
                    </p:spPr>
                  </p:pic>
                </p:oleObj>
              </mc:Fallback>
            </mc:AlternateContent>
          </a:graphicData>
        </a:graphic>
      </p:graphicFrame>
      <p:graphicFrame>
        <p:nvGraphicFramePr>
          <p:cNvPr id="21680" name="Object 176"/>
          <p:cNvGraphicFramePr>
            <a:graphicFrameLocks noChangeAspect="1"/>
          </p:cNvGraphicFramePr>
          <p:nvPr/>
        </p:nvGraphicFramePr>
        <p:xfrm>
          <a:off x="1258888" y="5516563"/>
          <a:ext cx="1509712" cy="636587"/>
        </p:xfrm>
        <a:graphic>
          <a:graphicData uri="http://schemas.openxmlformats.org/presentationml/2006/ole">
            <mc:AlternateContent xmlns:mc="http://schemas.openxmlformats.org/markup-compatibility/2006">
              <mc:Choice xmlns:v="urn:schemas-microsoft-com:vml" Requires="v">
                <p:oleObj r:id="rId6" imgW="706120" imgH="297180" progId="Equation.3">
                  <p:embed/>
                </p:oleObj>
              </mc:Choice>
              <mc:Fallback>
                <p:oleObj r:id="rId6" imgW="706120" imgH="297180" progId="Equation.3">
                  <p:embed/>
                  <p:pic>
                    <p:nvPicPr>
                      <p:cNvPr id="0" name="图片 3159"/>
                      <p:cNvPicPr/>
                      <p:nvPr/>
                    </p:nvPicPr>
                    <p:blipFill>
                      <a:blip r:embed="rId7">
                        <a:clrChange>
                          <a:clrFrom>
                            <a:srgbClr val="000000"/>
                          </a:clrFrom>
                          <a:clrTo>
                            <a:srgbClr val="FFFFFF"/>
                          </a:clrTo>
                        </a:clrChange>
                      </a:blip>
                      <a:stretch>
                        <a:fillRect/>
                      </a:stretch>
                    </p:blipFill>
                    <p:spPr>
                      <a:xfrm>
                        <a:off x="1258888" y="5516563"/>
                        <a:ext cx="1509712" cy="636587"/>
                      </a:xfrm>
                      <a:prstGeom prst="rect">
                        <a:avLst/>
                      </a:prstGeom>
                      <a:noFill/>
                      <a:ln w="38100">
                        <a:noFill/>
                        <a:miter/>
                      </a:ln>
                    </p:spPr>
                  </p:pic>
                </p:oleObj>
              </mc:Fallback>
            </mc:AlternateContent>
          </a:graphicData>
        </a:graphic>
      </p:graphicFrame>
      <p:sp>
        <p:nvSpPr>
          <p:cNvPr id="21681" name="AutoShape 177"/>
          <p:cNvSpPr/>
          <p:nvPr/>
        </p:nvSpPr>
        <p:spPr>
          <a:xfrm>
            <a:off x="1042988" y="4222750"/>
            <a:ext cx="144462" cy="2085975"/>
          </a:xfrm>
          <a:prstGeom prst="leftBrace">
            <a:avLst>
              <a:gd name="adj1" fmla="val 120330"/>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21682" name="Object 178"/>
          <p:cNvGraphicFramePr>
            <a:graphicFrameLocks noChangeAspect="1"/>
          </p:cNvGraphicFramePr>
          <p:nvPr/>
        </p:nvGraphicFramePr>
        <p:xfrm>
          <a:off x="4643438" y="4149725"/>
          <a:ext cx="3656012" cy="712788"/>
        </p:xfrm>
        <a:graphic>
          <a:graphicData uri="http://schemas.openxmlformats.org/presentationml/2006/ole">
            <mc:AlternateContent xmlns:mc="http://schemas.openxmlformats.org/markup-compatibility/2006">
              <mc:Choice xmlns:v="urn:schemas-microsoft-com:vml" Requires="v">
                <p:oleObj r:id="rId8" imgW="1710055" imgH="334645" progId="Equation.3">
                  <p:embed/>
                </p:oleObj>
              </mc:Choice>
              <mc:Fallback>
                <p:oleObj r:id="rId8" imgW="1710055" imgH="334645" progId="Equation.3">
                  <p:embed/>
                  <p:pic>
                    <p:nvPicPr>
                      <p:cNvPr id="0" name="图片 3156"/>
                      <p:cNvPicPr/>
                      <p:nvPr/>
                    </p:nvPicPr>
                    <p:blipFill>
                      <a:blip r:embed="rId9">
                        <a:clrChange>
                          <a:clrFrom>
                            <a:srgbClr val="000000"/>
                          </a:clrFrom>
                          <a:clrTo>
                            <a:srgbClr val="FFFFFF"/>
                          </a:clrTo>
                        </a:clrChange>
                      </a:blip>
                      <a:stretch>
                        <a:fillRect/>
                      </a:stretch>
                    </p:blipFill>
                    <p:spPr>
                      <a:xfrm>
                        <a:off x="4643438" y="4149725"/>
                        <a:ext cx="3656012" cy="712788"/>
                      </a:xfrm>
                      <a:prstGeom prst="rect">
                        <a:avLst/>
                      </a:prstGeom>
                      <a:noFill/>
                      <a:ln w="38100">
                        <a:noFill/>
                        <a:miter/>
                      </a:ln>
                    </p:spPr>
                  </p:pic>
                </p:oleObj>
              </mc:Fallback>
            </mc:AlternateContent>
          </a:graphicData>
        </a:graphic>
      </p:graphicFrame>
      <p:graphicFrame>
        <p:nvGraphicFramePr>
          <p:cNvPr id="21683" name="Object 179"/>
          <p:cNvGraphicFramePr>
            <a:graphicFrameLocks noChangeAspect="1"/>
          </p:cNvGraphicFramePr>
          <p:nvPr/>
        </p:nvGraphicFramePr>
        <p:xfrm>
          <a:off x="4716463" y="4868863"/>
          <a:ext cx="3709987" cy="711200"/>
        </p:xfrm>
        <a:graphic>
          <a:graphicData uri="http://schemas.openxmlformats.org/presentationml/2006/ole">
            <mc:AlternateContent xmlns:mc="http://schemas.openxmlformats.org/markup-compatibility/2006">
              <mc:Choice xmlns:v="urn:schemas-microsoft-com:vml" Requires="v">
                <p:oleObj r:id="rId10" imgW="1732280" imgH="334645" progId="Equation.3">
                  <p:embed/>
                </p:oleObj>
              </mc:Choice>
              <mc:Fallback>
                <p:oleObj r:id="rId10" imgW="1732280" imgH="334645" progId="Equation.3">
                  <p:embed/>
                  <p:pic>
                    <p:nvPicPr>
                      <p:cNvPr id="0" name="图片 3157"/>
                      <p:cNvPicPr/>
                      <p:nvPr/>
                    </p:nvPicPr>
                    <p:blipFill>
                      <a:blip r:embed="rId11">
                        <a:clrChange>
                          <a:clrFrom>
                            <a:srgbClr val="000000"/>
                          </a:clrFrom>
                          <a:clrTo>
                            <a:srgbClr val="FFFFFF"/>
                          </a:clrTo>
                        </a:clrChange>
                      </a:blip>
                      <a:stretch>
                        <a:fillRect/>
                      </a:stretch>
                    </p:blipFill>
                    <p:spPr>
                      <a:xfrm>
                        <a:off x="4716463" y="4868863"/>
                        <a:ext cx="3709987" cy="711200"/>
                      </a:xfrm>
                      <a:prstGeom prst="rect">
                        <a:avLst/>
                      </a:prstGeom>
                      <a:noFill/>
                      <a:ln w="38100">
                        <a:noFill/>
                        <a:miter/>
                      </a:ln>
                    </p:spPr>
                  </p:pic>
                </p:oleObj>
              </mc:Fallback>
            </mc:AlternateContent>
          </a:graphicData>
        </a:graphic>
      </p:graphicFrame>
      <p:grpSp>
        <p:nvGrpSpPr>
          <p:cNvPr id="40969" name="Group 184"/>
          <p:cNvGrpSpPr/>
          <p:nvPr/>
        </p:nvGrpSpPr>
        <p:grpSpPr>
          <a:xfrm>
            <a:off x="8316913" y="6446838"/>
            <a:ext cx="792162" cy="366712"/>
            <a:chOff x="5193" y="4020"/>
            <a:chExt cx="499" cy="231"/>
          </a:xfrm>
        </p:grpSpPr>
        <p:pic>
          <p:nvPicPr>
            <p:cNvPr id="41055" name="Picture 185"/>
            <p:cNvPicPr>
              <a:picLocks noChangeAspect="1"/>
            </p:cNvPicPr>
            <p:nvPr/>
          </p:nvPicPr>
          <p:blipFill>
            <a:blip r:embed="rId12"/>
            <a:stretch>
              <a:fillRect/>
            </a:stretch>
          </p:blipFill>
          <p:spPr>
            <a:xfrm>
              <a:off x="5193" y="4066"/>
              <a:ext cx="499" cy="181"/>
            </a:xfrm>
            <a:prstGeom prst="rect">
              <a:avLst/>
            </a:prstGeom>
            <a:noFill/>
            <a:ln w="9525">
              <a:noFill/>
            </a:ln>
          </p:spPr>
        </p:pic>
        <p:sp>
          <p:nvSpPr>
            <p:cNvPr id="41056" name="Text Box 18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0970" name="Group 187"/>
          <p:cNvGrpSpPr/>
          <p:nvPr/>
        </p:nvGrpSpPr>
        <p:grpSpPr>
          <a:xfrm>
            <a:off x="7453313" y="6446838"/>
            <a:ext cx="792162" cy="366712"/>
            <a:chOff x="4649" y="4020"/>
            <a:chExt cx="499" cy="231"/>
          </a:xfrm>
        </p:grpSpPr>
        <p:pic>
          <p:nvPicPr>
            <p:cNvPr id="41053" name="Picture 188"/>
            <p:cNvPicPr>
              <a:picLocks noChangeAspect="1"/>
            </p:cNvPicPr>
            <p:nvPr/>
          </p:nvPicPr>
          <p:blipFill>
            <a:blip r:embed="rId12"/>
            <a:stretch>
              <a:fillRect/>
            </a:stretch>
          </p:blipFill>
          <p:spPr>
            <a:xfrm>
              <a:off x="4649" y="4066"/>
              <a:ext cx="499" cy="181"/>
            </a:xfrm>
            <a:prstGeom prst="rect">
              <a:avLst/>
            </a:prstGeom>
            <a:noFill/>
            <a:ln w="9525">
              <a:noFill/>
            </a:ln>
          </p:spPr>
        </p:pic>
        <p:sp>
          <p:nvSpPr>
            <p:cNvPr id="41054" name="Text Box 18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0971" name="Group 308"/>
          <p:cNvGrpSpPr/>
          <p:nvPr/>
        </p:nvGrpSpPr>
        <p:grpSpPr>
          <a:xfrm>
            <a:off x="6588125" y="6446838"/>
            <a:ext cx="792163" cy="366712"/>
            <a:chOff x="4649" y="4020"/>
            <a:chExt cx="499" cy="231"/>
          </a:xfrm>
        </p:grpSpPr>
        <p:pic>
          <p:nvPicPr>
            <p:cNvPr id="41051" name="Picture 309"/>
            <p:cNvPicPr>
              <a:picLocks noChangeAspect="1"/>
            </p:cNvPicPr>
            <p:nvPr/>
          </p:nvPicPr>
          <p:blipFill>
            <a:blip r:embed="rId12"/>
            <a:stretch>
              <a:fillRect/>
            </a:stretch>
          </p:blipFill>
          <p:spPr>
            <a:xfrm>
              <a:off x="4649" y="4066"/>
              <a:ext cx="499" cy="181"/>
            </a:xfrm>
            <a:prstGeom prst="rect">
              <a:avLst/>
            </a:prstGeom>
            <a:noFill/>
            <a:ln w="9525">
              <a:noFill/>
            </a:ln>
          </p:spPr>
        </p:pic>
        <p:sp>
          <p:nvSpPr>
            <p:cNvPr id="41052" name="Text Box 310">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1854" name="Group 350"/>
          <p:cNvGrpSpPr/>
          <p:nvPr/>
        </p:nvGrpSpPr>
        <p:grpSpPr>
          <a:xfrm>
            <a:off x="684213" y="981075"/>
            <a:ext cx="3084512" cy="2895600"/>
            <a:chOff x="431" y="618"/>
            <a:chExt cx="1943" cy="1824"/>
          </a:xfrm>
        </p:grpSpPr>
        <p:sp>
          <p:nvSpPr>
            <p:cNvPr id="41014" name="Text Box 312"/>
            <p:cNvSpPr txBox="1"/>
            <p:nvPr/>
          </p:nvSpPr>
          <p:spPr>
            <a:xfrm>
              <a:off x="1157" y="2115"/>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3</a:t>
              </a:r>
            </a:p>
          </p:txBody>
        </p:sp>
        <p:sp>
          <p:nvSpPr>
            <p:cNvPr id="41015" name="Line 314"/>
            <p:cNvSpPr/>
            <p:nvPr/>
          </p:nvSpPr>
          <p:spPr>
            <a:xfrm>
              <a:off x="1702" y="1072"/>
              <a:ext cx="431" cy="0"/>
            </a:xfrm>
            <a:prstGeom prst="line">
              <a:avLst/>
            </a:prstGeom>
            <a:ln w="28575" cap="flat" cmpd="sng">
              <a:solidFill>
                <a:srgbClr val="FFCC00"/>
              </a:solidFill>
              <a:prstDash val="solid"/>
              <a:headEnd type="none" w="med" len="med"/>
              <a:tailEnd type="none" w="med" len="med"/>
            </a:ln>
          </p:spPr>
        </p:sp>
        <p:sp>
          <p:nvSpPr>
            <p:cNvPr id="41016" name="Line 315"/>
            <p:cNvSpPr/>
            <p:nvPr/>
          </p:nvSpPr>
          <p:spPr>
            <a:xfrm>
              <a:off x="1429" y="1933"/>
              <a:ext cx="0" cy="363"/>
            </a:xfrm>
            <a:prstGeom prst="line">
              <a:avLst/>
            </a:prstGeom>
            <a:ln w="28575" cap="flat" cmpd="sng">
              <a:solidFill>
                <a:srgbClr val="FFCC00"/>
              </a:solidFill>
              <a:prstDash val="solid"/>
              <a:headEnd type="oval" w="med" len="med"/>
              <a:tailEnd type="none" w="med" len="med"/>
            </a:ln>
          </p:spPr>
        </p:sp>
        <p:sp>
          <p:nvSpPr>
            <p:cNvPr id="41017" name="Line 316"/>
            <p:cNvSpPr/>
            <p:nvPr/>
          </p:nvSpPr>
          <p:spPr>
            <a:xfrm>
              <a:off x="704" y="1072"/>
              <a:ext cx="499" cy="0"/>
            </a:xfrm>
            <a:prstGeom prst="line">
              <a:avLst/>
            </a:prstGeom>
            <a:ln w="28575" cap="flat" cmpd="sng">
              <a:solidFill>
                <a:srgbClr val="FFCC00"/>
              </a:solidFill>
              <a:prstDash val="solid"/>
              <a:headEnd type="none" w="med" len="med"/>
              <a:tailEnd type="none" w="med" len="med"/>
            </a:ln>
          </p:spPr>
        </p:sp>
        <p:sp>
          <p:nvSpPr>
            <p:cNvPr id="41018" name="Line 317"/>
            <p:cNvSpPr/>
            <p:nvPr/>
          </p:nvSpPr>
          <p:spPr>
            <a:xfrm>
              <a:off x="1429" y="1979"/>
              <a:ext cx="0" cy="272"/>
            </a:xfrm>
            <a:prstGeom prst="line">
              <a:avLst/>
            </a:prstGeom>
            <a:ln w="28575" cap="flat" cmpd="sng">
              <a:solidFill>
                <a:srgbClr val="00FFFF"/>
              </a:solidFill>
              <a:prstDash val="solid"/>
              <a:headEnd type="none" w="med" len="med"/>
              <a:tailEnd type="triangle" w="med" len="med"/>
            </a:ln>
          </p:spPr>
        </p:sp>
        <p:sp>
          <p:nvSpPr>
            <p:cNvPr id="41019" name="Line 318"/>
            <p:cNvSpPr/>
            <p:nvPr/>
          </p:nvSpPr>
          <p:spPr>
            <a:xfrm rot="5400000">
              <a:off x="1950" y="959"/>
              <a:ext cx="0" cy="226"/>
            </a:xfrm>
            <a:prstGeom prst="line">
              <a:avLst/>
            </a:prstGeom>
            <a:ln w="28575" cap="flat" cmpd="sng">
              <a:solidFill>
                <a:srgbClr val="00FFFF"/>
              </a:solidFill>
              <a:prstDash val="solid"/>
              <a:headEnd type="none" w="med" len="med"/>
              <a:tailEnd type="triangle" w="med" len="med"/>
            </a:ln>
          </p:spPr>
        </p:sp>
        <p:sp>
          <p:nvSpPr>
            <p:cNvPr id="41020" name="Text Box 319"/>
            <p:cNvSpPr txBox="1"/>
            <p:nvPr/>
          </p:nvSpPr>
          <p:spPr>
            <a:xfrm>
              <a:off x="1701" y="1570"/>
              <a:ext cx="22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1021" name="Text Box 320"/>
            <p:cNvSpPr txBox="1"/>
            <p:nvPr/>
          </p:nvSpPr>
          <p:spPr>
            <a:xfrm>
              <a:off x="976" y="1162"/>
              <a:ext cx="167"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1022" name="Text Box 321"/>
            <p:cNvSpPr txBox="1"/>
            <p:nvPr/>
          </p:nvSpPr>
          <p:spPr>
            <a:xfrm>
              <a:off x="703" y="1299"/>
              <a:ext cx="533"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1023" name="Line 322"/>
            <p:cNvSpPr/>
            <p:nvPr/>
          </p:nvSpPr>
          <p:spPr>
            <a:xfrm>
              <a:off x="748" y="1072"/>
              <a:ext cx="212" cy="0"/>
            </a:xfrm>
            <a:prstGeom prst="line">
              <a:avLst/>
            </a:prstGeom>
            <a:ln w="28575" cap="flat" cmpd="sng">
              <a:solidFill>
                <a:srgbClr val="00FFFF"/>
              </a:solidFill>
              <a:prstDash val="solid"/>
              <a:headEnd type="none" w="med" len="med"/>
              <a:tailEnd type="triangle" w="med" len="med"/>
            </a:ln>
          </p:spPr>
        </p:sp>
        <p:sp>
          <p:nvSpPr>
            <p:cNvPr id="41024" name="Arc 323"/>
            <p:cNvSpPr/>
            <p:nvPr/>
          </p:nvSpPr>
          <p:spPr>
            <a:xfrm rot="-10800000" flipV="1">
              <a:off x="1277" y="1048"/>
              <a:ext cx="153" cy="137"/>
            </a:xfrm>
            <a:custGeom>
              <a:avLst/>
              <a:gdLst/>
              <a:ahLst/>
              <a:cxnLst>
                <a:cxn ang="0">
                  <a:pos x="34" y="0"/>
                </a:cxn>
                <a:cxn ang="0">
                  <a:pos x="153" y="98"/>
                </a:cxn>
                <a:cxn ang="0">
                  <a:pos x="0" y="137"/>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1025" name="Arc 324"/>
            <p:cNvSpPr/>
            <p:nvPr/>
          </p:nvSpPr>
          <p:spPr>
            <a:xfrm rot="10800000" flipH="1" flipV="1">
              <a:off x="1507" y="1050"/>
              <a:ext cx="154" cy="137"/>
            </a:xfrm>
            <a:custGeom>
              <a:avLst/>
              <a:gdLst/>
              <a:ahLst/>
              <a:cxnLst>
                <a:cxn ang="0">
                  <a:pos x="34" y="0"/>
                </a:cxn>
                <a:cxn ang="0">
                  <a:pos x="154" y="98"/>
                </a:cxn>
                <a:cxn ang="0">
                  <a:pos x="0" y="137"/>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aphicFrame>
          <p:nvGraphicFramePr>
            <p:cNvPr id="41026" name="Object 325"/>
            <p:cNvGraphicFramePr>
              <a:graphicFrameLocks noChangeAspect="1"/>
            </p:cNvGraphicFramePr>
            <p:nvPr/>
          </p:nvGraphicFramePr>
          <p:xfrm>
            <a:off x="1474" y="1843"/>
            <a:ext cx="225" cy="442"/>
          </p:xfrm>
          <a:graphic>
            <a:graphicData uri="http://schemas.openxmlformats.org/presentationml/2006/ole">
              <mc:AlternateContent xmlns:mc="http://schemas.openxmlformats.org/markup-compatibility/2006">
                <mc:Choice xmlns:v="urn:schemas-microsoft-com:vml" Requires="v">
                  <p:oleObj r:id="rId13" imgW="126365" imgH="312420" progId="Equation.3">
                    <p:embed/>
                  </p:oleObj>
                </mc:Choice>
                <mc:Fallback>
                  <p:oleObj r:id="rId13" imgW="126365" imgH="312420" progId="Equation.3">
                    <p:embed/>
                    <p:pic>
                      <p:nvPicPr>
                        <p:cNvPr id="0" name="图片 3163"/>
                        <p:cNvPicPr/>
                        <p:nvPr/>
                      </p:nvPicPr>
                      <p:blipFill>
                        <a:blip r:embed="rId14">
                          <a:clrChange>
                            <a:clrFrom>
                              <a:srgbClr val="000000"/>
                            </a:clrFrom>
                            <a:clrTo>
                              <a:srgbClr val="FFFFFF"/>
                            </a:clrTo>
                          </a:clrChange>
                        </a:blip>
                        <a:stretch>
                          <a:fillRect/>
                        </a:stretch>
                      </p:blipFill>
                      <p:spPr>
                        <a:xfrm>
                          <a:off x="1474" y="1843"/>
                          <a:ext cx="225" cy="442"/>
                        </a:xfrm>
                        <a:prstGeom prst="rect">
                          <a:avLst/>
                        </a:prstGeom>
                        <a:noFill/>
                        <a:ln w="38100">
                          <a:noFill/>
                          <a:miter/>
                        </a:ln>
                      </p:spPr>
                    </p:pic>
                  </p:oleObj>
                </mc:Fallback>
              </mc:AlternateContent>
            </a:graphicData>
          </a:graphic>
        </p:graphicFrame>
        <p:graphicFrame>
          <p:nvGraphicFramePr>
            <p:cNvPr id="41027" name="Object 326"/>
            <p:cNvGraphicFramePr>
              <a:graphicFrameLocks noChangeAspect="1"/>
            </p:cNvGraphicFramePr>
            <p:nvPr/>
          </p:nvGraphicFramePr>
          <p:xfrm>
            <a:off x="794" y="618"/>
            <a:ext cx="267" cy="459"/>
          </p:xfrm>
          <a:graphic>
            <a:graphicData uri="http://schemas.openxmlformats.org/presentationml/2006/ole">
              <mc:AlternateContent xmlns:mc="http://schemas.openxmlformats.org/markup-compatibility/2006">
                <mc:Choice xmlns:v="urn:schemas-microsoft-com:vml" Requires="v">
                  <p:oleObj r:id="rId15" imgW="163830" imgH="319405" progId="Equation.3">
                    <p:embed/>
                  </p:oleObj>
                </mc:Choice>
                <mc:Fallback>
                  <p:oleObj r:id="rId15" imgW="163830" imgH="319405" progId="Equation.3">
                    <p:embed/>
                    <p:pic>
                      <p:nvPicPr>
                        <p:cNvPr id="0" name="图片 3161"/>
                        <p:cNvPicPr/>
                        <p:nvPr/>
                      </p:nvPicPr>
                      <p:blipFill>
                        <a:blip r:embed="rId16">
                          <a:clrChange>
                            <a:clrFrom>
                              <a:srgbClr val="000000"/>
                            </a:clrFrom>
                            <a:clrTo>
                              <a:srgbClr val="FFFFFF"/>
                            </a:clrTo>
                          </a:clrChange>
                        </a:blip>
                        <a:stretch>
                          <a:fillRect/>
                        </a:stretch>
                      </p:blipFill>
                      <p:spPr>
                        <a:xfrm>
                          <a:off x="794" y="618"/>
                          <a:ext cx="267" cy="459"/>
                        </a:xfrm>
                        <a:prstGeom prst="rect">
                          <a:avLst/>
                        </a:prstGeom>
                        <a:noFill/>
                        <a:ln w="38100">
                          <a:noFill/>
                          <a:miter/>
                        </a:ln>
                      </p:spPr>
                    </p:pic>
                  </p:oleObj>
                </mc:Fallback>
              </mc:AlternateContent>
            </a:graphicData>
          </a:graphic>
        </p:graphicFrame>
        <p:graphicFrame>
          <p:nvGraphicFramePr>
            <p:cNvPr id="41028" name="Object 327"/>
            <p:cNvGraphicFramePr>
              <a:graphicFrameLocks noChangeAspect="1"/>
            </p:cNvGraphicFramePr>
            <p:nvPr/>
          </p:nvGraphicFramePr>
          <p:xfrm>
            <a:off x="1838" y="630"/>
            <a:ext cx="292" cy="429"/>
          </p:xfrm>
          <a:graphic>
            <a:graphicData uri="http://schemas.openxmlformats.org/presentationml/2006/ole">
              <mc:AlternateContent xmlns:mc="http://schemas.openxmlformats.org/markup-compatibility/2006">
                <mc:Choice xmlns:v="urn:schemas-microsoft-com:vml" Requires="v">
                  <p:oleObj r:id="rId17" imgW="186055" imgH="319405" progId="Equation.3">
                    <p:embed/>
                  </p:oleObj>
                </mc:Choice>
                <mc:Fallback>
                  <p:oleObj r:id="rId17" imgW="186055" imgH="319405" progId="Equation.3">
                    <p:embed/>
                    <p:pic>
                      <p:nvPicPr>
                        <p:cNvPr id="0" name="图片 3162"/>
                        <p:cNvPicPr/>
                        <p:nvPr/>
                      </p:nvPicPr>
                      <p:blipFill>
                        <a:blip r:embed="rId18">
                          <a:clrChange>
                            <a:clrFrom>
                              <a:srgbClr val="000000"/>
                            </a:clrFrom>
                            <a:clrTo>
                              <a:srgbClr val="FFFFFF"/>
                            </a:clrTo>
                          </a:clrChange>
                        </a:blip>
                        <a:stretch>
                          <a:fillRect/>
                        </a:stretch>
                      </p:blipFill>
                      <p:spPr>
                        <a:xfrm>
                          <a:off x="1838" y="630"/>
                          <a:ext cx="292" cy="429"/>
                        </a:xfrm>
                        <a:prstGeom prst="rect">
                          <a:avLst/>
                        </a:prstGeom>
                        <a:noFill/>
                        <a:ln w="38100">
                          <a:noFill/>
                          <a:miter/>
                        </a:ln>
                      </p:spPr>
                    </p:pic>
                  </p:oleObj>
                </mc:Fallback>
              </mc:AlternateContent>
            </a:graphicData>
          </a:graphic>
        </p:graphicFrame>
        <p:sp>
          <p:nvSpPr>
            <p:cNvPr id="41029" name="Text Box 328"/>
            <p:cNvSpPr txBox="1"/>
            <p:nvPr/>
          </p:nvSpPr>
          <p:spPr>
            <a:xfrm>
              <a:off x="431" y="891"/>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41030" name="Text Box 329"/>
            <p:cNvSpPr txBox="1"/>
            <p:nvPr/>
          </p:nvSpPr>
          <p:spPr>
            <a:xfrm>
              <a:off x="2200" y="891"/>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41031" name="Text Box 330"/>
            <p:cNvSpPr txBox="1"/>
            <p:nvPr/>
          </p:nvSpPr>
          <p:spPr>
            <a:xfrm>
              <a:off x="1701" y="1253"/>
              <a:ext cx="583"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1032" name="Text Box 331"/>
            <p:cNvSpPr txBox="1"/>
            <p:nvPr/>
          </p:nvSpPr>
          <p:spPr>
            <a:xfrm>
              <a:off x="1157" y="709"/>
              <a:ext cx="575"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1033" name="Line 332"/>
            <p:cNvSpPr/>
            <p:nvPr/>
          </p:nvSpPr>
          <p:spPr>
            <a:xfrm>
              <a:off x="1203" y="1661"/>
              <a:ext cx="0" cy="272"/>
            </a:xfrm>
            <a:prstGeom prst="line">
              <a:avLst/>
            </a:prstGeom>
            <a:ln w="28575" cap="flat" cmpd="sng">
              <a:solidFill>
                <a:srgbClr val="FFCC00"/>
              </a:solidFill>
              <a:prstDash val="solid"/>
              <a:headEnd type="none" w="med" len="med"/>
              <a:tailEnd type="none" w="med" len="med"/>
            </a:ln>
          </p:spPr>
        </p:sp>
        <p:sp>
          <p:nvSpPr>
            <p:cNvPr id="41034" name="Line 333"/>
            <p:cNvSpPr/>
            <p:nvPr/>
          </p:nvSpPr>
          <p:spPr>
            <a:xfrm>
              <a:off x="1702" y="1661"/>
              <a:ext cx="0" cy="272"/>
            </a:xfrm>
            <a:prstGeom prst="line">
              <a:avLst/>
            </a:prstGeom>
            <a:ln w="28575" cap="flat" cmpd="sng">
              <a:solidFill>
                <a:srgbClr val="FFCC00"/>
              </a:solidFill>
              <a:prstDash val="solid"/>
              <a:headEnd type="none" w="med" len="med"/>
              <a:tailEnd type="none" w="med" len="med"/>
            </a:ln>
          </p:spPr>
        </p:sp>
        <p:sp>
          <p:nvSpPr>
            <p:cNvPr id="41035" name="Line 334"/>
            <p:cNvSpPr/>
            <p:nvPr/>
          </p:nvSpPr>
          <p:spPr>
            <a:xfrm>
              <a:off x="1203" y="1933"/>
              <a:ext cx="499" cy="0"/>
            </a:xfrm>
            <a:prstGeom prst="line">
              <a:avLst/>
            </a:prstGeom>
            <a:ln w="28575" cap="flat" cmpd="sng">
              <a:solidFill>
                <a:srgbClr val="FFCC00"/>
              </a:solidFill>
              <a:prstDash val="solid"/>
              <a:headEnd type="none" w="med" len="med"/>
              <a:tailEnd type="none" w="med" len="med"/>
            </a:ln>
          </p:spPr>
        </p:sp>
        <p:sp>
          <p:nvSpPr>
            <p:cNvPr id="41036" name="Line 335"/>
            <p:cNvSpPr/>
            <p:nvPr/>
          </p:nvSpPr>
          <p:spPr>
            <a:xfrm>
              <a:off x="1203" y="1072"/>
              <a:ext cx="0" cy="226"/>
            </a:xfrm>
            <a:prstGeom prst="line">
              <a:avLst/>
            </a:prstGeom>
            <a:ln w="28575" cap="flat" cmpd="sng">
              <a:solidFill>
                <a:srgbClr val="FFCC00"/>
              </a:solidFill>
              <a:prstDash val="solid"/>
              <a:headEnd type="none" w="med" len="med"/>
              <a:tailEnd type="none" w="med" len="med"/>
            </a:ln>
          </p:spPr>
        </p:sp>
        <p:sp>
          <p:nvSpPr>
            <p:cNvPr id="41037" name="Line 336"/>
            <p:cNvSpPr/>
            <p:nvPr/>
          </p:nvSpPr>
          <p:spPr>
            <a:xfrm>
              <a:off x="1701" y="1071"/>
              <a:ext cx="0" cy="226"/>
            </a:xfrm>
            <a:prstGeom prst="line">
              <a:avLst/>
            </a:prstGeom>
            <a:ln w="28575" cap="flat" cmpd="sng">
              <a:solidFill>
                <a:srgbClr val="FFCC00"/>
              </a:solidFill>
              <a:prstDash val="solid"/>
              <a:headEnd type="none" w="med" len="med"/>
              <a:tailEnd type="none" w="med" len="med"/>
            </a:ln>
          </p:spPr>
        </p:sp>
        <p:sp>
          <p:nvSpPr>
            <p:cNvPr id="41038" name="Oval 337"/>
            <p:cNvSpPr/>
            <p:nvPr/>
          </p:nvSpPr>
          <p:spPr>
            <a:xfrm>
              <a:off x="1393" y="229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1039" name="Oval 338"/>
            <p:cNvSpPr/>
            <p:nvPr/>
          </p:nvSpPr>
          <p:spPr>
            <a:xfrm>
              <a:off x="2137" y="1036"/>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1040" name="Oval 339"/>
            <p:cNvSpPr/>
            <p:nvPr/>
          </p:nvSpPr>
          <p:spPr>
            <a:xfrm>
              <a:off x="639" y="1036"/>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41041" name="Group 340"/>
            <p:cNvGrpSpPr/>
            <p:nvPr/>
          </p:nvGrpSpPr>
          <p:grpSpPr>
            <a:xfrm>
              <a:off x="1610" y="1299"/>
              <a:ext cx="91" cy="363"/>
              <a:chOff x="1565" y="2614"/>
              <a:chExt cx="90" cy="486"/>
            </a:xfrm>
          </p:grpSpPr>
          <p:sp>
            <p:nvSpPr>
              <p:cNvPr id="41047" name="Arc 34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48" name="Arc 34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49" name="Arc 34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50" name="Arc 34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1042" name="Group 345"/>
            <p:cNvGrpSpPr/>
            <p:nvPr/>
          </p:nvGrpSpPr>
          <p:grpSpPr>
            <a:xfrm rot="10800000">
              <a:off x="1202" y="1299"/>
              <a:ext cx="90" cy="363"/>
              <a:chOff x="1565" y="2614"/>
              <a:chExt cx="90" cy="486"/>
            </a:xfrm>
          </p:grpSpPr>
          <p:sp>
            <p:nvSpPr>
              <p:cNvPr id="41043" name="Arc 34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44" name="Arc 34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45" name="Arc 34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46" name="Arc 34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
        <p:nvSpPr>
          <p:cNvPr id="21855" name="AutoShape 351"/>
          <p:cNvSpPr/>
          <p:nvPr/>
        </p:nvSpPr>
        <p:spPr>
          <a:xfrm>
            <a:off x="3851275" y="2636838"/>
            <a:ext cx="706438" cy="215900"/>
          </a:xfrm>
          <a:prstGeom prst="rightArrow">
            <a:avLst>
              <a:gd name="adj1" fmla="val 50000"/>
              <a:gd name="adj2" fmla="val 81801"/>
            </a:avLst>
          </a:prstGeom>
          <a:solidFill>
            <a:srgbClr val="3399FF"/>
          </a:solidFill>
          <a:ln w="19050">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21896" name="Group 392"/>
          <p:cNvGrpSpPr/>
          <p:nvPr/>
        </p:nvGrpSpPr>
        <p:grpSpPr>
          <a:xfrm>
            <a:off x="4643438" y="765175"/>
            <a:ext cx="3806825" cy="3270250"/>
            <a:chOff x="2925" y="482"/>
            <a:chExt cx="2398" cy="2060"/>
          </a:xfrm>
        </p:grpSpPr>
        <p:sp>
          <p:nvSpPr>
            <p:cNvPr id="40975" name="Line 353"/>
            <p:cNvSpPr/>
            <p:nvPr/>
          </p:nvSpPr>
          <p:spPr>
            <a:xfrm>
              <a:off x="4095" y="1624"/>
              <a:ext cx="1" cy="182"/>
            </a:xfrm>
            <a:prstGeom prst="line">
              <a:avLst/>
            </a:prstGeom>
            <a:ln w="28575" cap="flat" cmpd="sng">
              <a:solidFill>
                <a:srgbClr val="FFCC00"/>
              </a:solidFill>
              <a:prstDash val="solid"/>
              <a:headEnd type="oval" w="med" len="med"/>
              <a:tailEnd type="none" w="med" len="med"/>
            </a:ln>
          </p:spPr>
        </p:sp>
        <p:sp>
          <p:nvSpPr>
            <p:cNvPr id="40976" name="Line 354"/>
            <p:cNvSpPr/>
            <p:nvPr/>
          </p:nvSpPr>
          <p:spPr>
            <a:xfrm>
              <a:off x="4368" y="935"/>
              <a:ext cx="431" cy="0"/>
            </a:xfrm>
            <a:prstGeom prst="line">
              <a:avLst/>
            </a:prstGeom>
            <a:ln w="28575" cap="flat" cmpd="sng">
              <a:solidFill>
                <a:srgbClr val="FFCC00"/>
              </a:solidFill>
              <a:prstDash val="solid"/>
              <a:headEnd type="none" w="med" len="med"/>
              <a:tailEnd type="none" w="med" len="med"/>
            </a:ln>
          </p:spPr>
        </p:sp>
        <p:sp>
          <p:nvSpPr>
            <p:cNvPr id="40977" name="Text Box 355"/>
            <p:cNvSpPr txBox="1"/>
            <p:nvPr/>
          </p:nvSpPr>
          <p:spPr>
            <a:xfrm>
              <a:off x="3869" y="2215"/>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3</a:t>
              </a:r>
            </a:p>
          </p:txBody>
        </p:sp>
        <p:sp>
          <p:nvSpPr>
            <p:cNvPr id="40978" name="Line 356"/>
            <p:cNvSpPr/>
            <p:nvPr/>
          </p:nvSpPr>
          <p:spPr>
            <a:xfrm>
              <a:off x="3370" y="935"/>
              <a:ext cx="499" cy="0"/>
            </a:xfrm>
            <a:prstGeom prst="line">
              <a:avLst/>
            </a:prstGeom>
            <a:ln w="28575" cap="flat" cmpd="sng">
              <a:solidFill>
                <a:srgbClr val="FFCC00"/>
              </a:solidFill>
              <a:prstDash val="solid"/>
              <a:headEnd type="none" w="med" len="med"/>
              <a:tailEnd type="none" w="med" len="med"/>
            </a:ln>
          </p:spPr>
        </p:sp>
        <p:sp>
          <p:nvSpPr>
            <p:cNvPr id="40979" name="Line 357"/>
            <p:cNvSpPr/>
            <p:nvPr/>
          </p:nvSpPr>
          <p:spPr>
            <a:xfrm>
              <a:off x="4095" y="1671"/>
              <a:ext cx="0" cy="181"/>
            </a:xfrm>
            <a:prstGeom prst="line">
              <a:avLst/>
            </a:prstGeom>
            <a:ln w="38100" cap="flat" cmpd="sng">
              <a:solidFill>
                <a:srgbClr val="00FFFF"/>
              </a:solidFill>
              <a:prstDash val="solid"/>
              <a:headEnd type="none" w="med" len="med"/>
              <a:tailEnd type="triangle" w="med" len="med"/>
            </a:ln>
          </p:spPr>
        </p:sp>
        <p:sp>
          <p:nvSpPr>
            <p:cNvPr id="40980" name="Line 358"/>
            <p:cNvSpPr/>
            <p:nvPr/>
          </p:nvSpPr>
          <p:spPr>
            <a:xfrm rot="5400000">
              <a:off x="4594" y="755"/>
              <a:ext cx="0" cy="362"/>
            </a:xfrm>
            <a:prstGeom prst="line">
              <a:avLst/>
            </a:prstGeom>
            <a:ln w="28575" cap="flat" cmpd="sng">
              <a:solidFill>
                <a:srgbClr val="00FFFF"/>
              </a:solidFill>
              <a:prstDash val="solid"/>
              <a:headEnd type="none" w="med" len="med"/>
              <a:tailEnd type="triangle" w="med" len="med"/>
            </a:ln>
          </p:spPr>
        </p:sp>
        <p:sp>
          <p:nvSpPr>
            <p:cNvPr id="40981" name="Line 359"/>
            <p:cNvSpPr/>
            <p:nvPr/>
          </p:nvSpPr>
          <p:spPr>
            <a:xfrm>
              <a:off x="3460" y="935"/>
              <a:ext cx="318" cy="0"/>
            </a:xfrm>
            <a:prstGeom prst="line">
              <a:avLst/>
            </a:prstGeom>
            <a:ln w="28575" cap="flat" cmpd="sng">
              <a:solidFill>
                <a:srgbClr val="00FFFF"/>
              </a:solidFill>
              <a:prstDash val="solid"/>
              <a:headEnd type="none" w="med" len="med"/>
              <a:tailEnd type="triangle" w="med" len="med"/>
            </a:ln>
          </p:spPr>
        </p:sp>
        <p:graphicFrame>
          <p:nvGraphicFramePr>
            <p:cNvPr id="40982" name="Object 360"/>
            <p:cNvGraphicFramePr>
              <a:graphicFrameLocks noChangeAspect="1"/>
            </p:cNvGraphicFramePr>
            <p:nvPr/>
          </p:nvGraphicFramePr>
          <p:xfrm>
            <a:off x="3868" y="1489"/>
            <a:ext cx="225" cy="442"/>
          </p:xfrm>
          <a:graphic>
            <a:graphicData uri="http://schemas.openxmlformats.org/presentationml/2006/ole">
              <mc:AlternateContent xmlns:mc="http://schemas.openxmlformats.org/markup-compatibility/2006">
                <mc:Choice xmlns:v="urn:schemas-microsoft-com:vml" Requires="v">
                  <p:oleObj r:id="rId19" imgW="126365" imgH="312420" progId="Equation.3">
                    <p:embed/>
                  </p:oleObj>
                </mc:Choice>
                <mc:Fallback>
                  <p:oleObj r:id="rId19" imgW="126365" imgH="312420" progId="Equation.3">
                    <p:embed/>
                    <p:pic>
                      <p:nvPicPr>
                        <p:cNvPr id="0" name="图片 3165"/>
                        <p:cNvPicPr/>
                        <p:nvPr/>
                      </p:nvPicPr>
                      <p:blipFill>
                        <a:blip r:embed="rId20">
                          <a:clrChange>
                            <a:clrFrom>
                              <a:srgbClr val="000000"/>
                            </a:clrFrom>
                            <a:clrTo>
                              <a:srgbClr val="FFFFFF"/>
                            </a:clrTo>
                          </a:clrChange>
                        </a:blip>
                        <a:stretch>
                          <a:fillRect/>
                        </a:stretch>
                      </p:blipFill>
                      <p:spPr>
                        <a:xfrm>
                          <a:off x="3868" y="1489"/>
                          <a:ext cx="225" cy="442"/>
                        </a:xfrm>
                        <a:prstGeom prst="rect">
                          <a:avLst/>
                        </a:prstGeom>
                        <a:noFill/>
                        <a:ln w="38100">
                          <a:noFill/>
                          <a:miter/>
                        </a:ln>
                      </p:spPr>
                    </p:pic>
                  </p:oleObj>
                </mc:Fallback>
              </mc:AlternateContent>
            </a:graphicData>
          </a:graphic>
        </p:graphicFrame>
        <p:graphicFrame>
          <p:nvGraphicFramePr>
            <p:cNvPr id="40983" name="Object 361"/>
            <p:cNvGraphicFramePr>
              <a:graphicFrameLocks noChangeAspect="1"/>
            </p:cNvGraphicFramePr>
            <p:nvPr/>
          </p:nvGraphicFramePr>
          <p:xfrm>
            <a:off x="3506" y="482"/>
            <a:ext cx="267" cy="459"/>
          </p:xfrm>
          <a:graphic>
            <a:graphicData uri="http://schemas.openxmlformats.org/presentationml/2006/ole">
              <mc:AlternateContent xmlns:mc="http://schemas.openxmlformats.org/markup-compatibility/2006">
                <mc:Choice xmlns:v="urn:schemas-microsoft-com:vml" Requires="v">
                  <p:oleObj r:id="rId21" imgW="163830" imgH="319405" progId="Equation.3">
                    <p:embed/>
                  </p:oleObj>
                </mc:Choice>
                <mc:Fallback>
                  <p:oleObj r:id="rId21" imgW="163830" imgH="319405" progId="Equation.3">
                    <p:embed/>
                    <p:pic>
                      <p:nvPicPr>
                        <p:cNvPr id="0" name="图片 3164"/>
                        <p:cNvPicPr/>
                        <p:nvPr/>
                      </p:nvPicPr>
                      <p:blipFill>
                        <a:blip r:embed="rId22">
                          <a:clrChange>
                            <a:clrFrom>
                              <a:srgbClr val="000000"/>
                            </a:clrFrom>
                            <a:clrTo>
                              <a:srgbClr val="FFFFFF"/>
                            </a:clrTo>
                          </a:clrChange>
                        </a:blip>
                        <a:stretch>
                          <a:fillRect/>
                        </a:stretch>
                      </p:blipFill>
                      <p:spPr>
                        <a:xfrm>
                          <a:off x="3506" y="482"/>
                          <a:ext cx="267" cy="459"/>
                        </a:xfrm>
                        <a:prstGeom prst="rect">
                          <a:avLst/>
                        </a:prstGeom>
                        <a:noFill/>
                        <a:ln w="38100">
                          <a:noFill/>
                          <a:miter/>
                        </a:ln>
                      </p:spPr>
                    </p:pic>
                  </p:oleObj>
                </mc:Fallback>
              </mc:AlternateContent>
            </a:graphicData>
          </a:graphic>
        </p:graphicFrame>
        <p:graphicFrame>
          <p:nvGraphicFramePr>
            <p:cNvPr id="40984" name="Object 362"/>
            <p:cNvGraphicFramePr>
              <a:graphicFrameLocks noChangeAspect="1"/>
            </p:cNvGraphicFramePr>
            <p:nvPr/>
          </p:nvGraphicFramePr>
          <p:xfrm>
            <a:off x="4504" y="510"/>
            <a:ext cx="292" cy="429"/>
          </p:xfrm>
          <a:graphic>
            <a:graphicData uri="http://schemas.openxmlformats.org/presentationml/2006/ole">
              <mc:AlternateContent xmlns:mc="http://schemas.openxmlformats.org/markup-compatibility/2006">
                <mc:Choice xmlns:v="urn:schemas-microsoft-com:vml" Requires="v">
                  <p:oleObj r:id="rId23" imgW="186055" imgH="319405" progId="Equation.3">
                    <p:embed/>
                  </p:oleObj>
                </mc:Choice>
                <mc:Fallback>
                  <p:oleObj r:id="rId23" imgW="186055" imgH="319405" progId="Equation.3">
                    <p:embed/>
                    <p:pic>
                      <p:nvPicPr>
                        <p:cNvPr id="0" name="图片 3166"/>
                        <p:cNvPicPr/>
                        <p:nvPr/>
                      </p:nvPicPr>
                      <p:blipFill>
                        <a:blip r:embed="rId24">
                          <a:clrChange>
                            <a:clrFrom>
                              <a:srgbClr val="000000"/>
                            </a:clrFrom>
                            <a:clrTo>
                              <a:srgbClr val="FFFFFF"/>
                            </a:clrTo>
                          </a:clrChange>
                        </a:blip>
                        <a:stretch>
                          <a:fillRect/>
                        </a:stretch>
                      </p:blipFill>
                      <p:spPr>
                        <a:xfrm>
                          <a:off x="4504" y="510"/>
                          <a:ext cx="292" cy="429"/>
                        </a:xfrm>
                        <a:prstGeom prst="rect">
                          <a:avLst/>
                        </a:prstGeom>
                        <a:noFill/>
                        <a:ln w="38100">
                          <a:noFill/>
                          <a:miter/>
                        </a:ln>
                      </p:spPr>
                    </p:pic>
                  </p:oleObj>
                </mc:Fallback>
              </mc:AlternateContent>
            </a:graphicData>
          </a:graphic>
        </p:graphicFrame>
        <p:sp>
          <p:nvSpPr>
            <p:cNvPr id="40985" name="Text Box 363"/>
            <p:cNvSpPr txBox="1"/>
            <p:nvPr/>
          </p:nvSpPr>
          <p:spPr>
            <a:xfrm>
              <a:off x="3052" y="763"/>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40986" name="Text Box 364"/>
            <p:cNvSpPr txBox="1"/>
            <p:nvPr/>
          </p:nvSpPr>
          <p:spPr>
            <a:xfrm>
              <a:off x="4866" y="763"/>
              <a:ext cx="174"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40987" name="Line 365"/>
            <p:cNvSpPr/>
            <p:nvPr/>
          </p:nvSpPr>
          <p:spPr>
            <a:xfrm>
              <a:off x="3869" y="1443"/>
              <a:ext cx="0" cy="181"/>
            </a:xfrm>
            <a:prstGeom prst="line">
              <a:avLst/>
            </a:prstGeom>
            <a:ln w="28575" cap="flat" cmpd="sng">
              <a:solidFill>
                <a:srgbClr val="FFCC00"/>
              </a:solidFill>
              <a:prstDash val="solid"/>
              <a:headEnd type="none" w="med" len="med"/>
              <a:tailEnd type="none" w="med" len="med"/>
            </a:ln>
          </p:spPr>
        </p:sp>
        <p:sp>
          <p:nvSpPr>
            <p:cNvPr id="40988" name="Line 366"/>
            <p:cNvSpPr/>
            <p:nvPr/>
          </p:nvSpPr>
          <p:spPr>
            <a:xfrm>
              <a:off x="4368" y="1443"/>
              <a:ext cx="0" cy="181"/>
            </a:xfrm>
            <a:prstGeom prst="line">
              <a:avLst/>
            </a:prstGeom>
            <a:ln w="28575" cap="flat" cmpd="sng">
              <a:solidFill>
                <a:srgbClr val="FFCC00"/>
              </a:solidFill>
              <a:prstDash val="solid"/>
              <a:headEnd type="none" w="med" len="med"/>
              <a:tailEnd type="none" w="med" len="med"/>
            </a:ln>
          </p:spPr>
        </p:sp>
        <p:sp>
          <p:nvSpPr>
            <p:cNvPr id="40989" name="Line 367"/>
            <p:cNvSpPr/>
            <p:nvPr/>
          </p:nvSpPr>
          <p:spPr>
            <a:xfrm>
              <a:off x="3869" y="1624"/>
              <a:ext cx="499" cy="0"/>
            </a:xfrm>
            <a:prstGeom prst="line">
              <a:avLst/>
            </a:prstGeom>
            <a:ln w="28575" cap="flat" cmpd="sng">
              <a:solidFill>
                <a:srgbClr val="FFCC00"/>
              </a:solidFill>
              <a:prstDash val="solid"/>
              <a:headEnd type="none" w="med" len="med"/>
              <a:tailEnd type="none" w="med" len="med"/>
            </a:ln>
          </p:spPr>
        </p:sp>
        <p:sp>
          <p:nvSpPr>
            <p:cNvPr id="40990" name="Line 368"/>
            <p:cNvSpPr/>
            <p:nvPr/>
          </p:nvSpPr>
          <p:spPr>
            <a:xfrm>
              <a:off x="3869" y="944"/>
              <a:ext cx="0" cy="136"/>
            </a:xfrm>
            <a:prstGeom prst="line">
              <a:avLst/>
            </a:prstGeom>
            <a:ln w="28575" cap="flat" cmpd="sng">
              <a:solidFill>
                <a:srgbClr val="FFCC00"/>
              </a:solidFill>
              <a:prstDash val="solid"/>
              <a:headEnd type="none" w="med" len="med"/>
              <a:tailEnd type="none" w="med" len="med"/>
            </a:ln>
          </p:spPr>
        </p:sp>
        <p:sp>
          <p:nvSpPr>
            <p:cNvPr id="40991" name="Line 369"/>
            <p:cNvSpPr/>
            <p:nvPr/>
          </p:nvSpPr>
          <p:spPr>
            <a:xfrm>
              <a:off x="4368" y="944"/>
              <a:ext cx="0" cy="136"/>
            </a:xfrm>
            <a:prstGeom prst="line">
              <a:avLst/>
            </a:prstGeom>
            <a:ln w="28575" cap="flat" cmpd="sng">
              <a:solidFill>
                <a:srgbClr val="FFCC00"/>
              </a:solidFill>
              <a:prstDash val="solid"/>
              <a:headEnd type="none" w="med" len="med"/>
              <a:tailEnd type="none" w="med" len="med"/>
            </a:ln>
          </p:spPr>
        </p:sp>
        <p:sp>
          <p:nvSpPr>
            <p:cNvPr id="40992" name="Text Box 370"/>
            <p:cNvSpPr txBox="1"/>
            <p:nvPr/>
          </p:nvSpPr>
          <p:spPr>
            <a:xfrm>
              <a:off x="2925" y="1081"/>
              <a:ext cx="982"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dirty="0">
                  <a:solidFill>
                    <a:schemeClr val="bg1"/>
                  </a:solidFill>
                  <a:latin typeface="宋体" panose="02010600030101010101" pitchFamily="2" charset="-122"/>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a:t>
              </a:r>
            </a:p>
          </p:txBody>
        </p:sp>
        <p:sp>
          <p:nvSpPr>
            <p:cNvPr id="40993" name="Text Box 371"/>
            <p:cNvSpPr txBox="1"/>
            <p:nvPr/>
          </p:nvSpPr>
          <p:spPr>
            <a:xfrm>
              <a:off x="4341" y="1126"/>
              <a:ext cx="982"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r>
                <a:rPr lang="en-US" altLang="zh-CN" dirty="0">
                  <a:solidFill>
                    <a:schemeClr val="bg1"/>
                  </a:solidFill>
                  <a:latin typeface="宋体" panose="02010600030101010101" pitchFamily="2" charset="-122"/>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a:t>
              </a:r>
            </a:p>
          </p:txBody>
        </p:sp>
        <p:sp>
          <p:nvSpPr>
            <p:cNvPr id="40994" name="Line 372"/>
            <p:cNvSpPr/>
            <p:nvPr/>
          </p:nvSpPr>
          <p:spPr>
            <a:xfrm>
              <a:off x="4095" y="2215"/>
              <a:ext cx="1" cy="135"/>
            </a:xfrm>
            <a:prstGeom prst="line">
              <a:avLst/>
            </a:prstGeom>
            <a:ln w="28575" cap="flat" cmpd="sng">
              <a:solidFill>
                <a:srgbClr val="FFCC00"/>
              </a:solidFill>
              <a:prstDash val="solid"/>
              <a:headEnd type="none" w="med" len="med"/>
              <a:tailEnd type="none" w="med" len="med"/>
            </a:ln>
          </p:spPr>
        </p:sp>
        <p:sp>
          <p:nvSpPr>
            <p:cNvPr id="40995" name="Text Box 373"/>
            <p:cNvSpPr txBox="1"/>
            <p:nvPr/>
          </p:nvSpPr>
          <p:spPr>
            <a:xfrm>
              <a:off x="4150" y="1797"/>
              <a:ext cx="631" cy="327"/>
            </a:xfrm>
            <a:prstGeom prst="rect">
              <a:avLst/>
            </a:prstGeom>
            <a:noFill/>
            <a:ln w="9525">
              <a:noFill/>
            </a:ln>
          </p:spPr>
          <p:txBody>
            <a:bodyPr wrap="none">
              <a:spAutoFit/>
            </a:bodyPr>
            <a:lstStyle/>
            <a:p>
              <a:pPr eaLnBrk="1" hangingPunct="1"/>
              <a:r>
                <a:rPr lang="en-US" altLang="zh-CN" dirty="0">
                  <a:solidFill>
                    <a:schemeClr val="bg1"/>
                  </a:solidFill>
                  <a:latin typeface="宋体" panose="02010600030101010101" pitchFamily="2" charset="-122"/>
                  <a:ea typeface="宋体" panose="02010600030101010101" pitchFamily="2" charset="-122"/>
                </a:rPr>
                <a:t>-</a:t>
              </a: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40996" name="Group 374"/>
            <p:cNvGrpSpPr/>
            <p:nvPr/>
          </p:nvGrpSpPr>
          <p:grpSpPr>
            <a:xfrm>
              <a:off x="4277" y="1081"/>
              <a:ext cx="91" cy="363"/>
              <a:chOff x="1565" y="2614"/>
              <a:chExt cx="90" cy="486"/>
            </a:xfrm>
          </p:grpSpPr>
          <p:sp>
            <p:nvSpPr>
              <p:cNvPr id="41010" name="Arc 37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11" name="Arc 37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12" name="Arc 37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13" name="Arc 37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0997" name="Group 379"/>
            <p:cNvGrpSpPr/>
            <p:nvPr/>
          </p:nvGrpSpPr>
          <p:grpSpPr>
            <a:xfrm rot="10800000">
              <a:off x="3869" y="1081"/>
              <a:ext cx="90" cy="363"/>
              <a:chOff x="1565" y="2614"/>
              <a:chExt cx="90" cy="486"/>
            </a:xfrm>
          </p:grpSpPr>
          <p:sp>
            <p:nvSpPr>
              <p:cNvPr id="41006" name="Arc 38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07" name="Arc 38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08" name="Arc 38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09" name="Arc 38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0998" name="Group 384"/>
            <p:cNvGrpSpPr/>
            <p:nvPr/>
          </p:nvGrpSpPr>
          <p:grpSpPr>
            <a:xfrm rot="10800000">
              <a:off x="4095" y="1852"/>
              <a:ext cx="90" cy="363"/>
              <a:chOff x="1565" y="2614"/>
              <a:chExt cx="90" cy="486"/>
            </a:xfrm>
          </p:grpSpPr>
          <p:sp>
            <p:nvSpPr>
              <p:cNvPr id="41002" name="Arc 38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03" name="Arc 38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04" name="Arc 38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1005" name="Arc 38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0999" name="Oval 389"/>
            <p:cNvSpPr/>
            <p:nvPr/>
          </p:nvSpPr>
          <p:spPr>
            <a:xfrm>
              <a:off x="3306" y="89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1000" name="Oval 390"/>
            <p:cNvSpPr/>
            <p:nvPr/>
          </p:nvSpPr>
          <p:spPr>
            <a:xfrm>
              <a:off x="4785" y="89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1001" name="Oval 391"/>
            <p:cNvSpPr/>
            <p:nvPr/>
          </p:nvSpPr>
          <p:spPr>
            <a:xfrm>
              <a:off x="4059" y="235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1597"/>
                                        </p:tgtEl>
                                        <p:attrNameLst>
                                          <p:attrName>style.visibility</p:attrName>
                                        </p:attrNameLst>
                                      </p:cBhvr>
                                      <p:to>
                                        <p:strVal val="visible"/>
                                      </p:to>
                                    </p:set>
                                    <p:anim calcmode="lin" valueType="num">
                                      <p:cBhvr additive="base">
                                        <p:cTn id="7" dur="500" fill="hold"/>
                                        <p:tgtEl>
                                          <p:spTgt spid="21597"/>
                                        </p:tgtEl>
                                        <p:attrNameLst>
                                          <p:attrName>ppt_x</p:attrName>
                                        </p:attrNameLst>
                                      </p:cBhvr>
                                      <p:tavLst>
                                        <p:tav tm="0">
                                          <p:val>
                                            <p:strVal val="0-#ppt_w/2"/>
                                          </p:val>
                                        </p:tav>
                                        <p:tav tm="100000">
                                          <p:val>
                                            <p:strVal val="#ppt_x"/>
                                          </p:val>
                                        </p:tav>
                                      </p:tavLst>
                                    </p:anim>
                                    <p:anim calcmode="lin" valueType="num">
                                      <p:cBhvr additive="base">
                                        <p:cTn id="8" dur="500" fill="hold"/>
                                        <p:tgtEl>
                                          <p:spTgt spid="215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1854"/>
                                        </p:tgtEl>
                                        <p:attrNameLst>
                                          <p:attrName>style.visibility</p:attrName>
                                        </p:attrNameLst>
                                      </p:cBhvr>
                                      <p:to>
                                        <p:strVal val="visible"/>
                                      </p:to>
                                    </p:set>
                                    <p:animEffect transition="in" filter="blinds(horizontal)">
                                      <p:cBhvr>
                                        <p:cTn id="13" dur="500"/>
                                        <p:tgtEl>
                                          <p:spTgt spid="2185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1678"/>
                                        </p:tgtEl>
                                        <p:attrNameLst>
                                          <p:attrName>style.visibility</p:attrName>
                                        </p:attrNameLst>
                                      </p:cBhvr>
                                      <p:to>
                                        <p:strVal val="visible"/>
                                      </p:to>
                                    </p:set>
                                    <p:animEffect transition="in" filter="wipe(left)">
                                      <p:cBhvr>
                                        <p:cTn id="18" dur="2000"/>
                                        <p:tgtEl>
                                          <p:spTgt spid="2167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1679"/>
                                        </p:tgtEl>
                                        <p:attrNameLst>
                                          <p:attrName>style.visibility</p:attrName>
                                        </p:attrNameLst>
                                      </p:cBhvr>
                                      <p:to>
                                        <p:strVal val="visible"/>
                                      </p:to>
                                    </p:set>
                                    <p:animEffect transition="in" filter="wipe(left)">
                                      <p:cBhvr>
                                        <p:cTn id="23" dur="2000"/>
                                        <p:tgtEl>
                                          <p:spTgt spid="2167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1680"/>
                                        </p:tgtEl>
                                        <p:attrNameLst>
                                          <p:attrName>style.visibility</p:attrName>
                                        </p:attrNameLst>
                                      </p:cBhvr>
                                      <p:to>
                                        <p:strVal val="visible"/>
                                      </p:to>
                                    </p:set>
                                    <p:animEffect transition="in" filter="wipe(left)">
                                      <p:cBhvr>
                                        <p:cTn id="28" dur="2000"/>
                                        <p:tgtEl>
                                          <p:spTgt spid="21680"/>
                                        </p:tgtEl>
                                      </p:cBhvr>
                                    </p:animEffect>
                                  </p:childTnLst>
                                </p:cTn>
                              </p:par>
                            </p:childTnLst>
                          </p:cTn>
                        </p:par>
                        <p:par>
                          <p:cTn id="29" fill="hold">
                            <p:stCondLst>
                              <p:cond delay="2000"/>
                            </p:stCondLst>
                            <p:childTnLst>
                              <p:par>
                                <p:cTn id="30" presetID="1" presetClass="entr" presetSubtype="0" fill="hold" nodeType="afterEffect">
                                  <p:stCondLst>
                                    <p:cond delay="0"/>
                                  </p:stCondLst>
                                  <p:childTnLst>
                                    <p:set>
                                      <p:cBhvr>
                                        <p:cTn id="31" dur="1" fill="hold">
                                          <p:stCondLst>
                                            <p:cond delay="499"/>
                                          </p:stCondLst>
                                        </p:cTn>
                                        <p:tgtEl>
                                          <p:spTgt spid="2168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1682"/>
                                        </p:tgtEl>
                                        <p:attrNameLst>
                                          <p:attrName>style.visibility</p:attrName>
                                        </p:attrNameLst>
                                      </p:cBhvr>
                                      <p:to>
                                        <p:strVal val="visible"/>
                                      </p:to>
                                    </p:set>
                                    <p:animEffect transition="in" filter="wipe(left)">
                                      <p:cBhvr>
                                        <p:cTn id="36" dur="2000"/>
                                        <p:tgtEl>
                                          <p:spTgt spid="2168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1683"/>
                                        </p:tgtEl>
                                        <p:attrNameLst>
                                          <p:attrName>style.visibility</p:attrName>
                                        </p:attrNameLst>
                                      </p:cBhvr>
                                      <p:to>
                                        <p:strVal val="visible"/>
                                      </p:to>
                                    </p:set>
                                    <p:animEffect transition="in" filter="wipe(left)">
                                      <p:cBhvr>
                                        <p:cTn id="41" dur="2000"/>
                                        <p:tgtEl>
                                          <p:spTgt spid="21683"/>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21855"/>
                                        </p:tgtEl>
                                        <p:attrNameLst>
                                          <p:attrName>style.visibility</p:attrName>
                                        </p:attrNameLst>
                                      </p:cBhvr>
                                      <p:to>
                                        <p:strVal val="visible"/>
                                      </p:to>
                                    </p:set>
                                    <p:animEffect transition="in" filter="slide(fromLeft)">
                                      <p:cBhvr>
                                        <p:cTn id="46" dur="500"/>
                                        <p:tgtEl>
                                          <p:spTgt spid="21855"/>
                                        </p:tgtEl>
                                      </p:cBhvr>
                                    </p:animEffect>
                                  </p:childTnLst>
                                </p:cTn>
                              </p:par>
                            </p:childTnLst>
                          </p:cTn>
                        </p:par>
                        <p:par>
                          <p:cTn id="47" fill="hold">
                            <p:stCondLst>
                              <p:cond delay="500"/>
                            </p:stCondLst>
                            <p:childTnLst>
                              <p:par>
                                <p:cTn id="48" presetID="3" presetClass="entr" presetSubtype="10" fill="hold" nodeType="afterEffect">
                                  <p:stCondLst>
                                    <p:cond delay="0"/>
                                  </p:stCondLst>
                                  <p:childTnLst>
                                    <p:set>
                                      <p:cBhvr>
                                        <p:cTn id="49" dur="1" fill="hold">
                                          <p:stCondLst>
                                            <p:cond delay="0"/>
                                          </p:stCondLst>
                                        </p:cTn>
                                        <p:tgtEl>
                                          <p:spTgt spid="21896"/>
                                        </p:tgtEl>
                                        <p:attrNameLst>
                                          <p:attrName>style.visibility</p:attrName>
                                        </p:attrNameLst>
                                      </p:cBhvr>
                                      <p:to>
                                        <p:strVal val="visible"/>
                                      </p:to>
                                    </p:set>
                                    <p:animEffect transition="in" filter="blinds(horizontal)">
                                      <p:cBhvr>
                                        <p:cTn id="50" dur="500"/>
                                        <p:tgtEl>
                                          <p:spTgt spid="21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9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34" name="Rectangle 82"/>
          <p:cNvSpPr/>
          <p:nvPr/>
        </p:nvSpPr>
        <p:spPr>
          <a:xfrm>
            <a:off x="2124075" y="620713"/>
            <a:ext cx="2232025" cy="2160587"/>
          </a:xfrm>
          <a:prstGeom prst="rect">
            <a:avLst/>
          </a:prstGeom>
          <a:noFill/>
          <a:ln w="28575" cap="flat" cmpd="sng">
            <a:solidFill>
              <a:srgbClr val="66FF33"/>
            </a:solidFill>
            <a:prstDash val="dash"/>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3872" name="Line 320"/>
          <p:cNvSpPr/>
          <p:nvPr/>
        </p:nvSpPr>
        <p:spPr>
          <a:xfrm>
            <a:off x="1979613" y="3213100"/>
            <a:ext cx="0" cy="504825"/>
          </a:xfrm>
          <a:prstGeom prst="line">
            <a:avLst/>
          </a:prstGeom>
          <a:ln w="76200" cap="flat" cmpd="sng">
            <a:solidFill>
              <a:srgbClr val="3399FF"/>
            </a:solidFill>
            <a:prstDash val="solid"/>
            <a:headEnd type="none" w="med" len="med"/>
            <a:tailEnd type="triangle" w="med" len="med"/>
          </a:ln>
        </p:spPr>
      </p:sp>
      <p:sp>
        <p:nvSpPr>
          <p:cNvPr id="23873" name="Line 321"/>
          <p:cNvSpPr/>
          <p:nvPr/>
        </p:nvSpPr>
        <p:spPr>
          <a:xfrm>
            <a:off x="6659563" y="3429000"/>
            <a:ext cx="0" cy="504825"/>
          </a:xfrm>
          <a:prstGeom prst="line">
            <a:avLst/>
          </a:prstGeom>
          <a:ln w="76200" cap="flat" cmpd="sng">
            <a:solidFill>
              <a:srgbClr val="3399FF"/>
            </a:solidFill>
            <a:prstDash val="solid"/>
            <a:headEnd type="none" w="med" len="med"/>
            <a:tailEnd type="triangle" w="med" len="med"/>
          </a:ln>
        </p:spPr>
      </p:sp>
      <p:grpSp>
        <p:nvGrpSpPr>
          <p:cNvPr id="41989" name="Group 326"/>
          <p:cNvGrpSpPr/>
          <p:nvPr/>
        </p:nvGrpSpPr>
        <p:grpSpPr>
          <a:xfrm>
            <a:off x="8316913" y="6446838"/>
            <a:ext cx="792162" cy="366712"/>
            <a:chOff x="5193" y="4020"/>
            <a:chExt cx="499" cy="231"/>
          </a:xfrm>
        </p:grpSpPr>
        <p:pic>
          <p:nvPicPr>
            <p:cNvPr id="42183" name="Picture 327"/>
            <p:cNvPicPr>
              <a:picLocks noChangeAspect="1"/>
            </p:cNvPicPr>
            <p:nvPr/>
          </p:nvPicPr>
          <p:blipFill>
            <a:blip r:embed="rId2"/>
            <a:stretch>
              <a:fillRect/>
            </a:stretch>
          </p:blipFill>
          <p:spPr>
            <a:xfrm>
              <a:off x="5193" y="4066"/>
              <a:ext cx="499" cy="181"/>
            </a:xfrm>
            <a:prstGeom prst="rect">
              <a:avLst/>
            </a:prstGeom>
            <a:noFill/>
            <a:ln w="9525">
              <a:noFill/>
            </a:ln>
          </p:spPr>
        </p:pic>
        <p:sp>
          <p:nvSpPr>
            <p:cNvPr id="42184" name="Text Box 328">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1990" name="Group 329"/>
          <p:cNvGrpSpPr/>
          <p:nvPr/>
        </p:nvGrpSpPr>
        <p:grpSpPr>
          <a:xfrm>
            <a:off x="7453313" y="6446838"/>
            <a:ext cx="792162" cy="366712"/>
            <a:chOff x="4649" y="4020"/>
            <a:chExt cx="499" cy="231"/>
          </a:xfrm>
        </p:grpSpPr>
        <p:pic>
          <p:nvPicPr>
            <p:cNvPr id="42181" name="Picture 330"/>
            <p:cNvPicPr>
              <a:picLocks noChangeAspect="1"/>
            </p:cNvPicPr>
            <p:nvPr/>
          </p:nvPicPr>
          <p:blipFill>
            <a:blip r:embed="rId2"/>
            <a:stretch>
              <a:fillRect/>
            </a:stretch>
          </p:blipFill>
          <p:spPr>
            <a:xfrm>
              <a:off x="4649" y="4066"/>
              <a:ext cx="499" cy="181"/>
            </a:xfrm>
            <a:prstGeom prst="rect">
              <a:avLst/>
            </a:prstGeom>
            <a:noFill/>
            <a:ln w="9525">
              <a:noFill/>
            </a:ln>
          </p:spPr>
        </p:pic>
        <p:sp>
          <p:nvSpPr>
            <p:cNvPr id="42182" name="Text Box 331">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1991" name="Group 510"/>
          <p:cNvGrpSpPr/>
          <p:nvPr/>
        </p:nvGrpSpPr>
        <p:grpSpPr>
          <a:xfrm>
            <a:off x="6588125" y="6446838"/>
            <a:ext cx="792163" cy="366712"/>
            <a:chOff x="4649" y="4020"/>
            <a:chExt cx="499" cy="231"/>
          </a:xfrm>
        </p:grpSpPr>
        <p:pic>
          <p:nvPicPr>
            <p:cNvPr id="42179" name="Picture 511"/>
            <p:cNvPicPr>
              <a:picLocks noChangeAspect="1"/>
            </p:cNvPicPr>
            <p:nvPr/>
          </p:nvPicPr>
          <p:blipFill>
            <a:blip r:embed="rId2"/>
            <a:stretch>
              <a:fillRect/>
            </a:stretch>
          </p:blipFill>
          <p:spPr>
            <a:xfrm>
              <a:off x="4649" y="4066"/>
              <a:ext cx="499" cy="181"/>
            </a:xfrm>
            <a:prstGeom prst="rect">
              <a:avLst/>
            </a:prstGeom>
            <a:noFill/>
            <a:ln w="9525">
              <a:noFill/>
            </a:ln>
          </p:spPr>
        </p:pic>
        <p:sp>
          <p:nvSpPr>
            <p:cNvPr id="42180" name="Text Box 512">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4075" name="Group 523"/>
          <p:cNvGrpSpPr/>
          <p:nvPr/>
        </p:nvGrpSpPr>
        <p:grpSpPr>
          <a:xfrm>
            <a:off x="900113" y="549275"/>
            <a:ext cx="3140075" cy="2481263"/>
            <a:chOff x="521" y="300"/>
            <a:chExt cx="1978" cy="1563"/>
          </a:xfrm>
        </p:grpSpPr>
        <p:sp>
          <p:nvSpPr>
            <p:cNvPr id="42145" name="Line 336"/>
            <p:cNvSpPr/>
            <p:nvPr/>
          </p:nvSpPr>
          <p:spPr>
            <a:xfrm>
              <a:off x="1745" y="1389"/>
              <a:ext cx="0" cy="453"/>
            </a:xfrm>
            <a:prstGeom prst="line">
              <a:avLst/>
            </a:prstGeom>
            <a:ln w="28575" cap="flat" cmpd="sng">
              <a:solidFill>
                <a:srgbClr val="FFCC00"/>
              </a:solidFill>
              <a:prstDash val="solid"/>
              <a:headEnd type="none" w="med" len="med"/>
              <a:tailEnd type="oval" w="med" len="med"/>
            </a:ln>
          </p:spPr>
        </p:sp>
        <p:sp>
          <p:nvSpPr>
            <p:cNvPr id="42146" name="Line 337"/>
            <p:cNvSpPr/>
            <p:nvPr/>
          </p:nvSpPr>
          <p:spPr>
            <a:xfrm flipH="1">
              <a:off x="1745" y="708"/>
              <a:ext cx="5" cy="318"/>
            </a:xfrm>
            <a:prstGeom prst="line">
              <a:avLst/>
            </a:prstGeom>
            <a:ln w="28575" cap="flat" cmpd="sng">
              <a:solidFill>
                <a:srgbClr val="FFCC00"/>
              </a:solidFill>
              <a:prstDash val="solid"/>
              <a:headEnd type="oval" w="med" len="med"/>
              <a:tailEnd type="none" w="med" len="med"/>
            </a:ln>
          </p:spPr>
        </p:sp>
        <p:sp>
          <p:nvSpPr>
            <p:cNvPr id="42147" name="Line 338"/>
            <p:cNvSpPr/>
            <p:nvPr/>
          </p:nvSpPr>
          <p:spPr>
            <a:xfrm>
              <a:off x="2244" y="1389"/>
              <a:ext cx="0" cy="453"/>
            </a:xfrm>
            <a:prstGeom prst="line">
              <a:avLst/>
            </a:prstGeom>
            <a:ln w="28575" cap="flat" cmpd="sng">
              <a:solidFill>
                <a:srgbClr val="FFCC00"/>
              </a:solidFill>
              <a:prstDash val="solid"/>
              <a:headEnd type="none" w="med" len="med"/>
              <a:tailEnd type="none" w="med" len="med"/>
            </a:ln>
          </p:spPr>
        </p:sp>
        <p:sp>
          <p:nvSpPr>
            <p:cNvPr id="42148" name="Line 339"/>
            <p:cNvSpPr/>
            <p:nvPr/>
          </p:nvSpPr>
          <p:spPr>
            <a:xfrm flipH="1">
              <a:off x="2244" y="708"/>
              <a:ext cx="0" cy="318"/>
            </a:xfrm>
            <a:prstGeom prst="line">
              <a:avLst/>
            </a:prstGeom>
            <a:ln w="28575" cap="flat" cmpd="sng">
              <a:solidFill>
                <a:srgbClr val="FFCC00"/>
              </a:solidFill>
              <a:prstDash val="solid"/>
              <a:headEnd type="none" w="med" len="med"/>
              <a:tailEnd type="none" w="med" len="med"/>
            </a:ln>
          </p:spPr>
        </p:sp>
        <p:sp>
          <p:nvSpPr>
            <p:cNvPr id="42149" name="Line 340"/>
            <p:cNvSpPr/>
            <p:nvPr/>
          </p:nvSpPr>
          <p:spPr>
            <a:xfrm flipV="1">
              <a:off x="611" y="708"/>
              <a:ext cx="1633" cy="0"/>
            </a:xfrm>
            <a:prstGeom prst="line">
              <a:avLst/>
            </a:prstGeom>
            <a:ln w="28575" cap="flat" cmpd="sng">
              <a:solidFill>
                <a:srgbClr val="FFCC00"/>
              </a:solidFill>
              <a:prstDash val="solid"/>
              <a:headEnd type="none" w="med" len="med"/>
              <a:tailEnd type="none" w="med" len="med"/>
            </a:ln>
          </p:spPr>
        </p:sp>
        <p:sp>
          <p:nvSpPr>
            <p:cNvPr id="42150" name="Line 341"/>
            <p:cNvSpPr/>
            <p:nvPr/>
          </p:nvSpPr>
          <p:spPr>
            <a:xfrm>
              <a:off x="656" y="1842"/>
              <a:ext cx="1588" cy="0"/>
            </a:xfrm>
            <a:prstGeom prst="line">
              <a:avLst/>
            </a:prstGeom>
            <a:ln w="28575" cap="flat" cmpd="sng">
              <a:solidFill>
                <a:srgbClr val="FFCC00"/>
              </a:solidFill>
              <a:prstDash val="solid"/>
              <a:headEnd type="none" w="med" len="med"/>
              <a:tailEnd type="none" w="med" len="med"/>
            </a:ln>
          </p:spPr>
        </p:sp>
        <p:sp>
          <p:nvSpPr>
            <p:cNvPr id="42151" name="Line 342"/>
            <p:cNvSpPr/>
            <p:nvPr/>
          </p:nvSpPr>
          <p:spPr>
            <a:xfrm>
              <a:off x="1746" y="754"/>
              <a:ext cx="0" cy="240"/>
            </a:xfrm>
            <a:prstGeom prst="line">
              <a:avLst/>
            </a:prstGeom>
            <a:ln w="28575" cap="flat" cmpd="sng">
              <a:solidFill>
                <a:srgbClr val="00FFFF"/>
              </a:solidFill>
              <a:prstDash val="solid"/>
              <a:headEnd type="none" w="med" len="med"/>
              <a:tailEnd type="triangle" w="med" len="med"/>
            </a:ln>
          </p:spPr>
        </p:sp>
        <p:sp>
          <p:nvSpPr>
            <p:cNvPr id="42152" name="Line 343"/>
            <p:cNvSpPr/>
            <p:nvPr/>
          </p:nvSpPr>
          <p:spPr>
            <a:xfrm>
              <a:off x="2245" y="754"/>
              <a:ext cx="0" cy="240"/>
            </a:xfrm>
            <a:prstGeom prst="line">
              <a:avLst/>
            </a:prstGeom>
            <a:ln w="28575" cap="flat" cmpd="sng">
              <a:solidFill>
                <a:srgbClr val="00FFFF"/>
              </a:solidFill>
              <a:prstDash val="solid"/>
              <a:headEnd type="none" w="med" len="med"/>
              <a:tailEnd type="triangle" w="med" len="med"/>
            </a:ln>
          </p:spPr>
        </p:sp>
        <p:sp>
          <p:nvSpPr>
            <p:cNvPr id="42153" name="Text Box 344"/>
            <p:cNvSpPr txBox="1"/>
            <p:nvPr/>
          </p:nvSpPr>
          <p:spPr>
            <a:xfrm>
              <a:off x="1746" y="799"/>
              <a:ext cx="22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2154" name="Text Box 345"/>
            <p:cNvSpPr txBox="1"/>
            <p:nvPr/>
          </p:nvSpPr>
          <p:spPr>
            <a:xfrm>
              <a:off x="2017" y="799"/>
              <a:ext cx="212"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2155" name="Text Box 346"/>
            <p:cNvSpPr txBox="1"/>
            <p:nvPr/>
          </p:nvSpPr>
          <p:spPr>
            <a:xfrm>
              <a:off x="1881" y="300"/>
              <a:ext cx="30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156" name="Text Box 347"/>
            <p:cNvSpPr txBox="1"/>
            <p:nvPr/>
          </p:nvSpPr>
          <p:spPr>
            <a:xfrm>
              <a:off x="2245" y="663"/>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157" name="Text Box 348"/>
            <p:cNvSpPr txBox="1"/>
            <p:nvPr/>
          </p:nvSpPr>
          <p:spPr>
            <a:xfrm>
              <a:off x="1510" y="682"/>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158" name="Text Box 349"/>
            <p:cNvSpPr txBox="1"/>
            <p:nvPr/>
          </p:nvSpPr>
          <p:spPr>
            <a:xfrm>
              <a:off x="1465" y="1035"/>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159" name="Text Box 350"/>
            <p:cNvSpPr txBox="1"/>
            <p:nvPr/>
          </p:nvSpPr>
          <p:spPr>
            <a:xfrm>
              <a:off x="1973" y="1026"/>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160" name="Text Box 351"/>
            <p:cNvSpPr txBox="1"/>
            <p:nvPr/>
          </p:nvSpPr>
          <p:spPr>
            <a:xfrm>
              <a:off x="521" y="1116"/>
              <a:ext cx="22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p>
          </p:txBody>
        </p:sp>
        <p:sp>
          <p:nvSpPr>
            <p:cNvPr id="42161" name="Text Box 352"/>
            <p:cNvSpPr txBox="1"/>
            <p:nvPr/>
          </p:nvSpPr>
          <p:spPr>
            <a:xfrm>
              <a:off x="703" y="391"/>
              <a:ext cx="17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p>
          </p:txBody>
        </p:sp>
        <p:sp>
          <p:nvSpPr>
            <p:cNvPr id="42162" name="Line 353"/>
            <p:cNvSpPr/>
            <p:nvPr/>
          </p:nvSpPr>
          <p:spPr>
            <a:xfrm>
              <a:off x="703" y="709"/>
              <a:ext cx="336" cy="0"/>
            </a:xfrm>
            <a:prstGeom prst="line">
              <a:avLst/>
            </a:prstGeom>
            <a:ln w="28575" cap="flat" cmpd="sng">
              <a:solidFill>
                <a:srgbClr val="00FFFF"/>
              </a:solidFill>
              <a:prstDash val="solid"/>
              <a:headEnd type="none" w="med" len="med"/>
              <a:tailEnd type="triangle" w="med" len="med"/>
            </a:ln>
          </p:spPr>
        </p:sp>
        <p:sp>
          <p:nvSpPr>
            <p:cNvPr id="42163" name="Oval 354"/>
            <p:cNvSpPr/>
            <p:nvPr/>
          </p:nvSpPr>
          <p:spPr>
            <a:xfrm>
              <a:off x="566" y="688"/>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164" name="Arc 355"/>
            <p:cNvSpPr/>
            <p:nvPr/>
          </p:nvSpPr>
          <p:spPr>
            <a:xfrm rot="-10800000" flipV="1">
              <a:off x="1780" y="504"/>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2165" name="Text Box 356"/>
            <p:cNvSpPr txBox="1"/>
            <p:nvPr/>
          </p:nvSpPr>
          <p:spPr>
            <a:xfrm>
              <a:off x="521" y="754"/>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166" name="Text Box 357"/>
            <p:cNvSpPr txBox="1"/>
            <p:nvPr/>
          </p:nvSpPr>
          <p:spPr>
            <a:xfrm>
              <a:off x="521" y="1434"/>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167" name="Arc 358"/>
            <p:cNvSpPr/>
            <p:nvPr/>
          </p:nvSpPr>
          <p:spPr>
            <a:xfrm rot="10800000" flipH="1" flipV="1">
              <a:off x="2073" y="507"/>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2168" name="Oval 359"/>
            <p:cNvSpPr/>
            <p:nvPr/>
          </p:nvSpPr>
          <p:spPr>
            <a:xfrm>
              <a:off x="602" y="181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42169" name="Group 513"/>
            <p:cNvGrpSpPr/>
            <p:nvPr/>
          </p:nvGrpSpPr>
          <p:grpSpPr>
            <a:xfrm rot="10800000">
              <a:off x="2245" y="1026"/>
              <a:ext cx="90" cy="363"/>
              <a:chOff x="1565" y="2614"/>
              <a:chExt cx="90" cy="486"/>
            </a:xfrm>
          </p:grpSpPr>
          <p:sp>
            <p:nvSpPr>
              <p:cNvPr id="42175" name="Arc 51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76" name="Arc 51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77" name="Arc 51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78" name="Arc 51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2170" name="Group 518"/>
            <p:cNvGrpSpPr/>
            <p:nvPr/>
          </p:nvGrpSpPr>
          <p:grpSpPr>
            <a:xfrm rot="10800000">
              <a:off x="1746" y="1026"/>
              <a:ext cx="90" cy="363"/>
              <a:chOff x="1565" y="2614"/>
              <a:chExt cx="90" cy="486"/>
            </a:xfrm>
          </p:grpSpPr>
          <p:sp>
            <p:nvSpPr>
              <p:cNvPr id="42171" name="Arc 51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72" name="Arc 52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73" name="Arc 52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74" name="Arc 52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24091" name="Group 539"/>
          <p:cNvGrpSpPr/>
          <p:nvPr/>
        </p:nvGrpSpPr>
        <p:grpSpPr>
          <a:xfrm>
            <a:off x="827088" y="3644900"/>
            <a:ext cx="4070350" cy="2409825"/>
            <a:chOff x="521" y="2296"/>
            <a:chExt cx="2564" cy="1518"/>
          </a:xfrm>
        </p:grpSpPr>
        <p:sp>
          <p:nvSpPr>
            <p:cNvPr id="42109" name="Line 401"/>
            <p:cNvSpPr/>
            <p:nvPr/>
          </p:nvSpPr>
          <p:spPr>
            <a:xfrm flipV="1">
              <a:off x="612" y="2659"/>
              <a:ext cx="498" cy="0"/>
            </a:xfrm>
            <a:prstGeom prst="line">
              <a:avLst/>
            </a:prstGeom>
            <a:ln w="28575" cap="flat" cmpd="sng">
              <a:solidFill>
                <a:srgbClr val="FFCC00"/>
              </a:solidFill>
              <a:prstDash val="solid"/>
              <a:headEnd type="none" w="med" len="med"/>
              <a:tailEnd type="none" w="med" len="med"/>
            </a:ln>
          </p:spPr>
        </p:sp>
        <p:sp>
          <p:nvSpPr>
            <p:cNvPr id="42110" name="Text Box 369"/>
            <p:cNvSpPr txBox="1"/>
            <p:nvPr/>
          </p:nvSpPr>
          <p:spPr>
            <a:xfrm>
              <a:off x="930" y="2976"/>
              <a:ext cx="766"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dirty="0">
                  <a:solidFill>
                    <a:schemeClr val="bg1"/>
                  </a:solidFill>
                  <a:latin typeface="宋体" panose="02010600030101010101" pitchFamily="2" charset="-122"/>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111" name="Text Box 370"/>
            <p:cNvSpPr txBox="1"/>
            <p:nvPr/>
          </p:nvSpPr>
          <p:spPr>
            <a:xfrm>
              <a:off x="1156" y="2296"/>
              <a:ext cx="589" cy="327"/>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112" name="Text Box 371"/>
            <p:cNvSpPr txBox="1"/>
            <p:nvPr/>
          </p:nvSpPr>
          <p:spPr>
            <a:xfrm>
              <a:off x="2319" y="3022"/>
              <a:ext cx="766"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r>
                <a:rPr lang="en-US" altLang="zh-CN" dirty="0">
                  <a:solidFill>
                    <a:schemeClr val="bg1"/>
                  </a:solidFill>
                  <a:latin typeface="宋体" panose="02010600030101010101" pitchFamily="2" charset="-122"/>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113" name="Line 372"/>
            <p:cNvSpPr/>
            <p:nvPr/>
          </p:nvSpPr>
          <p:spPr>
            <a:xfrm>
              <a:off x="1745" y="3340"/>
              <a:ext cx="0" cy="453"/>
            </a:xfrm>
            <a:prstGeom prst="line">
              <a:avLst/>
            </a:prstGeom>
            <a:ln w="28575" cap="flat" cmpd="sng">
              <a:solidFill>
                <a:srgbClr val="FFCC00"/>
              </a:solidFill>
              <a:prstDash val="solid"/>
              <a:headEnd type="none" w="med" len="med"/>
              <a:tailEnd type="oval" w="med" len="med"/>
            </a:ln>
          </p:spPr>
        </p:sp>
        <p:sp>
          <p:nvSpPr>
            <p:cNvPr id="42114" name="Line 373"/>
            <p:cNvSpPr/>
            <p:nvPr/>
          </p:nvSpPr>
          <p:spPr>
            <a:xfrm flipH="1">
              <a:off x="1745" y="2659"/>
              <a:ext cx="5" cy="318"/>
            </a:xfrm>
            <a:prstGeom prst="line">
              <a:avLst/>
            </a:prstGeom>
            <a:ln w="28575" cap="flat" cmpd="sng">
              <a:solidFill>
                <a:srgbClr val="FFCC00"/>
              </a:solidFill>
              <a:prstDash val="solid"/>
              <a:headEnd type="oval" w="med" len="med"/>
              <a:tailEnd type="none" w="med" len="med"/>
            </a:ln>
          </p:spPr>
        </p:sp>
        <p:sp>
          <p:nvSpPr>
            <p:cNvPr id="42115" name="Line 374"/>
            <p:cNvSpPr/>
            <p:nvPr/>
          </p:nvSpPr>
          <p:spPr>
            <a:xfrm>
              <a:off x="2244" y="3340"/>
              <a:ext cx="0" cy="453"/>
            </a:xfrm>
            <a:prstGeom prst="line">
              <a:avLst/>
            </a:prstGeom>
            <a:ln w="28575" cap="flat" cmpd="sng">
              <a:solidFill>
                <a:srgbClr val="FFCC00"/>
              </a:solidFill>
              <a:prstDash val="solid"/>
              <a:headEnd type="none" w="med" len="med"/>
              <a:tailEnd type="none" w="med" len="med"/>
            </a:ln>
          </p:spPr>
        </p:sp>
        <p:sp>
          <p:nvSpPr>
            <p:cNvPr id="42116" name="Line 375"/>
            <p:cNvSpPr/>
            <p:nvPr/>
          </p:nvSpPr>
          <p:spPr>
            <a:xfrm flipH="1">
              <a:off x="2244" y="2659"/>
              <a:ext cx="0" cy="318"/>
            </a:xfrm>
            <a:prstGeom prst="line">
              <a:avLst/>
            </a:prstGeom>
            <a:ln w="28575" cap="flat" cmpd="sng">
              <a:solidFill>
                <a:srgbClr val="FFCC00"/>
              </a:solidFill>
              <a:prstDash val="solid"/>
              <a:headEnd type="none" w="med" len="med"/>
              <a:tailEnd type="none" w="med" len="med"/>
            </a:ln>
          </p:spPr>
        </p:sp>
        <p:sp>
          <p:nvSpPr>
            <p:cNvPr id="42117" name="Line 376"/>
            <p:cNvSpPr/>
            <p:nvPr/>
          </p:nvSpPr>
          <p:spPr>
            <a:xfrm flipV="1">
              <a:off x="1519" y="2659"/>
              <a:ext cx="725" cy="0"/>
            </a:xfrm>
            <a:prstGeom prst="line">
              <a:avLst/>
            </a:prstGeom>
            <a:ln w="28575" cap="flat" cmpd="sng">
              <a:solidFill>
                <a:srgbClr val="FFCC00"/>
              </a:solidFill>
              <a:prstDash val="solid"/>
              <a:headEnd type="none" w="med" len="med"/>
              <a:tailEnd type="none" w="med" len="med"/>
            </a:ln>
          </p:spPr>
        </p:sp>
        <p:sp>
          <p:nvSpPr>
            <p:cNvPr id="42118" name="Line 377"/>
            <p:cNvSpPr/>
            <p:nvPr/>
          </p:nvSpPr>
          <p:spPr>
            <a:xfrm>
              <a:off x="656" y="3793"/>
              <a:ext cx="1588" cy="0"/>
            </a:xfrm>
            <a:prstGeom prst="line">
              <a:avLst/>
            </a:prstGeom>
            <a:ln w="28575" cap="flat" cmpd="sng">
              <a:solidFill>
                <a:srgbClr val="FFCC00"/>
              </a:solidFill>
              <a:prstDash val="solid"/>
              <a:headEnd type="none" w="med" len="med"/>
              <a:tailEnd type="none" w="med" len="med"/>
            </a:ln>
          </p:spPr>
        </p:sp>
        <p:sp>
          <p:nvSpPr>
            <p:cNvPr id="42119" name="Line 378"/>
            <p:cNvSpPr/>
            <p:nvPr/>
          </p:nvSpPr>
          <p:spPr>
            <a:xfrm>
              <a:off x="1746" y="2704"/>
              <a:ext cx="0" cy="240"/>
            </a:xfrm>
            <a:prstGeom prst="line">
              <a:avLst/>
            </a:prstGeom>
            <a:ln w="28575" cap="flat" cmpd="sng">
              <a:solidFill>
                <a:srgbClr val="00FFFF"/>
              </a:solidFill>
              <a:prstDash val="solid"/>
              <a:headEnd type="none" w="med" len="med"/>
              <a:tailEnd type="triangle" w="med" len="med"/>
            </a:ln>
          </p:spPr>
        </p:sp>
        <p:sp>
          <p:nvSpPr>
            <p:cNvPr id="42120" name="Line 379"/>
            <p:cNvSpPr/>
            <p:nvPr/>
          </p:nvSpPr>
          <p:spPr>
            <a:xfrm>
              <a:off x="2245" y="2704"/>
              <a:ext cx="0" cy="240"/>
            </a:xfrm>
            <a:prstGeom prst="line">
              <a:avLst/>
            </a:prstGeom>
            <a:ln w="28575" cap="flat" cmpd="sng">
              <a:solidFill>
                <a:srgbClr val="00FFFF"/>
              </a:solidFill>
              <a:prstDash val="solid"/>
              <a:headEnd type="none" w="med" len="med"/>
              <a:tailEnd type="triangle" w="med" len="med"/>
            </a:ln>
          </p:spPr>
        </p:sp>
        <p:sp>
          <p:nvSpPr>
            <p:cNvPr id="42121" name="Text Box 380"/>
            <p:cNvSpPr txBox="1"/>
            <p:nvPr/>
          </p:nvSpPr>
          <p:spPr>
            <a:xfrm>
              <a:off x="2245" y="2614"/>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122" name="Text Box 381"/>
            <p:cNvSpPr txBox="1"/>
            <p:nvPr/>
          </p:nvSpPr>
          <p:spPr>
            <a:xfrm>
              <a:off x="1492" y="2614"/>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123" name="Text Box 382"/>
            <p:cNvSpPr txBox="1"/>
            <p:nvPr/>
          </p:nvSpPr>
          <p:spPr>
            <a:xfrm>
              <a:off x="521" y="3067"/>
              <a:ext cx="22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p>
          </p:txBody>
        </p:sp>
        <p:sp>
          <p:nvSpPr>
            <p:cNvPr id="42124" name="Text Box 383"/>
            <p:cNvSpPr txBox="1"/>
            <p:nvPr/>
          </p:nvSpPr>
          <p:spPr>
            <a:xfrm>
              <a:off x="748" y="2341"/>
              <a:ext cx="178"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p>
          </p:txBody>
        </p:sp>
        <p:sp>
          <p:nvSpPr>
            <p:cNvPr id="42125" name="Line 384"/>
            <p:cNvSpPr/>
            <p:nvPr/>
          </p:nvSpPr>
          <p:spPr>
            <a:xfrm>
              <a:off x="657" y="2659"/>
              <a:ext cx="336" cy="0"/>
            </a:xfrm>
            <a:prstGeom prst="line">
              <a:avLst/>
            </a:prstGeom>
            <a:ln w="28575" cap="flat" cmpd="sng">
              <a:solidFill>
                <a:srgbClr val="00FFFF"/>
              </a:solidFill>
              <a:prstDash val="solid"/>
              <a:headEnd type="none" w="med" len="med"/>
              <a:tailEnd type="triangle" w="med" len="med"/>
            </a:ln>
          </p:spPr>
        </p:sp>
        <p:sp>
          <p:nvSpPr>
            <p:cNvPr id="42126" name="Oval 385"/>
            <p:cNvSpPr/>
            <p:nvPr/>
          </p:nvSpPr>
          <p:spPr>
            <a:xfrm>
              <a:off x="566" y="2639"/>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127" name="Text Box 386"/>
            <p:cNvSpPr txBox="1"/>
            <p:nvPr/>
          </p:nvSpPr>
          <p:spPr>
            <a:xfrm>
              <a:off x="521" y="2705"/>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128" name="Text Box 387"/>
            <p:cNvSpPr txBox="1"/>
            <p:nvPr/>
          </p:nvSpPr>
          <p:spPr>
            <a:xfrm>
              <a:off x="521" y="3385"/>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129" name="Oval 388"/>
            <p:cNvSpPr/>
            <p:nvPr/>
          </p:nvSpPr>
          <p:spPr>
            <a:xfrm>
              <a:off x="602" y="3766"/>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42130" name="Group 524"/>
            <p:cNvGrpSpPr/>
            <p:nvPr/>
          </p:nvGrpSpPr>
          <p:grpSpPr>
            <a:xfrm rot="10800000">
              <a:off x="2245" y="2976"/>
              <a:ext cx="90" cy="363"/>
              <a:chOff x="1565" y="2614"/>
              <a:chExt cx="90" cy="486"/>
            </a:xfrm>
          </p:grpSpPr>
          <p:sp>
            <p:nvSpPr>
              <p:cNvPr id="42141" name="Arc 52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42" name="Arc 52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43" name="Arc 52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44" name="Arc 52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2131" name="Group 529"/>
            <p:cNvGrpSpPr/>
            <p:nvPr/>
          </p:nvGrpSpPr>
          <p:grpSpPr>
            <a:xfrm rot="10800000">
              <a:off x="1746" y="2976"/>
              <a:ext cx="90" cy="363"/>
              <a:chOff x="1565" y="2614"/>
              <a:chExt cx="90" cy="486"/>
            </a:xfrm>
          </p:grpSpPr>
          <p:sp>
            <p:nvSpPr>
              <p:cNvPr id="42137" name="Arc 53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38" name="Arc 53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39" name="Arc 53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40" name="Arc 53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2132" name="Group 534"/>
            <p:cNvGrpSpPr/>
            <p:nvPr/>
          </p:nvGrpSpPr>
          <p:grpSpPr>
            <a:xfrm rot="5400000">
              <a:off x="1269" y="2409"/>
              <a:ext cx="91" cy="408"/>
              <a:chOff x="1565" y="2614"/>
              <a:chExt cx="90" cy="486"/>
            </a:xfrm>
          </p:grpSpPr>
          <p:sp>
            <p:nvSpPr>
              <p:cNvPr id="42133" name="Arc 53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34" name="Arc 53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35" name="Arc 53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36" name="Arc 53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24105" name="Group 553"/>
          <p:cNvGrpSpPr/>
          <p:nvPr/>
        </p:nvGrpSpPr>
        <p:grpSpPr>
          <a:xfrm>
            <a:off x="4787900" y="476250"/>
            <a:ext cx="3435350" cy="2336800"/>
            <a:chOff x="3016" y="300"/>
            <a:chExt cx="2164" cy="1472"/>
          </a:xfrm>
        </p:grpSpPr>
        <p:sp>
          <p:nvSpPr>
            <p:cNvPr id="42070" name="Line 403"/>
            <p:cNvSpPr/>
            <p:nvPr/>
          </p:nvSpPr>
          <p:spPr>
            <a:xfrm flipH="1">
              <a:off x="3923" y="1298"/>
              <a:ext cx="0" cy="441"/>
            </a:xfrm>
            <a:prstGeom prst="line">
              <a:avLst/>
            </a:prstGeom>
            <a:ln w="28575" cap="flat" cmpd="sng">
              <a:solidFill>
                <a:srgbClr val="FFCC00"/>
              </a:solidFill>
              <a:prstDash val="solid"/>
              <a:headEnd type="none" w="med" len="med"/>
              <a:tailEnd type="none" w="med" len="med"/>
            </a:ln>
          </p:spPr>
        </p:sp>
        <p:sp>
          <p:nvSpPr>
            <p:cNvPr id="42071" name="Line 404"/>
            <p:cNvSpPr/>
            <p:nvPr/>
          </p:nvSpPr>
          <p:spPr>
            <a:xfrm>
              <a:off x="3928" y="704"/>
              <a:ext cx="0" cy="240"/>
            </a:xfrm>
            <a:prstGeom prst="line">
              <a:avLst/>
            </a:prstGeom>
            <a:ln w="28575" cap="flat" cmpd="sng">
              <a:solidFill>
                <a:srgbClr val="FFCC00"/>
              </a:solidFill>
              <a:prstDash val="solid"/>
              <a:headEnd type="none" w="med" len="med"/>
              <a:tailEnd type="none" w="med" len="med"/>
            </a:ln>
          </p:spPr>
        </p:sp>
        <p:sp>
          <p:nvSpPr>
            <p:cNvPr id="42072" name="Line 405"/>
            <p:cNvSpPr/>
            <p:nvPr/>
          </p:nvSpPr>
          <p:spPr>
            <a:xfrm>
              <a:off x="4422" y="704"/>
              <a:ext cx="0" cy="220"/>
            </a:xfrm>
            <a:prstGeom prst="line">
              <a:avLst/>
            </a:prstGeom>
            <a:ln w="28575" cap="flat" cmpd="sng">
              <a:solidFill>
                <a:srgbClr val="FFCC00"/>
              </a:solidFill>
              <a:prstDash val="solid"/>
              <a:headEnd type="none" w="med" len="med"/>
              <a:tailEnd type="none" w="med" len="med"/>
            </a:ln>
          </p:spPr>
        </p:sp>
        <p:sp>
          <p:nvSpPr>
            <p:cNvPr id="42073" name="Text Box 406"/>
            <p:cNvSpPr txBox="1"/>
            <p:nvPr/>
          </p:nvSpPr>
          <p:spPr>
            <a:xfrm>
              <a:off x="3906" y="720"/>
              <a:ext cx="22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74" name="Text Box 407"/>
            <p:cNvSpPr txBox="1"/>
            <p:nvPr/>
          </p:nvSpPr>
          <p:spPr>
            <a:xfrm>
              <a:off x="4195" y="741"/>
              <a:ext cx="212"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75" name="Text Box 408"/>
            <p:cNvSpPr txBox="1"/>
            <p:nvPr/>
          </p:nvSpPr>
          <p:spPr>
            <a:xfrm>
              <a:off x="4024" y="300"/>
              <a:ext cx="30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76" name="Text Box 409"/>
            <p:cNvSpPr txBox="1"/>
            <p:nvPr/>
          </p:nvSpPr>
          <p:spPr>
            <a:xfrm>
              <a:off x="4649" y="346"/>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77" name="Text Box 410"/>
            <p:cNvSpPr txBox="1"/>
            <p:nvPr/>
          </p:nvSpPr>
          <p:spPr>
            <a:xfrm>
              <a:off x="3243" y="346"/>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78" name="Text Box 411"/>
            <p:cNvSpPr txBox="1"/>
            <p:nvPr/>
          </p:nvSpPr>
          <p:spPr>
            <a:xfrm>
              <a:off x="3651" y="890"/>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79" name="Text Box 412"/>
            <p:cNvSpPr txBox="1"/>
            <p:nvPr/>
          </p:nvSpPr>
          <p:spPr>
            <a:xfrm>
              <a:off x="4422" y="890"/>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80" name="Text Box 413"/>
            <p:cNvSpPr txBox="1"/>
            <p:nvPr/>
          </p:nvSpPr>
          <p:spPr>
            <a:xfrm>
              <a:off x="3016" y="950"/>
              <a:ext cx="30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p>
          </p:txBody>
        </p:sp>
        <p:sp>
          <p:nvSpPr>
            <p:cNvPr id="42081" name="Oval 415"/>
            <p:cNvSpPr/>
            <p:nvPr/>
          </p:nvSpPr>
          <p:spPr>
            <a:xfrm>
              <a:off x="3095" y="670"/>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82" name="Arc 416"/>
            <p:cNvSpPr/>
            <p:nvPr/>
          </p:nvSpPr>
          <p:spPr>
            <a:xfrm rot="-10800000" flipV="1">
              <a:off x="3923" y="504"/>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2083" name="Text Box 417"/>
            <p:cNvSpPr txBox="1"/>
            <p:nvPr/>
          </p:nvSpPr>
          <p:spPr>
            <a:xfrm>
              <a:off x="3016" y="663"/>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84" name="Text Box 418"/>
            <p:cNvSpPr txBox="1"/>
            <p:nvPr/>
          </p:nvSpPr>
          <p:spPr>
            <a:xfrm>
              <a:off x="3016" y="1376"/>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85" name="Arc 419"/>
            <p:cNvSpPr/>
            <p:nvPr/>
          </p:nvSpPr>
          <p:spPr>
            <a:xfrm rot="10800000" flipH="1" flipV="1">
              <a:off x="4216" y="507"/>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2086" name="Line 421"/>
            <p:cNvSpPr/>
            <p:nvPr/>
          </p:nvSpPr>
          <p:spPr>
            <a:xfrm>
              <a:off x="3152" y="695"/>
              <a:ext cx="771" cy="0"/>
            </a:xfrm>
            <a:prstGeom prst="line">
              <a:avLst/>
            </a:prstGeom>
            <a:ln w="28575" cap="flat" cmpd="sng">
              <a:solidFill>
                <a:srgbClr val="FFCC00"/>
              </a:solidFill>
              <a:prstDash val="solid"/>
              <a:headEnd type="none" w="med" len="med"/>
              <a:tailEnd type="none" w="med" len="med"/>
            </a:ln>
          </p:spPr>
        </p:sp>
        <p:sp>
          <p:nvSpPr>
            <p:cNvPr id="42087" name="Line 422"/>
            <p:cNvSpPr/>
            <p:nvPr/>
          </p:nvSpPr>
          <p:spPr>
            <a:xfrm>
              <a:off x="3152" y="1745"/>
              <a:ext cx="771" cy="0"/>
            </a:xfrm>
            <a:prstGeom prst="line">
              <a:avLst/>
            </a:prstGeom>
            <a:ln w="28575" cap="flat" cmpd="sng">
              <a:solidFill>
                <a:srgbClr val="FFCC00"/>
              </a:solidFill>
              <a:prstDash val="solid"/>
              <a:headEnd type="none" w="med" len="med"/>
              <a:tailEnd type="none" w="med" len="med"/>
            </a:ln>
          </p:spPr>
        </p:sp>
        <p:sp>
          <p:nvSpPr>
            <p:cNvPr id="42088" name="Line 423"/>
            <p:cNvSpPr/>
            <p:nvPr/>
          </p:nvSpPr>
          <p:spPr>
            <a:xfrm>
              <a:off x="4422" y="695"/>
              <a:ext cx="589" cy="0"/>
            </a:xfrm>
            <a:prstGeom prst="line">
              <a:avLst/>
            </a:prstGeom>
            <a:ln w="28575" cap="flat" cmpd="sng">
              <a:solidFill>
                <a:srgbClr val="FFCC00"/>
              </a:solidFill>
              <a:prstDash val="solid"/>
              <a:headEnd type="none" w="med" len="med"/>
              <a:tailEnd type="none" w="med" len="med"/>
            </a:ln>
          </p:spPr>
        </p:sp>
        <p:sp>
          <p:nvSpPr>
            <p:cNvPr id="42089" name="Line 425"/>
            <p:cNvSpPr/>
            <p:nvPr/>
          </p:nvSpPr>
          <p:spPr>
            <a:xfrm>
              <a:off x="4421" y="1745"/>
              <a:ext cx="636" cy="0"/>
            </a:xfrm>
            <a:prstGeom prst="line">
              <a:avLst/>
            </a:prstGeom>
            <a:ln w="28575" cap="flat" cmpd="sng">
              <a:solidFill>
                <a:srgbClr val="FFCC00"/>
              </a:solidFill>
              <a:prstDash val="solid"/>
              <a:headEnd type="none" w="med" len="med"/>
              <a:tailEnd type="none" w="med" len="med"/>
            </a:ln>
          </p:spPr>
        </p:sp>
        <p:sp>
          <p:nvSpPr>
            <p:cNvPr id="42090" name="Text Box 427"/>
            <p:cNvSpPr txBox="1"/>
            <p:nvPr/>
          </p:nvSpPr>
          <p:spPr>
            <a:xfrm>
              <a:off x="4876" y="1026"/>
              <a:ext cx="30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p>
          </p:txBody>
        </p:sp>
        <p:sp>
          <p:nvSpPr>
            <p:cNvPr id="42091" name="Text Box 428"/>
            <p:cNvSpPr txBox="1"/>
            <p:nvPr/>
          </p:nvSpPr>
          <p:spPr>
            <a:xfrm>
              <a:off x="4875" y="695"/>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92" name="Text Box 429"/>
            <p:cNvSpPr txBox="1"/>
            <p:nvPr/>
          </p:nvSpPr>
          <p:spPr>
            <a:xfrm>
              <a:off x="4921" y="1376"/>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93" name="Line 430"/>
            <p:cNvSpPr/>
            <p:nvPr/>
          </p:nvSpPr>
          <p:spPr>
            <a:xfrm>
              <a:off x="4558" y="700"/>
              <a:ext cx="363" cy="0"/>
            </a:xfrm>
            <a:prstGeom prst="line">
              <a:avLst/>
            </a:prstGeom>
            <a:ln w="28575" cap="flat" cmpd="sng">
              <a:solidFill>
                <a:srgbClr val="00FFFF"/>
              </a:solidFill>
              <a:prstDash val="solid"/>
              <a:headEnd type="triangle" w="med" len="med"/>
              <a:tailEnd type="none" w="med" len="med"/>
            </a:ln>
          </p:spPr>
        </p:sp>
        <p:sp>
          <p:nvSpPr>
            <p:cNvPr id="42094" name="Line 431"/>
            <p:cNvSpPr/>
            <p:nvPr/>
          </p:nvSpPr>
          <p:spPr>
            <a:xfrm>
              <a:off x="4422" y="1285"/>
              <a:ext cx="0" cy="454"/>
            </a:xfrm>
            <a:prstGeom prst="line">
              <a:avLst/>
            </a:prstGeom>
            <a:ln w="28575" cap="flat" cmpd="sng">
              <a:solidFill>
                <a:srgbClr val="FFCC00"/>
              </a:solidFill>
              <a:prstDash val="solid"/>
              <a:headEnd type="none" w="med" len="med"/>
              <a:tailEnd type="none" w="med" len="med"/>
            </a:ln>
          </p:spPr>
        </p:sp>
        <p:grpSp>
          <p:nvGrpSpPr>
            <p:cNvPr id="42095" name="Group 540"/>
            <p:cNvGrpSpPr/>
            <p:nvPr/>
          </p:nvGrpSpPr>
          <p:grpSpPr>
            <a:xfrm>
              <a:off x="4341" y="926"/>
              <a:ext cx="91" cy="363"/>
              <a:chOff x="1565" y="2614"/>
              <a:chExt cx="90" cy="486"/>
            </a:xfrm>
          </p:grpSpPr>
          <p:sp>
            <p:nvSpPr>
              <p:cNvPr id="42105" name="Arc 54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06" name="Arc 54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07" name="Arc 54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08" name="Arc 54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2096" name="Group 545"/>
            <p:cNvGrpSpPr/>
            <p:nvPr/>
          </p:nvGrpSpPr>
          <p:grpSpPr>
            <a:xfrm rot="10800000">
              <a:off x="3914" y="944"/>
              <a:ext cx="90" cy="363"/>
              <a:chOff x="1565" y="2614"/>
              <a:chExt cx="90" cy="486"/>
            </a:xfrm>
          </p:grpSpPr>
          <p:sp>
            <p:nvSpPr>
              <p:cNvPr id="42101" name="Arc 54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02" name="Arc 54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03" name="Arc 54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104" name="Arc 54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2097" name="Line 414"/>
            <p:cNvSpPr/>
            <p:nvPr/>
          </p:nvSpPr>
          <p:spPr>
            <a:xfrm>
              <a:off x="3243" y="700"/>
              <a:ext cx="336" cy="0"/>
            </a:xfrm>
            <a:prstGeom prst="line">
              <a:avLst/>
            </a:prstGeom>
            <a:ln w="28575" cap="flat" cmpd="sng">
              <a:solidFill>
                <a:srgbClr val="00FFFF"/>
              </a:solidFill>
              <a:prstDash val="solid"/>
              <a:headEnd type="none" w="med" len="med"/>
              <a:tailEnd type="triangle" w="med" len="med"/>
            </a:ln>
          </p:spPr>
        </p:sp>
        <p:sp>
          <p:nvSpPr>
            <p:cNvPr id="42098" name="Oval 550"/>
            <p:cNvSpPr/>
            <p:nvPr/>
          </p:nvSpPr>
          <p:spPr>
            <a:xfrm>
              <a:off x="3097" y="1724"/>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99" name="Oval 551"/>
            <p:cNvSpPr/>
            <p:nvPr/>
          </p:nvSpPr>
          <p:spPr>
            <a:xfrm>
              <a:off x="5057" y="171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100" name="Oval 552"/>
            <p:cNvSpPr/>
            <p:nvPr/>
          </p:nvSpPr>
          <p:spPr>
            <a:xfrm>
              <a:off x="5012" y="670"/>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24106" name="Group 554"/>
          <p:cNvGrpSpPr/>
          <p:nvPr/>
        </p:nvGrpSpPr>
        <p:grpSpPr>
          <a:xfrm>
            <a:off x="4787900" y="549275"/>
            <a:ext cx="4032250" cy="2663825"/>
            <a:chOff x="2971" y="2160"/>
            <a:chExt cx="2540" cy="1678"/>
          </a:xfrm>
        </p:grpSpPr>
        <p:sp>
          <p:nvSpPr>
            <p:cNvPr id="42029" name="Rectangle 555"/>
            <p:cNvSpPr/>
            <p:nvPr/>
          </p:nvSpPr>
          <p:spPr>
            <a:xfrm>
              <a:off x="2971" y="2160"/>
              <a:ext cx="2540" cy="1678"/>
            </a:xfrm>
            <a:prstGeom prst="rect">
              <a:avLst/>
            </a:prstGeom>
            <a:solidFill>
              <a:schemeClr val="bg2"/>
            </a:solidFill>
            <a:ln w="9525">
              <a:noFill/>
            </a:ln>
          </p:spPr>
          <p:txBody>
            <a:bodyPr wrap="none" anchor="ctr" anchorCtr="0"/>
            <a:lstStyle/>
            <a:p>
              <a:pPr eaLnBrk="1" hangingPunct="1"/>
              <a:endParaRPr lang="zh-CN" altLang="en-US" dirty="0">
                <a:latin typeface="Times New Roman" panose="02020603050405020304" pitchFamily="18" charset="0"/>
              </a:endParaRPr>
            </a:p>
          </p:txBody>
        </p:sp>
        <p:sp>
          <p:nvSpPr>
            <p:cNvPr id="42030" name="Line 556"/>
            <p:cNvSpPr/>
            <p:nvPr/>
          </p:nvSpPr>
          <p:spPr>
            <a:xfrm>
              <a:off x="3288" y="2613"/>
              <a:ext cx="771" cy="0"/>
            </a:xfrm>
            <a:prstGeom prst="line">
              <a:avLst/>
            </a:prstGeom>
            <a:ln w="28575" cap="flat" cmpd="sng">
              <a:solidFill>
                <a:srgbClr val="FFCC00"/>
              </a:solidFill>
              <a:prstDash val="solid"/>
              <a:headEnd type="none" w="med" len="med"/>
              <a:tailEnd type="none" w="med" len="med"/>
            </a:ln>
          </p:spPr>
        </p:sp>
        <p:sp>
          <p:nvSpPr>
            <p:cNvPr id="42031" name="Line 557"/>
            <p:cNvSpPr/>
            <p:nvPr/>
          </p:nvSpPr>
          <p:spPr>
            <a:xfrm flipH="1">
              <a:off x="4059" y="3203"/>
              <a:ext cx="0" cy="272"/>
            </a:xfrm>
            <a:prstGeom prst="line">
              <a:avLst/>
            </a:prstGeom>
            <a:ln w="28575" cap="flat" cmpd="sng">
              <a:solidFill>
                <a:srgbClr val="FFCC00"/>
              </a:solidFill>
              <a:prstDash val="solid"/>
              <a:headEnd type="none" w="med" len="med"/>
              <a:tailEnd type="none" w="med" len="med"/>
            </a:ln>
          </p:spPr>
        </p:sp>
        <p:sp>
          <p:nvSpPr>
            <p:cNvPr id="42032" name="Line 558"/>
            <p:cNvSpPr/>
            <p:nvPr/>
          </p:nvSpPr>
          <p:spPr>
            <a:xfrm>
              <a:off x="4064" y="2622"/>
              <a:ext cx="0" cy="240"/>
            </a:xfrm>
            <a:prstGeom prst="line">
              <a:avLst/>
            </a:prstGeom>
            <a:ln w="28575" cap="flat" cmpd="sng">
              <a:solidFill>
                <a:srgbClr val="FFCC00"/>
              </a:solidFill>
              <a:prstDash val="solid"/>
              <a:headEnd type="none" w="med" len="med"/>
              <a:tailEnd type="none" w="med" len="med"/>
            </a:ln>
          </p:spPr>
        </p:sp>
        <p:sp>
          <p:nvSpPr>
            <p:cNvPr id="42033" name="Line 559"/>
            <p:cNvSpPr/>
            <p:nvPr/>
          </p:nvSpPr>
          <p:spPr>
            <a:xfrm>
              <a:off x="4558" y="2622"/>
              <a:ext cx="0" cy="220"/>
            </a:xfrm>
            <a:prstGeom prst="line">
              <a:avLst/>
            </a:prstGeom>
            <a:ln w="28575" cap="flat" cmpd="sng">
              <a:solidFill>
                <a:srgbClr val="FFCC00"/>
              </a:solidFill>
              <a:prstDash val="solid"/>
              <a:headEnd type="none" w="med" len="med"/>
              <a:tailEnd type="none" w="med" len="med"/>
            </a:ln>
          </p:spPr>
        </p:sp>
        <p:sp>
          <p:nvSpPr>
            <p:cNvPr id="42034" name="Text Box 560"/>
            <p:cNvSpPr txBox="1"/>
            <p:nvPr/>
          </p:nvSpPr>
          <p:spPr>
            <a:xfrm>
              <a:off x="4042" y="2638"/>
              <a:ext cx="22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35" name="Text Box 561"/>
            <p:cNvSpPr txBox="1"/>
            <p:nvPr/>
          </p:nvSpPr>
          <p:spPr>
            <a:xfrm>
              <a:off x="4331" y="2659"/>
              <a:ext cx="212"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36" name="Text Box 562"/>
            <p:cNvSpPr txBox="1"/>
            <p:nvPr/>
          </p:nvSpPr>
          <p:spPr>
            <a:xfrm>
              <a:off x="4160" y="2218"/>
              <a:ext cx="30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37" name="Text Box 563"/>
            <p:cNvSpPr txBox="1"/>
            <p:nvPr/>
          </p:nvSpPr>
          <p:spPr>
            <a:xfrm>
              <a:off x="4785" y="2251"/>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38" name="Text Box 564"/>
            <p:cNvSpPr txBox="1"/>
            <p:nvPr/>
          </p:nvSpPr>
          <p:spPr>
            <a:xfrm>
              <a:off x="3288" y="2251"/>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39" name="Text Box 565"/>
            <p:cNvSpPr txBox="1"/>
            <p:nvPr/>
          </p:nvSpPr>
          <p:spPr>
            <a:xfrm>
              <a:off x="3772" y="2868"/>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40" name="Text Box 566"/>
            <p:cNvSpPr txBox="1"/>
            <p:nvPr/>
          </p:nvSpPr>
          <p:spPr>
            <a:xfrm>
              <a:off x="4558" y="2840"/>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41" name="Text Box 567"/>
            <p:cNvSpPr txBox="1"/>
            <p:nvPr/>
          </p:nvSpPr>
          <p:spPr>
            <a:xfrm>
              <a:off x="3152" y="2868"/>
              <a:ext cx="30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p>
          </p:txBody>
        </p:sp>
        <p:sp>
          <p:nvSpPr>
            <p:cNvPr id="42042" name="Line 568"/>
            <p:cNvSpPr/>
            <p:nvPr/>
          </p:nvSpPr>
          <p:spPr>
            <a:xfrm>
              <a:off x="3334" y="2614"/>
              <a:ext cx="336" cy="0"/>
            </a:xfrm>
            <a:prstGeom prst="line">
              <a:avLst/>
            </a:prstGeom>
            <a:ln w="28575" cap="flat" cmpd="sng">
              <a:solidFill>
                <a:srgbClr val="00FFFF"/>
              </a:solidFill>
              <a:prstDash val="solid"/>
              <a:headEnd type="none" w="med" len="med"/>
              <a:tailEnd type="triangle" w="med" len="med"/>
            </a:ln>
          </p:spPr>
        </p:sp>
        <p:sp>
          <p:nvSpPr>
            <p:cNvPr id="42043" name="Oval 569"/>
            <p:cNvSpPr/>
            <p:nvPr/>
          </p:nvSpPr>
          <p:spPr>
            <a:xfrm>
              <a:off x="3240" y="2588"/>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44" name="Arc 570"/>
            <p:cNvSpPr/>
            <p:nvPr/>
          </p:nvSpPr>
          <p:spPr>
            <a:xfrm rot="-10800000" flipV="1">
              <a:off x="4059" y="2422"/>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2045" name="Text Box 571"/>
            <p:cNvSpPr txBox="1"/>
            <p:nvPr/>
          </p:nvSpPr>
          <p:spPr>
            <a:xfrm>
              <a:off x="3152" y="2622"/>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46" name="Text Box 572"/>
            <p:cNvSpPr txBox="1"/>
            <p:nvPr/>
          </p:nvSpPr>
          <p:spPr>
            <a:xfrm>
              <a:off x="3152" y="3294"/>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47" name="Arc 573"/>
            <p:cNvSpPr/>
            <p:nvPr/>
          </p:nvSpPr>
          <p:spPr>
            <a:xfrm rot="10800000" flipH="1" flipV="1">
              <a:off x="4352" y="2425"/>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2048" name="Oval 574"/>
            <p:cNvSpPr/>
            <p:nvPr/>
          </p:nvSpPr>
          <p:spPr>
            <a:xfrm>
              <a:off x="3231" y="364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49" name="Line 575"/>
            <p:cNvSpPr/>
            <p:nvPr/>
          </p:nvSpPr>
          <p:spPr>
            <a:xfrm flipV="1">
              <a:off x="3288" y="3656"/>
              <a:ext cx="1905" cy="7"/>
            </a:xfrm>
            <a:prstGeom prst="line">
              <a:avLst/>
            </a:prstGeom>
            <a:ln w="28575" cap="flat" cmpd="sng">
              <a:solidFill>
                <a:srgbClr val="FFCC00"/>
              </a:solidFill>
              <a:prstDash val="solid"/>
              <a:headEnd type="none" w="med" len="med"/>
              <a:tailEnd type="none" w="med" len="med"/>
            </a:ln>
          </p:spPr>
        </p:sp>
        <p:sp>
          <p:nvSpPr>
            <p:cNvPr id="42050" name="Line 576"/>
            <p:cNvSpPr/>
            <p:nvPr/>
          </p:nvSpPr>
          <p:spPr>
            <a:xfrm>
              <a:off x="4558" y="2613"/>
              <a:ext cx="589" cy="0"/>
            </a:xfrm>
            <a:prstGeom prst="line">
              <a:avLst/>
            </a:prstGeom>
            <a:ln w="28575" cap="flat" cmpd="sng">
              <a:solidFill>
                <a:srgbClr val="FFCC00"/>
              </a:solidFill>
              <a:prstDash val="solid"/>
              <a:headEnd type="none" w="med" len="med"/>
              <a:tailEnd type="none" w="med" len="med"/>
            </a:ln>
          </p:spPr>
        </p:sp>
        <p:sp>
          <p:nvSpPr>
            <p:cNvPr id="42051" name="Oval 577"/>
            <p:cNvSpPr/>
            <p:nvPr/>
          </p:nvSpPr>
          <p:spPr>
            <a:xfrm>
              <a:off x="5156" y="259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52" name="Line 578"/>
            <p:cNvSpPr/>
            <p:nvPr/>
          </p:nvSpPr>
          <p:spPr>
            <a:xfrm>
              <a:off x="4059" y="3475"/>
              <a:ext cx="499" cy="0"/>
            </a:xfrm>
            <a:prstGeom prst="line">
              <a:avLst/>
            </a:prstGeom>
            <a:ln w="28575" cap="flat" cmpd="sng">
              <a:solidFill>
                <a:srgbClr val="FFCC00"/>
              </a:solidFill>
              <a:prstDash val="solid"/>
              <a:headEnd type="none" w="med" len="med"/>
              <a:tailEnd type="none" w="med" len="med"/>
            </a:ln>
          </p:spPr>
        </p:sp>
        <p:sp>
          <p:nvSpPr>
            <p:cNvPr id="42053" name="Oval 579"/>
            <p:cNvSpPr/>
            <p:nvPr/>
          </p:nvSpPr>
          <p:spPr>
            <a:xfrm>
              <a:off x="5202" y="3627"/>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54" name="Text Box 580"/>
            <p:cNvSpPr txBox="1"/>
            <p:nvPr/>
          </p:nvSpPr>
          <p:spPr>
            <a:xfrm>
              <a:off x="5012" y="2944"/>
              <a:ext cx="30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p>
          </p:txBody>
        </p:sp>
        <p:sp>
          <p:nvSpPr>
            <p:cNvPr id="42055" name="Text Box 581"/>
            <p:cNvSpPr txBox="1"/>
            <p:nvPr/>
          </p:nvSpPr>
          <p:spPr>
            <a:xfrm>
              <a:off x="5011" y="2613"/>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56" name="Text Box 582"/>
            <p:cNvSpPr txBox="1"/>
            <p:nvPr/>
          </p:nvSpPr>
          <p:spPr>
            <a:xfrm>
              <a:off x="5057" y="3294"/>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57" name="Line 583"/>
            <p:cNvSpPr/>
            <p:nvPr/>
          </p:nvSpPr>
          <p:spPr>
            <a:xfrm>
              <a:off x="4694" y="2614"/>
              <a:ext cx="363" cy="0"/>
            </a:xfrm>
            <a:prstGeom prst="line">
              <a:avLst/>
            </a:prstGeom>
            <a:ln w="28575" cap="flat" cmpd="sng">
              <a:solidFill>
                <a:srgbClr val="00FFFF"/>
              </a:solidFill>
              <a:prstDash val="solid"/>
              <a:headEnd type="triangle" w="med" len="med"/>
              <a:tailEnd type="none" w="med" len="med"/>
            </a:ln>
          </p:spPr>
        </p:sp>
        <p:sp>
          <p:nvSpPr>
            <p:cNvPr id="42058" name="Line 584"/>
            <p:cNvSpPr/>
            <p:nvPr/>
          </p:nvSpPr>
          <p:spPr>
            <a:xfrm>
              <a:off x="4558" y="3203"/>
              <a:ext cx="0" cy="272"/>
            </a:xfrm>
            <a:prstGeom prst="line">
              <a:avLst/>
            </a:prstGeom>
            <a:ln w="28575" cap="flat" cmpd="sng">
              <a:solidFill>
                <a:srgbClr val="FFCC00"/>
              </a:solidFill>
              <a:prstDash val="solid"/>
              <a:headEnd type="none" w="med" len="med"/>
              <a:tailEnd type="none" w="med" len="med"/>
            </a:ln>
          </p:spPr>
        </p:sp>
        <p:sp>
          <p:nvSpPr>
            <p:cNvPr id="42059" name="Line 585"/>
            <p:cNvSpPr/>
            <p:nvPr/>
          </p:nvSpPr>
          <p:spPr>
            <a:xfrm>
              <a:off x="4286" y="3475"/>
              <a:ext cx="0" cy="181"/>
            </a:xfrm>
            <a:prstGeom prst="line">
              <a:avLst/>
            </a:prstGeom>
            <a:ln w="28575" cap="flat" cmpd="sng">
              <a:solidFill>
                <a:srgbClr val="FFCC00"/>
              </a:solidFill>
              <a:prstDash val="solid"/>
              <a:headEnd type="oval" w="med" len="med"/>
              <a:tailEnd type="oval" w="med" len="med"/>
            </a:ln>
          </p:spPr>
        </p:sp>
        <p:grpSp>
          <p:nvGrpSpPr>
            <p:cNvPr id="42060" name="Group 586"/>
            <p:cNvGrpSpPr/>
            <p:nvPr/>
          </p:nvGrpSpPr>
          <p:grpSpPr>
            <a:xfrm rot="10800000">
              <a:off x="4050" y="2858"/>
              <a:ext cx="90" cy="363"/>
              <a:chOff x="1565" y="2614"/>
              <a:chExt cx="90" cy="486"/>
            </a:xfrm>
          </p:grpSpPr>
          <p:sp>
            <p:nvSpPr>
              <p:cNvPr id="42066" name="Arc 58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67" name="Arc 58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68" name="Arc 58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69" name="Arc 59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2061" name="Group 591"/>
            <p:cNvGrpSpPr/>
            <p:nvPr/>
          </p:nvGrpSpPr>
          <p:grpSpPr>
            <a:xfrm>
              <a:off x="4468" y="2840"/>
              <a:ext cx="91" cy="363"/>
              <a:chOff x="1565" y="2614"/>
              <a:chExt cx="90" cy="486"/>
            </a:xfrm>
          </p:grpSpPr>
          <p:sp>
            <p:nvSpPr>
              <p:cNvPr id="42062" name="Arc 59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63" name="Arc 59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64" name="Arc 59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65" name="Arc 59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24167" name="Group 615"/>
          <p:cNvGrpSpPr/>
          <p:nvPr/>
        </p:nvGrpSpPr>
        <p:grpSpPr>
          <a:xfrm>
            <a:off x="5148263" y="3789363"/>
            <a:ext cx="3311525" cy="2130425"/>
            <a:chOff x="3243" y="2387"/>
            <a:chExt cx="2086" cy="1342"/>
          </a:xfrm>
        </p:grpSpPr>
        <p:sp>
          <p:nvSpPr>
            <p:cNvPr id="41997" name="Line 482"/>
            <p:cNvSpPr/>
            <p:nvPr/>
          </p:nvSpPr>
          <p:spPr>
            <a:xfrm>
              <a:off x="3288" y="2750"/>
              <a:ext cx="363" cy="0"/>
            </a:xfrm>
            <a:prstGeom prst="line">
              <a:avLst/>
            </a:prstGeom>
            <a:ln w="28575" cap="flat" cmpd="sng">
              <a:solidFill>
                <a:srgbClr val="FFCC00"/>
              </a:solidFill>
              <a:prstDash val="solid"/>
              <a:headEnd type="none" w="med" len="med"/>
              <a:tailEnd type="none" w="med" len="med"/>
            </a:ln>
          </p:spPr>
        </p:sp>
        <p:sp>
          <p:nvSpPr>
            <p:cNvPr id="41998" name="Line 483"/>
            <p:cNvSpPr/>
            <p:nvPr/>
          </p:nvSpPr>
          <p:spPr>
            <a:xfrm flipV="1">
              <a:off x="4059" y="2750"/>
              <a:ext cx="499" cy="0"/>
            </a:xfrm>
            <a:prstGeom prst="line">
              <a:avLst/>
            </a:prstGeom>
            <a:ln w="28575" cap="flat" cmpd="sng">
              <a:solidFill>
                <a:srgbClr val="FFCC00"/>
              </a:solidFill>
              <a:prstDash val="solid"/>
              <a:headEnd type="none" w="med" len="med"/>
              <a:tailEnd type="none" w="med" len="med"/>
            </a:ln>
          </p:spPr>
        </p:sp>
        <p:sp>
          <p:nvSpPr>
            <p:cNvPr id="41999" name="Line 484"/>
            <p:cNvSpPr/>
            <p:nvPr/>
          </p:nvSpPr>
          <p:spPr>
            <a:xfrm>
              <a:off x="4286" y="2750"/>
              <a:ext cx="0" cy="317"/>
            </a:xfrm>
            <a:prstGeom prst="line">
              <a:avLst/>
            </a:prstGeom>
            <a:ln w="28575" cap="flat" cmpd="sng">
              <a:solidFill>
                <a:srgbClr val="FFCC00"/>
              </a:solidFill>
              <a:prstDash val="solid"/>
              <a:headEnd type="oval" w="med" len="med"/>
              <a:tailEnd type="none" w="med" len="med"/>
            </a:ln>
          </p:spPr>
        </p:sp>
        <p:sp>
          <p:nvSpPr>
            <p:cNvPr id="42000" name="Line 485"/>
            <p:cNvSpPr/>
            <p:nvPr/>
          </p:nvSpPr>
          <p:spPr>
            <a:xfrm>
              <a:off x="4286" y="3430"/>
              <a:ext cx="0" cy="272"/>
            </a:xfrm>
            <a:prstGeom prst="line">
              <a:avLst/>
            </a:prstGeom>
            <a:ln w="28575" cap="flat" cmpd="sng">
              <a:solidFill>
                <a:srgbClr val="FFCC00"/>
              </a:solidFill>
              <a:prstDash val="solid"/>
              <a:headEnd type="none" w="med" len="med"/>
              <a:tailEnd type="oval" w="med" len="med"/>
            </a:ln>
          </p:spPr>
        </p:sp>
        <p:sp>
          <p:nvSpPr>
            <p:cNvPr id="42001" name="Line 486"/>
            <p:cNvSpPr/>
            <p:nvPr/>
          </p:nvSpPr>
          <p:spPr>
            <a:xfrm>
              <a:off x="3333" y="3702"/>
              <a:ext cx="1860" cy="0"/>
            </a:xfrm>
            <a:prstGeom prst="line">
              <a:avLst/>
            </a:prstGeom>
            <a:ln w="28575" cap="flat" cmpd="sng">
              <a:solidFill>
                <a:srgbClr val="FFCC00"/>
              </a:solidFill>
              <a:prstDash val="solid"/>
              <a:headEnd type="none" w="med" len="med"/>
              <a:tailEnd type="none" w="med" len="med"/>
            </a:ln>
          </p:spPr>
        </p:sp>
        <p:sp>
          <p:nvSpPr>
            <p:cNvPr id="42002" name="Line 487"/>
            <p:cNvSpPr/>
            <p:nvPr/>
          </p:nvSpPr>
          <p:spPr>
            <a:xfrm>
              <a:off x="4966" y="2750"/>
              <a:ext cx="317" cy="0"/>
            </a:xfrm>
            <a:prstGeom prst="line">
              <a:avLst/>
            </a:prstGeom>
            <a:ln w="28575" cap="flat" cmpd="sng">
              <a:solidFill>
                <a:srgbClr val="FFCC00"/>
              </a:solidFill>
              <a:prstDash val="solid"/>
              <a:headEnd type="none" w="med" len="med"/>
              <a:tailEnd type="none" w="med" len="med"/>
            </a:ln>
          </p:spPr>
        </p:sp>
        <p:sp>
          <p:nvSpPr>
            <p:cNvPr id="42003" name="Line 488"/>
            <p:cNvSpPr/>
            <p:nvPr/>
          </p:nvSpPr>
          <p:spPr>
            <a:xfrm rot="5400000">
              <a:off x="5125" y="2591"/>
              <a:ext cx="0" cy="317"/>
            </a:xfrm>
            <a:prstGeom prst="line">
              <a:avLst/>
            </a:prstGeom>
            <a:ln w="28575" cap="flat" cmpd="sng">
              <a:solidFill>
                <a:srgbClr val="00FFFF"/>
              </a:solidFill>
              <a:prstDash val="solid"/>
              <a:headEnd type="none" w="med" len="med"/>
              <a:tailEnd type="triangle" w="med" len="med"/>
            </a:ln>
          </p:spPr>
        </p:sp>
        <p:sp>
          <p:nvSpPr>
            <p:cNvPr id="42004" name="Text Box 489"/>
            <p:cNvSpPr txBox="1"/>
            <p:nvPr/>
          </p:nvSpPr>
          <p:spPr>
            <a:xfrm>
              <a:off x="3333" y="2750"/>
              <a:ext cx="766"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dirty="0">
                  <a:solidFill>
                    <a:schemeClr val="bg1"/>
                  </a:solidFill>
                  <a:latin typeface="宋体" panose="02010600030101010101" pitchFamily="2" charset="-122"/>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a:t>
              </a:r>
            </a:p>
          </p:txBody>
        </p:sp>
        <p:sp>
          <p:nvSpPr>
            <p:cNvPr id="42005" name="Line 490"/>
            <p:cNvSpPr/>
            <p:nvPr/>
          </p:nvSpPr>
          <p:spPr>
            <a:xfrm>
              <a:off x="3334" y="2750"/>
              <a:ext cx="317" cy="0"/>
            </a:xfrm>
            <a:prstGeom prst="line">
              <a:avLst/>
            </a:prstGeom>
            <a:ln w="28575" cap="flat" cmpd="sng">
              <a:solidFill>
                <a:srgbClr val="00FFFF"/>
              </a:solidFill>
              <a:prstDash val="solid"/>
              <a:headEnd type="none" w="med" len="med"/>
              <a:tailEnd type="none" w="med" len="med"/>
            </a:ln>
          </p:spPr>
        </p:sp>
        <p:graphicFrame>
          <p:nvGraphicFramePr>
            <p:cNvPr id="42006" name="Object 491"/>
            <p:cNvGraphicFramePr>
              <a:graphicFrameLocks noChangeAspect="1"/>
            </p:cNvGraphicFramePr>
            <p:nvPr/>
          </p:nvGraphicFramePr>
          <p:xfrm>
            <a:off x="3334" y="2387"/>
            <a:ext cx="199" cy="363"/>
          </p:xfrm>
          <a:graphic>
            <a:graphicData uri="http://schemas.openxmlformats.org/presentationml/2006/ole">
              <mc:AlternateContent xmlns:mc="http://schemas.openxmlformats.org/markup-compatibility/2006">
                <mc:Choice xmlns:v="urn:schemas-microsoft-com:vml" Requires="v">
                  <p:oleObj r:id="rId3" imgW="111760" imgH="238125" progId="Equation.3">
                    <p:embed/>
                  </p:oleObj>
                </mc:Choice>
                <mc:Fallback>
                  <p:oleObj r:id="rId3" imgW="111760" imgH="238125" progId="Equation.3">
                    <p:embed/>
                    <p:pic>
                      <p:nvPicPr>
                        <p:cNvPr id="0" name="图片 3171"/>
                        <p:cNvPicPr/>
                        <p:nvPr/>
                      </p:nvPicPr>
                      <p:blipFill>
                        <a:blip r:embed="rId4">
                          <a:clrChange>
                            <a:clrFrom>
                              <a:srgbClr val="000000"/>
                            </a:clrFrom>
                            <a:clrTo>
                              <a:srgbClr val="FFFFFF"/>
                            </a:clrTo>
                          </a:clrChange>
                        </a:blip>
                        <a:stretch>
                          <a:fillRect/>
                        </a:stretch>
                      </p:blipFill>
                      <p:spPr>
                        <a:xfrm>
                          <a:off x="3334" y="2387"/>
                          <a:ext cx="199" cy="363"/>
                        </a:xfrm>
                        <a:prstGeom prst="rect">
                          <a:avLst/>
                        </a:prstGeom>
                        <a:noFill/>
                        <a:ln w="38100">
                          <a:noFill/>
                          <a:miter/>
                        </a:ln>
                      </p:spPr>
                    </p:pic>
                  </p:oleObj>
                </mc:Fallback>
              </mc:AlternateContent>
            </a:graphicData>
          </a:graphic>
        </p:graphicFrame>
        <p:graphicFrame>
          <p:nvGraphicFramePr>
            <p:cNvPr id="42007" name="Object 492"/>
            <p:cNvGraphicFramePr>
              <a:graphicFrameLocks noChangeAspect="1"/>
            </p:cNvGraphicFramePr>
            <p:nvPr/>
          </p:nvGraphicFramePr>
          <p:xfrm>
            <a:off x="5012" y="2387"/>
            <a:ext cx="264" cy="384"/>
          </p:xfrm>
          <a:graphic>
            <a:graphicData uri="http://schemas.openxmlformats.org/presentationml/2006/ole">
              <mc:AlternateContent xmlns:mc="http://schemas.openxmlformats.org/markup-compatibility/2006">
                <mc:Choice xmlns:v="urn:schemas-microsoft-com:vml" Requires="v">
                  <p:oleObj r:id="rId5" imgW="133985" imgH="238125" progId="Equation.3">
                    <p:embed/>
                  </p:oleObj>
                </mc:Choice>
                <mc:Fallback>
                  <p:oleObj r:id="rId5" imgW="133985" imgH="238125" progId="Equation.3">
                    <p:embed/>
                    <p:pic>
                      <p:nvPicPr>
                        <p:cNvPr id="0" name="图片 3170"/>
                        <p:cNvPicPr/>
                        <p:nvPr/>
                      </p:nvPicPr>
                      <p:blipFill>
                        <a:blip r:embed="rId6">
                          <a:clrChange>
                            <a:clrFrom>
                              <a:srgbClr val="000000"/>
                            </a:clrFrom>
                            <a:clrTo>
                              <a:srgbClr val="FFFFFF"/>
                            </a:clrTo>
                          </a:clrChange>
                        </a:blip>
                        <a:stretch>
                          <a:fillRect/>
                        </a:stretch>
                      </p:blipFill>
                      <p:spPr>
                        <a:xfrm>
                          <a:off x="5012" y="2387"/>
                          <a:ext cx="264" cy="384"/>
                        </a:xfrm>
                        <a:prstGeom prst="rect">
                          <a:avLst/>
                        </a:prstGeom>
                        <a:noFill/>
                        <a:ln w="38100">
                          <a:noFill/>
                          <a:miter/>
                        </a:ln>
                      </p:spPr>
                    </p:pic>
                  </p:oleObj>
                </mc:Fallback>
              </mc:AlternateContent>
            </a:graphicData>
          </a:graphic>
        </p:graphicFrame>
        <p:sp>
          <p:nvSpPr>
            <p:cNvPr id="42008" name="Text Box 493"/>
            <p:cNvSpPr txBox="1"/>
            <p:nvPr/>
          </p:nvSpPr>
          <p:spPr>
            <a:xfrm>
              <a:off x="4422" y="3113"/>
              <a:ext cx="589" cy="327"/>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2009" name="Text Box 494"/>
            <p:cNvSpPr txBox="1"/>
            <p:nvPr/>
          </p:nvSpPr>
          <p:spPr>
            <a:xfrm>
              <a:off x="4377" y="2704"/>
              <a:ext cx="766"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r>
                <a:rPr lang="en-US" altLang="zh-CN" dirty="0">
                  <a:solidFill>
                    <a:schemeClr val="bg1"/>
                  </a:solidFill>
                  <a:latin typeface="宋体" panose="02010600030101010101" pitchFamily="2" charset="-122"/>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a:t>
              </a:r>
            </a:p>
          </p:txBody>
        </p:sp>
        <p:grpSp>
          <p:nvGrpSpPr>
            <p:cNvPr id="42010" name="Group 596"/>
            <p:cNvGrpSpPr/>
            <p:nvPr/>
          </p:nvGrpSpPr>
          <p:grpSpPr>
            <a:xfrm rot="5400000">
              <a:off x="4716" y="2500"/>
              <a:ext cx="91" cy="408"/>
              <a:chOff x="1565" y="2614"/>
              <a:chExt cx="90" cy="486"/>
            </a:xfrm>
          </p:grpSpPr>
          <p:sp>
            <p:nvSpPr>
              <p:cNvPr id="42025" name="Arc 59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26" name="Arc 59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27" name="Arc 59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28" name="Arc 60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2011" name="Group 601"/>
            <p:cNvGrpSpPr/>
            <p:nvPr/>
          </p:nvGrpSpPr>
          <p:grpSpPr>
            <a:xfrm rot="5400000">
              <a:off x="3809" y="2500"/>
              <a:ext cx="91" cy="408"/>
              <a:chOff x="1565" y="2614"/>
              <a:chExt cx="90" cy="486"/>
            </a:xfrm>
          </p:grpSpPr>
          <p:sp>
            <p:nvSpPr>
              <p:cNvPr id="42021" name="Arc 60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22" name="Arc 60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23" name="Arc 60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24" name="Arc 60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2012" name="Group 606"/>
            <p:cNvGrpSpPr/>
            <p:nvPr/>
          </p:nvGrpSpPr>
          <p:grpSpPr>
            <a:xfrm rot="10800000">
              <a:off x="4286" y="3067"/>
              <a:ext cx="90" cy="363"/>
              <a:chOff x="1565" y="2614"/>
              <a:chExt cx="90" cy="486"/>
            </a:xfrm>
          </p:grpSpPr>
          <p:sp>
            <p:nvSpPr>
              <p:cNvPr id="42017" name="Arc 60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18" name="Arc 60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19" name="Arc 60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2020" name="Arc 61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2013" name="Oval 611"/>
            <p:cNvSpPr/>
            <p:nvPr/>
          </p:nvSpPr>
          <p:spPr>
            <a:xfrm>
              <a:off x="5284" y="2731"/>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14" name="Oval 612"/>
            <p:cNvSpPr/>
            <p:nvPr/>
          </p:nvSpPr>
          <p:spPr>
            <a:xfrm>
              <a:off x="5193" y="3675"/>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15" name="Oval 613"/>
            <p:cNvSpPr/>
            <p:nvPr/>
          </p:nvSpPr>
          <p:spPr>
            <a:xfrm>
              <a:off x="3279" y="3684"/>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2016" name="Oval 614"/>
            <p:cNvSpPr/>
            <p:nvPr/>
          </p:nvSpPr>
          <p:spPr>
            <a:xfrm>
              <a:off x="3243" y="2732"/>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4075"/>
                                        </p:tgtEl>
                                        <p:attrNameLst>
                                          <p:attrName>style.visibility</p:attrName>
                                        </p:attrNameLst>
                                      </p:cBhvr>
                                      <p:to>
                                        <p:strVal val="visible"/>
                                      </p:to>
                                    </p:set>
                                    <p:animEffect transition="in" filter="blinds(horizontal)">
                                      <p:cBhvr>
                                        <p:cTn id="7" dur="500"/>
                                        <p:tgtEl>
                                          <p:spTgt spid="2407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3634"/>
                                        </p:tgtEl>
                                        <p:attrNameLst>
                                          <p:attrName>style.visibility</p:attrName>
                                        </p:attrNameLst>
                                      </p:cBhvr>
                                      <p:to>
                                        <p:strVal val="visible"/>
                                      </p:to>
                                    </p:set>
                                    <p:anim calcmode="lin" valueType="num">
                                      <p:cBhvr>
                                        <p:cTn id="12" dur="1000" fill="hold"/>
                                        <p:tgtEl>
                                          <p:spTgt spid="23634"/>
                                        </p:tgtEl>
                                        <p:attrNameLst>
                                          <p:attrName>ppt_w</p:attrName>
                                        </p:attrNameLst>
                                      </p:cBhvr>
                                      <p:tavLst>
                                        <p:tav tm="0">
                                          <p:val>
                                            <p:fltVal val="0"/>
                                          </p:val>
                                        </p:tav>
                                        <p:tav tm="100000">
                                          <p:val>
                                            <p:strVal val="#ppt_w"/>
                                          </p:val>
                                        </p:tav>
                                      </p:tavLst>
                                    </p:anim>
                                    <p:anim calcmode="lin" valueType="num">
                                      <p:cBhvr>
                                        <p:cTn id="13" dur="1000" fill="hold"/>
                                        <p:tgtEl>
                                          <p:spTgt spid="23634"/>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nodeType="clickEffect">
                                  <p:stCondLst>
                                    <p:cond delay="0"/>
                                  </p:stCondLst>
                                  <p:childTnLst>
                                    <p:set>
                                      <p:cBhvr>
                                        <p:cTn id="17" dur="1" fill="hold">
                                          <p:stCondLst>
                                            <p:cond delay="0"/>
                                          </p:stCondLst>
                                        </p:cTn>
                                        <p:tgtEl>
                                          <p:spTgt spid="23872"/>
                                        </p:tgtEl>
                                        <p:attrNameLst>
                                          <p:attrName>style.visibility</p:attrName>
                                        </p:attrNameLst>
                                      </p:cBhvr>
                                      <p:to>
                                        <p:strVal val="visible"/>
                                      </p:to>
                                    </p:set>
                                    <p:animEffect transition="in" filter="slide(fromTop)">
                                      <p:cBhvr>
                                        <p:cTn id="18" dur="500"/>
                                        <p:tgtEl>
                                          <p:spTgt spid="23872"/>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24091"/>
                                        </p:tgtEl>
                                        <p:attrNameLst>
                                          <p:attrName>style.visibility</p:attrName>
                                        </p:attrNameLst>
                                      </p:cBhvr>
                                      <p:to>
                                        <p:strVal val="visible"/>
                                      </p:to>
                                    </p:set>
                                    <p:animEffect transition="in" filter="blinds(horizontal)">
                                      <p:cBhvr>
                                        <p:cTn id="22" dur="500"/>
                                        <p:tgtEl>
                                          <p:spTgt spid="2409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4105"/>
                                        </p:tgtEl>
                                        <p:attrNameLst>
                                          <p:attrName>style.visibility</p:attrName>
                                        </p:attrNameLst>
                                      </p:cBhvr>
                                      <p:to>
                                        <p:strVal val="visible"/>
                                      </p:to>
                                    </p:set>
                                    <p:animEffect transition="in" filter="blinds(horizontal)">
                                      <p:cBhvr>
                                        <p:cTn id="27" dur="500"/>
                                        <p:tgtEl>
                                          <p:spTgt spid="2410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4106"/>
                                        </p:tgtEl>
                                        <p:attrNameLst>
                                          <p:attrName>style.visibility</p:attrName>
                                        </p:attrNameLst>
                                      </p:cBhvr>
                                      <p:to>
                                        <p:strVal val="visible"/>
                                      </p:to>
                                    </p:set>
                                    <p:animEffect transition="in" filter="blinds(horizontal)">
                                      <p:cBhvr>
                                        <p:cTn id="32" dur="500"/>
                                        <p:tgtEl>
                                          <p:spTgt spid="24106"/>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nodeType="clickEffect">
                                  <p:stCondLst>
                                    <p:cond delay="0"/>
                                  </p:stCondLst>
                                  <p:childTnLst>
                                    <p:set>
                                      <p:cBhvr>
                                        <p:cTn id="36" dur="1" fill="hold">
                                          <p:stCondLst>
                                            <p:cond delay="0"/>
                                          </p:stCondLst>
                                        </p:cTn>
                                        <p:tgtEl>
                                          <p:spTgt spid="23873"/>
                                        </p:tgtEl>
                                        <p:attrNameLst>
                                          <p:attrName>style.visibility</p:attrName>
                                        </p:attrNameLst>
                                      </p:cBhvr>
                                      <p:to>
                                        <p:strVal val="visible"/>
                                      </p:to>
                                    </p:set>
                                    <p:animEffect transition="in" filter="slide(fromTop)">
                                      <p:cBhvr>
                                        <p:cTn id="37" dur="500"/>
                                        <p:tgtEl>
                                          <p:spTgt spid="23873"/>
                                        </p:tgtEl>
                                      </p:cBhvr>
                                    </p:animEffect>
                                  </p:childTnLst>
                                </p:cTn>
                              </p:par>
                            </p:childTnLst>
                          </p:cTn>
                        </p:par>
                        <p:par>
                          <p:cTn id="38" fill="hold">
                            <p:stCondLst>
                              <p:cond delay="500"/>
                            </p:stCondLst>
                            <p:childTnLst>
                              <p:par>
                                <p:cTn id="39" presetID="3" presetClass="entr" presetSubtype="10" fill="hold" nodeType="afterEffect">
                                  <p:stCondLst>
                                    <p:cond delay="0"/>
                                  </p:stCondLst>
                                  <p:childTnLst>
                                    <p:set>
                                      <p:cBhvr>
                                        <p:cTn id="40" dur="1" fill="hold">
                                          <p:stCondLst>
                                            <p:cond delay="0"/>
                                          </p:stCondLst>
                                        </p:cTn>
                                        <p:tgtEl>
                                          <p:spTgt spid="24167"/>
                                        </p:tgtEl>
                                        <p:attrNameLst>
                                          <p:attrName>style.visibility</p:attrName>
                                        </p:attrNameLst>
                                      </p:cBhvr>
                                      <p:to>
                                        <p:strVal val="visible"/>
                                      </p:to>
                                    </p:set>
                                    <p:animEffect transition="in" filter="blinds(horizontal)">
                                      <p:cBhvr>
                                        <p:cTn id="41" dur="500"/>
                                        <p:tgtEl>
                                          <p:spTgt spid="24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Text Box 4"/>
          <p:cNvSpPr txBox="1"/>
          <p:nvPr/>
        </p:nvSpPr>
        <p:spPr>
          <a:xfrm>
            <a:off x="684213" y="476250"/>
            <a:ext cx="4175125" cy="579438"/>
          </a:xfrm>
          <a:prstGeom prst="rect">
            <a:avLst/>
          </a:prstGeom>
          <a:noFill/>
          <a:ln w="19050">
            <a:noFill/>
          </a:ln>
        </p:spPr>
        <p:txBody>
          <a:bodyPr>
            <a:spAutoFit/>
          </a:bodyPr>
          <a:lstStyle/>
          <a:p>
            <a:pPr eaLnBrk="1" hangingPunct="1">
              <a:spcBef>
                <a:spcPct val="50000"/>
              </a:spcBef>
            </a:pPr>
            <a:r>
              <a:rPr lang="en-US" altLang="zh-CN" sz="3200" dirty="0">
                <a:solidFill>
                  <a:schemeClr val="bg1"/>
                </a:solidFill>
                <a:latin typeface="Times New Roman" panose="02020603050405020304" pitchFamily="18" charset="0"/>
              </a:rPr>
              <a:t>4.</a:t>
            </a:r>
            <a:r>
              <a:rPr lang="en-US" altLang="zh-CN" sz="3200" b="1" dirty="0">
                <a:solidFill>
                  <a:schemeClr val="bg1"/>
                </a:solidFill>
                <a:latin typeface="楷体_GB2312" pitchFamily="49" charset="-122"/>
              </a:rPr>
              <a:t> </a:t>
            </a:r>
            <a:r>
              <a:rPr lang="zh-CN" altLang="en-US" sz="3200" b="1" dirty="0">
                <a:solidFill>
                  <a:schemeClr val="bg1"/>
                </a:solidFill>
                <a:latin typeface="楷体_GB2312" pitchFamily="49" charset="-122"/>
              </a:rPr>
              <a:t>受控源等效电路</a:t>
            </a:r>
          </a:p>
        </p:txBody>
      </p:sp>
      <p:sp>
        <p:nvSpPr>
          <p:cNvPr id="20485" name="AutoShape 5"/>
          <p:cNvSpPr/>
          <p:nvPr/>
        </p:nvSpPr>
        <p:spPr>
          <a:xfrm>
            <a:off x="4284663" y="2708275"/>
            <a:ext cx="647700" cy="215900"/>
          </a:xfrm>
          <a:prstGeom prst="rightArrow">
            <a:avLst>
              <a:gd name="adj1" fmla="val 50000"/>
              <a:gd name="adj2" fmla="val 75000"/>
            </a:avLst>
          </a:prstGeom>
          <a:solidFill>
            <a:srgbClr val="3399FF"/>
          </a:solidFill>
          <a:ln w="19050">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20657" name="Group 177"/>
          <p:cNvGrpSpPr/>
          <p:nvPr/>
        </p:nvGrpSpPr>
        <p:grpSpPr>
          <a:xfrm>
            <a:off x="1835150" y="4005263"/>
            <a:ext cx="4216400" cy="1608137"/>
            <a:chOff x="431" y="2271"/>
            <a:chExt cx="2204" cy="857"/>
          </a:xfrm>
        </p:grpSpPr>
        <p:graphicFrame>
          <p:nvGraphicFramePr>
            <p:cNvPr id="43105" name="Object 6"/>
            <p:cNvGraphicFramePr>
              <a:graphicFrameLocks noChangeAspect="1"/>
            </p:cNvGraphicFramePr>
            <p:nvPr/>
          </p:nvGraphicFramePr>
          <p:xfrm>
            <a:off x="599" y="2271"/>
            <a:ext cx="2036" cy="449"/>
          </p:xfrm>
          <a:graphic>
            <a:graphicData uri="http://schemas.openxmlformats.org/presentationml/2006/ole">
              <mc:AlternateContent xmlns:mc="http://schemas.openxmlformats.org/markup-compatibility/2006">
                <mc:Choice xmlns:v="urn:schemas-microsoft-com:vml" Requires="v">
                  <p:oleObj r:id="rId2" imgW="1509395" imgH="334645" progId="Equation.3">
                    <p:embed/>
                  </p:oleObj>
                </mc:Choice>
                <mc:Fallback>
                  <p:oleObj r:id="rId2" imgW="1509395" imgH="334645" progId="Equation.3">
                    <p:embed/>
                    <p:pic>
                      <p:nvPicPr>
                        <p:cNvPr id="0" name="图片 3172"/>
                        <p:cNvPicPr/>
                        <p:nvPr/>
                      </p:nvPicPr>
                      <p:blipFill>
                        <a:blip r:embed="rId3">
                          <a:clrChange>
                            <a:clrFrom>
                              <a:srgbClr val="000000"/>
                            </a:clrFrom>
                            <a:clrTo>
                              <a:srgbClr val="FFFFFF"/>
                            </a:clrTo>
                          </a:clrChange>
                        </a:blip>
                        <a:stretch>
                          <a:fillRect/>
                        </a:stretch>
                      </p:blipFill>
                      <p:spPr>
                        <a:xfrm>
                          <a:off x="599" y="2271"/>
                          <a:ext cx="2036" cy="449"/>
                        </a:xfrm>
                        <a:prstGeom prst="rect">
                          <a:avLst/>
                        </a:prstGeom>
                        <a:noFill/>
                        <a:ln w="38100">
                          <a:noFill/>
                          <a:miter/>
                        </a:ln>
                      </p:spPr>
                    </p:pic>
                  </p:oleObj>
                </mc:Fallback>
              </mc:AlternateContent>
            </a:graphicData>
          </a:graphic>
        </p:graphicFrame>
        <p:graphicFrame>
          <p:nvGraphicFramePr>
            <p:cNvPr id="43106" name="Object 7"/>
            <p:cNvGraphicFramePr>
              <a:graphicFrameLocks noChangeAspect="1"/>
            </p:cNvGraphicFramePr>
            <p:nvPr/>
          </p:nvGraphicFramePr>
          <p:xfrm>
            <a:off x="546" y="2680"/>
            <a:ext cx="2084" cy="448"/>
          </p:xfrm>
          <a:graphic>
            <a:graphicData uri="http://schemas.openxmlformats.org/presentationml/2006/ole">
              <mc:AlternateContent xmlns:mc="http://schemas.openxmlformats.org/markup-compatibility/2006">
                <mc:Choice xmlns:v="urn:schemas-microsoft-com:vml" Requires="v">
                  <p:oleObj r:id="rId4" imgW="1546225" imgH="334645" progId="Equation.3">
                    <p:embed/>
                  </p:oleObj>
                </mc:Choice>
                <mc:Fallback>
                  <p:oleObj r:id="rId4" imgW="1546225" imgH="334645" progId="Equation.3">
                    <p:embed/>
                    <p:pic>
                      <p:nvPicPr>
                        <p:cNvPr id="0" name="图片 3173"/>
                        <p:cNvPicPr/>
                        <p:nvPr/>
                      </p:nvPicPr>
                      <p:blipFill>
                        <a:blip r:embed="rId5">
                          <a:clrChange>
                            <a:clrFrom>
                              <a:srgbClr val="000000"/>
                            </a:clrFrom>
                            <a:clrTo>
                              <a:srgbClr val="FFFFFF"/>
                            </a:clrTo>
                          </a:clrChange>
                        </a:blip>
                        <a:stretch>
                          <a:fillRect/>
                        </a:stretch>
                      </p:blipFill>
                      <p:spPr>
                        <a:xfrm>
                          <a:off x="546" y="2680"/>
                          <a:ext cx="2084" cy="448"/>
                        </a:xfrm>
                        <a:prstGeom prst="rect">
                          <a:avLst/>
                        </a:prstGeom>
                        <a:noFill/>
                        <a:ln w="38100">
                          <a:noFill/>
                          <a:miter/>
                        </a:ln>
                      </p:spPr>
                    </p:pic>
                  </p:oleObj>
                </mc:Fallback>
              </mc:AlternateContent>
            </a:graphicData>
          </a:graphic>
        </p:graphicFrame>
        <p:sp>
          <p:nvSpPr>
            <p:cNvPr id="43107" name="AutoShape 8"/>
            <p:cNvSpPr/>
            <p:nvPr/>
          </p:nvSpPr>
          <p:spPr>
            <a:xfrm>
              <a:off x="431" y="2523"/>
              <a:ext cx="94" cy="573"/>
            </a:xfrm>
            <a:prstGeom prst="leftBrace">
              <a:avLst>
                <a:gd name="adj1" fmla="val 50797"/>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43013" name="Group 182"/>
          <p:cNvGrpSpPr/>
          <p:nvPr/>
        </p:nvGrpSpPr>
        <p:grpSpPr>
          <a:xfrm>
            <a:off x="8316913" y="6446838"/>
            <a:ext cx="792162" cy="366712"/>
            <a:chOff x="5193" y="4020"/>
            <a:chExt cx="499" cy="231"/>
          </a:xfrm>
        </p:grpSpPr>
        <p:pic>
          <p:nvPicPr>
            <p:cNvPr id="43103" name="Picture 183"/>
            <p:cNvPicPr>
              <a:picLocks noChangeAspect="1"/>
            </p:cNvPicPr>
            <p:nvPr/>
          </p:nvPicPr>
          <p:blipFill>
            <a:blip r:embed="rId6"/>
            <a:stretch>
              <a:fillRect/>
            </a:stretch>
          </p:blipFill>
          <p:spPr>
            <a:xfrm>
              <a:off x="5193" y="4066"/>
              <a:ext cx="499" cy="181"/>
            </a:xfrm>
            <a:prstGeom prst="rect">
              <a:avLst/>
            </a:prstGeom>
            <a:noFill/>
            <a:ln w="9525">
              <a:noFill/>
            </a:ln>
          </p:spPr>
        </p:pic>
        <p:sp>
          <p:nvSpPr>
            <p:cNvPr id="43104" name="Text Box 18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3014" name="Group 185"/>
          <p:cNvGrpSpPr/>
          <p:nvPr/>
        </p:nvGrpSpPr>
        <p:grpSpPr>
          <a:xfrm>
            <a:off x="7453313" y="6446838"/>
            <a:ext cx="792162" cy="366712"/>
            <a:chOff x="4649" y="4020"/>
            <a:chExt cx="499" cy="231"/>
          </a:xfrm>
        </p:grpSpPr>
        <p:pic>
          <p:nvPicPr>
            <p:cNvPr id="43101" name="Picture 186"/>
            <p:cNvPicPr>
              <a:picLocks noChangeAspect="1"/>
            </p:cNvPicPr>
            <p:nvPr/>
          </p:nvPicPr>
          <p:blipFill>
            <a:blip r:embed="rId6"/>
            <a:stretch>
              <a:fillRect/>
            </a:stretch>
          </p:blipFill>
          <p:spPr>
            <a:xfrm>
              <a:off x="4649" y="4066"/>
              <a:ext cx="499" cy="181"/>
            </a:xfrm>
            <a:prstGeom prst="rect">
              <a:avLst/>
            </a:prstGeom>
            <a:noFill/>
            <a:ln w="9525">
              <a:noFill/>
            </a:ln>
          </p:spPr>
        </p:pic>
        <p:sp>
          <p:nvSpPr>
            <p:cNvPr id="43102" name="Text Box 18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3015" name="Group 314"/>
          <p:cNvGrpSpPr/>
          <p:nvPr/>
        </p:nvGrpSpPr>
        <p:grpSpPr>
          <a:xfrm>
            <a:off x="6588125" y="6446838"/>
            <a:ext cx="792163" cy="366712"/>
            <a:chOff x="4649" y="4020"/>
            <a:chExt cx="499" cy="231"/>
          </a:xfrm>
        </p:grpSpPr>
        <p:pic>
          <p:nvPicPr>
            <p:cNvPr id="43099" name="Picture 315"/>
            <p:cNvPicPr>
              <a:picLocks noChangeAspect="1"/>
            </p:cNvPicPr>
            <p:nvPr/>
          </p:nvPicPr>
          <p:blipFill>
            <a:blip r:embed="rId6"/>
            <a:stretch>
              <a:fillRect/>
            </a:stretch>
          </p:blipFill>
          <p:spPr>
            <a:xfrm>
              <a:off x="4649" y="4066"/>
              <a:ext cx="499" cy="181"/>
            </a:xfrm>
            <a:prstGeom prst="rect">
              <a:avLst/>
            </a:prstGeom>
            <a:noFill/>
            <a:ln w="9525">
              <a:noFill/>
            </a:ln>
          </p:spPr>
        </p:pic>
        <p:sp>
          <p:nvSpPr>
            <p:cNvPr id="43100" name="Text Box 316">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20797" name="Group 317"/>
          <p:cNvGrpSpPr/>
          <p:nvPr/>
        </p:nvGrpSpPr>
        <p:grpSpPr>
          <a:xfrm>
            <a:off x="900113" y="1125538"/>
            <a:ext cx="3435350" cy="2336800"/>
            <a:chOff x="3016" y="300"/>
            <a:chExt cx="2164" cy="1472"/>
          </a:xfrm>
        </p:grpSpPr>
        <p:sp>
          <p:nvSpPr>
            <p:cNvPr id="43060" name="Line 318"/>
            <p:cNvSpPr/>
            <p:nvPr/>
          </p:nvSpPr>
          <p:spPr>
            <a:xfrm flipH="1">
              <a:off x="3923" y="1298"/>
              <a:ext cx="0" cy="441"/>
            </a:xfrm>
            <a:prstGeom prst="line">
              <a:avLst/>
            </a:prstGeom>
            <a:ln w="28575" cap="flat" cmpd="sng">
              <a:solidFill>
                <a:srgbClr val="FFCC00"/>
              </a:solidFill>
              <a:prstDash val="solid"/>
              <a:headEnd type="none" w="med" len="med"/>
              <a:tailEnd type="none" w="med" len="med"/>
            </a:ln>
          </p:spPr>
        </p:sp>
        <p:sp>
          <p:nvSpPr>
            <p:cNvPr id="43061" name="Line 319"/>
            <p:cNvSpPr/>
            <p:nvPr/>
          </p:nvSpPr>
          <p:spPr>
            <a:xfrm>
              <a:off x="3928" y="704"/>
              <a:ext cx="0" cy="240"/>
            </a:xfrm>
            <a:prstGeom prst="line">
              <a:avLst/>
            </a:prstGeom>
            <a:ln w="28575" cap="flat" cmpd="sng">
              <a:solidFill>
                <a:srgbClr val="FFCC00"/>
              </a:solidFill>
              <a:prstDash val="solid"/>
              <a:headEnd type="none" w="med" len="med"/>
              <a:tailEnd type="none" w="med" len="med"/>
            </a:ln>
          </p:spPr>
        </p:sp>
        <p:sp>
          <p:nvSpPr>
            <p:cNvPr id="43062" name="Line 320"/>
            <p:cNvSpPr/>
            <p:nvPr/>
          </p:nvSpPr>
          <p:spPr>
            <a:xfrm>
              <a:off x="4422" y="704"/>
              <a:ext cx="0" cy="220"/>
            </a:xfrm>
            <a:prstGeom prst="line">
              <a:avLst/>
            </a:prstGeom>
            <a:ln w="28575" cap="flat" cmpd="sng">
              <a:solidFill>
                <a:srgbClr val="FFCC00"/>
              </a:solidFill>
              <a:prstDash val="solid"/>
              <a:headEnd type="none" w="med" len="med"/>
              <a:tailEnd type="none" w="med" len="med"/>
            </a:ln>
          </p:spPr>
        </p:sp>
        <p:sp>
          <p:nvSpPr>
            <p:cNvPr id="43063" name="Text Box 321"/>
            <p:cNvSpPr txBox="1"/>
            <p:nvPr/>
          </p:nvSpPr>
          <p:spPr>
            <a:xfrm>
              <a:off x="3906" y="720"/>
              <a:ext cx="22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64" name="Text Box 322"/>
            <p:cNvSpPr txBox="1"/>
            <p:nvPr/>
          </p:nvSpPr>
          <p:spPr>
            <a:xfrm>
              <a:off x="4195" y="741"/>
              <a:ext cx="212"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65" name="Text Box 323"/>
            <p:cNvSpPr txBox="1"/>
            <p:nvPr/>
          </p:nvSpPr>
          <p:spPr>
            <a:xfrm>
              <a:off x="4024" y="300"/>
              <a:ext cx="30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3066" name="Text Box 324"/>
            <p:cNvSpPr txBox="1"/>
            <p:nvPr/>
          </p:nvSpPr>
          <p:spPr>
            <a:xfrm>
              <a:off x="4649" y="346"/>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3067" name="Text Box 325"/>
            <p:cNvSpPr txBox="1"/>
            <p:nvPr/>
          </p:nvSpPr>
          <p:spPr>
            <a:xfrm>
              <a:off x="3243" y="346"/>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3068" name="Text Box 326"/>
            <p:cNvSpPr txBox="1"/>
            <p:nvPr/>
          </p:nvSpPr>
          <p:spPr>
            <a:xfrm>
              <a:off x="3651" y="890"/>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3069" name="Text Box 327"/>
            <p:cNvSpPr txBox="1"/>
            <p:nvPr/>
          </p:nvSpPr>
          <p:spPr>
            <a:xfrm>
              <a:off x="4422" y="890"/>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3070" name="Text Box 328"/>
            <p:cNvSpPr txBox="1"/>
            <p:nvPr/>
          </p:nvSpPr>
          <p:spPr>
            <a:xfrm>
              <a:off x="3016" y="950"/>
              <a:ext cx="30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p>
          </p:txBody>
        </p:sp>
        <p:sp>
          <p:nvSpPr>
            <p:cNvPr id="43071" name="Oval 329"/>
            <p:cNvSpPr/>
            <p:nvPr/>
          </p:nvSpPr>
          <p:spPr>
            <a:xfrm>
              <a:off x="3095" y="670"/>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72" name="Arc 330"/>
            <p:cNvSpPr/>
            <p:nvPr/>
          </p:nvSpPr>
          <p:spPr>
            <a:xfrm rot="-10800000" flipV="1">
              <a:off x="3923" y="504"/>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3073" name="Text Box 331"/>
            <p:cNvSpPr txBox="1"/>
            <p:nvPr/>
          </p:nvSpPr>
          <p:spPr>
            <a:xfrm>
              <a:off x="3016" y="663"/>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74" name="Text Box 332"/>
            <p:cNvSpPr txBox="1"/>
            <p:nvPr/>
          </p:nvSpPr>
          <p:spPr>
            <a:xfrm>
              <a:off x="3016" y="1376"/>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75" name="Arc 333"/>
            <p:cNvSpPr/>
            <p:nvPr/>
          </p:nvSpPr>
          <p:spPr>
            <a:xfrm rot="10800000" flipH="1" flipV="1">
              <a:off x="4216" y="507"/>
              <a:ext cx="195" cy="205"/>
            </a:xfrm>
            <a:custGeom>
              <a:avLst/>
              <a:gdLst/>
              <a:ahLst/>
              <a:cxnLst>
                <a:cxn ang="0">
                  <a:pos x="43" y="0"/>
                </a:cxn>
                <a:cxn ang="0">
                  <a:pos x="195" y="147"/>
                </a:cxn>
                <a:cxn ang="0">
                  <a:pos x="0" y="20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3076" name="Line 334"/>
            <p:cNvSpPr/>
            <p:nvPr/>
          </p:nvSpPr>
          <p:spPr>
            <a:xfrm>
              <a:off x="3152" y="695"/>
              <a:ext cx="771" cy="0"/>
            </a:xfrm>
            <a:prstGeom prst="line">
              <a:avLst/>
            </a:prstGeom>
            <a:ln w="28575" cap="flat" cmpd="sng">
              <a:solidFill>
                <a:srgbClr val="FFCC00"/>
              </a:solidFill>
              <a:prstDash val="solid"/>
              <a:headEnd type="none" w="med" len="med"/>
              <a:tailEnd type="none" w="med" len="med"/>
            </a:ln>
          </p:spPr>
        </p:sp>
        <p:sp>
          <p:nvSpPr>
            <p:cNvPr id="43077" name="Line 335"/>
            <p:cNvSpPr/>
            <p:nvPr/>
          </p:nvSpPr>
          <p:spPr>
            <a:xfrm>
              <a:off x="3152" y="1745"/>
              <a:ext cx="771" cy="0"/>
            </a:xfrm>
            <a:prstGeom prst="line">
              <a:avLst/>
            </a:prstGeom>
            <a:ln w="28575" cap="flat" cmpd="sng">
              <a:solidFill>
                <a:srgbClr val="FFCC00"/>
              </a:solidFill>
              <a:prstDash val="solid"/>
              <a:headEnd type="none" w="med" len="med"/>
              <a:tailEnd type="none" w="med" len="med"/>
            </a:ln>
          </p:spPr>
        </p:sp>
        <p:sp>
          <p:nvSpPr>
            <p:cNvPr id="43078" name="Line 336"/>
            <p:cNvSpPr/>
            <p:nvPr/>
          </p:nvSpPr>
          <p:spPr>
            <a:xfrm>
              <a:off x="4422" y="695"/>
              <a:ext cx="589" cy="0"/>
            </a:xfrm>
            <a:prstGeom prst="line">
              <a:avLst/>
            </a:prstGeom>
            <a:ln w="28575" cap="flat" cmpd="sng">
              <a:solidFill>
                <a:srgbClr val="FFCC00"/>
              </a:solidFill>
              <a:prstDash val="solid"/>
              <a:headEnd type="none" w="med" len="med"/>
              <a:tailEnd type="none" w="med" len="med"/>
            </a:ln>
          </p:spPr>
        </p:sp>
        <p:sp>
          <p:nvSpPr>
            <p:cNvPr id="43079" name="Line 337"/>
            <p:cNvSpPr/>
            <p:nvPr/>
          </p:nvSpPr>
          <p:spPr>
            <a:xfrm>
              <a:off x="4421" y="1745"/>
              <a:ext cx="636" cy="0"/>
            </a:xfrm>
            <a:prstGeom prst="line">
              <a:avLst/>
            </a:prstGeom>
            <a:ln w="28575" cap="flat" cmpd="sng">
              <a:solidFill>
                <a:srgbClr val="FFCC00"/>
              </a:solidFill>
              <a:prstDash val="solid"/>
              <a:headEnd type="none" w="med" len="med"/>
              <a:tailEnd type="none" w="med" len="med"/>
            </a:ln>
          </p:spPr>
        </p:sp>
        <p:sp>
          <p:nvSpPr>
            <p:cNvPr id="43080" name="Text Box 338"/>
            <p:cNvSpPr txBox="1"/>
            <p:nvPr/>
          </p:nvSpPr>
          <p:spPr>
            <a:xfrm>
              <a:off x="4876" y="1026"/>
              <a:ext cx="30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p>
          </p:txBody>
        </p:sp>
        <p:sp>
          <p:nvSpPr>
            <p:cNvPr id="43081" name="Text Box 339"/>
            <p:cNvSpPr txBox="1"/>
            <p:nvPr/>
          </p:nvSpPr>
          <p:spPr>
            <a:xfrm>
              <a:off x="4875" y="695"/>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82" name="Text Box 340"/>
            <p:cNvSpPr txBox="1"/>
            <p:nvPr/>
          </p:nvSpPr>
          <p:spPr>
            <a:xfrm>
              <a:off x="4921" y="1376"/>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83" name="Line 341"/>
            <p:cNvSpPr/>
            <p:nvPr/>
          </p:nvSpPr>
          <p:spPr>
            <a:xfrm>
              <a:off x="4558" y="700"/>
              <a:ext cx="363" cy="0"/>
            </a:xfrm>
            <a:prstGeom prst="line">
              <a:avLst/>
            </a:prstGeom>
            <a:ln w="28575" cap="flat" cmpd="sng">
              <a:solidFill>
                <a:srgbClr val="00FFFF"/>
              </a:solidFill>
              <a:prstDash val="solid"/>
              <a:headEnd type="triangle" w="med" len="med"/>
              <a:tailEnd type="none" w="med" len="med"/>
            </a:ln>
          </p:spPr>
        </p:sp>
        <p:sp>
          <p:nvSpPr>
            <p:cNvPr id="43084" name="Line 342"/>
            <p:cNvSpPr/>
            <p:nvPr/>
          </p:nvSpPr>
          <p:spPr>
            <a:xfrm>
              <a:off x="4422" y="1285"/>
              <a:ext cx="0" cy="454"/>
            </a:xfrm>
            <a:prstGeom prst="line">
              <a:avLst/>
            </a:prstGeom>
            <a:ln w="28575" cap="flat" cmpd="sng">
              <a:solidFill>
                <a:srgbClr val="FFCC00"/>
              </a:solidFill>
              <a:prstDash val="solid"/>
              <a:headEnd type="none" w="med" len="med"/>
              <a:tailEnd type="none" w="med" len="med"/>
            </a:ln>
          </p:spPr>
        </p:sp>
        <p:grpSp>
          <p:nvGrpSpPr>
            <p:cNvPr id="43085" name="Group 343"/>
            <p:cNvGrpSpPr/>
            <p:nvPr/>
          </p:nvGrpSpPr>
          <p:grpSpPr>
            <a:xfrm>
              <a:off x="4341" y="926"/>
              <a:ext cx="91" cy="363"/>
              <a:chOff x="1565" y="2614"/>
              <a:chExt cx="90" cy="486"/>
            </a:xfrm>
          </p:grpSpPr>
          <p:sp>
            <p:nvSpPr>
              <p:cNvPr id="43095" name="Arc 34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96" name="Arc 34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97" name="Arc 34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98" name="Arc 34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3086" name="Group 348"/>
            <p:cNvGrpSpPr/>
            <p:nvPr/>
          </p:nvGrpSpPr>
          <p:grpSpPr>
            <a:xfrm rot="10800000">
              <a:off x="3914" y="944"/>
              <a:ext cx="90" cy="363"/>
              <a:chOff x="1565" y="2614"/>
              <a:chExt cx="90" cy="486"/>
            </a:xfrm>
          </p:grpSpPr>
          <p:sp>
            <p:nvSpPr>
              <p:cNvPr id="43091" name="Arc 34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92" name="Arc 35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93" name="Arc 35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94" name="Arc 35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3087" name="Line 353"/>
            <p:cNvSpPr/>
            <p:nvPr/>
          </p:nvSpPr>
          <p:spPr>
            <a:xfrm>
              <a:off x="3243" y="700"/>
              <a:ext cx="336" cy="0"/>
            </a:xfrm>
            <a:prstGeom prst="line">
              <a:avLst/>
            </a:prstGeom>
            <a:ln w="28575" cap="flat" cmpd="sng">
              <a:solidFill>
                <a:srgbClr val="00FFFF"/>
              </a:solidFill>
              <a:prstDash val="solid"/>
              <a:headEnd type="none" w="med" len="med"/>
              <a:tailEnd type="triangle" w="med" len="med"/>
            </a:ln>
          </p:spPr>
        </p:sp>
        <p:sp>
          <p:nvSpPr>
            <p:cNvPr id="43088" name="Oval 354"/>
            <p:cNvSpPr/>
            <p:nvPr/>
          </p:nvSpPr>
          <p:spPr>
            <a:xfrm>
              <a:off x="3097" y="1724"/>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89" name="Oval 355"/>
            <p:cNvSpPr/>
            <p:nvPr/>
          </p:nvSpPr>
          <p:spPr>
            <a:xfrm>
              <a:off x="5057" y="171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90" name="Oval 356"/>
            <p:cNvSpPr/>
            <p:nvPr/>
          </p:nvSpPr>
          <p:spPr>
            <a:xfrm>
              <a:off x="5012" y="670"/>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20847" name="Group 367"/>
          <p:cNvGrpSpPr/>
          <p:nvPr/>
        </p:nvGrpSpPr>
        <p:grpSpPr>
          <a:xfrm>
            <a:off x="4932363" y="981075"/>
            <a:ext cx="3684587" cy="2722563"/>
            <a:chOff x="3107" y="618"/>
            <a:chExt cx="2321" cy="1715"/>
          </a:xfrm>
        </p:grpSpPr>
        <p:sp>
          <p:nvSpPr>
            <p:cNvPr id="43018" name="Line 291"/>
            <p:cNvSpPr/>
            <p:nvPr/>
          </p:nvSpPr>
          <p:spPr>
            <a:xfrm>
              <a:off x="3289" y="1013"/>
              <a:ext cx="771" cy="0"/>
            </a:xfrm>
            <a:prstGeom prst="line">
              <a:avLst/>
            </a:prstGeom>
            <a:ln w="28575" cap="flat" cmpd="sng">
              <a:solidFill>
                <a:srgbClr val="FFCC00"/>
              </a:solidFill>
              <a:prstDash val="solid"/>
              <a:headEnd type="none" w="med" len="med"/>
              <a:tailEnd type="none" w="med" len="med"/>
            </a:ln>
          </p:spPr>
        </p:sp>
        <p:sp>
          <p:nvSpPr>
            <p:cNvPr id="43019" name="Text Box 271"/>
            <p:cNvSpPr txBox="1"/>
            <p:nvPr/>
          </p:nvSpPr>
          <p:spPr>
            <a:xfrm>
              <a:off x="3515" y="1117"/>
              <a:ext cx="589"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43020" name="Object 272"/>
            <p:cNvGraphicFramePr>
              <a:graphicFrameLocks noChangeAspect="1"/>
            </p:cNvGraphicFramePr>
            <p:nvPr/>
          </p:nvGraphicFramePr>
          <p:xfrm>
            <a:off x="3379" y="618"/>
            <a:ext cx="223" cy="385"/>
          </p:xfrm>
          <a:graphic>
            <a:graphicData uri="http://schemas.openxmlformats.org/presentationml/2006/ole">
              <mc:AlternateContent xmlns:mc="http://schemas.openxmlformats.org/markup-compatibility/2006">
                <mc:Choice xmlns:v="urn:schemas-microsoft-com:vml" Requires="v">
                  <p:oleObj r:id="rId7" imgW="163830" imgH="319405" progId="Equation.3">
                    <p:embed/>
                  </p:oleObj>
                </mc:Choice>
                <mc:Fallback>
                  <p:oleObj r:id="rId7" imgW="163830" imgH="319405" progId="Equation.3">
                    <p:embed/>
                    <p:pic>
                      <p:nvPicPr>
                        <p:cNvPr id="0" name="图片 3174"/>
                        <p:cNvPicPr/>
                        <p:nvPr/>
                      </p:nvPicPr>
                      <p:blipFill>
                        <a:blip r:embed="rId8">
                          <a:clrChange>
                            <a:clrFrom>
                              <a:srgbClr val="000000"/>
                            </a:clrFrom>
                            <a:clrTo>
                              <a:srgbClr val="FFFFFF"/>
                            </a:clrTo>
                          </a:clrChange>
                        </a:blip>
                        <a:stretch>
                          <a:fillRect/>
                        </a:stretch>
                      </p:blipFill>
                      <p:spPr>
                        <a:xfrm>
                          <a:off x="3379" y="618"/>
                          <a:ext cx="223" cy="385"/>
                        </a:xfrm>
                        <a:prstGeom prst="rect">
                          <a:avLst/>
                        </a:prstGeom>
                        <a:noFill/>
                        <a:ln w="38100">
                          <a:noFill/>
                          <a:miter/>
                        </a:ln>
                      </p:spPr>
                    </p:pic>
                  </p:oleObj>
                </mc:Fallback>
              </mc:AlternateContent>
            </a:graphicData>
          </a:graphic>
        </p:graphicFrame>
        <p:graphicFrame>
          <p:nvGraphicFramePr>
            <p:cNvPr id="43021" name="Object 273"/>
            <p:cNvGraphicFramePr>
              <a:graphicFrameLocks noChangeAspect="1"/>
            </p:cNvGraphicFramePr>
            <p:nvPr/>
          </p:nvGraphicFramePr>
          <p:xfrm>
            <a:off x="4740" y="618"/>
            <a:ext cx="258" cy="379"/>
          </p:xfrm>
          <a:graphic>
            <a:graphicData uri="http://schemas.openxmlformats.org/presentationml/2006/ole">
              <mc:AlternateContent xmlns:mc="http://schemas.openxmlformats.org/markup-compatibility/2006">
                <mc:Choice xmlns:v="urn:schemas-microsoft-com:vml" Requires="v">
                  <p:oleObj r:id="rId9" imgW="186055" imgH="319405" progId="Equation.3">
                    <p:embed/>
                  </p:oleObj>
                </mc:Choice>
                <mc:Fallback>
                  <p:oleObj r:id="rId9" imgW="186055" imgH="319405" progId="Equation.3">
                    <p:embed/>
                    <p:pic>
                      <p:nvPicPr>
                        <p:cNvPr id="0" name="图片 3175"/>
                        <p:cNvPicPr/>
                        <p:nvPr/>
                      </p:nvPicPr>
                      <p:blipFill>
                        <a:blip r:embed="rId10">
                          <a:clrChange>
                            <a:clrFrom>
                              <a:srgbClr val="000000"/>
                            </a:clrFrom>
                            <a:clrTo>
                              <a:srgbClr val="FFFFFF"/>
                            </a:clrTo>
                          </a:clrChange>
                        </a:blip>
                        <a:stretch>
                          <a:fillRect/>
                        </a:stretch>
                      </p:blipFill>
                      <p:spPr>
                        <a:xfrm>
                          <a:off x="4740" y="618"/>
                          <a:ext cx="258" cy="379"/>
                        </a:xfrm>
                        <a:prstGeom prst="rect">
                          <a:avLst/>
                        </a:prstGeom>
                        <a:noFill/>
                        <a:ln w="38100">
                          <a:noFill/>
                          <a:miter/>
                        </a:ln>
                      </p:spPr>
                    </p:pic>
                  </p:oleObj>
                </mc:Fallback>
              </mc:AlternateContent>
            </a:graphicData>
          </a:graphic>
        </p:graphicFrame>
        <p:sp>
          <p:nvSpPr>
            <p:cNvPr id="43022" name="Text Box 274"/>
            <p:cNvSpPr txBox="1"/>
            <p:nvPr/>
          </p:nvSpPr>
          <p:spPr>
            <a:xfrm>
              <a:off x="4513" y="1162"/>
              <a:ext cx="646"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43023" name="Object 275"/>
            <p:cNvGraphicFramePr>
              <a:graphicFrameLocks noChangeAspect="1"/>
            </p:cNvGraphicFramePr>
            <p:nvPr/>
          </p:nvGraphicFramePr>
          <p:xfrm>
            <a:off x="4695" y="1707"/>
            <a:ext cx="655" cy="392"/>
          </p:xfrm>
          <a:graphic>
            <a:graphicData uri="http://schemas.openxmlformats.org/presentationml/2006/ole">
              <mc:AlternateContent xmlns:mc="http://schemas.openxmlformats.org/markup-compatibility/2006">
                <mc:Choice xmlns:v="urn:schemas-microsoft-com:vml" Requires="v">
                  <p:oleObj r:id="rId11" imgW="505460" imgH="356870" progId="Equation.3">
                    <p:embed/>
                  </p:oleObj>
                </mc:Choice>
                <mc:Fallback>
                  <p:oleObj r:id="rId11" imgW="505460" imgH="356870" progId="Equation.3">
                    <p:embed/>
                    <p:pic>
                      <p:nvPicPr>
                        <p:cNvPr id="0" name="图片 3176"/>
                        <p:cNvPicPr/>
                        <p:nvPr/>
                      </p:nvPicPr>
                      <p:blipFill>
                        <a:blip r:embed="rId12">
                          <a:clrChange>
                            <a:clrFrom>
                              <a:srgbClr val="000000"/>
                            </a:clrFrom>
                            <a:clrTo>
                              <a:srgbClr val="FFFFFF"/>
                            </a:clrTo>
                          </a:clrChange>
                        </a:blip>
                        <a:stretch>
                          <a:fillRect/>
                        </a:stretch>
                      </p:blipFill>
                      <p:spPr>
                        <a:xfrm>
                          <a:off x="4695" y="1707"/>
                          <a:ext cx="655" cy="392"/>
                        </a:xfrm>
                        <a:prstGeom prst="rect">
                          <a:avLst/>
                        </a:prstGeom>
                        <a:noFill/>
                        <a:ln w="38100">
                          <a:noFill/>
                          <a:miter/>
                        </a:ln>
                      </p:spPr>
                    </p:pic>
                  </p:oleObj>
                </mc:Fallback>
              </mc:AlternateContent>
            </a:graphicData>
          </a:graphic>
        </p:graphicFrame>
        <p:sp>
          <p:nvSpPr>
            <p:cNvPr id="43024" name="AutoShape 276"/>
            <p:cNvSpPr/>
            <p:nvPr/>
          </p:nvSpPr>
          <p:spPr>
            <a:xfrm>
              <a:off x="3879" y="1752"/>
              <a:ext cx="36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25" name="AutoShape 277"/>
            <p:cNvSpPr/>
            <p:nvPr/>
          </p:nvSpPr>
          <p:spPr>
            <a:xfrm>
              <a:off x="4345" y="1752"/>
              <a:ext cx="36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26" name="Text Box 278"/>
            <p:cNvSpPr txBox="1"/>
            <p:nvPr/>
          </p:nvSpPr>
          <p:spPr>
            <a:xfrm>
              <a:off x="3787" y="1525"/>
              <a:ext cx="242"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27" name="Text Box 279"/>
            <p:cNvSpPr txBox="1"/>
            <p:nvPr/>
          </p:nvSpPr>
          <p:spPr>
            <a:xfrm>
              <a:off x="3788" y="1979"/>
              <a:ext cx="242"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28" name="Text Box 280"/>
            <p:cNvSpPr txBox="1"/>
            <p:nvPr/>
          </p:nvSpPr>
          <p:spPr>
            <a:xfrm>
              <a:off x="4604" y="1979"/>
              <a:ext cx="242"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29" name="Text Box 281"/>
            <p:cNvSpPr txBox="1"/>
            <p:nvPr/>
          </p:nvSpPr>
          <p:spPr>
            <a:xfrm>
              <a:off x="4604" y="1525"/>
              <a:ext cx="242"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43030" name="Object 282"/>
            <p:cNvGraphicFramePr>
              <a:graphicFrameLocks noChangeAspect="1"/>
            </p:cNvGraphicFramePr>
            <p:nvPr/>
          </p:nvGraphicFramePr>
          <p:xfrm>
            <a:off x="3243" y="1797"/>
            <a:ext cx="655" cy="299"/>
          </p:xfrm>
          <a:graphic>
            <a:graphicData uri="http://schemas.openxmlformats.org/presentationml/2006/ole">
              <mc:AlternateContent xmlns:mc="http://schemas.openxmlformats.org/markup-compatibility/2006">
                <mc:Choice xmlns:v="urn:schemas-microsoft-com:vml" Requires="v">
                  <p:oleObj r:id="rId13" imgW="483235" imgH="260350" progId="Equation.3">
                    <p:embed/>
                  </p:oleObj>
                </mc:Choice>
                <mc:Fallback>
                  <p:oleObj r:id="rId13" imgW="483235" imgH="260350" progId="Equation.3">
                    <p:embed/>
                    <p:pic>
                      <p:nvPicPr>
                        <p:cNvPr id="0" name="图片 3177"/>
                        <p:cNvPicPr/>
                        <p:nvPr/>
                      </p:nvPicPr>
                      <p:blipFill>
                        <a:blip r:embed="rId14">
                          <a:clrChange>
                            <a:clrFrom>
                              <a:srgbClr val="000000"/>
                            </a:clrFrom>
                            <a:clrTo>
                              <a:srgbClr val="FFFFFF"/>
                            </a:clrTo>
                          </a:clrChange>
                        </a:blip>
                        <a:stretch>
                          <a:fillRect/>
                        </a:stretch>
                      </p:blipFill>
                      <p:spPr>
                        <a:xfrm>
                          <a:off x="3243" y="1797"/>
                          <a:ext cx="655" cy="299"/>
                        </a:xfrm>
                        <a:prstGeom prst="rect">
                          <a:avLst/>
                        </a:prstGeom>
                        <a:noFill/>
                        <a:ln w="38100">
                          <a:noFill/>
                          <a:miter/>
                        </a:ln>
                      </p:spPr>
                    </p:pic>
                  </p:oleObj>
                </mc:Fallback>
              </mc:AlternateContent>
            </a:graphicData>
          </a:graphic>
        </p:graphicFrame>
        <p:sp>
          <p:nvSpPr>
            <p:cNvPr id="43031" name="Line 283"/>
            <p:cNvSpPr/>
            <p:nvPr/>
          </p:nvSpPr>
          <p:spPr>
            <a:xfrm flipH="1">
              <a:off x="4060" y="1603"/>
              <a:ext cx="0" cy="694"/>
            </a:xfrm>
            <a:prstGeom prst="line">
              <a:avLst/>
            </a:prstGeom>
            <a:ln w="28575" cap="flat" cmpd="sng">
              <a:solidFill>
                <a:srgbClr val="FFCC00"/>
              </a:solidFill>
              <a:prstDash val="solid"/>
              <a:headEnd type="none" w="med" len="med"/>
              <a:tailEnd type="none" w="med" len="med"/>
            </a:ln>
          </p:spPr>
        </p:sp>
        <p:sp>
          <p:nvSpPr>
            <p:cNvPr id="43032" name="Line 284"/>
            <p:cNvSpPr/>
            <p:nvPr/>
          </p:nvSpPr>
          <p:spPr>
            <a:xfrm>
              <a:off x="4065" y="1022"/>
              <a:ext cx="0" cy="240"/>
            </a:xfrm>
            <a:prstGeom prst="line">
              <a:avLst/>
            </a:prstGeom>
            <a:ln w="28575" cap="flat" cmpd="sng">
              <a:solidFill>
                <a:srgbClr val="FFCC00"/>
              </a:solidFill>
              <a:prstDash val="solid"/>
              <a:headEnd type="none" w="med" len="med"/>
              <a:tailEnd type="none" w="med" len="med"/>
            </a:ln>
          </p:spPr>
        </p:sp>
        <p:sp>
          <p:nvSpPr>
            <p:cNvPr id="43033" name="Line 285"/>
            <p:cNvSpPr/>
            <p:nvPr/>
          </p:nvSpPr>
          <p:spPr>
            <a:xfrm>
              <a:off x="4527" y="1022"/>
              <a:ext cx="0" cy="220"/>
            </a:xfrm>
            <a:prstGeom prst="line">
              <a:avLst/>
            </a:prstGeom>
            <a:ln w="28575" cap="flat" cmpd="sng">
              <a:solidFill>
                <a:srgbClr val="FFCC00"/>
              </a:solidFill>
              <a:prstDash val="solid"/>
              <a:headEnd type="none" w="med" len="med"/>
              <a:tailEnd type="none" w="med" len="med"/>
            </a:ln>
          </p:spPr>
        </p:sp>
        <p:sp>
          <p:nvSpPr>
            <p:cNvPr id="43034" name="Line 286"/>
            <p:cNvSpPr/>
            <p:nvPr/>
          </p:nvSpPr>
          <p:spPr>
            <a:xfrm>
              <a:off x="3334" y="1017"/>
              <a:ext cx="336" cy="0"/>
            </a:xfrm>
            <a:prstGeom prst="line">
              <a:avLst/>
            </a:prstGeom>
            <a:ln w="28575" cap="flat" cmpd="sng">
              <a:solidFill>
                <a:srgbClr val="00FFFF"/>
              </a:solidFill>
              <a:prstDash val="solid"/>
              <a:headEnd type="none" w="med" len="med"/>
              <a:tailEnd type="triangle" w="med" len="med"/>
            </a:ln>
          </p:spPr>
        </p:sp>
        <p:sp>
          <p:nvSpPr>
            <p:cNvPr id="43035" name="Oval 287"/>
            <p:cNvSpPr/>
            <p:nvPr/>
          </p:nvSpPr>
          <p:spPr>
            <a:xfrm>
              <a:off x="3241" y="988"/>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36" name="Text Box 288"/>
            <p:cNvSpPr txBox="1"/>
            <p:nvPr/>
          </p:nvSpPr>
          <p:spPr>
            <a:xfrm>
              <a:off x="3153" y="1022"/>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37" name="Text Box 289"/>
            <p:cNvSpPr txBox="1"/>
            <p:nvPr/>
          </p:nvSpPr>
          <p:spPr>
            <a:xfrm>
              <a:off x="3108" y="1979"/>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38" name="Oval 290"/>
            <p:cNvSpPr/>
            <p:nvPr/>
          </p:nvSpPr>
          <p:spPr>
            <a:xfrm>
              <a:off x="3241" y="2285"/>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39" name="Line 292"/>
            <p:cNvSpPr/>
            <p:nvPr/>
          </p:nvSpPr>
          <p:spPr>
            <a:xfrm>
              <a:off x="3289" y="2303"/>
              <a:ext cx="771" cy="0"/>
            </a:xfrm>
            <a:prstGeom prst="line">
              <a:avLst/>
            </a:prstGeom>
            <a:ln w="28575" cap="flat" cmpd="sng">
              <a:solidFill>
                <a:srgbClr val="FFCC00"/>
              </a:solidFill>
              <a:prstDash val="solid"/>
              <a:headEnd type="none" w="med" len="med"/>
              <a:tailEnd type="none" w="med" len="med"/>
            </a:ln>
          </p:spPr>
        </p:sp>
        <p:sp>
          <p:nvSpPr>
            <p:cNvPr id="43040" name="Line 293"/>
            <p:cNvSpPr/>
            <p:nvPr/>
          </p:nvSpPr>
          <p:spPr>
            <a:xfrm>
              <a:off x="4527" y="1013"/>
              <a:ext cx="589" cy="0"/>
            </a:xfrm>
            <a:prstGeom prst="line">
              <a:avLst/>
            </a:prstGeom>
            <a:ln w="28575" cap="flat" cmpd="sng">
              <a:solidFill>
                <a:srgbClr val="FFCC00"/>
              </a:solidFill>
              <a:prstDash val="solid"/>
              <a:headEnd type="none" w="med" len="med"/>
              <a:tailEnd type="none" w="med" len="med"/>
            </a:ln>
          </p:spPr>
        </p:sp>
        <p:sp>
          <p:nvSpPr>
            <p:cNvPr id="43041" name="Oval 294"/>
            <p:cNvSpPr/>
            <p:nvPr/>
          </p:nvSpPr>
          <p:spPr>
            <a:xfrm>
              <a:off x="5116" y="992"/>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42" name="Line 295"/>
            <p:cNvSpPr/>
            <p:nvPr/>
          </p:nvSpPr>
          <p:spPr>
            <a:xfrm>
              <a:off x="4526" y="2303"/>
              <a:ext cx="636" cy="0"/>
            </a:xfrm>
            <a:prstGeom prst="line">
              <a:avLst/>
            </a:prstGeom>
            <a:ln w="28575" cap="flat" cmpd="sng">
              <a:solidFill>
                <a:srgbClr val="FFCC00"/>
              </a:solidFill>
              <a:prstDash val="solid"/>
              <a:headEnd type="none" w="med" len="med"/>
              <a:tailEnd type="none" w="med" len="med"/>
            </a:ln>
          </p:spPr>
        </p:sp>
        <p:sp>
          <p:nvSpPr>
            <p:cNvPr id="43043" name="Oval 296"/>
            <p:cNvSpPr/>
            <p:nvPr/>
          </p:nvSpPr>
          <p:spPr>
            <a:xfrm>
              <a:off x="5162" y="2276"/>
              <a:ext cx="48" cy="4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3044" name="Text Box 297"/>
            <p:cNvSpPr txBox="1"/>
            <p:nvPr/>
          </p:nvSpPr>
          <p:spPr>
            <a:xfrm>
              <a:off x="5149" y="1026"/>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45" name="Text Box 298"/>
            <p:cNvSpPr txBox="1"/>
            <p:nvPr/>
          </p:nvSpPr>
          <p:spPr>
            <a:xfrm>
              <a:off x="5149" y="1979"/>
              <a:ext cx="24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43046" name="Line 299"/>
            <p:cNvSpPr/>
            <p:nvPr/>
          </p:nvSpPr>
          <p:spPr>
            <a:xfrm>
              <a:off x="4649" y="1017"/>
              <a:ext cx="363" cy="0"/>
            </a:xfrm>
            <a:prstGeom prst="line">
              <a:avLst/>
            </a:prstGeom>
            <a:ln w="28575" cap="flat" cmpd="sng">
              <a:solidFill>
                <a:srgbClr val="00FFFF"/>
              </a:solidFill>
              <a:prstDash val="solid"/>
              <a:headEnd type="triangle" w="med" len="med"/>
              <a:tailEnd type="none" w="med" len="med"/>
            </a:ln>
          </p:spPr>
        </p:sp>
        <p:sp>
          <p:nvSpPr>
            <p:cNvPr id="43047" name="Line 300"/>
            <p:cNvSpPr/>
            <p:nvPr/>
          </p:nvSpPr>
          <p:spPr>
            <a:xfrm flipH="1">
              <a:off x="4526" y="1603"/>
              <a:ext cx="1" cy="694"/>
            </a:xfrm>
            <a:prstGeom prst="line">
              <a:avLst/>
            </a:prstGeom>
            <a:ln w="28575" cap="flat" cmpd="sng">
              <a:solidFill>
                <a:srgbClr val="FFCC00"/>
              </a:solidFill>
              <a:prstDash val="solid"/>
              <a:headEnd type="none" w="med" len="med"/>
              <a:tailEnd type="none" w="med" len="med"/>
            </a:ln>
          </p:spPr>
        </p:sp>
        <p:graphicFrame>
          <p:nvGraphicFramePr>
            <p:cNvPr id="43048" name="Object 309"/>
            <p:cNvGraphicFramePr>
              <a:graphicFrameLocks noChangeAspect="1"/>
            </p:cNvGraphicFramePr>
            <p:nvPr/>
          </p:nvGraphicFramePr>
          <p:xfrm>
            <a:off x="3107" y="1435"/>
            <a:ext cx="242" cy="320"/>
          </p:xfrm>
          <a:graphic>
            <a:graphicData uri="http://schemas.openxmlformats.org/presentationml/2006/ole">
              <mc:AlternateContent xmlns:mc="http://schemas.openxmlformats.org/markup-compatibility/2006">
                <mc:Choice xmlns:v="urn:schemas-microsoft-com:vml" Requires="v">
                  <p:oleObj r:id="rId15" imgW="200660" imgH="260350" progId="Equation.3">
                    <p:embed/>
                  </p:oleObj>
                </mc:Choice>
                <mc:Fallback>
                  <p:oleObj r:id="rId15" imgW="200660" imgH="260350" progId="Equation.3">
                    <p:embed/>
                    <p:pic>
                      <p:nvPicPr>
                        <p:cNvPr id="0" name="图片 3168"/>
                        <p:cNvPicPr/>
                        <p:nvPr/>
                      </p:nvPicPr>
                      <p:blipFill>
                        <a:blip r:embed="rId16">
                          <a:clrChange>
                            <a:clrFrom>
                              <a:srgbClr val="000000"/>
                            </a:clrFrom>
                            <a:clrTo>
                              <a:srgbClr val="FFFFFF"/>
                            </a:clrTo>
                          </a:clrChange>
                        </a:blip>
                        <a:stretch>
                          <a:fillRect/>
                        </a:stretch>
                      </p:blipFill>
                      <p:spPr>
                        <a:xfrm>
                          <a:off x="3107" y="1435"/>
                          <a:ext cx="242" cy="320"/>
                        </a:xfrm>
                        <a:prstGeom prst="rect">
                          <a:avLst/>
                        </a:prstGeom>
                        <a:noFill/>
                        <a:ln w="38100">
                          <a:noFill/>
                          <a:miter/>
                        </a:ln>
                      </p:spPr>
                    </p:pic>
                  </p:oleObj>
                </mc:Fallback>
              </mc:AlternateContent>
            </a:graphicData>
          </a:graphic>
        </p:graphicFrame>
        <p:graphicFrame>
          <p:nvGraphicFramePr>
            <p:cNvPr id="43049" name="Object 310"/>
            <p:cNvGraphicFramePr>
              <a:graphicFrameLocks noChangeAspect="1"/>
            </p:cNvGraphicFramePr>
            <p:nvPr/>
          </p:nvGraphicFramePr>
          <p:xfrm>
            <a:off x="5171" y="1457"/>
            <a:ext cx="257" cy="320"/>
          </p:xfrm>
          <a:graphic>
            <a:graphicData uri="http://schemas.openxmlformats.org/presentationml/2006/ole">
              <mc:AlternateContent xmlns:mc="http://schemas.openxmlformats.org/markup-compatibility/2006">
                <mc:Choice xmlns:v="urn:schemas-microsoft-com:vml" Requires="v">
                  <p:oleObj r:id="rId17" imgW="208280" imgH="260350" progId="Equation.3">
                    <p:embed/>
                  </p:oleObj>
                </mc:Choice>
                <mc:Fallback>
                  <p:oleObj r:id="rId17" imgW="208280" imgH="260350" progId="Equation.3">
                    <p:embed/>
                    <p:pic>
                      <p:nvPicPr>
                        <p:cNvPr id="0" name="图片 3167"/>
                        <p:cNvPicPr/>
                        <p:nvPr/>
                      </p:nvPicPr>
                      <p:blipFill>
                        <a:blip r:embed="rId18">
                          <a:clrChange>
                            <a:clrFrom>
                              <a:srgbClr val="000000"/>
                            </a:clrFrom>
                            <a:clrTo>
                              <a:srgbClr val="FFFFFF"/>
                            </a:clrTo>
                          </a:clrChange>
                        </a:blip>
                        <a:stretch>
                          <a:fillRect/>
                        </a:stretch>
                      </p:blipFill>
                      <p:spPr>
                        <a:xfrm>
                          <a:off x="5171" y="1457"/>
                          <a:ext cx="257" cy="320"/>
                        </a:xfrm>
                        <a:prstGeom prst="rect">
                          <a:avLst/>
                        </a:prstGeom>
                        <a:noFill/>
                        <a:ln w="38100">
                          <a:noFill/>
                          <a:miter/>
                        </a:ln>
                      </p:spPr>
                    </p:pic>
                  </p:oleObj>
                </mc:Fallback>
              </mc:AlternateContent>
            </a:graphicData>
          </a:graphic>
        </p:graphicFrame>
        <p:grpSp>
          <p:nvGrpSpPr>
            <p:cNvPr id="43050" name="Group 357"/>
            <p:cNvGrpSpPr/>
            <p:nvPr/>
          </p:nvGrpSpPr>
          <p:grpSpPr>
            <a:xfrm>
              <a:off x="4450" y="1253"/>
              <a:ext cx="91" cy="363"/>
              <a:chOff x="1565" y="2614"/>
              <a:chExt cx="90" cy="486"/>
            </a:xfrm>
          </p:grpSpPr>
          <p:sp>
            <p:nvSpPr>
              <p:cNvPr id="43056" name="Arc 35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57" name="Arc 35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58" name="Arc 36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59" name="Arc 36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3051" name="Group 362"/>
            <p:cNvGrpSpPr/>
            <p:nvPr/>
          </p:nvGrpSpPr>
          <p:grpSpPr>
            <a:xfrm rot="10800000">
              <a:off x="4059" y="1253"/>
              <a:ext cx="90" cy="363"/>
              <a:chOff x="1565" y="2614"/>
              <a:chExt cx="90" cy="486"/>
            </a:xfrm>
          </p:grpSpPr>
          <p:sp>
            <p:nvSpPr>
              <p:cNvPr id="43052" name="Arc 36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53" name="Arc 36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54" name="Arc 36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3055" name="Arc 36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484"/>
                                        </p:tgtEl>
                                        <p:attrNameLst>
                                          <p:attrName>style.visibility</p:attrName>
                                        </p:attrNameLst>
                                      </p:cBhvr>
                                      <p:to>
                                        <p:strVal val="visible"/>
                                      </p:to>
                                    </p:set>
                                    <p:anim calcmode="lin" valueType="num">
                                      <p:cBhvr additive="base">
                                        <p:cTn id="7" dur="500" fill="hold"/>
                                        <p:tgtEl>
                                          <p:spTgt spid="20484"/>
                                        </p:tgtEl>
                                        <p:attrNameLst>
                                          <p:attrName>ppt_x</p:attrName>
                                        </p:attrNameLst>
                                      </p:cBhvr>
                                      <p:tavLst>
                                        <p:tav tm="0">
                                          <p:val>
                                            <p:strVal val="0-#ppt_w/2"/>
                                          </p:val>
                                        </p:tav>
                                        <p:tav tm="100000">
                                          <p:val>
                                            <p:strVal val="#ppt_x"/>
                                          </p:val>
                                        </p:tav>
                                      </p:tavLst>
                                    </p:anim>
                                    <p:anim calcmode="lin" valueType="num">
                                      <p:cBhvr additive="base">
                                        <p:cTn id="8"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0657"/>
                                        </p:tgtEl>
                                        <p:attrNameLst>
                                          <p:attrName>style.visibility</p:attrName>
                                        </p:attrNameLst>
                                      </p:cBhvr>
                                      <p:to>
                                        <p:strVal val="visible"/>
                                      </p:to>
                                    </p:set>
                                    <p:animEffect transition="in" filter="slide(fromBottom)">
                                      <p:cBhvr>
                                        <p:cTn id="13" dur="2000"/>
                                        <p:tgtEl>
                                          <p:spTgt spid="20657"/>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20485"/>
                                        </p:tgtEl>
                                        <p:attrNameLst>
                                          <p:attrName>style.visibility</p:attrName>
                                        </p:attrNameLst>
                                      </p:cBhvr>
                                      <p:to>
                                        <p:strVal val="visible"/>
                                      </p:to>
                                    </p:set>
                                    <p:animEffect transition="in" filter="slide(fromLeft)">
                                      <p:cBhvr>
                                        <p:cTn id="18" dur="500"/>
                                        <p:tgtEl>
                                          <p:spTgt spid="20485"/>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20847"/>
                                        </p:tgtEl>
                                        <p:attrNameLst>
                                          <p:attrName>style.visibility</p:attrName>
                                        </p:attrNameLst>
                                      </p:cBhvr>
                                      <p:to>
                                        <p:strVal val="visible"/>
                                      </p:to>
                                    </p:set>
                                    <p:animEffect transition="in" filter="blinds(horizontal)">
                                      <p:cBhvr>
                                        <p:cTn id="22" dur="500"/>
                                        <p:tgtEl>
                                          <p:spTgt spid="2084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797"/>
                                        </p:tgtEl>
                                        <p:attrNameLst>
                                          <p:attrName>style.visibility</p:attrName>
                                        </p:attrNameLst>
                                      </p:cBhvr>
                                      <p:to>
                                        <p:strVal val="visible"/>
                                      </p:to>
                                    </p:set>
                                    <p:animEffect transition="in" filter="blinds(horizontal)">
                                      <p:cBhvr>
                                        <p:cTn id="27" dur="500"/>
                                        <p:tgtEl>
                                          <p:spTgt spid="20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Text Box 4"/>
          <p:cNvSpPr txBox="1"/>
          <p:nvPr/>
        </p:nvSpPr>
        <p:spPr>
          <a:xfrm>
            <a:off x="250825" y="476250"/>
            <a:ext cx="1368425" cy="579438"/>
          </a:xfrm>
          <a:prstGeom prst="rect">
            <a:avLst/>
          </a:prstGeom>
          <a:noFill/>
          <a:ln w="19050">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2-1</a:t>
            </a:r>
          </a:p>
        </p:txBody>
      </p:sp>
      <p:graphicFrame>
        <p:nvGraphicFramePr>
          <p:cNvPr id="19461" name="Object 5"/>
          <p:cNvGraphicFramePr>
            <a:graphicFrameLocks noChangeAspect="1"/>
          </p:cNvGraphicFramePr>
          <p:nvPr/>
        </p:nvGraphicFramePr>
        <p:xfrm>
          <a:off x="1377950" y="476250"/>
          <a:ext cx="2603500" cy="525463"/>
        </p:xfrm>
        <a:graphic>
          <a:graphicData uri="http://schemas.openxmlformats.org/presentationml/2006/ole">
            <mc:AlternateContent xmlns:mc="http://schemas.openxmlformats.org/markup-compatibility/2006">
              <mc:Choice xmlns:v="urn:schemas-microsoft-com:vml" Requires="v">
                <p:oleObj r:id="rId2" imgW="1226820" imgH="245110" progId="Equation.3">
                  <p:embed/>
                </p:oleObj>
              </mc:Choice>
              <mc:Fallback>
                <p:oleObj r:id="rId2" imgW="1226820" imgH="245110" progId="Equation.3">
                  <p:embed/>
                  <p:pic>
                    <p:nvPicPr>
                      <p:cNvPr id="0" name="图片 3169"/>
                      <p:cNvPicPr/>
                      <p:nvPr/>
                    </p:nvPicPr>
                    <p:blipFill>
                      <a:blip r:embed="rId3">
                        <a:clrChange>
                          <a:clrFrom>
                            <a:srgbClr val="000000"/>
                          </a:clrFrom>
                          <a:clrTo>
                            <a:srgbClr val="FFFFFF"/>
                          </a:clrTo>
                        </a:clrChange>
                      </a:blip>
                      <a:stretch>
                        <a:fillRect/>
                      </a:stretch>
                    </p:blipFill>
                    <p:spPr>
                      <a:xfrm>
                        <a:off x="1377950" y="476250"/>
                        <a:ext cx="2603500" cy="525463"/>
                      </a:xfrm>
                      <a:prstGeom prst="rect">
                        <a:avLst/>
                      </a:prstGeom>
                      <a:noFill/>
                      <a:ln w="38100">
                        <a:noFill/>
                        <a:miter/>
                      </a:ln>
                    </p:spPr>
                  </p:pic>
                </p:oleObj>
              </mc:Fallback>
            </mc:AlternateContent>
          </a:graphicData>
        </a:graphic>
      </p:graphicFrame>
      <p:sp>
        <p:nvSpPr>
          <p:cNvPr id="19633" name="Text Box 177"/>
          <p:cNvSpPr txBox="1"/>
          <p:nvPr/>
        </p:nvSpPr>
        <p:spPr>
          <a:xfrm>
            <a:off x="611188" y="5013325"/>
            <a:ext cx="1368425" cy="547688"/>
          </a:xfrm>
          <a:prstGeom prst="rect">
            <a:avLst/>
          </a:prstGeom>
          <a:noFill/>
          <a:ln w="28575" cap="flat" cmpd="sng">
            <a:solidFill>
              <a:srgbClr val="66FF33"/>
            </a:solidFill>
            <a:prstDash val="solid"/>
            <a:miter/>
            <a:headEnd type="none" w="med" len="med"/>
            <a:tailEnd type="none" w="med" len="med"/>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L</a:t>
            </a:r>
            <a:r>
              <a:rPr lang="en-US" altLang="zh-CN" baseline="-25000" dirty="0">
                <a:solidFill>
                  <a:schemeClr val="bg1"/>
                </a:solidFill>
                <a:latin typeface="Times New Roman" panose="02020603050405020304" pitchFamily="18" charset="0"/>
                <a:ea typeface="仿宋_GB2312" pitchFamily="49" charset="-122"/>
              </a:rPr>
              <a:t>ab</a:t>
            </a:r>
            <a:r>
              <a:rPr lang="en-US" altLang="zh-CN" dirty="0">
                <a:solidFill>
                  <a:schemeClr val="bg1"/>
                </a:solidFill>
                <a:latin typeface="Times New Roman" panose="02020603050405020304" pitchFamily="18" charset="0"/>
                <a:ea typeface="仿宋_GB2312" pitchFamily="49" charset="-122"/>
              </a:rPr>
              <a:t>=5H</a:t>
            </a:r>
          </a:p>
        </p:txBody>
      </p:sp>
      <p:sp>
        <p:nvSpPr>
          <p:cNvPr id="19695" name="Text Box 239"/>
          <p:cNvSpPr txBox="1"/>
          <p:nvPr/>
        </p:nvSpPr>
        <p:spPr>
          <a:xfrm>
            <a:off x="4932363" y="4797425"/>
            <a:ext cx="1368425" cy="547688"/>
          </a:xfrm>
          <a:prstGeom prst="rect">
            <a:avLst/>
          </a:prstGeom>
          <a:noFill/>
          <a:ln w="28575" cap="flat" cmpd="sng">
            <a:solidFill>
              <a:srgbClr val="66FF33"/>
            </a:solidFill>
            <a:prstDash val="solid"/>
            <a:miter/>
            <a:headEnd type="none" w="med" len="med"/>
            <a:tailEnd type="none" w="med" len="med"/>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L</a:t>
            </a:r>
            <a:r>
              <a:rPr lang="en-US" altLang="zh-CN" baseline="-25000" dirty="0">
                <a:solidFill>
                  <a:schemeClr val="bg1"/>
                </a:solidFill>
                <a:latin typeface="Times New Roman" panose="02020603050405020304" pitchFamily="18" charset="0"/>
                <a:ea typeface="仿宋_GB2312" pitchFamily="49" charset="-122"/>
              </a:rPr>
              <a:t>ab</a:t>
            </a:r>
            <a:r>
              <a:rPr lang="en-US" altLang="zh-CN" dirty="0">
                <a:solidFill>
                  <a:schemeClr val="bg1"/>
                </a:solidFill>
                <a:latin typeface="Times New Roman" panose="02020603050405020304" pitchFamily="18" charset="0"/>
                <a:ea typeface="仿宋_GB2312" pitchFamily="49" charset="-122"/>
              </a:rPr>
              <a:t>=6H</a:t>
            </a:r>
          </a:p>
        </p:txBody>
      </p:sp>
      <p:sp>
        <p:nvSpPr>
          <p:cNvPr id="19698" name="Text Box 242"/>
          <p:cNvSpPr txBox="1"/>
          <p:nvPr/>
        </p:nvSpPr>
        <p:spPr>
          <a:xfrm>
            <a:off x="179388" y="3860800"/>
            <a:ext cx="609600" cy="519113"/>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a:t>
            </a:r>
          </a:p>
        </p:txBody>
      </p:sp>
      <p:sp>
        <p:nvSpPr>
          <p:cNvPr id="19699" name="Line 243"/>
          <p:cNvSpPr/>
          <p:nvPr/>
        </p:nvSpPr>
        <p:spPr>
          <a:xfrm>
            <a:off x="3635375" y="3500438"/>
            <a:ext cx="0" cy="574675"/>
          </a:xfrm>
          <a:prstGeom prst="line">
            <a:avLst/>
          </a:prstGeom>
          <a:ln w="76200" cap="flat" cmpd="sng">
            <a:solidFill>
              <a:srgbClr val="3399FF"/>
            </a:solidFill>
            <a:prstDash val="solid"/>
            <a:headEnd type="none" w="med" len="med"/>
            <a:tailEnd type="triangle" w="med" len="med"/>
          </a:ln>
        </p:spPr>
      </p:sp>
      <p:sp>
        <p:nvSpPr>
          <p:cNvPr id="19700" name="Line 244"/>
          <p:cNvSpPr/>
          <p:nvPr/>
        </p:nvSpPr>
        <p:spPr>
          <a:xfrm>
            <a:off x="7812088" y="3500438"/>
            <a:ext cx="0" cy="574675"/>
          </a:xfrm>
          <a:prstGeom prst="line">
            <a:avLst/>
          </a:prstGeom>
          <a:ln w="76200" cap="flat" cmpd="sng">
            <a:solidFill>
              <a:srgbClr val="3399FF"/>
            </a:solidFill>
            <a:prstDash val="solid"/>
            <a:headEnd type="none" w="med" len="med"/>
            <a:tailEnd type="triangle" w="med" len="med"/>
          </a:ln>
        </p:spPr>
      </p:sp>
      <p:grpSp>
        <p:nvGrpSpPr>
          <p:cNvPr id="44041" name="Group 249"/>
          <p:cNvGrpSpPr/>
          <p:nvPr/>
        </p:nvGrpSpPr>
        <p:grpSpPr>
          <a:xfrm>
            <a:off x="8316913" y="6446838"/>
            <a:ext cx="792162" cy="366712"/>
            <a:chOff x="5193" y="4020"/>
            <a:chExt cx="499" cy="231"/>
          </a:xfrm>
        </p:grpSpPr>
        <p:pic>
          <p:nvPicPr>
            <p:cNvPr id="44241" name="Picture 250"/>
            <p:cNvPicPr>
              <a:picLocks noChangeAspect="1"/>
            </p:cNvPicPr>
            <p:nvPr/>
          </p:nvPicPr>
          <p:blipFill>
            <a:blip r:embed="rId4"/>
            <a:stretch>
              <a:fillRect/>
            </a:stretch>
          </p:blipFill>
          <p:spPr>
            <a:xfrm>
              <a:off x="5193" y="4066"/>
              <a:ext cx="499" cy="181"/>
            </a:xfrm>
            <a:prstGeom prst="rect">
              <a:avLst/>
            </a:prstGeom>
            <a:noFill/>
            <a:ln w="9525">
              <a:noFill/>
            </a:ln>
          </p:spPr>
        </p:pic>
        <p:sp>
          <p:nvSpPr>
            <p:cNvPr id="44242" name="Text Box 251">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4042" name="Group 252"/>
          <p:cNvGrpSpPr/>
          <p:nvPr/>
        </p:nvGrpSpPr>
        <p:grpSpPr>
          <a:xfrm>
            <a:off x="7453313" y="6446838"/>
            <a:ext cx="792162" cy="366712"/>
            <a:chOff x="4649" y="4020"/>
            <a:chExt cx="499" cy="231"/>
          </a:xfrm>
        </p:grpSpPr>
        <p:pic>
          <p:nvPicPr>
            <p:cNvPr id="44239" name="Picture 253"/>
            <p:cNvPicPr>
              <a:picLocks noChangeAspect="1"/>
            </p:cNvPicPr>
            <p:nvPr/>
          </p:nvPicPr>
          <p:blipFill>
            <a:blip r:embed="rId4"/>
            <a:stretch>
              <a:fillRect/>
            </a:stretch>
          </p:blipFill>
          <p:spPr>
            <a:xfrm>
              <a:off x="4649" y="4066"/>
              <a:ext cx="499" cy="181"/>
            </a:xfrm>
            <a:prstGeom prst="rect">
              <a:avLst/>
            </a:prstGeom>
            <a:noFill/>
            <a:ln w="9525">
              <a:noFill/>
            </a:ln>
          </p:spPr>
        </p:pic>
        <p:sp>
          <p:nvSpPr>
            <p:cNvPr id="44240" name="Text Box 254">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4043" name="Group 439"/>
          <p:cNvGrpSpPr/>
          <p:nvPr/>
        </p:nvGrpSpPr>
        <p:grpSpPr>
          <a:xfrm>
            <a:off x="6588125" y="6446838"/>
            <a:ext cx="792163" cy="366712"/>
            <a:chOff x="4649" y="4020"/>
            <a:chExt cx="499" cy="231"/>
          </a:xfrm>
        </p:grpSpPr>
        <p:pic>
          <p:nvPicPr>
            <p:cNvPr id="44237" name="Picture 440"/>
            <p:cNvPicPr>
              <a:picLocks noChangeAspect="1"/>
            </p:cNvPicPr>
            <p:nvPr/>
          </p:nvPicPr>
          <p:blipFill>
            <a:blip r:embed="rId4"/>
            <a:stretch>
              <a:fillRect/>
            </a:stretch>
          </p:blipFill>
          <p:spPr>
            <a:xfrm>
              <a:off x="4649" y="4066"/>
              <a:ext cx="499" cy="181"/>
            </a:xfrm>
            <a:prstGeom prst="rect">
              <a:avLst/>
            </a:prstGeom>
            <a:noFill/>
            <a:ln w="9525">
              <a:noFill/>
            </a:ln>
          </p:spPr>
        </p:pic>
        <p:sp>
          <p:nvSpPr>
            <p:cNvPr id="44238" name="Text Box 44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9930" name="Group 474"/>
          <p:cNvGrpSpPr/>
          <p:nvPr/>
        </p:nvGrpSpPr>
        <p:grpSpPr>
          <a:xfrm>
            <a:off x="971550" y="836613"/>
            <a:ext cx="3025775" cy="3052762"/>
            <a:chOff x="612" y="527"/>
            <a:chExt cx="1906" cy="1923"/>
          </a:xfrm>
        </p:grpSpPr>
        <p:sp>
          <p:nvSpPr>
            <p:cNvPr id="44192" name="Line 268"/>
            <p:cNvSpPr/>
            <p:nvPr/>
          </p:nvSpPr>
          <p:spPr>
            <a:xfrm>
              <a:off x="740" y="890"/>
              <a:ext cx="280" cy="0"/>
            </a:xfrm>
            <a:prstGeom prst="line">
              <a:avLst/>
            </a:prstGeom>
            <a:ln w="28575" cap="flat" cmpd="sng">
              <a:solidFill>
                <a:srgbClr val="FFCC00"/>
              </a:solidFill>
              <a:prstDash val="solid"/>
              <a:headEnd type="none" w="med" len="med"/>
              <a:tailEnd type="none" w="med" len="med"/>
            </a:ln>
          </p:spPr>
        </p:sp>
        <p:sp>
          <p:nvSpPr>
            <p:cNvPr id="44193" name="Text Box 269"/>
            <p:cNvSpPr txBox="1"/>
            <p:nvPr/>
          </p:nvSpPr>
          <p:spPr>
            <a:xfrm>
              <a:off x="1609" y="527"/>
              <a:ext cx="817" cy="327"/>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3H</a:t>
              </a:r>
            </a:p>
          </p:txBody>
        </p:sp>
        <p:sp>
          <p:nvSpPr>
            <p:cNvPr id="44194" name="Text Box 270"/>
            <p:cNvSpPr txBox="1"/>
            <p:nvPr/>
          </p:nvSpPr>
          <p:spPr>
            <a:xfrm>
              <a:off x="2064" y="1162"/>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6H</a:t>
              </a:r>
            </a:p>
          </p:txBody>
        </p:sp>
        <p:sp>
          <p:nvSpPr>
            <p:cNvPr id="44195" name="Line 271"/>
            <p:cNvSpPr/>
            <p:nvPr/>
          </p:nvSpPr>
          <p:spPr>
            <a:xfrm>
              <a:off x="1746" y="1798"/>
              <a:ext cx="771" cy="0"/>
            </a:xfrm>
            <a:prstGeom prst="line">
              <a:avLst/>
            </a:prstGeom>
            <a:ln w="28575" cap="flat" cmpd="sng">
              <a:solidFill>
                <a:srgbClr val="FFCC00"/>
              </a:solidFill>
              <a:prstDash val="solid"/>
              <a:headEnd type="none" w="med" len="med"/>
              <a:tailEnd type="none" w="med" len="med"/>
            </a:ln>
          </p:spPr>
        </p:sp>
        <p:sp>
          <p:nvSpPr>
            <p:cNvPr id="44196" name="Line 272"/>
            <p:cNvSpPr/>
            <p:nvPr/>
          </p:nvSpPr>
          <p:spPr>
            <a:xfrm>
              <a:off x="1746" y="890"/>
              <a:ext cx="0" cy="273"/>
            </a:xfrm>
            <a:prstGeom prst="line">
              <a:avLst/>
            </a:prstGeom>
            <a:ln w="28575" cap="flat" cmpd="sng">
              <a:solidFill>
                <a:srgbClr val="FFCC00"/>
              </a:solidFill>
              <a:prstDash val="solid"/>
              <a:headEnd type="none" w="med" len="med"/>
              <a:tailEnd type="none" w="med" len="med"/>
            </a:ln>
          </p:spPr>
        </p:sp>
        <p:sp>
          <p:nvSpPr>
            <p:cNvPr id="44197" name="Line 273"/>
            <p:cNvSpPr/>
            <p:nvPr/>
          </p:nvSpPr>
          <p:spPr>
            <a:xfrm>
              <a:off x="2107" y="891"/>
              <a:ext cx="2" cy="226"/>
            </a:xfrm>
            <a:prstGeom prst="line">
              <a:avLst/>
            </a:prstGeom>
            <a:ln w="28575" cap="flat" cmpd="sng">
              <a:solidFill>
                <a:srgbClr val="FFCC00"/>
              </a:solidFill>
              <a:prstDash val="solid"/>
              <a:headEnd type="none" w="med" len="med"/>
              <a:tailEnd type="none" w="med" len="med"/>
            </a:ln>
          </p:spPr>
        </p:sp>
        <p:sp>
          <p:nvSpPr>
            <p:cNvPr id="44198" name="Line 274"/>
            <p:cNvSpPr/>
            <p:nvPr/>
          </p:nvSpPr>
          <p:spPr>
            <a:xfrm>
              <a:off x="1746" y="1525"/>
              <a:ext cx="0" cy="272"/>
            </a:xfrm>
            <a:prstGeom prst="line">
              <a:avLst/>
            </a:prstGeom>
            <a:ln w="28575" cap="flat" cmpd="sng">
              <a:solidFill>
                <a:srgbClr val="FFCC00"/>
              </a:solidFill>
              <a:prstDash val="solid"/>
              <a:headEnd type="none" w="med" len="med"/>
              <a:tailEnd type="none" w="med" len="med"/>
            </a:ln>
          </p:spPr>
        </p:sp>
        <p:sp>
          <p:nvSpPr>
            <p:cNvPr id="44199" name="Line 275"/>
            <p:cNvSpPr/>
            <p:nvPr/>
          </p:nvSpPr>
          <p:spPr>
            <a:xfrm>
              <a:off x="2109" y="1480"/>
              <a:ext cx="0" cy="317"/>
            </a:xfrm>
            <a:prstGeom prst="line">
              <a:avLst/>
            </a:prstGeom>
            <a:ln w="28575" cap="flat" cmpd="sng">
              <a:solidFill>
                <a:srgbClr val="FFCC00"/>
              </a:solidFill>
              <a:prstDash val="solid"/>
              <a:headEnd type="none" w="med" len="med"/>
              <a:tailEnd type="none" w="med" len="med"/>
            </a:ln>
          </p:spPr>
        </p:sp>
        <p:sp>
          <p:nvSpPr>
            <p:cNvPr id="44200" name="Line 276"/>
            <p:cNvSpPr/>
            <p:nvPr/>
          </p:nvSpPr>
          <p:spPr>
            <a:xfrm>
              <a:off x="702" y="2433"/>
              <a:ext cx="1224" cy="0"/>
            </a:xfrm>
            <a:prstGeom prst="line">
              <a:avLst/>
            </a:prstGeom>
            <a:ln w="28575" cap="flat" cmpd="sng">
              <a:solidFill>
                <a:srgbClr val="FFCC00"/>
              </a:solidFill>
              <a:prstDash val="solid"/>
              <a:headEnd type="none" w="med" len="med"/>
              <a:tailEnd type="none" w="med" len="med"/>
            </a:ln>
          </p:spPr>
        </p:sp>
        <p:sp>
          <p:nvSpPr>
            <p:cNvPr id="44201" name="Line 277"/>
            <p:cNvSpPr/>
            <p:nvPr/>
          </p:nvSpPr>
          <p:spPr>
            <a:xfrm>
              <a:off x="1420" y="890"/>
              <a:ext cx="318" cy="0"/>
            </a:xfrm>
            <a:prstGeom prst="line">
              <a:avLst/>
            </a:prstGeom>
            <a:ln w="28575" cap="flat" cmpd="sng">
              <a:solidFill>
                <a:srgbClr val="FFCC00"/>
              </a:solidFill>
              <a:prstDash val="solid"/>
              <a:headEnd type="none" w="med" len="med"/>
              <a:tailEnd type="none" w="med" len="med"/>
            </a:ln>
          </p:spPr>
        </p:sp>
        <p:sp>
          <p:nvSpPr>
            <p:cNvPr id="44202" name="Oval 278"/>
            <p:cNvSpPr/>
            <p:nvPr/>
          </p:nvSpPr>
          <p:spPr>
            <a:xfrm>
              <a:off x="1609" y="1207"/>
              <a:ext cx="45" cy="45"/>
            </a:xfrm>
            <a:prstGeom prst="ellipse">
              <a:avLst/>
            </a:prstGeom>
            <a:solidFill>
              <a:schemeClr val="bg1"/>
            </a:solidFill>
            <a:ln w="38100"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4203" name="Line 279"/>
            <p:cNvSpPr/>
            <p:nvPr/>
          </p:nvSpPr>
          <p:spPr>
            <a:xfrm>
              <a:off x="1927" y="1798"/>
              <a:ext cx="0" cy="136"/>
            </a:xfrm>
            <a:prstGeom prst="line">
              <a:avLst/>
            </a:prstGeom>
            <a:ln w="28575" cap="flat" cmpd="sng">
              <a:solidFill>
                <a:srgbClr val="FFCC00"/>
              </a:solidFill>
              <a:prstDash val="solid"/>
              <a:headEnd type="oval" w="med" len="med"/>
              <a:tailEnd type="none" w="med" len="med"/>
            </a:ln>
          </p:spPr>
        </p:sp>
        <p:sp>
          <p:nvSpPr>
            <p:cNvPr id="44204" name="Line 280"/>
            <p:cNvSpPr/>
            <p:nvPr/>
          </p:nvSpPr>
          <p:spPr>
            <a:xfrm>
              <a:off x="2108" y="890"/>
              <a:ext cx="409" cy="0"/>
            </a:xfrm>
            <a:prstGeom prst="line">
              <a:avLst/>
            </a:prstGeom>
            <a:ln w="28575" cap="flat" cmpd="sng">
              <a:solidFill>
                <a:srgbClr val="FFCC00"/>
              </a:solidFill>
              <a:prstDash val="solid"/>
              <a:headEnd type="none" w="med" len="med"/>
              <a:tailEnd type="none" w="med" len="med"/>
            </a:ln>
          </p:spPr>
        </p:sp>
        <p:sp>
          <p:nvSpPr>
            <p:cNvPr id="44205" name="Line 281"/>
            <p:cNvSpPr/>
            <p:nvPr/>
          </p:nvSpPr>
          <p:spPr>
            <a:xfrm>
              <a:off x="2517" y="890"/>
              <a:ext cx="1" cy="908"/>
            </a:xfrm>
            <a:prstGeom prst="line">
              <a:avLst/>
            </a:prstGeom>
            <a:ln w="28575" cap="flat" cmpd="sng">
              <a:solidFill>
                <a:srgbClr val="FFCC00"/>
              </a:solidFill>
              <a:prstDash val="solid"/>
              <a:headEnd type="none" w="med" len="med"/>
              <a:tailEnd type="none" w="med" len="med"/>
            </a:ln>
          </p:spPr>
        </p:sp>
        <p:sp>
          <p:nvSpPr>
            <p:cNvPr id="44206" name="Oval 282"/>
            <p:cNvSpPr/>
            <p:nvPr/>
          </p:nvSpPr>
          <p:spPr>
            <a:xfrm>
              <a:off x="2018" y="1525"/>
              <a:ext cx="45" cy="45"/>
            </a:xfrm>
            <a:prstGeom prst="ellipse">
              <a:avLst/>
            </a:prstGeom>
            <a:solidFill>
              <a:schemeClr val="bg1"/>
            </a:solidFill>
            <a:ln w="38100"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4207" name="Text Box 283"/>
            <p:cNvSpPr txBox="1"/>
            <p:nvPr/>
          </p:nvSpPr>
          <p:spPr>
            <a:xfrm>
              <a:off x="1020" y="1026"/>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2H</a:t>
              </a:r>
            </a:p>
          </p:txBody>
        </p:sp>
        <p:sp>
          <p:nvSpPr>
            <p:cNvPr id="44208" name="Text Box 284"/>
            <p:cNvSpPr txBox="1"/>
            <p:nvPr/>
          </p:nvSpPr>
          <p:spPr>
            <a:xfrm>
              <a:off x="1383" y="1934"/>
              <a:ext cx="55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0.5H</a:t>
              </a:r>
            </a:p>
          </p:txBody>
        </p:sp>
        <p:sp>
          <p:nvSpPr>
            <p:cNvPr id="44209" name="Text Box 285"/>
            <p:cNvSpPr txBox="1"/>
            <p:nvPr/>
          </p:nvSpPr>
          <p:spPr>
            <a:xfrm>
              <a:off x="1292" y="1208"/>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4H</a:t>
              </a:r>
            </a:p>
          </p:txBody>
        </p:sp>
        <p:sp>
          <p:nvSpPr>
            <p:cNvPr id="44210" name="Arc 286"/>
            <p:cNvSpPr/>
            <p:nvPr/>
          </p:nvSpPr>
          <p:spPr>
            <a:xfrm>
              <a:off x="2290" y="664"/>
              <a:ext cx="137" cy="127"/>
            </a:xfrm>
            <a:custGeom>
              <a:avLst/>
              <a:gdLst/>
              <a:ahLst/>
              <a:cxnLst>
                <a:cxn ang="0">
                  <a:pos x="0" y="0"/>
                </a:cxn>
                <a:cxn ang="0">
                  <a:pos x="126" y="127"/>
                </a:cxn>
                <a:cxn ang="0">
                  <a:pos x="0" y="91"/>
                </a:cxn>
              </a:cxnLst>
              <a:rect l="0" t="0" r="0" b="0"/>
              <a:pathLst>
                <a:path w="21600" h="30192" fill="none">
                  <a:moveTo>
                    <a:pt x="0" y="0"/>
                  </a:moveTo>
                  <a:cubicBezTo>
                    <a:pt x="11929" y="0"/>
                    <a:pt x="21600" y="9670"/>
                    <a:pt x="21600" y="21600"/>
                  </a:cubicBezTo>
                  <a:cubicBezTo>
                    <a:pt x="21600" y="24555"/>
                    <a:pt x="20993" y="27480"/>
                    <a:pt x="19817" y="30192"/>
                  </a:cubicBezTo>
                </a:path>
                <a:path w="21600" h="30192" stroke="0">
                  <a:moveTo>
                    <a:pt x="0" y="0"/>
                  </a:moveTo>
                  <a:cubicBezTo>
                    <a:pt x="11929" y="0"/>
                    <a:pt x="21600" y="9670"/>
                    <a:pt x="21600" y="21600"/>
                  </a:cubicBezTo>
                  <a:cubicBezTo>
                    <a:pt x="21600" y="24555"/>
                    <a:pt x="20993" y="27480"/>
                    <a:pt x="19817" y="30192"/>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4211" name="Arc 287"/>
            <p:cNvSpPr/>
            <p:nvPr/>
          </p:nvSpPr>
          <p:spPr>
            <a:xfrm flipH="1">
              <a:off x="1563" y="663"/>
              <a:ext cx="91" cy="136"/>
            </a:xfrm>
            <a:custGeom>
              <a:avLst/>
              <a:gdLst/>
              <a:ahLst/>
              <a:cxnLst>
                <a:cxn ang="0">
                  <a:pos x="0" y="0"/>
                </a:cxn>
                <a:cxn ang="0">
                  <a:pos x="91" y="136"/>
                </a:cxn>
                <a:cxn ang="0">
                  <a:pos x="0" y="136"/>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4212" name="Text Box 288"/>
            <p:cNvSpPr txBox="1"/>
            <p:nvPr/>
          </p:nvSpPr>
          <p:spPr>
            <a:xfrm>
              <a:off x="612" y="845"/>
              <a:ext cx="318"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a</a:t>
              </a:r>
            </a:p>
          </p:txBody>
        </p:sp>
        <p:sp>
          <p:nvSpPr>
            <p:cNvPr id="44213" name="Text Box 289"/>
            <p:cNvSpPr txBox="1"/>
            <p:nvPr/>
          </p:nvSpPr>
          <p:spPr>
            <a:xfrm>
              <a:off x="612" y="2070"/>
              <a:ext cx="318"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b</a:t>
              </a:r>
            </a:p>
          </p:txBody>
        </p:sp>
        <p:sp>
          <p:nvSpPr>
            <p:cNvPr id="44214" name="Line 306"/>
            <p:cNvSpPr/>
            <p:nvPr/>
          </p:nvSpPr>
          <p:spPr>
            <a:xfrm>
              <a:off x="1927" y="2297"/>
              <a:ext cx="0" cy="136"/>
            </a:xfrm>
            <a:prstGeom prst="line">
              <a:avLst/>
            </a:prstGeom>
            <a:ln w="28575" cap="flat" cmpd="sng">
              <a:solidFill>
                <a:srgbClr val="FFCC00"/>
              </a:solidFill>
              <a:prstDash val="solid"/>
              <a:headEnd type="none" w="med" len="med"/>
              <a:tailEnd type="none" w="med" len="med"/>
            </a:ln>
          </p:spPr>
        </p:sp>
        <p:grpSp>
          <p:nvGrpSpPr>
            <p:cNvPr id="44215" name="Group 442"/>
            <p:cNvGrpSpPr/>
            <p:nvPr/>
          </p:nvGrpSpPr>
          <p:grpSpPr>
            <a:xfrm>
              <a:off x="2018" y="1117"/>
              <a:ext cx="91" cy="363"/>
              <a:chOff x="1565" y="2614"/>
              <a:chExt cx="90" cy="486"/>
            </a:xfrm>
          </p:grpSpPr>
          <p:sp>
            <p:nvSpPr>
              <p:cNvPr id="44233" name="Arc 44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34" name="Arc 44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35" name="Arc 44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36" name="Arc 44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216" name="Group 447"/>
            <p:cNvGrpSpPr/>
            <p:nvPr/>
          </p:nvGrpSpPr>
          <p:grpSpPr>
            <a:xfrm rot="10800000">
              <a:off x="1746" y="1162"/>
              <a:ext cx="90" cy="363"/>
              <a:chOff x="1565" y="2614"/>
              <a:chExt cx="90" cy="486"/>
            </a:xfrm>
          </p:grpSpPr>
          <p:sp>
            <p:nvSpPr>
              <p:cNvPr id="44229" name="Arc 44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30" name="Arc 44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31" name="Arc 45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32" name="Arc 45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217" name="Group 452"/>
            <p:cNvGrpSpPr/>
            <p:nvPr/>
          </p:nvGrpSpPr>
          <p:grpSpPr>
            <a:xfrm rot="5400000">
              <a:off x="1178" y="640"/>
              <a:ext cx="91" cy="408"/>
              <a:chOff x="1565" y="2614"/>
              <a:chExt cx="90" cy="486"/>
            </a:xfrm>
          </p:grpSpPr>
          <p:sp>
            <p:nvSpPr>
              <p:cNvPr id="44225" name="Arc 45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26" name="Arc 45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27" name="Arc 45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28" name="Arc 45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218" name="Group 462"/>
            <p:cNvGrpSpPr/>
            <p:nvPr/>
          </p:nvGrpSpPr>
          <p:grpSpPr>
            <a:xfrm rot="10800000">
              <a:off x="1927" y="1933"/>
              <a:ext cx="90" cy="363"/>
              <a:chOff x="1565" y="2614"/>
              <a:chExt cx="90" cy="486"/>
            </a:xfrm>
          </p:grpSpPr>
          <p:sp>
            <p:nvSpPr>
              <p:cNvPr id="44221" name="Arc 46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22" name="Arc 46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23" name="Arc 46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224" name="Arc 46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4219" name="Oval 472"/>
            <p:cNvSpPr/>
            <p:nvPr/>
          </p:nvSpPr>
          <p:spPr>
            <a:xfrm>
              <a:off x="657" y="2405"/>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4220" name="Oval 473"/>
            <p:cNvSpPr/>
            <p:nvPr/>
          </p:nvSpPr>
          <p:spPr>
            <a:xfrm>
              <a:off x="703" y="863"/>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19954" name="Group 498"/>
          <p:cNvGrpSpPr/>
          <p:nvPr/>
        </p:nvGrpSpPr>
        <p:grpSpPr>
          <a:xfrm>
            <a:off x="5219700" y="404813"/>
            <a:ext cx="2592388" cy="3400425"/>
            <a:chOff x="3288" y="255"/>
            <a:chExt cx="1633" cy="2142"/>
          </a:xfrm>
        </p:grpSpPr>
        <p:sp>
          <p:nvSpPr>
            <p:cNvPr id="44138" name="Text Box 350"/>
            <p:cNvSpPr txBox="1"/>
            <p:nvPr/>
          </p:nvSpPr>
          <p:spPr>
            <a:xfrm>
              <a:off x="3969" y="255"/>
              <a:ext cx="817" cy="327"/>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4H</a:t>
              </a:r>
            </a:p>
          </p:txBody>
        </p:sp>
        <p:sp>
          <p:nvSpPr>
            <p:cNvPr id="44139" name="Text Box 351"/>
            <p:cNvSpPr txBox="1"/>
            <p:nvPr/>
          </p:nvSpPr>
          <p:spPr>
            <a:xfrm>
              <a:off x="4449" y="709"/>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6H</a:t>
              </a:r>
            </a:p>
          </p:txBody>
        </p:sp>
        <p:sp>
          <p:nvSpPr>
            <p:cNvPr id="44140" name="Line 352"/>
            <p:cNvSpPr/>
            <p:nvPr/>
          </p:nvSpPr>
          <p:spPr>
            <a:xfrm>
              <a:off x="4105" y="1253"/>
              <a:ext cx="364" cy="1"/>
            </a:xfrm>
            <a:prstGeom prst="line">
              <a:avLst/>
            </a:prstGeom>
            <a:ln w="28575" cap="flat" cmpd="sng">
              <a:solidFill>
                <a:srgbClr val="FFCC00"/>
              </a:solidFill>
              <a:prstDash val="solid"/>
              <a:headEnd type="none" w="med" len="med"/>
              <a:tailEnd type="none" w="med" len="med"/>
            </a:ln>
          </p:spPr>
        </p:sp>
        <p:sp>
          <p:nvSpPr>
            <p:cNvPr id="44141" name="Line 353"/>
            <p:cNvSpPr/>
            <p:nvPr/>
          </p:nvSpPr>
          <p:spPr>
            <a:xfrm>
              <a:off x="4105" y="528"/>
              <a:ext cx="0" cy="181"/>
            </a:xfrm>
            <a:prstGeom prst="line">
              <a:avLst/>
            </a:prstGeom>
            <a:ln w="28575" cap="flat" cmpd="sng">
              <a:solidFill>
                <a:srgbClr val="FFCC00"/>
              </a:solidFill>
              <a:prstDash val="solid"/>
              <a:headEnd type="none" w="med" len="med"/>
              <a:tailEnd type="none" w="med" len="med"/>
            </a:ln>
          </p:spPr>
        </p:sp>
        <p:sp>
          <p:nvSpPr>
            <p:cNvPr id="44142" name="Line 354"/>
            <p:cNvSpPr/>
            <p:nvPr/>
          </p:nvSpPr>
          <p:spPr>
            <a:xfrm>
              <a:off x="4465" y="529"/>
              <a:ext cx="2" cy="180"/>
            </a:xfrm>
            <a:prstGeom prst="line">
              <a:avLst/>
            </a:prstGeom>
            <a:ln w="28575" cap="flat" cmpd="sng">
              <a:solidFill>
                <a:srgbClr val="FFCC00"/>
              </a:solidFill>
              <a:prstDash val="solid"/>
              <a:headEnd type="none" w="med" len="med"/>
              <a:tailEnd type="none" w="med" len="med"/>
            </a:ln>
          </p:spPr>
        </p:sp>
        <p:sp>
          <p:nvSpPr>
            <p:cNvPr id="44143" name="Line 355"/>
            <p:cNvSpPr/>
            <p:nvPr/>
          </p:nvSpPr>
          <p:spPr>
            <a:xfrm>
              <a:off x="4467" y="1072"/>
              <a:ext cx="2" cy="182"/>
            </a:xfrm>
            <a:prstGeom prst="line">
              <a:avLst/>
            </a:prstGeom>
            <a:ln w="28575" cap="flat" cmpd="sng">
              <a:solidFill>
                <a:srgbClr val="FFCC00"/>
              </a:solidFill>
              <a:prstDash val="solid"/>
              <a:headEnd type="none" w="med" len="med"/>
              <a:tailEnd type="none" w="med" len="med"/>
            </a:ln>
          </p:spPr>
        </p:sp>
        <p:sp>
          <p:nvSpPr>
            <p:cNvPr id="44144" name="Line 356"/>
            <p:cNvSpPr/>
            <p:nvPr/>
          </p:nvSpPr>
          <p:spPr>
            <a:xfrm>
              <a:off x="3379" y="2070"/>
              <a:ext cx="725" cy="0"/>
            </a:xfrm>
            <a:prstGeom prst="line">
              <a:avLst/>
            </a:prstGeom>
            <a:ln w="28575" cap="flat" cmpd="sng">
              <a:solidFill>
                <a:srgbClr val="FFCC00"/>
              </a:solidFill>
              <a:prstDash val="solid"/>
              <a:headEnd type="none" w="med" len="med"/>
              <a:tailEnd type="none" w="med" len="med"/>
            </a:ln>
          </p:spPr>
        </p:sp>
        <p:sp>
          <p:nvSpPr>
            <p:cNvPr id="44145" name="Line 357"/>
            <p:cNvSpPr/>
            <p:nvPr/>
          </p:nvSpPr>
          <p:spPr>
            <a:xfrm>
              <a:off x="3424" y="527"/>
              <a:ext cx="672" cy="1"/>
            </a:xfrm>
            <a:prstGeom prst="line">
              <a:avLst/>
            </a:prstGeom>
            <a:ln w="28575" cap="flat" cmpd="sng">
              <a:solidFill>
                <a:srgbClr val="FFCC00"/>
              </a:solidFill>
              <a:prstDash val="solid"/>
              <a:headEnd type="none" w="med" len="med"/>
              <a:tailEnd type="none" w="med" len="med"/>
            </a:ln>
          </p:spPr>
        </p:sp>
        <p:sp>
          <p:nvSpPr>
            <p:cNvPr id="44146" name="Oval 358"/>
            <p:cNvSpPr/>
            <p:nvPr/>
          </p:nvSpPr>
          <p:spPr>
            <a:xfrm>
              <a:off x="4014" y="709"/>
              <a:ext cx="45" cy="45"/>
            </a:xfrm>
            <a:prstGeom prst="ellipse">
              <a:avLst/>
            </a:prstGeom>
            <a:solidFill>
              <a:schemeClr val="bg1"/>
            </a:solidFill>
            <a:ln w="38100"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4147" name="Line 359"/>
            <p:cNvSpPr/>
            <p:nvPr/>
          </p:nvSpPr>
          <p:spPr>
            <a:xfrm>
              <a:off x="4285" y="1253"/>
              <a:ext cx="0" cy="136"/>
            </a:xfrm>
            <a:prstGeom prst="line">
              <a:avLst/>
            </a:prstGeom>
            <a:ln w="28575" cap="flat" cmpd="sng">
              <a:solidFill>
                <a:srgbClr val="FFCC00"/>
              </a:solidFill>
              <a:prstDash val="solid"/>
              <a:headEnd type="oval" w="med" len="med"/>
              <a:tailEnd type="oval" w="med" len="med"/>
            </a:ln>
          </p:spPr>
        </p:sp>
        <p:sp>
          <p:nvSpPr>
            <p:cNvPr id="44148" name="Oval 360"/>
            <p:cNvSpPr/>
            <p:nvPr/>
          </p:nvSpPr>
          <p:spPr>
            <a:xfrm>
              <a:off x="4513" y="709"/>
              <a:ext cx="45" cy="45"/>
            </a:xfrm>
            <a:prstGeom prst="ellipse">
              <a:avLst/>
            </a:prstGeom>
            <a:solidFill>
              <a:schemeClr val="bg1"/>
            </a:solidFill>
            <a:ln w="38100"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4149" name="Text Box 361"/>
            <p:cNvSpPr txBox="1"/>
            <p:nvPr/>
          </p:nvSpPr>
          <p:spPr>
            <a:xfrm>
              <a:off x="3651" y="1571"/>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2H</a:t>
              </a:r>
            </a:p>
          </p:txBody>
        </p:sp>
        <p:sp>
          <p:nvSpPr>
            <p:cNvPr id="44150" name="Text Box 362"/>
            <p:cNvSpPr txBox="1"/>
            <p:nvPr/>
          </p:nvSpPr>
          <p:spPr>
            <a:xfrm>
              <a:off x="4422" y="1525"/>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3H</a:t>
              </a:r>
            </a:p>
          </p:txBody>
        </p:sp>
        <p:sp>
          <p:nvSpPr>
            <p:cNvPr id="44151" name="Text Box 363"/>
            <p:cNvSpPr txBox="1"/>
            <p:nvPr/>
          </p:nvSpPr>
          <p:spPr>
            <a:xfrm>
              <a:off x="3741" y="736"/>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5H</a:t>
              </a:r>
            </a:p>
          </p:txBody>
        </p:sp>
        <p:sp>
          <p:nvSpPr>
            <p:cNvPr id="44152" name="Arc 364"/>
            <p:cNvSpPr/>
            <p:nvPr/>
          </p:nvSpPr>
          <p:spPr>
            <a:xfrm>
              <a:off x="4649" y="391"/>
              <a:ext cx="137" cy="127"/>
            </a:xfrm>
            <a:custGeom>
              <a:avLst/>
              <a:gdLst/>
              <a:ahLst/>
              <a:cxnLst>
                <a:cxn ang="0">
                  <a:pos x="0" y="0"/>
                </a:cxn>
                <a:cxn ang="0">
                  <a:pos x="126" y="127"/>
                </a:cxn>
                <a:cxn ang="0">
                  <a:pos x="0" y="91"/>
                </a:cxn>
              </a:cxnLst>
              <a:rect l="0" t="0" r="0" b="0"/>
              <a:pathLst>
                <a:path w="21600" h="30192" fill="none">
                  <a:moveTo>
                    <a:pt x="0" y="0"/>
                  </a:moveTo>
                  <a:cubicBezTo>
                    <a:pt x="11929" y="0"/>
                    <a:pt x="21600" y="9670"/>
                    <a:pt x="21600" y="21600"/>
                  </a:cubicBezTo>
                  <a:cubicBezTo>
                    <a:pt x="21600" y="24555"/>
                    <a:pt x="20993" y="27480"/>
                    <a:pt x="19817" y="30192"/>
                  </a:cubicBezTo>
                </a:path>
                <a:path w="21600" h="30192" stroke="0">
                  <a:moveTo>
                    <a:pt x="0" y="0"/>
                  </a:moveTo>
                  <a:cubicBezTo>
                    <a:pt x="11929" y="0"/>
                    <a:pt x="21600" y="9670"/>
                    <a:pt x="21600" y="21600"/>
                  </a:cubicBezTo>
                  <a:cubicBezTo>
                    <a:pt x="21600" y="24555"/>
                    <a:pt x="20993" y="27480"/>
                    <a:pt x="19817" y="30192"/>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4153" name="Arc 365"/>
            <p:cNvSpPr/>
            <p:nvPr/>
          </p:nvSpPr>
          <p:spPr>
            <a:xfrm flipH="1">
              <a:off x="3878" y="391"/>
              <a:ext cx="91" cy="136"/>
            </a:xfrm>
            <a:custGeom>
              <a:avLst/>
              <a:gdLst/>
              <a:ahLst/>
              <a:cxnLst>
                <a:cxn ang="0">
                  <a:pos x="0" y="0"/>
                </a:cxn>
                <a:cxn ang="0">
                  <a:pos x="91" y="136"/>
                </a:cxn>
                <a:cxn ang="0">
                  <a:pos x="0" y="136"/>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4154" name="Text Box 366"/>
            <p:cNvSpPr txBox="1"/>
            <p:nvPr/>
          </p:nvSpPr>
          <p:spPr>
            <a:xfrm>
              <a:off x="3288" y="482"/>
              <a:ext cx="318"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a</a:t>
              </a:r>
            </a:p>
          </p:txBody>
        </p:sp>
        <p:sp>
          <p:nvSpPr>
            <p:cNvPr id="44155" name="Text Box 367"/>
            <p:cNvSpPr txBox="1"/>
            <p:nvPr/>
          </p:nvSpPr>
          <p:spPr>
            <a:xfrm>
              <a:off x="3288" y="1706"/>
              <a:ext cx="318"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b</a:t>
              </a:r>
            </a:p>
          </p:txBody>
        </p:sp>
        <p:sp>
          <p:nvSpPr>
            <p:cNvPr id="44156" name="Line 368"/>
            <p:cNvSpPr/>
            <p:nvPr/>
          </p:nvSpPr>
          <p:spPr>
            <a:xfrm flipH="1">
              <a:off x="4105" y="1072"/>
              <a:ext cx="0" cy="181"/>
            </a:xfrm>
            <a:prstGeom prst="line">
              <a:avLst/>
            </a:prstGeom>
            <a:ln w="28575" cap="flat" cmpd="sng">
              <a:solidFill>
                <a:srgbClr val="FFCC00"/>
              </a:solidFill>
              <a:prstDash val="solid"/>
              <a:headEnd type="none" w="med" len="med"/>
              <a:tailEnd type="none" w="med" len="med"/>
            </a:ln>
          </p:spPr>
        </p:sp>
        <p:sp>
          <p:nvSpPr>
            <p:cNvPr id="44157" name="Line 369"/>
            <p:cNvSpPr/>
            <p:nvPr/>
          </p:nvSpPr>
          <p:spPr>
            <a:xfrm>
              <a:off x="4104" y="1389"/>
              <a:ext cx="363" cy="0"/>
            </a:xfrm>
            <a:prstGeom prst="line">
              <a:avLst/>
            </a:prstGeom>
            <a:ln w="28575" cap="flat" cmpd="sng">
              <a:solidFill>
                <a:srgbClr val="FFCC00"/>
              </a:solidFill>
              <a:prstDash val="solid"/>
              <a:headEnd type="none" w="med" len="med"/>
              <a:tailEnd type="none" w="med" len="med"/>
            </a:ln>
          </p:spPr>
        </p:sp>
        <p:sp>
          <p:nvSpPr>
            <p:cNvPr id="44158" name="Line 370"/>
            <p:cNvSpPr/>
            <p:nvPr/>
          </p:nvSpPr>
          <p:spPr>
            <a:xfrm>
              <a:off x="4104" y="1389"/>
              <a:ext cx="0" cy="136"/>
            </a:xfrm>
            <a:prstGeom prst="line">
              <a:avLst/>
            </a:prstGeom>
            <a:ln w="28575" cap="flat" cmpd="sng">
              <a:solidFill>
                <a:srgbClr val="FFCC00"/>
              </a:solidFill>
              <a:prstDash val="solid"/>
              <a:headEnd type="none" w="med" len="med"/>
              <a:tailEnd type="none" w="med" len="med"/>
            </a:ln>
          </p:spPr>
        </p:sp>
        <p:sp>
          <p:nvSpPr>
            <p:cNvPr id="44159" name="Line 371"/>
            <p:cNvSpPr/>
            <p:nvPr/>
          </p:nvSpPr>
          <p:spPr>
            <a:xfrm>
              <a:off x="4467" y="1389"/>
              <a:ext cx="0" cy="136"/>
            </a:xfrm>
            <a:prstGeom prst="line">
              <a:avLst/>
            </a:prstGeom>
            <a:ln w="28575" cap="flat" cmpd="sng">
              <a:solidFill>
                <a:srgbClr val="FFCC00"/>
              </a:solidFill>
              <a:prstDash val="solid"/>
              <a:headEnd type="none" w="med" len="med"/>
              <a:tailEnd type="none" w="med" len="med"/>
            </a:ln>
          </p:spPr>
        </p:sp>
        <p:sp>
          <p:nvSpPr>
            <p:cNvPr id="44160" name="Line 372"/>
            <p:cNvSpPr/>
            <p:nvPr/>
          </p:nvSpPr>
          <p:spPr>
            <a:xfrm>
              <a:off x="4104" y="1888"/>
              <a:ext cx="1" cy="182"/>
            </a:xfrm>
            <a:prstGeom prst="line">
              <a:avLst/>
            </a:prstGeom>
            <a:ln w="28575" cap="flat" cmpd="sng">
              <a:solidFill>
                <a:srgbClr val="FFCC00"/>
              </a:solidFill>
              <a:prstDash val="solid"/>
              <a:headEnd type="none" w="med" len="med"/>
              <a:tailEnd type="none" w="med" len="med"/>
            </a:ln>
          </p:spPr>
        </p:sp>
        <p:sp>
          <p:nvSpPr>
            <p:cNvPr id="44161" name="Line 373"/>
            <p:cNvSpPr/>
            <p:nvPr/>
          </p:nvSpPr>
          <p:spPr>
            <a:xfrm>
              <a:off x="4467" y="1888"/>
              <a:ext cx="0" cy="182"/>
            </a:xfrm>
            <a:prstGeom prst="line">
              <a:avLst/>
            </a:prstGeom>
            <a:ln w="28575" cap="flat" cmpd="sng">
              <a:solidFill>
                <a:srgbClr val="FFCC00"/>
              </a:solidFill>
              <a:prstDash val="solid"/>
              <a:headEnd type="none" w="med" len="med"/>
              <a:tailEnd type="none" w="med" len="med"/>
            </a:ln>
          </p:spPr>
        </p:sp>
        <p:sp>
          <p:nvSpPr>
            <p:cNvPr id="44162" name="Line 374"/>
            <p:cNvSpPr/>
            <p:nvPr/>
          </p:nvSpPr>
          <p:spPr>
            <a:xfrm>
              <a:off x="4467" y="528"/>
              <a:ext cx="453" cy="0"/>
            </a:xfrm>
            <a:prstGeom prst="line">
              <a:avLst/>
            </a:prstGeom>
            <a:ln w="28575" cap="flat" cmpd="sng">
              <a:solidFill>
                <a:srgbClr val="FFCC00"/>
              </a:solidFill>
              <a:prstDash val="solid"/>
              <a:headEnd type="none" w="med" len="med"/>
              <a:tailEnd type="none" w="med" len="med"/>
            </a:ln>
          </p:spPr>
        </p:sp>
        <p:sp>
          <p:nvSpPr>
            <p:cNvPr id="44163" name="Line 375"/>
            <p:cNvSpPr/>
            <p:nvPr/>
          </p:nvSpPr>
          <p:spPr>
            <a:xfrm>
              <a:off x="4920" y="528"/>
              <a:ext cx="1" cy="1542"/>
            </a:xfrm>
            <a:prstGeom prst="line">
              <a:avLst/>
            </a:prstGeom>
            <a:ln w="28575" cap="flat" cmpd="sng">
              <a:solidFill>
                <a:srgbClr val="FFCC00"/>
              </a:solidFill>
              <a:prstDash val="solid"/>
              <a:headEnd type="none" w="med" len="med"/>
              <a:tailEnd type="none" w="med" len="med"/>
            </a:ln>
          </p:spPr>
        </p:sp>
        <p:sp>
          <p:nvSpPr>
            <p:cNvPr id="44164" name="Line 376"/>
            <p:cNvSpPr/>
            <p:nvPr/>
          </p:nvSpPr>
          <p:spPr>
            <a:xfrm>
              <a:off x="4467" y="2070"/>
              <a:ext cx="453" cy="0"/>
            </a:xfrm>
            <a:prstGeom prst="line">
              <a:avLst/>
            </a:prstGeom>
            <a:ln w="28575" cap="flat" cmpd="sng">
              <a:solidFill>
                <a:srgbClr val="FFCC00"/>
              </a:solidFill>
              <a:prstDash val="solid"/>
              <a:headEnd type="none" w="med" len="med"/>
              <a:tailEnd type="none" w="med" len="med"/>
            </a:ln>
          </p:spPr>
        </p:sp>
        <p:sp>
          <p:nvSpPr>
            <p:cNvPr id="44165" name="Oval 377"/>
            <p:cNvSpPr/>
            <p:nvPr/>
          </p:nvSpPr>
          <p:spPr>
            <a:xfrm>
              <a:off x="4502" y="1842"/>
              <a:ext cx="45" cy="45"/>
            </a:xfrm>
            <a:prstGeom prst="ellipse">
              <a:avLst/>
            </a:prstGeom>
            <a:solidFill>
              <a:schemeClr val="bg1"/>
            </a:solidFill>
            <a:ln w="38100"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4166" name="Oval 378"/>
            <p:cNvSpPr/>
            <p:nvPr/>
          </p:nvSpPr>
          <p:spPr>
            <a:xfrm>
              <a:off x="4013" y="1570"/>
              <a:ext cx="45" cy="45"/>
            </a:xfrm>
            <a:prstGeom prst="ellipse">
              <a:avLst/>
            </a:prstGeom>
            <a:solidFill>
              <a:schemeClr val="bg1"/>
            </a:solidFill>
            <a:ln w="38100"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4167" name="Text Box 379"/>
            <p:cNvSpPr txBox="1"/>
            <p:nvPr/>
          </p:nvSpPr>
          <p:spPr>
            <a:xfrm>
              <a:off x="3968" y="2070"/>
              <a:ext cx="817" cy="327"/>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1H</a:t>
              </a:r>
            </a:p>
          </p:txBody>
        </p:sp>
        <p:sp>
          <p:nvSpPr>
            <p:cNvPr id="44168" name="Arc 380"/>
            <p:cNvSpPr/>
            <p:nvPr/>
          </p:nvSpPr>
          <p:spPr>
            <a:xfrm flipV="1">
              <a:off x="4649" y="2115"/>
              <a:ext cx="91" cy="182"/>
            </a:xfrm>
            <a:custGeom>
              <a:avLst/>
              <a:gdLst/>
              <a:ahLst/>
              <a:cxnLst>
                <a:cxn ang="0">
                  <a:pos x="0" y="0"/>
                </a:cxn>
                <a:cxn ang="0">
                  <a:pos x="91" y="182"/>
                </a:cxn>
                <a:cxn ang="0">
                  <a:pos x="0" y="182"/>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4169" name="Arc 381"/>
            <p:cNvSpPr/>
            <p:nvPr/>
          </p:nvSpPr>
          <p:spPr>
            <a:xfrm flipH="1" flipV="1">
              <a:off x="3832" y="2115"/>
              <a:ext cx="182" cy="136"/>
            </a:xfrm>
            <a:custGeom>
              <a:avLst/>
              <a:gdLst/>
              <a:ahLst/>
              <a:cxnLst>
                <a:cxn ang="0">
                  <a:pos x="0" y="0"/>
                </a:cxn>
                <a:cxn ang="0">
                  <a:pos x="182" y="136"/>
                </a:cxn>
                <a:cxn ang="0">
                  <a:pos x="0" y="136"/>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pSp>
          <p:nvGrpSpPr>
            <p:cNvPr id="44170" name="Group 457"/>
            <p:cNvGrpSpPr/>
            <p:nvPr/>
          </p:nvGrpSpPr>
          <p:grpSpPr>
            <a:xfrm>
              <a:off x="4377" y="1525"/>
              <a:ext cx="91" cy="363"/>
              <a:chOff x="1565" y="2614"/>
              <a:chExt cx="90" cy="486"/>
            </a:xfrm>
          </p:grpSpPr>
          <p:sp>
            <p:nvSpPr>
              <p:cNvPr id="44188" name="Arc 45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89" name="Arc 45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90" name="Arc 46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91" name="Arc 46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171" name="Group 475"/>
            <p:cNvGrpSpPr/>
            <p:nvPr/>
          </p:nvGrpSpPr>
          <p:grpSpPr>
            <a:xfrm>
              <a:off x="4377" y="709"/>
              <a:ext cx="91" cy="363"/>
              <a:chOff x="1565" y="2614"/>
              <a:chExt cx="90" cy="486"/>
            </a:xfrm>
          </p:grpSpPr>
          <p:sp>
            <p:nvSpPr>
              <p:cNvPr id="44184" name="Arc 47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85" name="Arc 47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86" name="Arc 47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87" name="Arc 47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172" name="Group 480"/>
            <p:cNvGrpSpPr/>
            <p:nvPr/>
          </p:nvGrpSpPr>
          <p:grpSpPr>
            <a:xfrm rot="10800000">
              <a:off x="4105" y="709"/>
              <a:ext cx="90" cy="363"/>
              <a:chOff x="1565" y="2614"/>
              <a:chExt cx="90" cy="486"/>
            </a:xfrm>
          </p:grpSpPr>
          <p:sp>
            <p:nvSpPr>
              <p:cNvPr id="44180" name="Arc 48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81" name="Arc 48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82" name="Arc 48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83" name="Arc 48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173" name="Group 490"/>
            <p:cNvGrpSpPr/>
            <p:nvPr/>
          </p:nvGrpSpPr>
          <p:grpSpPr>
            <a:xfrm rot="10800000">
              <a:off x="4105" y="1525"/>
              <a:ext cx="90" cy="363"/>
              <a:chOff x="1565" y="2614"/>
              <a:chExt cx="90" cy="486"/>
            </a:xfrm>
          </p:grpSpPr>
          <p:sp>
            <p:nvSpPr>
              <p:cNvPr id="44176" name="Arc 49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77" name="Arc 49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78" name="Arc 49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79" name="Arc 49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4174" name="Oval 496"/>
            <p:cNvSpPr/>
            <p:nvPr/>
          </p:nvSpPr>
          <p:spPr>
            <a:xfrm>
              <a:off x="3379" y="509"/>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4175" name="Oval 497"/>
            <p:cNvSpPr/>
            <p:nvPr/>
          </p:nvSpPr>
          <p:spPr>
            <a:xfrm>
              <a:off x="3342" y="2051"/>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19977" name="Group 521"/>
          <p:cNvGrpSpPr/>
          <p:nvPr/>
        </p:nvGrpSpPr>
        <p:grpSpPr>
          <a:xfrm>
            <a:off x="900113" y="4149725"/>
            <a:ext cx="3529012" cy="2273300"/>
            <a:chOff x="567" y="2614"/>
            <a:chExt cx="2223" cy="1432"/>
          </a:xfrm>
        </p:grpSpPr>
        <p:sp>
          <p:nvSpPr>
            <p:cNvPr id="44091" name="Text Box 308"/>
            <p:cNvSpPr txBox="1"/>
            <p:nvPr/>
          </p:nvSpPr>
          <p:spPr>
            <a:xfrm>
              <a:off x="1946" y="2931"/>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9H</a:t>
              </a:r>
            </a:p>
          </p:txBody>
        </p:sp>
        <p:sp>
          <p:nvSpPr>
            <p:cNvPr id="44092" name="Line 309"/>
            <p:cNvSpPr/>
            <p:nvPr/>
          </p:nvSpPr>
          <p:spPr>
            <a:xfrm>
              <a:off x="2200" y="4020"/>
              <a:ext cx="589" cy="0"/>
            </a:xfrm>
            <a:prstGeom prst="line">
              <a:avLst/>
            </a:prstGeom>
            <a:ln w="28575" cap="flat" cmpd="sng">
              <a:solidFill>
                <a:srgbClr val="FFCC00"/>
              </a:solidFill>
              <a:prstDash val="solid"/>
              <a:headEnd type="none" w="med" len="med"/>
              <a:tailEnd type="none" w="med" len="med"/>
            </a:ln>
          </p:spPr>
        </p:sp>
        <p:sp>
          <p:nvSpPr>
            <p:cNvPr id="44093" name="Text Box 310"/>
            <p:cNvSpPr txBox="1"/>
            <p:nvPr/>
          </p:nvSpPr>
          <p:spPr>
            <a:xfrm>
              <a:off x="1338" y="2930"/>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7H</a:t>
              </a:r>
            </a:p>
          </p:txBody>
        </p:sp>
        <p:sp>
          <p:nvSpPr>
            <p:cNvPr id="44094" name="Text Box 311"/>
            <p:cNvSpPr txBox="1"/>
            <p:nvPr/>
          </p:nvSpPr>
          <p:spPr>
            <a:xfrm>
              <a:off x="2154" y="3248"/>
              <a:ext cx="502" cy="327"/>
            </a:xfrm>
            <a:prstGeom prst="rect">
              <a:avLst/>
            </a:prstGeom>
            <a:noFill/>
            <a:ln w="9525">
              <a:noFill/>
            </a:ln>
          </p:spPr>
          <p:txBody>
            <a:bodyPr wrap="none">
              <a:spAutoFit/>
            </a:bodyPr>
            <a:lstStyle/>
            <a:p>
              <a:pPr eaLnBrk="1" hangingPunct="1"/>
              <a:r>
                <a:rPr lang="en-US" altLang="zh-CN"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3H</a:t>
              </a:r>
            </a:p>
          </p:txBody>
        </p:sp>
        <p:sp>
          <p:nvSpPr>
            <p:cNvPr id="44095" name="Line 312"/>
            <p:cNvSpPr/>
            <p:nvPr/>
          </p:nvSpPr>
          <p:spPr>
            <a:xfrm>
              <a:off x="695" y="2704"/>
              <a:ext cx="280" cy="0"/>
            </a:xfrm>
            <a:prstGeom prst="line">
              <a:avLst/>
            </a:prstGeom>
            <a:ln w="28575" cap="flat" cmpd="sng">
              <a:solidFill>
                <a:srgbClr val="FFCC00"/>
              </a:solidFill>
              <a:prstDash val="solid"/>
              <a:headEnd type="none" w="med" len="med"/>
              <a:tailEnd type="none" w="med" len="med"/>
            </a:ln>
          </p:spPr>
        </p:sp>
        <p:sp>
          <p:nvSpPr>
            <p:cNvPr id="44096" name="Line 313"/>
            <p:cNvSpPr/>
            <p:nvPr/>
          </p:nvSpPr>
          <p:spPr>
            <a:xfrm flipV="1">
              <a:off x="1701" y="3611"/>
              <a:ext cx="499" cy="1"/>
            </a:xfrm>
            <a:prstGeom prst="line">
              <a:avLst/>
            </a:prstGeom>
            <a:ln w="28575" cap="flat" cmpd="sng">
              <a:solidFill>
                <a:srgbClr val="FFCC00"/>
              </a:solidFill>
              <a:prstDash val="solid"/>
              <a:headEnd type="none" w="med" len="med"/>
              <a:tailEnd type="none" w="med" len="med"/>
            </a:ln>
          </p:spPr>
        </p:sp>
        <p:sp>
          <p:nvSpPr>
            <p:cNvPr id="44097" name="Line 314"/>
            <p:cNvSpPr/>
            <p:nvPr/>
          </p:nvSpPr>
          <p:spPr>
            <a:xfrm>
              <a:off x="1701" y="2704"/>
              <a:ext cx="0" cy="273"/>
            </a:xfrm>
            <a:prstGeom prst="line">
              <a:avLst/>
            </a:prstGeom>
            <a:ln w="28575" cap="flat" cmpd="sng">
              <a:solidFill>
                <a:srgbClr val="FFCC00"/>
              </a:solidFill>
              <a:prstDash val="solid"/>
              <a:headEnd type="none" w="med" len="med"/>
              <a:tailEnd type="none" w="med" len="med"/>
            </a:ln>
          </p:spPr>
        </p:sp>
        <p:sp>
          <p:nvSpPr>
            <p:cNvPr id="44098" name="Line 315"/>
            <p:cNvSpPr/>
            <p:nvPr/>
          </p:nvSpPr>
          <p:spPr>
            <a:xfrm>
              <a:off x="1973" y="2705"/>
              <a:ext cx="2" cy="226"/>
            </a:xfrm>
            <a:prstGeom prst="line">
              <a:avLst/>
            </a:prstGeom>
            <a:ln w="28575" cap="flat" cmpd="sng">
              <a:solidFill>
                <a:srgbClr val="FFCC00"/>
              </a:solidFill>
              <a:prstDash val="solid"/>
              <a:headEnd type="none" w="med" len="med"/>
              <a:tailEnd type="none" w="med" len="med"/>
            </a:ln>
          </p:spPr>
        </p:sp>
        <p:sp>
          <p:nvSpPr>
            <p:cNvPr id="44099" name="Line 316"/>
            <p:cNvSpPr/>
            <p:nvPr/>
          </p:nvSpPr>
          <p:spPr>
            <a:xfrm>
              <a:off x="1701" y="3339"/>
              <a:ext cx="0" cy="272"/>
            </a:xfrm>
            <a:prstGeom prst="line">
              <a:avLst/>
            </a:prstGeom>
            <a:ln w="28575" cap="flat" cmpd="sng">
              <a:solidFill>
                <a:srgbClr val="FFCC00"/>
              </a:solidFill>
              <a:prstDash val="solid"/>
              <a:headEnd type="none" w="med" len="med"/>
              <a:tailEnd type="none" w="med" len="med"/>
            </a:ln>
          </p:spPr>
        </p:sp>
        <p:sp>
          <p:nvSpPr>
            <p:cNvPr id="44100" name="Line 317"/>
            <p:cNvSpPr/>
            <p:nvPr/>
          </p:nvSpPr>
          <p:spPr>
            <a:xfrm>
              <a:off x="1975" y="3294"/>
              <a:ext cx="0" cy="317"/>
            </a:xfrm>
            <a:prstGeom prst="line">
              <a:avLst/>
            </a:prstGeom>
            <a:ln w="28575" cap="flat" cmpd="sng">
              <a:solidFill>
                <a:srgbClr val="FFCC00"/>
              </a:solidFill>
              <a:prstDash val="solid"/>
              <a:headEnd type="none" w="med" len="med"/>
              <a:tailEnd type="none" w="med" len="med"/>
            </a:ln>
          </p:spPr>
        </p:sp>
        <p:sp>
          <p:nvSpPr>
            <p:cNvPr id="44101" name="Line 318"/>
            <p:cNvSpPr/>
            <p:nvPr/>
          </p:nvSpPr>
          <p:spPr>
            <a:xfrm>
              <a:off x="658" y="4020"/>
              <a:ext cx="1133" cy="0"/>
            </a:xfrm>
            <a:prstGeom prst="line">
              <a:avLst/>
            </a:prstGeom>
            <a:ln w="28575" cap="flat" cmpd="sng">
              <a:solidFill>
                <a:srgbClr val="FFCC00"/>
              </a:solidFill>
              <a:prstDash val="solid"/>
              <a:headEnd type="none" w="med" len="med"/>
              <a:tailEnd type="none" w="med" len="med"/>
            </a:ln>
          </p:spPr>
        </p:sp>
        <p:sp>
          <p:nvSpPr>
            <p:cNvPr id="44102" name="Line 319"/>
            <p:cNvSpPr/>
            <p:nvPr/>
          </p:nvSpPr>
          <p:spPr>
            <a:xfrm>
              <a:off x="1375" y="2704"/>
              <a:ext cx="318" cy="0"/>
            </a:xfrm>
            <a:prstGeom prst="line">
              <a:avLst/>
            </a:prstGeom>
            <a:ln w="28575" cap="flat" cmpd="sng">
              <a:solidFill>
                <a:srgbClr val="FFCC00"/>
              </a:solidFill>
              <a:prstDash val="solid"/>
              <a:headEnd type="none" w="med" len="med"/>
              <a:tailEnd type="none" w="med" len="med"/>
            </a:ln>
          </p:spPr>
        </p:sp>
        <p:sp>
          <p:nvSpPr>
            <p:cNvPr id="44103" name="Line 320"/>
            <p:cNvSpPr/>
            <p:nvPr/>
          </p:nvSpPr>
          <p:spPr>
            <a:xfrm>
              <a:off x="2789" y="3612"/>
              <a:ext cx="0" cy="407"/>
            </a:xfrm>
            <a:prstGeom prst="line">
              <a:avLst/>
            </a:prstGeom>
            <a:ln w="28575" cap="flat" cmpd="sng">
              <a:solidFill>
                <a:srgbClr val="FFCC00"/>
              </a:solidFill>
              <a:prstDash val="solid"/>
              <a:headEnd type="oval" w="med" len="med"/>
              <a:tailEnd type="none" w="med" len="med"/>
            </a:ln>
          </p:spPr>
        </p:sp>
        <p:sp>
          <p:nvSpPr>
            <p:cNvPr id="44104" name="Line 321"/>
            <p:cNvSpPr/>
            <p:nvPr/>
          </p:nvSpPr>
          <p:spPr>
            <a:xfrm>
              <a:off x="1973" y="2703"/>
              <a:ext cx="816" cy="0"/>
            </a:xfrm>
            <a:prstGeom prst="line">
              <a:avLst/>
            </a:prstGeom>
            <a:ln w="28575" cap="flat" cmpd="sng">
              <a:solidFill>
                <a:srgbClr val="FFCC00"/>
              </a:solidFill>
              <a:prstDash val="solid"/>
              <a:headEnd type="none" w="med" len="med"/>
              <a:tailEnd type="none" w="med" len="med"/>
            </a:ln>
          </p:spPr>
        </p:sp>
        <p:sp>
          <p:nvSpPr>
            <p:cNvPr id="44105" name="Line 322"/>
            <p:cNvSpPr/>
            <p:nvPr/>
          </p:nvSpPr>
          <p:spPr>
            <a:xfrm>
              <a:off x="2789" y="2703"/>
              <a:ext cx="1" cy="908"/>
            </a:xfrm>
            <a:prstGeom prst="line">
              <a:avLst/>
            </a:prstGeom>
            <a:ln w="28575" cap="flat" cmpd="sng">
              <a:solidFill>
                <a:srgbClr val="FFCC00"/>
              </a:solidFill>
              <a:prstDash val="solid"/>
              <a:headEnd type="none" w="med" len="med"/>
              <a:tailEnd type="none" w="med" len="med"/>
            </a:ln>
          </p:spPr>
        </p:sp>
        <p:sp>
          <p:nvSpPr>
            <p:cNvPr id="44106" name="Text Box 323"/>
            <p:cNvSpPr txBox="1"/>
            <p:nvPr/>
          </p:nvSpPr>
          <p:spPr>
            <a:xfrm>
              <a:off x="930" y="2703"/>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2H</a:t>
              </a:r>
            </a:p>
          </p:txBody>
        </p:sp>
        <p:sp>
          <p:nvSpPr>
            <p:cNvPr id="44107" name="Text Box 324"/>
            <p:cNvSpPr txBox="1"/>
            <p:nvPr/>
          </p:nvSpPr>
          <p:spPr>
            <a:xfrm>
              <a:off x="1701" y="3611"/>
              <a:ext cx="558"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0.5H</a:t>
              </a:r>
            </a:p>
          </p:txBody>
        </p:sp>
        <p:sp>
          <p:nvSpPr>
            <p:cNvPr id="44108" name="Text Box 325"/>
            <p:cNvSpPr txBox="1"/>
            <p:nvPr/>
          </p:nvSpPr>
          <p:spPr>
            <a:xfrm>
              <a:off x="567" y="2704"/>
              <a:ext cx="318"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a</a:t>
              </a:r>
            </a:p>
          </p:txBody>
        </p:sp>
        <p:sp>
          <p:nvSpPr>
            <p:cNvPr id="44109" name="Text Box 326"/>
            <p:cNvSpPr txBox="1"/>
            <p:nvPr/>
          </p:nvSpPr>
          <p:spPr>
            <a:xfrm>
              <a:off x="612" y="3702"/>
              <a:ext cx="318"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b</a:t>
              </a:r>
            </a:p>
          </p:txBody>
        </p:sp>
        <p:sp>
          <p:nvSpPr>
            <p:cNvPr id="44110" name="Line 343"/>
            <p:cNvSpPr/>
            <p:nvPr/>
          </p:nvSpPr>
          <p:spPr>
            <a:xfrm flipV="1">
              <a:off x="2608" y="3611"/>
              <a:ext cx="181" cy="1"/>
            </a:xfrm>
            <a:prstGeom prst="line">
              <a:avLst/>
            </a:prstGeom>
            <a:ln w="28575" cap="flat" cmpd="sng">
              <a:solidFill>
                <a:srgbClr val="FFCC00"/>
              </a:solidFill>
              <a:prstDash val="solid"/>
              <a:headEnd type="none" w="med" len="med"/>
              <a:tailEnd type="none" w="med" len="med"/>
            </a:ln>
          </p:spPr>
        </p:sp>
        <p:grpSp>
          <p:nvGrpSpPr>
            <p:cNvPr id="44111" name="Group 467"/>
            <p:cNvGrpSpPr/>
            <p:nvPr/>
          </p:nvGrpSpPr>
          <p:grpSpPr>
            <a:xfrm rot="5400000">
              <a:off x="1133" y="2455"/>
              <a:ext cx="91" cy="408"/>
              <a:chOff x="1565" y="2614"/>
              <a:chExt cx="90" cy="486"/>
            </a:xfrm>
          </p:grpSpPr>
          <p:sp>
            <p:nvSpPr>
              <p:cNvPr id="44134" name="Arc 46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35" name="Arc 46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36" name="Arc 47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37" name="Arc 47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112" name="Group 485"/>
            <p:cNvGrpSpPr/>
            <p:nvPr/>
          </p:nvGrpSpPr>
          <p:grpSpPr>
            <a:xfrm rot="5400000">
              <a:off x="2358" y="3362"/>
              <a:ext cx="91" cy="408"/>
              <a:chOff x="1565" y="2614"/>
              <a:chExt cx="90" cy="486"/>
            </a:xfrm>
          </p:grpSpPr>
          <p:sp>
            <p:nvSpPr>
              <p:cNvPr id="44130" name="Arc 48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31" name="Arc 48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32" name="Arc 48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33" name="Arc 48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4113" name="Oval 495"/>
            <p:cNvSpPr/>
            <p:nvPr/>
          </p:nvSpPr>
          <p:spPr>
            <a:xfrm>
              <a:off x="657" y="2686"/>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44114" name="Group 504"/>
            <p:cNvGrpSpPr/>
            <p:nvPr/>
          </p:nvGrpSpPr>
          <p:grpSpPr>
            <a:xfrm rot="5400000">
              <a:off x="1949" y="3770"/>
              <a:ext cx="91" cy="408"/>
              <a:chOff x="1565" y="2614"/>
              <a:chExt cx="90" cy="486"/>
            </a:xfrm>
          </p:grpSpPr>
          <p:sp>
            <p:nvSpPr>
              <p:cNvPr id="44126" name="Arc 50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27" name="Arc 50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28" name="Arc 50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29" name="Arc 50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115" name="Group 509"/>
            <p:cNvGrpSpPr/>
            <p:nvPr/>
          </p:nvGrpSpPr>
          <p:grpSpPr>
            <a:xfrm>
              <a:off x="1882" y="2931"/>
              <a:ext cx="91" cy="363"/>
              <a:chOff x="1565" y="2614"/>
              <a:chExt cx="90" cy="486"/>
            </a:xfrm>
          </p:grpSpPr>
          <p:sp>
            <p:nvSpPr>
              <p:cNvPr id="44122" name="Arc 51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23" name="Arc 51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24" name="Arc 51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25" name="Arc 51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116" name="Group 514"/>
            <p:cNvGrpSpPr/>
            <p:nvPr/>
          </p:nvGrpSpPr>
          <p:grpSpPr>
            <a:xfrm rot="10800000">
              <a:off x="1701" y="2976"/>
              <a:ext cx="90" cy="363"/>
              <a:chOff x="1565" y="2614"/>
              <a:chExt cx="90" cy="486"/>
            </a:xfrm>
          </p:grpSpPr>
          <p:sp>
            <p:nvSpPr>
              <p:cNvPr id="44118" name="Arc 51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19" name="Arc 51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20" name="Arc 51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121" name="Arc 51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4117" name="Oval 519"/>
            <p:cNvSpPr/>
            <p:nvPr/>
          </p:nvSpPr>
          <p:spPr>
            <a:xfrm>
              <a:off x="612" y="4001"/>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19999" name="Group 543"/>
          <p:cNvGrpSpPr/>
          <p:nvPr/>
        </p:nvGrpSpPr>
        <p:grpSpPr>
          <a:xfrm>
            <a:off x="5076825" y="4149725"/>
            <a:ext cx="3386138" cy="2232025"/>
            <a:chOff x="3198" y="2614"/>
            <a:chExt cx="2133" cy="1406"/>
          </a:xfrm>
        </p:grpSpPr>
        <p:sp>
          <p:nvSpPr>
            <p:cNvPr id="44048" name="Line 399"/>
            <p:cNvSpPr/>
            <p:nvPr/>
          </p:nvSpPr>
          <p:spPr>
            <a:xfrm flipV="1">
              <a:off x="3289" y="2704"/>
              <a:ext cx="363" cy="1"/>
            </a:xfrm>
            <a:prstGeom prst="line">
              <a:avLst/>
            </a:prstGeom>
            <a:ln w="28575" cap="flat" cmpd="sng">
              <a:solidFill>
                <a:srgbClr val="FFCC00"/>
              </a:solidFill>
              <a:prstDash val="solid"/>
              <a:headEnd type="none" w="med" len="med"/>
              <a:tailEnd type="none" w="med" len="med"/>
            </a:ln>
          </p:spPr>
        </p:sp>
        <p:sp>
          <p:nvSpPr>
            <p:cNvPr id="44049" name="Text Box 400"/>
            <p:cNvSpPr txBox="1"/>
            <p:nvPr/>
          </p:nvSpPr>
          <p:spPr>
            <a:xfrm>
              <a:off x="4695" y="3693"/>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4H</a:t>
              </a:r>
            </a:p>
          </p:txBody>
        </p:sp>
        <p:sp>
          <p:nvSpPr>
            <p:cNvPr id="44050" name="Line 401"/>
            <p:cNvSpPr/>
            <p:nvPr/>
          </p:nvSpPr>
          <p:spPr>
            <a:xfrm>
              <a:off x="4377" y="3294"/>
              <a:ext cx="0" cy="444"/>
            </a:xfrm>
            <a:prstGeom prst="line">
              <a:avLst/>
            </a:prstGeom>
            <a:ln w="28575" cap="flat" cmpd="sng">
              <a:solidFill>
                <a:srgbClr val="FFCC00"/>
              </a:solidFill>
              <a:prstDash val="solid"/>
              <a:headEnd type="none" w="med" len="med"/>
              <a:tailEnd type="oval" w="med" len="med"/>
            </a:ln>
          </p:spPr>
        </p:sp>
        <p:sp>
          <p:nvSpPr>
            <p:cNvPr id="44051" name="Line 402"/>
            <p:cNvSpPr/>
            <p:nvPr/>
          </p:nvSpPr>
          <p:spPr>
            <a:xfrm>
              <a:off x="3335" y="3738"/>
              <a:ext cx="317" cy="0"/>
            </a:xfrm>
            <a:prstGeom prst="line">
              <a:avLst/>
            </a:prstGeom>
            <a:ln w="28575" cap="flat" cmpd="sng">
              <a:solidFill>
                <a:srgbClr val="FFCC00"/>
              </a:solidFill>
              <a:prstDash val="solid"/>
              <a:headEnd type="none" w="med" len="med"/>
              <a:tailEnd type="none" w="med" len="med"/>
            </a:ln>
          </p:spPr>
        </p:sp>
        <p:sp>
          <p:nvSpPr>
            <p:cNvPr id="44052" name="Line 403"/>
            <p:cNvSpPr/>
            <p:nvPr/>
          </p:nvSpPr>
          <p:spPr>
            <a:xfrm>
              <a:off x="5103" y="2704"/>
              <a:ext cx="228" cy="1"/>
            </a:xfrm>
            <a:prstGeom prst="line">
              <a:avLst/>
            </a:prstGeom>
            <a:ln w="28575" cap="flat" cmpd="sng">
              <a:solidFill>
                <a:srgbClr val="FFCC00"/>
              </a:solidFill>
              <a:prstDash val="solid"/>
              <a:headEnd type="none" w="med" len="med"/>
              <a:tailEnd type="none" w="med" len="med"/>
            </a:ln>
          </p:spPr>
        </p:sp>
        <p:sp>
          <p:nvSpPr>
            <p:cNvPr id="44053" name="Text Box 404"/>
            <p:cNvSpPr txBox="1"/>
            <p:nvPr/>
          </p:nvSpPr>
          <p:spPr>
            <a:xfrm>
              <a:off x="3652" y="3693"/>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3H</a:t>
              </a:r>
            </a:p>
          </p:txBody>
        </p:sp>
        <p:sp>
          <p:nvSpPr>
            <p:cNvPr id="44054" name="Text Box 405"/>
            <p:cNvSpPr txBox="1"/>
            <p:nvPr/>
          </p:nvSpPr>
          <p:spPr>
            <a:xfrm>
              <a:off x="4740" y="2659"/>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2H</a:t>
              </a:r>
            </a:p>
          </p:txBody>
        </p:sp>
        <p:sp>
          <p:nvSpPr>
            <p:cNvPr id="44055" name="Text Box 406"/>
            <p:cNvSpPr txBox="1"/>
            <p:nvPr/>
          </p:nvSpPr>
          <p:spPr>
            <a:xfrm>
              <a:off x="3606" y="2659"/>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1H</a:t>
              </a:r>
            </a:p>
          </p:txBody>
        </p:sp>
        <p:sp>
          <p:nvSpPr>
            <p:cNvPr id="44056" name="Text Box 407"/>
            <p:cNvSpPr txBox="1"/>
            <p:nvPr/>
          </p:nvSpPr>
          <p:spPr>
            <a:xfrm>
              <a:off x="3198" y="2659"/>
              <a:ext cx="318"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a</a:t>
              </a:r>
            </a:p>
          </p:txBody>
        </p:sp>
        <p:sp>
          <p:nvSpPr>
            <p:cNvPr id="44057" name="Text Box 408"/>
            <p:cNvSpPr txBox="1"/>
            <p:nvPr/>
          </p:nvSpPr>
          <p:spPr>
            <a:xfrm>
              <a:off x="3243" y="3420"/>
              <a:ext cx="318"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b</a:t>
              </a:r>
            </a:p>
          </p:txBody>
        </p:sp>
        <p:sp>
          <p:nvSpPr>
            <p:cNvPr id="44058" name="Line 409"/>
            <p:cNvSpPr/>
            <p:nvPr/>
          </p:nvSpPr>
          <p:spPr>
            <a:xfrm>
              <a:off x="4060" y="3738"/>
              <a:ext cx="635" cy="0"/>
            </a:xfrm>
            <a:prstGeom prst="line">
              <a:avLst/>
            </a:prstGeom>
            <a:ln w="28575" cap="flat" cmpd="sng">
              <a:solidFill>
                <a:srgbClr val="FFCC00"/>
              </a:solidFill>
              <a:prstDash val="solid"/>
              <a:headEnd type="none" w="med" len="med"/>
              <a:tailEnd type="none" w="med" len="med"/>
            </a:ln>
          </p:spPr>
        </p:sp>
        <p:sp>
          <p:nvSpPr>
            <p:cNvPr id="44059" name="Line 410"/>
            <p:cNvSpPr/>
            <p:nvPr/>
          </p:nvSpPr>
          <p:spPr>
            <a:xfrm>
              <a:off x="4377" y="2705"/>
              <a:ext cx="0" cy="226"/>
            </a:xfrm>
            <a:prstGeom prst="line">
              <a:avLst/>
            </a:prstGeom>
            <a:ln w="28575" cap="flat" cmpd="sng">
              <a:solidFill>
                <a:srgbClr val="FFCC00"/>
              </a:solidFill>
              <a:prstDash val="solid"/>
              <a:headEnd type="oval" w="med" len="med"/>
              <a:tailEnd type="none" w="med" len="med"/>
            </a:ln>
          </p:spPr>
        </p:sp>
        <p:sp>
          <p:nvSpPr>
            <p:cNvPr id="44060" name="Line 411"/>
            <p:cNvSpPr/>
            <p:nvPr/>
          </p:nvSpPr>
          <p:spPr>
            <a:xfrm>
              <a:off x="4060" y="2704"/>
              <a:ext cx="635" cy="0"/>
            </a:xfrm>
            <a:prstGeom prst="line">
              <a:avLst/>
            </a:prstGeom>
            <a:ln w="28575" cap="flat" cmpd="sng">
              <a:solidFill>
                <a:srgbClr val="FFCC00"/>
              </a:solidFill>
              <a:prstDash val="solid"/>
              <a:headEnd type="none" w="med" len="med"/>
              <a:tailEnd type="none" w="med" len="med"/>
            </a:ln>
          </p:spPr>
        </p:sp>
        <p:sp>
          <p:nvSpPr>
            <p:cNvPr id="44061" name="Line 412"/>
            <p:cNvSpPr/>
            <p:nvPr/>
          </p:nvSpPr>
          <p:spPr>
            <a:xfrm>
              <a:off x="5103" y="3738"/>
              <a:ext cx="227" cy="0"/>
            </a:xfrm>
            <a:prstGeom prst="line">
              <a:avLst/>
            </a:prstGeom>
            <a:ln w="28575" cap="flat" cmpd="sng">
              <a:solidFill>
                <a:srgbClr val="FFCC00"/>
              </a:solidFill>
              <a:prstDash val="solid"/>
              <a:headEnd type="none" w="med" len="med"/>
              <a:tailEnd type="none" w="med" len="med"/>
            </a:ln>
          </p:spPr>
        </p:sp>
        <p:sp>
          <p:nvSpPr>
            <p:cNvPr id="44062" name="Line 413"/>
            <p:cNvSpPr/>
            <p:nvPr/>
          </p:nvSpPr>
          <p:spPr>
            <a:xfrm flipH="1">
              <a:off x="5329" y="2705"/>
              <a:ext cx="1" cy="1043"/>
            </a:xfrm>
            <a:prstGeom prst="line">
              <a:avLst/>
            </a:prstGeom>
            <a:ln w="28575" cap="flat" cmpd="sng">
              <a:solidFill>
                <a:srgbClr val="FFCC00"/>
              </a:solidFill>
              <a:prstDash val="solid"/>
              <a:headEnd type="none" w="med" len="med"/>
              <a:tailEnd type="none" w="med" len="med"/>
            </a:ln>
          </p:spPr>
        </p:sp>
        <p:sp>
          <p:nvSpPr>
            <p:cNvPr id="44063" name="Text Box 414"/>
            <p:cNvSpPr txBox="1"/>
            <p:nvPr/>
          </p:nvSpPr>
          <p:spPr>
            <a:xfrm>
              <a:off x="4423" y="2931"/>
              <a:ext cx="390"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3H</a:t>
              </a:r>
            </a:p>
          </p:txBody>
        </p:sp>
        <p:grpSp>
          <p:nvGrpSpPr>
            <p:cNvPr id="44064" name="Group 499"/>
            <p:cNvGrpSpPr/>
            <p:nvPr/>
          </p:nvGrpSpPr>
          <p:grpSpPr>
            <a:xfrm rot="5400000">
              <a:off x="3809" y="2455"/>
              <a:ext cx="91" cy="408"/>
              <a:chOff x="1565" y="2614"/>
              <a:chExt cx="90" cy="486"/>
            </a:xfrm>
          </p:grpSpPr>
          <p:sp>
            <p:nvSpPr>
              <p:cNvPr id="44087" name="Arc 50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88" name="Arc 50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89" name="Arc 50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90" name="Arc 50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4065" name="Oval 520"/>
            <p:cNvSpPr/>
            <p:nvPr/>
          </p:nvSpPr>
          <p:spPr>
            <a:xfrm>
              <a:off x="3243" y="2687"/>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44066" name="Group 522"/>
            <p:cNvGrpSpPr/>
            <p:nvPr/>
          </p:nvGrpSpPr>
          <p:grpSpPr>
            <a:xfrm rot="5400000">
              <a:off x="4852" y="3498"/>
              <a:ext cx="91" cy="408"/>
              <a:chOff x="1565" y="2614"/>
              <a:chExt cx="90" cy="486"/>
            </a:xfrm>
          </p:grpSpPr>
          <p:sp>
            <p:nvSpPr>
              <p:cNvPr id="44083" name="Arc 52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84" name="Arc 52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85" name="Arc 52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86" name="Arc 52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067" name="Group 527"/>
            <p:cNvGrpSpPr/>
            <p:nvPr/>
          </p:nvGrpSpPr>
          <p:grpSpPr>
            <a:xfrm rot="5400000">
              <a:off x="3809" y="3498"/>
              <a:ext cx="91" cy="408"/>
              <a:chOff x="1565" y="2614"/>
              <a:chExt cx="90" cy="486"/>
            </a:xfrm>
          </p:grpSpPr>
          <p:sp>
            <p:nvSpPr>
              <p:cNvPr id="44079" name="Arc 52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80" name="Arc 52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81" name="Arc 53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82" name="Arc 53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068" name="Group 532"/>
            <p:cNvGrpSpPr/>
            <p:nvPr/>
          </p:nvGrpSpPr>
          <p:grpSpPr>
            <a:xfrm rot="5400000">
              <a:off x="4852" y="2455"/>
              <a:ext cx="91" cy="408"/>
              <a:chOff x="1565" y="2614"/>
              <a:chExt cx="90" cy="486"/>
            </a:xfrm>
          </p:grpSpPr>
          <p:sp>
            <p:nvSpPr>
              <p:cNvPr id="44075" name="Arc 53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76" name="Arc 53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77" name="Arc 53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78" name="Arc 53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4069" name="Group 537"/>
            <p:cNvGrpSpPr/>
            <p:nvPr/>
          </p:nvGrpSpPr>
          <p:grpSpPr>
            <a:xfrm rot="10800000">
              <a:off x="4377" y="2931"/>
              <a:ext cx="90" cy="363"/>
              <a:chOff x="1565" y="2614"/>
              <a:chExt cx="90" cy="486"/>
            </a:xfrm>
          </p:grpSpPr>
          <p:sp>
            <p:nvSpPr>
              <p:cNvPr id="44071" name="Arc 53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72" name="Arc 53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73" name="Arc 54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4074" name="Arc 54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4070" name="Oval 542"/>
            <p:cNvSpPr/>
            <p:nvPr/>
          </p:nvSpPr>
          <p:spPr>
            <a:xfrm>
              <a:off x="3288" y="3720"/>
              <a:ext cx="45" cy="45"/>
            </a:xfrm>
            <a:prstGeom prst="ellipse">
              <a:avLst/>
            </a:prstGeom>
            <a:noFill/>
            <a:ln w="28575" cap="sq"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p:cTn id="7" dur="1000" fill="hold"/>
                                        <p:tgtEl>
                                          <p:spTgt spid="19460"/>
                                        </p:tgtEl>
                                        <p:attrNameLst>
                                          <p:attrName>ppt_w</p:attrName>
                                        </p:attrNameLst>
                                      </p:cBhvr>
                                      <p:tavLst>
                                        <p:tav tm="0">
                                          <p:val>
                                            <p:fltVal val="0"/>
                                          </p:val>
                                        </p:tav>
                                        <p:tav tm="100000">
                                          <p:val>
                                            <p:strVal val="#ppt_w"/>
                                          </p:val>
                                        </p:tav>
                                      </p:tavLst>
                                    </p:anim>
                                    <p:anim calcmode="lin" valueType="num">
                                      <p:cBhvr>
                                        <p:cTn id="8" dur="1000" fill="hold"/>
                                        <p:tgtEl>
                                          <p:spTgt spid="19460"/>
                                        </p:tgtEl>
                                        <p:attrNameLst>
                                          <p:attrName>ppt_h</p:attrName>
                                        </p:attrNameLst>
                                      </p:cBhvr>
                                      <p:tavLst>
                                        <p:tav tm="0">
                                          <p:val>
                                            <p:fltVal val="0"/>
                                          </p:val>
                                        </p:tav>
                                        <p:tav tm="100000">
                                          <p:val>
                                            <p:strVal val="#ppt_h"/>
                                          </p:val>
                                        </p:tav>
                                      </p:tavLst>
                                    </p:anim>
                                    <p:anim calcmode="lin" valueType="num">
                                      <p:cBhvr>
                                        <p:cTn id="9" dur="1000" fill="hold"/>
                                        <p:tgtEl>
                                          <p:spTgt spid="1946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9460"/>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9930"/>
                                        </p:tgtEl>
                                        <p:attrNameLst>
                                          <p:attrName>style.visibility</p:attrName>
                                        </p:attrNameLst>
                                      </p:cBhvr>
                                      <p:to>
                                        <p:strVal val="visible"/>
                                      </p:to>
                                    </p:set>
                                    <p:animEffect transition="in" filter="blinds(horizontal)">
                                      <p:cBhvr>
                                        <p:cTn id="14" dur="500"/>
                                        <p:tgtEl>
                                          <p:spTgt spid="19930"/>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19954"/>
                                        </p:tgtEl>
                                        <p:attrNameLst>
                                          <p:attrName>style.visibility</p:attrName>
                                        </p:attrNameLst>
                                      </p:cBhvr>
                                      <p:to>
                                        <p:strVal val="visible"/>
                                      </p:to>
                                    </p:set>
                                    <p:animEffect transition="in" filter="blinds(horizontal)">
                                      <p:cBhvr>
                                        <p:cTn id="18" dur="500"/>
                                        <p:tgtEl>
                                          <p:spTgt spid="19954"/>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9461"/>
                                        </p:tgtEl>
                                        <p:attrNameLst>
                                          <p:attrName>style.visibility</p:attrName>
                                        </p:attrNameLst>
                                      </p:cBhvr>
                                      <p:to>
                                        <p:strVal val="visible"/>
                                      </p:to>
                                    </p:set>
                                    <p:animEffect transition="in" filter="wipe(left)">
                                      <p:cBhvr>
                                        <p:cTn id="22" dur="2000"/>
                                        <p:tgtEl>
                                          <p:spTgt spid="19461"/>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19698"/>
                                        </p:tgtEl>
                                        <p:attrNameLst>
                                          <p:attrName>style.visibility</p:attrName>
                                        </p:attrNameLst>
                                      </p:cBhvr>
                                      <p:to>
                                        <p:strVal val="visible"/>
                                      </p:to>
                                    </p:set>
                                    <p:anim calcmode="lin" valueType="num">
                                      <p:cBhvr>
                                        <p:cTn id="27" dur="1000" fill="hold"/>
                                        <p:tgtEl>
                                          <p:spTgt spid="19698"/>
                                        </p:tgtEl>
                                        <p:attrNameLst>
                                          <p:attrName>ppt_w</p:attrName>
                                        </p:attrNameLst>
                                      </p:cBhvr>
                                      <p:tavLst>
                                        <p:tav tm="0">
                                          <p:val>
                                            <p:fltVal val="0"/>
                                          </p:val>
                                        </p:tav>
                                        <p:tav tm="100000">
                                          <p:val>
                                            <p:strVal val="#ppt_w"/>
                                          </p:val>
                                        </p:tav>
                                      </p:tavLst>
                                    </p:anim>
                                    <p:anim calcmode="lin" valueType="num">
                                      <p:cBhvr>
                                        <p:cTn id="28" dur="1000" fill="hold"/>
                                        <p:tgtEl>
                                          <p:spTgt spid="19698"/>
                                        </p:tgtEl>
                                        <p:attrNameLst>
                                          <p:attrName>ppt_h</p:attrName>
                                        </p:attrNameLst>
                                      </p:cBhvr>
                                      <p:tavLst>
                                        <p:tav tm="0">
                                          <p:val>
                                            <p:fltVal val="0"/>
                                          </p:val>
                                        </p:tav>
                                        <p:tav tm="100000">
                                          <p:val>
                                            <p:strVal val="#ppt_h"/>
                                          </p:val>
                                        </p:tav>
                                      </p:tavLst>
                                    </p:anim>
                                    <p:anim calcmode="lin" valueType="num">
                                      <p:cBhvr>
                                        <p:cTn id="29" dur="1000" fill="hold"/>
                                        <p:tgtEl>
                                          <p:spTgt spid="19698"/>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969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nodeType="clickEffect">
                                  <p:stCondLst>
                                    <p:cond delay="0"/>
                                  </p:stCondLst>
                                  <p:childTnLst>
                                    <p:set>
                                      <p:cBhvr>
                                        <p:cTn id="34" dur="1" fill="hold">
                                          <p:stCondLst>
                                            <p:cond delay="0"/>
                                          </p:stCondLst>
                                        </p:cTn>
                                        <p:tgtEl>
                                          <p:spTgt spid="19699"/>
                                        </p:tgtEl>
                                        <p:attrNameLst>
                                          <p:attrName>style.visibility</p:attrName>
                                        </p:attrNameLst>
                                      </p:cBhvr>
                                      <p:to>
                                        <p:strVal val="visible"/>
                                      </p:to>
                                    </p:set>
                                    <p:animEffect transition="in" filter="slide(fromTop)">
                                      <p:cBhvr>
                                        <p:cTn id="35" dur="500"/>
                                        <p:tgtEl>
                                          <p:spTgt spid="19699"/>
                                        </p:tgtEl>
                                      </p:cBhvr>
                                    </p:animEffect>
                                  </p:childTnLst>
                                </p:cTn>
                              </p:par>
                            </p:childTnLst>
                          </p:cTn>
                        </p:par>
                        <p:par>
                          <p:cTn id="36" fill="hold">
                            <p:stCondLst>
                              <p:cond delay="500"/>
                            </p:stCondLst>
                            <p:childTnLst>
                              <p:par>
                                <p:cTn id="37" presetID="3" presetClass="entr" presetSubtype="10" fill="hold" nodeType="afterEffect">
                                  <p:stCondLst>
                                    <p:cond delay="0"/>
                                  </p:stCondLst>
                                  <p:childTnLst>
                                    <p:set>
                                      <p:cBhvr>
                                        <p:cTn id="38" dur="1" fill="hold">
                                          <p:stCondLst>
                                            <p:cond delay="0"/>
                                          </p:stCondLst>
                                        </p:cTn>
                                        <p:tgtEl>
                                          <p:spTgt spid="19977"/>
                                        </p:tgtEl>
                                        <p:attrNameLst>
                                          <p:attrName>style.visibility</p:attrName>
                                        </p:attrNameLst>
                                      </p:cBhvr>
                                      <p:to>
                                        <p:strVal val="visible"/>
                                      </p:to>
                                    </p:set>
                                    <p:animEffect transition="in" filter="blinds(horizontal)">
                                      <p:cBhvr>
                                        <p:cTn id="39" dur="500"/>
                                        <p:tgtEl>
                                          <p:spTgt spid="19977"/>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9633"/>
                                        </p:tgtEl>
                                        <p:attrNameLst>
                                          <p:attrName>style.visibility</p:attrName>
                                        </p:attrNameLst>
                                      </p:cBhvr>
                                      <p:to>
                                        <p:strVal val="visible"/>
                                      </p:to>
                                    </p:set>
                                    <p:anim calcmode="lin" valueType="num">
                                      <p:cBhvr additive="base">
                                        <p:cTn id="44" dur="500" fill="hold"/>
                                        <p:tgtEl>
                                          <p:spTgt spid="19633"/>
                                        </p:tgtEl>
                                        <p:attrNameLst>
                                          <p:attrName>ppt_x</p:attrName>
                                        </p:attrNameLst>
                                      </p:cBhvr>
                                      <p:tavLst>
                                        <p:tav tm="0">
                                          <p:val>
                                            <p:strVal val="0-#ppt_w/2"/>
                                          </p:val>
                                        </p:tav>
                                        <p:tav tm="100000">
                                          <p:val>
                                            <p:strVal val="#ppt_x"/>
                                          </p:val>
                                        </p:tav>
                                      </p:tavLst>
                                    </p:anim>
                                    <p:anim calcmode="lin" valueType="num">
                                      <p:cBhvr additive="base">
                                        <p:cTn id="45" dur="500" fill="hold"/>
                                        <p:tgtEl>
                                          <p:spTgt spid="19633"/>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nodeType="clickEffect">
                                  <p:stCondLst>
                                    <p:cond delay="0"/>
                                  </p:stCondLst>
                                  <p:childTnLst>
                                    <p:set>
                                      <p:cBhvr>
                                        <p:cTn id="49" dur="1" fill="hold">
                                          <p:stCondLst>
                                            <p:cond delay="0"/>
                                          </p:stCondLst>
                                        </p:cTn>
                                        <p:tgtEl>
                                          <p:spTgt spid="19700"/>
                                        </p:tgtEl>
                                        <p:attrNameLst>
                                          <p:attrName>style.visibility</p:attrName>
                                        </p:attrNameLst>
                                      </p:cBhvr>
                                      <p:to>
                                        <p:strVal val="visible"/>
                                      </p:to>
                                    </p:set>
                                    <p:animEffect transition="in" filter="slide(fromTop)">
                                      <p:cBhvr>
                                        <p:cTn id="50" dur="500"/>
                                        <p:tgtEl>
                                          <p:spTgt spid="19700"/>
                                        </p:tgtEl>
                                      </p:cBhvr>
                                    </p:animEffect>
                                  </p:childTnLst>
                                </p:cTn>
                              </p:par>
                            </p:childTnLst>
                          </p:cTn>
                        </p:par>
                        <p:par>
                          <p:cTn id="51" fill="hold">
                            <p:stCondLst>
                              <p:cond delay="500"/>
                            </p:stCondLst>
                            <p:childTnLst>
                              <p:par>
                                <p:cTn id="52" presetID="3" presetClass="entr" presetSubtype="10" fill="hold" nodeType="afterEffect">
                                  <p:stCondLst>
                                    <p:cond delay="0"/>
                                  </p:stCondLst>
                                  <p:childTnLst>
                                    <p:set>
                                      <p:cBhvr>
                                        <p:cTn id="53" dur="1" fill="hold">
                                          <p:stCondLst>
                                            <p:cond delay="0"/>
                                          </p:stCondLst>
                                        </p:cTn>
                                        <p:tgtEl>
                                          <p:spTgt spid="19999"/>
                                        </p:tgtEl>
                                        <p:attrNameLst>
                                          <p:attrName>style.visibility</p:attrName>
                                        </p:attrNameLst>
                                      </p:cBhvr>
                                      <p:to>
                                        <p:strVal val="visible"/>
                                      </p:to>
                                    </p:set>
                                    <p:animEffect transition="in" filter="blinds(horizontal)">
                                      <p:cBhvr>
                                        <p:cTn id="54" dur="500"/>
                                        <p:tgtEl>
                                          <p:spTgt spid="19999"/>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8" fill="hold" grpId="0" nodeType="clickEffect">
                                  <p:stCondLst>
                                    <p:cond delay="0"/>
                                  </p:stCondLst>
                                  <p:childTnLst>
                                    <p:set>
                                      <p:cBhvr>
                                        <p:cTn id="58" dur="1" fill="hold">
                                          <p:stCondLst>
                                            <p:cond delay="0"/>
                                          </p:stCondLst>
                                        </p:cTn>
                                        <p:tgtEl>
                                          <p:spTgt spid="19695"/>
                                        </p:tgtEl>
                                        <p:attrNameLst>
                                          <p:attrName>style.visibility</p:attrName>
                                        </p:attrNameLst>
                                      </p:cBhvr>
                                      <p:to>
                                        <p:strVal val="visible"/>
                                      </p:to>
                                    </p:set>
                                    <p:animEffect transition="in" filter="slide(fromLeft)">
                                      <p:cBhvr>
                                        <p:cTn id="59" dur="1000"/>
                                        <p:tgtEl>
                                          <p:spTgt spid="19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633" grpId="0" animBg="1"/>
      <p:bldP spid="19695" grpId="0" animBg="1"/>
      <p:bldP spid="1969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p:nvPr/>
        </p:nvSpPr>
        <p:spPr>
          <a:xfrm>
            <a:off x="611188" y="401638"/>
            <a:ext cx="4321175" cy="579437"/>
          </a:xfrm>
          <a:prstGeom prst="rect">
            <a:avLst/>
          </a:prstGeom>
          <a:noFill/>
          <a:ln w="9525">
            <a:noFill/>
          </a:ln>
          <a:effectLst>
            <a:prstShdw prst="shdw17" dist="17961" dir="2699999">
              <a:srgbClr val="991F00"/>
            </a:prstShdw>
          </a:effectLst>
        </p:spPr>
        <p:txBody>
          <a:bodyPr>
            <a:spAutoFit/>
          </a:bodyPr>
          <a:lstStyle/>
          <a:p>
            <a:pPr eaLnBrk="1" hangingPunct="1"/>
            <a:r>
              <a:rPr lang="en-US" altLang="zh-CN" sz="3200" dirty="0">
                <a:solidFill>
                  <a:schemeClr val="bg1"/>
                </a:solidFill>
                <a:latin typeface="Times New Roman" panose="02020603050405020304" pitchFamily="18" charset="0"/>
              </a:rPr>
              <a:t>5</a:t>
            </a:r>
            <a:r>
              <a:rPr lang="en-US" altLang="zh-CN" sz="3200" b="1" dirty="0">
                <a:solidFill>
                  <a:schemeClr val="bg1"/>
                </a:solidFill>
                <a:latin typeface="楷体_GB2312" pitchFamily="49" charset="-122"/>
              </a:rPr>
              <a:t>. </a:t>
            </a:r>
            <a:r>
              <a:rPr lang="zh-CN" altLang="en-US" sz="3200" b="1" dirty="0">
                <a:solidFill>
                  <a:schemeClr val="bg1"/>
                </a:solidFill>
                <a:latin typeface="楷体_GB2312" pitchFamily="49" charset="-122"/>
              </a:rPr>
              <a:t>有互感电路的计算</a:t>
            </a:r>
          </a:p>
        </p:txBody>
      </p:sp>
      <p:sp>
        <p:nvSpPr>
          <p:cNvPr id="86019" name="Text Box 3"/>
          <p:cNvSpPr txBox="1"/>
          <p:nvPr/>
        </p:nvSpPr>
        <p:spPr>
          <a:xfrm>
            <a:off x="539750" y="836613"/>
            <a:ext cx="8064500" cy="2655887"/>
          </a:xfrm>
          <a:prstGeom prst="rect">
            <a:avLst/>
          </a:prstGeom>
          <a:noFill/>
          <a:ln w="19050">
            <a:noFill/>
          </a:ln>
        </p:spPr>
        <p:txBody>
          <a:bodyPr>
            <a:spAutoFit/>
          </a:bodyPr>
          <a:lstStyle/>
          <a:p>
            <a:pPr marL="342900" indent="-342900" eaLnBrk="1" hangingPunct="1">
              <a:lnSpc>
                <a:spcPct val="120000"/>
              </a:lnSpc>
              <a:buAutoNum type="circleNumDbPlain"/>
            </a:pPr>
            <a:r>
              <a:rPr lang="zh-CN" altLang="en-US" b="1" dirty="0">
                <a:latin typeface="楷体_GB2312" pitchFamily="49" charset="-122"/>
              </a:rPr>
              <a:t>在正弦稳态情况下，有互感的电路的计算仍应用前面介绍的相量分析方法。</a:t>
            </a:r>
          </a:p>
          <a:p>
            <a:pPr marL="342900" indent="-342900" eaLnBrk="1" hangingPunct="1">
              <a:lnSpc>
                <a:spcPct val="120000"/>
              </a:lnSpc>
              <a:buAutoNum type="circleNumDbPlain"/>
            </a:pPr>
            <a:r>
              <a:rPr lang="zh-CN" altLang="en-US" b="1" dirty="0">
                <a:latin typeface="楷体_GB2312" pitchFamily="49" charset="-122"/>
              </a:rPr>
              <a:t>注意互感线圈上的电压除自感电压外，还应包含互感电压。</a:t>
            </a:r>
          </a:p>
          <a:p>
            <a:pPr marL="342900" indent="-342900" eaLnBrk="1" hangingPunct="1">
              <a:lnSpc>
                <a:spcPct val="120000"/>
              </a:lnSpc>
              <a:buAutoNum type="circleNumDbPlain"/>
            </a:pPr>
            <a:r>
              <a:rPr lang="zh-CN" altLang="en-US" b="1" dirty="0">
                <a:latin typeface="楷体_GB2312" pitchFamily="49" charset="-122"/>
              </a:rPr>
              <a:t>一般采用支路法和回路法计算。</a:t>
            </a:r>
          </a:p>
        </p:txBody>
      </p:sp>
      <p:grpSp>
        <p:nvGrpSpPr>
          <p:cNvPr id="45060" name="Group 52"/>
          <p:cNvGrpSpPr/>
          <p:nvPr/>
        </p:nvGrpSpPr>
        <p:grpSpPr>
          <a:xfrm>
            <a:off x="8316913" y="6446838"/>
            <a:ext cx="792162" cy="366712"/>
            <a:chOff x="5193" y="4020"/>
            <a:chExt cx="499" cy="231"/>
          </a:xfrm>
        </p:grpSpPr>
        <p:pic>
          <p:nvPicPr>
            <p:cNvPr id="45115" name="Picture 53"/>
            <p:cNvPicPr>
              <a:picLocks noChangeAspect="1"/>
            </p:cNvPicPr>
            <p:nvPr/>
          </p:nvPicPr>
          <p:blipFill>
            <a:blip r:embed="rId2"/>
            <a:stretch>
              <a:fillRect/>
            </a:stretch>
          </p:blipFill>
          <p:spPr>
            <a:xfrm>
              <a:off x="5193" y="4066"/>
              <a:ext cx="499" cy="181"/>
            </a:xfrm>
            <a:prstGeom prst="rect">
              <a:avLst/>
            </a:prstGeom>
            <a:noFill/>
            <a:ln w="9525">
              <a:noFill/>
            </a:ln>
          </p:spPr>
        </p:pic>
        <p:sp>
          <p:nvSpPr>
            <p:cNvPr id="45116" name="Text Box 5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5061" name="Group 55"/>
          <p:cNvGrpSpPr/>
          <p:nvPr/>
        </p:nvGrpSpPr>
        <p:grpSpPr>
          <a:xfrm>
            <a:off x="7453313" y="6446838"/>
            <a:ext cx="792162" cy="366712"/>
            <a:chOff x="4649" y="4020"/>
            <a:chExt cx="499" cy="231"/>
          </a:xfrm>
        </p:grpSpPr>
        <p:pic>
          <p:nvPicPr>
            <p:cNvPr id="45113" name="Picture 56"/>
            <p:cNvPicPr>
              <a:picLocks noChangeAspect="1"/>
            </p:cNvPicPr>
            <p:nvPr/>
          </p:nvPicPr>
          <p:blipFill>
            <a:blip r:embed="rId2"/>
            <a:stretch>
              <a:fillRect/>
            </a:stretch>
          </p:blipFill>
          <p:spPr>
            <a:xfrm>
              <a:off x="4649" y="4066"/>
              <a:ext cx="499" cy="181"/>
            </a:xfrm>
            <a:prstGeom prst="rect">
              <a:avLst/>
            </a:prstGeom>
            <a:noFill/>
            <a:ln w="9525">
              <a:noFill/>
            </a:ln>
          </p:spPr>
        </p:pic>
        <p:sp>
          <p:nvSpPr>
            <p:cNvPr id="45114" name="Text Box 5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86074" name="Text Box 58"/>
          <p:cNvSpPr txBox="1"/>
          <p:nvPr/>
        </p:nvSpPr>
        <p:spPr>
          <a:xfrm>
            <a:off x="250825" y="3860800"/>
            <a:ext cx="1441450" cy="579438"/>
          </a:xfrm>
          <a:prstGeom prst="rect">
            <a:avLst/>
          </a:prstGeom>
          <a:noFill/>
          <a:ln w="19050">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2-2</a:t>
            </a:r>
          </a:p>
        </p:txBody>
      </p:sp>
      <p:sp>
        <p:nvSpPr>
          <p:cNvPr id="86075" name="Text Box 59"/>
          <p:cNvSpPr txBox="1"/>
          <p:nvPr/>
        </p:nvSpPr>
        <p:spPr>
          <a:xfrm>
            <a:off x="1258888" y="3860800"/>
            <a:ext cx="2951162" cy="946150"/>
          </a:xfrm>
          <a:prstGeom prst="rect">
            <a:avLst/>
          </a:prstGeom>
          <a:noFill/>
          <a:ln w="19050">
            <a:noFill/>
          </a:ln>
        </p:spPr>
        <p:txBody>
          <a:bodyPr anchor="ctr" anchorCtr="0">
            <a:spAutoFit/>
          </a:bodyPr>
          <a:lstStyle/>
          <a:p>
            <a:pPr eaLnBrk="1" hangingPunct="1"/>
            <a:r>
              <a:rPr lang="zh-CN" altLang="en-US" b="1" dirty="0">
                <a:latin typeface="Times New Roman" panose="02020603050405020304" pitchFamily="18" charset="0"/>
              </a:rPr>
              <a:t>列写电路的回路电流方程。</a:t>
            </a:r>
          </a:p>
        </p:txBody>
      </p:sp>
      <p:grpSp>
        <p:nvGrpSpPr>
          <p:cNvPr id="45064" name="Group 107"/>
          <p:cNvGrpSpPr/>
          <p:nvPr/>
        </p:nvGrpSpPr>
        <p:grpSpPr>
          <a:xfrm>
            <a:off x="6588125" y="6446838"/>
            <a:ext cx="792163" cy="366712"/>
            <a:chOff x="4649" y="4020"/>
            <a:chExt cx="499" cy="231"/>
          </a:xfrm>
        </p:grpSpPr>
        <p:pic>
          <p:nvPicPr>
            <p:cNvPr id="45111" name="Picture 108"/>
            <p:cNvPicPr>
              <a:picLocks noChangeAspect="1"/>
            </p:cNvPicPr>
            <p:nvPr/>
          </p:nvPicPr>
          <p:blipFill>
            <a:blip r:embed="rId2"/>
            <a:stretch>
              <a:fillRect/>
            </a:stretch>
          </p:blipFill>
          <p:spPr>
            <a:xfrm>
              <a:off x="4649" y="4066"/>
              <a:ext cx="499" cy="181"/>
            </a:xfrm>
            <a:prstGeom prst="rect">
              <a:avLst/>
            </a:prstGeom>
            <a:noFill/>
            <a:ln w="9525">
              <a:noFill/>
            </a:ln>
          </p:spPr>
        </p:pic>
        <p:sp>
          <p:nvSpPr>
            <p:cNvPr id="45112" name="Text Box 109">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86136" name="Group 120"/>
          <p:cNvGrpSpPr/>
          <p:nvPr/>
        </p:nvGrpSpPr>
        <p:grpSpPr>
          <a:xfrm>
            <a:off x="4211638" y="3616325"/>
            <a:ext cx="3457575" cy="2925763"/>
            <a:chOff x="2653" y="2278"/>
            <a:chExt cx="2178" cy="1843"/>
          </a:xfrm>
        </p:grpSpPr>
        <p:sp>
          <p:nvSpPr>
            <p:cNvPr id="45066" name="Oval 61"/>
            <p:cNvSpPr/>
            <p:nvPr/>
          </p:nvSpPr>
          <p:spPr>
            <a:xfrm>
              <a:off x="3334" y="256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45067" name="AutoShape 62"/>
            <p:cNvSpPr/>
            <p:nvPr/>
          </p:nvSpPr>
          <p:spPr>
            <a:xfrm>
              <a:off x="3787" y="2569"/>
              <a:ext cx="363" cy="408"/>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5068" name="Line 63"/>
            <p:cNvSpPr/>
            <p:nvPr/>
          </p:nvSpPr>
          <p:spPr>
            <a:xfrm>
              <a:off x="2653" y="3249"/>
              <a:ext cx="227" cy="0"/>
            </a:xfrm>
            <a:prstGeom prst="line">
              <a:avLst/>
            </a:prstGeom>
            <a:ln w="28575" cap="flat" cmpd="sng">
              <a:solidFill>
                <a:srgbClr val="FFCC00"/>
              </a:solidFill>
              <a:prstDash val="solid"/>
              <a:headEnd type="oval" w="med" len="med"/>
              <a:tailEnd type="none" w="med" len="med"/>
            </a:ln>
          </p:spPr>
        </p:sp>
        <p:sp>
          <p:nvSpPr>
            <p:cNvPr id="45069" name="Text Box 64"/>
            <p:cNvSpPr txBox="1"/>
            <p:nvPr/>
          </p:nvSpPr>
          <p:spPr>
            <a:xfrm>
              <a:off x="3515" y="3295"/>
              <a:ext cx="30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仿宋_GB2312" pitchFamily="49" charset="-122"/>
                  <a:sym typeface="Symbol" panose="05050102010706020507" pitchFamily="18" charset="2"/>
                </a:rPr>
                <a:t>M</a:t>
              </a:r>
            </a:p>
          </p:txBody>
        </p:sp>
        <p:sp>
          <p:nvSpPr>
            <p:cNvPr id="45070" name="Line 65"/>
            <p:cNvSpPr/>
            <p:nvPr/>
          </p:nvSpPr>
          <p:spPr>
            <a:xfrm>
              <a:off x="3515" y="2342"/>
              <a:ext cx="0" cy="907"/>
            </a:xfrm>
            <a:prstGeom prst="line">
              <a:avLst/>
            </a:prstGeom>
            <a:ln w="28575" cap="flat" cmpd="sng">
              <a:solidFill>
                <a:srgbClr val="FFCC00"/>
              </a:solidFill>
              <a:prstDash val="solid"/>
              <a:headEnd type="none" w="med" len="med"/>
              <a:tailEnd type="oval" w="med" len="med"/>
            </a:ln>
          </p:spPr>
        </p:sp>
        <p:sp>
          <p:nvSpPr>
            <p:cNvPr id="45071" name="Line 66"/>
            <p:cNvSpPr/>
            <p:nvPr/>
          </p:nvSpPr>
          <p:spPr>
            <a:xfrm flipH="1">
              <a:off x="4649" y="3249"/>
              <a:ext cx="182" cy="0"/>
            </a:xfrm>
            <a:prstGeom prst="line">
              <a:avLst/>
            </a:prstGeom>
            <a:ln w="28575" cap="flat" cmpd="sng">
              <a:solidFill>
                <a:srgbClr val="FFCC00"/>
              </a:solidFill>
              <a:prstDash val="solid"/>
              <a:headEnd type="oval" w="med" len="med"/>
              <a:tailEnd type="none" w="med" len="med"/>
            </a:ln>
          </p:spPr>
        </p:sp>
        <p:sp>
          <p:nvSpPr>
            <p:cNvPr id="45072" name="Line 67"/>
            <p:cNvSpPr/>
            <p:nvPr/>
          </p:nvSpPr>
          <p:spPr>
            <a:xfrm>
              <a:off x="2653" y="3839"/>
              <a:ext cx="953" cy="0"/>
            </a:xfrm>
            <a:prstGeom prst="line">
              <a:avLst/>
            </a:prstGeom>
            <a:ln w="28575" cap="flat" cmpd="sng">
              <a:solidFill>
                <a:srgbClr val="FFCC00"/>
              </a:solidFill>
              <a:prstDash val="solid"/>
              <a:headEnd type="none" w="med" len="med"/>
              <a:tailEnd type="none" w="med" len="med"/>
            </a:ln>
          </p:spPr>
        </p:sp>
        <p:sp>
          <p:nvSpPr>
            <p:cNvPr id="45073" name="Text Box 68"/>
            <p:cNvSpPr txBox="1"/>
            <p:nvPr/>
          </p:nvSpPr>
          <p:spPr>
            <a:xfrm>
              <a:off x="3016" y="2569"/>
              <a:ext cx="31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仿宋_GB2312" pitchFamily="49" charset="-122"/>
                  <a:sym typeface="Symbol" panose="05050102010706020507" pitchFamily="18" charset="2"/>
                </a:rPr>
                <a:t>u</a:t>
              </a:r>
              <a:r>
                <a:rPr lang="en-US" altLang="zh-CN" baseline="-25000" dirty="0">
                  <a:solidFill>
                    <a:schemeClr val="bg1"/>
                  </a:solidFill>
                  <a:latin typeface="Times New Roman" panose="02020603050405020304" pitchFamily="18" charset="0"/>
                  <a:ea typeface="仿宋_GB2312" pitchFamily="49" charset="-122"/>
                  <a:sym typeface="Symbol" panose="05050102010706020507" pitchFamily="18" charset="2"/>
                </a:rPr>
                <a:t>S</a:t>
              </a:r>
            </a:p>
          </p:txBody>
        </p:sp>
        <p:sp>
          <p:nvSpPr>
            <p:cNvPr id="45074" name="Text Box 69"/>
            <p:cNvSpPr txBox="1"/>
            <p:nvPr/>
          </p:nvSpPr>
          <p:spPr>
            <a:xfrm>
              <a:off x="3515" y="2297"/>
              <a:ext cx="242"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45075" name="Text Box 70"/>
            <p:cNvSpPr txBox="1"/>
            <p:nvPr/>
          </p:nvSpPr>
          <p:spPr>
            <a:xfrm>
              <a:off x="3243" y="3794"/>
              <a:ext cx="318"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C</a:t>
              </a:r>
            </a:p>
          </p:txBody>
        </p:sp>
        <p:sp>
          <p:nvSpPr>
            <p:cNvPr id="45076" name="Text Box 71"/>
            <p:cNvSpPr txBox="1"/>
            <p:nvPr/>
          </p:nvSpPr>
          <p:spPr>
            <a:xfrm>
              <a:off x="3515" y="2932"/>
              <a:ext cx="318" cy="327"/>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Times New Roman" panose="02020603050405020304" pitchFamily="18" charset="0"/>
                  <a:ea typeface="仿宋_GB2312" pitchFamily="49" charset="-122"/>
                </a:rPr>
                <a:t>－</a:t>
              </a:r>
            </a:p>
          </p:txBody>
        </p:sp>
        <p:sp>
          <p:nvSpPr>
            <p:cNvPr id="45077" name="Line 72"/>
            <p:cNvSpPr/>
            <p:nvPr/>
          </p:nvSpPr>
          <p:spPr>
            <a:xfrm>
              <a:off x="3697" y="3839"/>
              <a:ext cx="1134" cy="0"/>
            </a:xfrm>
            <a:prstGeom prst="line">
              <a:avLst/>
            </a:prstGeom>
            <a:ln w="28575" cap="flat" cmpd="sng">
              <a:solidFill>
                <a:srgbClr val="FFCC00"/>
              </a:solidFill>
              <a:prstDash val="solid"/>
              <a:headEnd type="none" w="med" len="med"/>
              <a:tailEnd type="none" w="med" len="med"/>
            </a:ln>
          </p:spPr>
        </p:sp>
        <p:sp>
          <p:nvSpPr>
            <p:cNvPr id="45078" name="Line 73"/>
            <p:cNvSpPr/>
            <p:nvPr/>
          </p:nvSpPr>
          <p:spPr>
            <a:xfrm>
              <a:off x="3969" y="2342"/>
              <a:ext cx="0" cy="907"/>
            </a:xfrm>
            <a:prstGeom prst="line">
              <a:avLst/>
            </a:prstGeom>
            <a:ln w="28575" cap="flat" cmpd="sng">
              <a:solidFill>
                <a:srgbClr val="FFCC00"/>
              </a:solidFill>
              <a:prstDash val="solid"/>
              <a:headEnd type="none" w="med" len="med"/>
              <a:tailEnd type="oval" w="med" len="med"/>
            </a:ln>
          </p:spPr>
        </p:sp>
        <p:sp>
          <p:nvSpPr>
            <p:cNvPr id="45079" name="Line 74"/>
            <p:cNvSpPr/>
            <p:nvPr/>
          </p:nvSpPr>
          <p:spPr>
            <a:xfrm>
              <a:off x="3288" y="3249"/>
              <a:ext cx="953" cy="0"/>
            </a:xfrm>
            <a:prstGeom prst="line">
              <a:avLst/>
            </a:prstGeom>
            <a:ln w="28575" cap="flat" cmpd="sng">
              <a:solidFill>
                <a:srgbClr val="FFCC00"/>
              </a:solidFill>
              <a:prstDash val="solid"/>
              <a:headEnd type="none" w="med" len="med"/>
              <a:tailEnd type="none" w="med" len="med"/>
            </a:ln>
          </p:spPr>
        </p:sp>
        <p:sp>
          <p:nvSpPr>
            <p:cNvPr id="45080" name="Line 75"/>
            <p:cNvSpPr/>
            <p:nvPr/>
          </p:nvSpPr>
          <p:spPr>
            <a:xfrm>
              <a:off x="4831" y="2342"/>
              <a:ext cx="0" cy="1497"/>
            </a:xfrm>
            <a:prstGeom prst="line">
              <a:avLst/>
            </a:prstGeom>
            <a:ln w="28575" cap="flat" cmpd="sng">
              <a:solidFill>
                <a:srgbClr val="FFCC00"/>
              </a:solidFill>
              <a:prstDash val="solid"/>
              <a:headEnd type="none" w="med" len="med"/>
              <a:tailEnd type="none" w="med" len="med"/>
            </a:ln>
          </p:spPr>
        </p:sp>
        <p:sp>
          <p:nvSpPr>
            <p:cNvPr id="45081" name="Line 76"/>
            <p:cNvSpPr/>
            <p:nvPr/>
          </p:nvSpPr>
          <p:spPr>
            <a:xfrm>
              <a:off x="2653" y="2342"/>
              <a:ext cx="862" cy="0"/>
            </a:xfrm>
            <a:prstGeom prst="line">
              <a:avLst/>
            </a:prstGeom>
            <a:ln w="28575" cap="flat" cmpd="sng">
              <a:solidFill>
                <a:srgbClr val="FFCC00"/>
              </a:solidFill>
              <a:prstDash val="solid"/>
              <a:headEnd type="none" w="med" len="med"/>
              <a:tailEnd type="none" w="med" len="med"/>
            </a:ln>
          </p:spPr>
        </p:sp>
        <p:sp>
          <p:nvSpPr>
            <p:cNvPr id="45082" name="Line 77"/>
            <p:cNvSpPr/>
            <p:nvPr/>
          </p:nvSpPr>
          <p:spPr>
            <a:xfrm>
              <a:off x="2653" y="2342"/>
              <a:ext cx="0" cy="1497"/>
            </a:xfrm>
            <a:prstGeom prst="line">
              <a:avLst/>
            </a:prstGeom>
            <a:ln w="28575" cap="flat" cmpd="sng">
              <a:solidFill>
                <a:srgbClr val="FFCC00"/>
              </a:solidFill>
              <a:prstDash val="solid"/>
              <a:headEnd type="none" w="med" len="med"/>
              <a:tailEnd type="none" w="med" len="med"/>
            </a:ln>
          </p:spPr>
        </p:sp>
        <p:sp>
          <p:nvSpPr>
            <p:cNvPr id="45083" name="Line 78"/>
            <p:cNvSpPr/>
            <p:nvPr/>
          </p:nvSpPr>
          <p:spPr>
            <a:xfrm>
              <a:off x="3606" y="3703"/>
              <a:ext cx="0" cy="317"/>
            </a:xfrm>
            <a:prstGeom prst="line">
              <a:avLst/>
            </a:prstGeom>
            <a:ln w="57150" cap="flat" cmpd="sng">
              <a:solidFill>
                <a:srgbClr val="FF9900"/>
              </a:solidFill>
              <a:prstDash val="solid"/>
              <a:headEnd type="none" w="med" len="med"/>
              <a:tailEnd type="none" w="med" len="med"/>
            </a:ln>
          </p:spPr>
        </p:sp>
        <p:sp>
          <p:nvSpPr>
            <p:cNvPr id="45084" name="Line 79"/>
            <p:cNvSpPr/>
            <p:nvPr/>
          </p:nvSpPr>
          <p:spPr>
            <a:xfrm>
              <a:off x="3697" y="3703"/>
              <a:ext cx="0" cy="317"/>
            </a:xfrm>
            <a:prstGeom prst="line">
              <a:avLst/>
            </a:prstGeom>
            <a:ln w="57150" cap="flat" cmpd="sng">
              <a:solidFill>
                <a:srgbClr val="FF9900"/>
              </a:solidFill>
              <a:prstDash val="solid"/>
              <a:headEnd type="none" w="med" len="med"/>
              <a:tailEnd type="none" w="med" len="med"/>
            </a:ln>
          </p:spPr>
        </p:sp>
        <p:sp>
          <p:nvSpPr>
            <p:cNvPr id="45085" name="Line 80"/>
            <p:cNvSpPr/>
            <p:nvPr/>
          </p:nvSpPr>
          <p:spPr>
            <a:xfrm>
              <a:off x="3969" y="2342"/>
              <a:ext cx="862" cy="0"/>
            </a:xfrm>
            <a:prstGeom prst="line">
              <a:avLst/>
            </a:prstGeom>
            <a:ln w="28575" cap="flat" cmpd="sng">
              <a:solidFill>
                <a:srgbClr val="FFCC00"/>
              </a:solidFill>
              <a:prstDash val="solid"/>
              <a:headEnd type="none" w="med" len="med"/>
              <a:tailEnd type="none" w="med" len="med"/>
            </a:ln>
          </p:spPr>
        </p:sp>
        <p:sp>
          <p:nvSpPr>
            <p:cNvPr id="45086" name="Arc 81"/>
            <p:cNvSpPr/>
            <p:nvPr/>
          </p:nvSpPr>
          <p:spPr>
            <a:xfrm flipV="1">
              <a:off x="3878" y="3386"/>
              <a:ext cx="294" cy="136"/>
            </a:xfrm>
            <a:custGeom>
              <a:avLst/>
              <a:gdLst/>
              <a:ahLst/>
              <a:cxnLst>
                <a:cxn ang="0">
                  <a:pos x="0" y="0"/>
                </a:cxn>
                <a:cxn ang="0">
                  <a:pos x="294" y="84"/>
                </a:cxn>
                <a:cxn ang="0">
                  <a:pos x="0" y="136"/>
                </a:cxn>
              </a:cxnLst>
              <a:rect l="0" t="0" r="0" b="0"/>
              <a:pathLst>
                <a:path w="19943" h="21600" fill="none">
                  <a:moveTo>
                    <a:pt x="0" y="0"/>
                  </a:moveTo>
                  <a:cubicBezTo>
                    <a:pt x="8724" y="0"/>
                    <a:pt x="16592" y="5248"/>
                    <a:pt x="19943" y="13303"/>
                  </a:cubicBezTo>
                </a:path>
                <a:path w="19943" h="21600" stroke="0">
                  <a:moveTo>
                    <a:pt x="0" y="0"/>
                  </a:moveTo>
                  <a:cubicBezTo>
                    <a:pt x="8724" y="0"/>
                    <a:pt x="16592" y="5248"/>
                    <a:pt x="19943" y="13303"/>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5087" name="Arc 82"/>
            <p:cNvSpPr/>
            <p:nvPr/>
          </p:nvSpPr>
          <p:spPr>
            <a:xfrm flipH="1" flipV="1">
              <a:off x="3243" y="3385"/>
              <a:ext cx="318" cy="89"/>
            </a:xfrm>
            <a:custGeom>
              <a:avLst/>
              <a:gdLst/>
              <a:ahLst/>
              <a:cxnLst>
                <a:cxn ang="0">
                  <a:pos x="62" y="0"/>
                </a:cxn>
                <a:cxn ang="0">
                  <a:pos x="318" y="89"/>
                </a:cxn>
                <a:cxn ang="0">
                  <a:pos x="0" y="89"/>
                </a:cxn>
              </a:cxnLst>
              <a:rect l="0" t="0" r="0" b="0"/>
              <a:pathLst>
                <a:path w="21600" h="21184" fill="none">
                  <a:moveTo>
                    <a:pt x="4217" y="-1"/>
                  </a:moveTo>
                  <a:cubicBezTo>
                    <a:pt x="14322" y="2011"/>
                    <a:pt x="21600" y="10880"/>
                    <a:pt x="21600" y="21184"/>
                  </a:cubicBezTo>
                </a:path>
                <a:path w="21600" h="21184" stroke="0">
                  <a:moveTo>
                    <a:pt x="4217" y="-1"/>
                  </a:moveTo>
                  <a:cubicBezTo>
                    <a:pt x="14322" y="2011"/>
                    <a:pt x="21600" y="10880"/>
                    <a:pt x="21600" y="21184"/>
                  </a:cubicBezTo>
                  <a:lnTo>
                    <a:pt x="0" y="21184"/>
                  </a:lnTo>
                  <a:lnTo>
                    <a:pt x="4217"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5088" name="Text Box 83"/>
            <p:cNvSpPr txBox="1"/>
            <p:nvPr/>
          </p:nvSpPr>
          <p:spPr>
            <a:xfrm>
              <a:off x="2880" y="3249"/>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5089" name="Text Box 84"/>
            <p:cNvSpPr txBox="1"/>
            <p:nvPr/>
          </p:nvSpPr>
          <p:spPr>
            <a:xfrm>
              <a:off x="4332" y="3249"/>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5090" name="Text Box 85"/>
            <p:cNvSpPr txBox="1"/>
            <p:nvPr/>
          </p:nvSpPr>
          <p:spPr>
            <a:xfrm>
              <a:off x="2835" y="2342"/>
              <a:ext cx="329"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5091" name="Text Box 86"/>
            <p:cNvSpPr txBox="1"/>
            <p:nvPr/>
          </p:nvSpPr>
          <p:spPr>
            <a:xfrm>
              <a:off x="4332" y="2342"/>
              <a:ext cx="329"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5092" name="Text Box 87"/>
            <p:cNvSpPr txBox="1"/>
            <p:nvPr/>
          </p:nvSpPr>
          <p:spPr>
            <a:xfrm>
              <a:off x="4105" y="3240"/>
              <a:ext cx="227" cy="327"/>
            </a:xfrm>
            <a:prstGeom prst="rect">
              <a:avLst/>
            </a:prstGeom>
            <a:noFill/>
            <a:ln w="9525">
              <a:noFill/>
            </a:ln>
          </p:spPr>
          <p:txBody>
            <a:bodyPr>
              <a:spAutoFit/>
            </a:bodyPr>
            <a:lstStyle/>
            <a:p>
              <a:pPr eaLnBrk="1" hangingPunct="1">
                <a:spcBef>
                  <a:spcPct val="50000"/>
                </a:spcBef>
              </a:pPr>
              <a:r>
                <a:rPr lang="en-US" altLang="zh-CN" dirty="0">
                  <a:latin typeface="Arial" panose="020B0604020202020204" pitchFamily="34" charset="0"/>
                  <a:ea typeface="仿宋_GB2312" pitchFamily="49" charset="-122"/>
                </a:rPr>
                <a:t>*</a:t>
              </a:r>
            </a:p>
          </p:txBody>
        </p:sp>
        <p:sp>
          <p:nvSpPr>
            <p:cNvPr id="45093" name="Text Box 88"/>
            <p:cNvSpPr txBox="1"/>
            <p:nvPr/>
          </p:nvSpPr>
          <p:spPr>
            <a:xfrm>
              <a:off x="2726" y="3222"/>
              <a:ext cx="227" cy="327"/>
            </a:xfrm>
            <a:prstGeom prst="rect">
              <a:avLst/>
            </a:prstGeom>
            <a:noFill/>
            <a:ln w="9525">
              <a:noFill/>
            </a:ln>
          </p:spPr>
          <p:txBody>
            <a:bodyPr>
              <a:spAutoFit/>
            </a:bodyPr>
            <a:lstStyle/>
            <a:p>
              <a:pPr eaLnBrk="1" hangingPunct="1">
                <a:spcBef>
                  <a:spcPct val="50000"/>
                </a:spcBef>
              </a:pPr>
              <a:r>
                <a:rPr lang="en-US" altLang="zh-CN" dirty="0">
                  <a:latin typeface="Arial" panose="020B0604020202020204" pitchFamily="34" charset="0"/>
                  <a:ea typeface="仿宋_GB2312" pitchFamily="49" charset="-122"/>
                </a:rPr>
                <a:t>*</a:t>
              </a:r>
            </a:p>
          </p:txBody>
        </p:sp>
        <p:sp>
          <p:nvSpPr>
            <p:cNvPr id="45094" name="Text Box 89"/>
            <p:cNvSpPr txBox="1"/>
            <p:nvPr/>
          </p:nvSpPr>
          <p:spPr>
            <a:xfrm>
              <a:off x="4014" y="2387"/>
              <a:ext cx="242"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45095" name="Text Box 90"/>
            <p:cNvSpPr txBox="1"/>
            <p:nvPr/>
          </p:nvSpPr>
          <p:spPr>
            <a:xfrm>
              <a:off x="3923" y="2932"/>
              <a:ext cx="318" cy="327"/>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Times New Roman" panose="02020603050405020304" pitchFamily="18" charset="0"/>
                  <a:ea typeface="仿宋_GB2312" pitchFamily="49" charset="-122"/>
                </a:rPr>
                <a:t>－</a:t>
              </a:r>
            </a:p>
          </p:txBody>
        </p:sp>
        <p:sp>
          <p:nvSpPr>
            <p:cNvPr id="45096" name="Text Box 91"/>
            <p:cNvSpPr txBox="1"/>
            <p:nvPr/>
          </p:nvSpPr>
          <p:spPr>
            <a:xfrm>
              <a:off x="4105" y="2705"/>
              <a:ext cx="35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ki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5097" name="Line 92"/>
            <p:cNvSpPr/>
            <p:nvPr/>
          </p:nvSpPr>
          <p:spPr>
            <a:xfrm flipV="1">
              <a:off x="2653" y="2614"/>
              <a:ext cx="0" cy="364"/>
            </a:xfrm>
            <a:prstGeom prst="line">
              <a:avLst/>
            </a:prstGeom>
            <a:ln w="28575" cap="flat" cmpd="sng">
              <a:solidFill>
                <a:srgbClr val="00FFFF"/>
              </a:solidFill>
              <a:prstDash val="solid"/>
              <a:headEnd type="none" w="med" len="med"/>
              <a:tailEnd type="triangle" w="med" len="med"/>
            </a:ln>
          </p:spPr>
        </p:sp>
        <p:sp>
          <p:nvSpPr>
            <p:cNvPr id="45098" name="Text Box 93"/>
            <p:cNvSpPr txBox="1"/>
            <p:nvPr/>
          </p:nvSpPr>
          <p:spPr>
            <a:xfrm>
              <a:off x="2653" y="2614"/>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5099" name="Rectangle 94"/>
            <p:cNvSpPr/>
            <p:nvPr/>
          </p:nvSpPr>
          <p:spPr>
            <a:xfrm>
              <a:off x="2835" y="227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45100" name="Rectangle 95"/>
            <p:cNvSpPr/>
            <p:nvPr/>
          </p:nvSpPr>
          <p:spPr>
            <a:xfrm>
              <a:off x="4332" y="227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45101" name="Group 110"/>
            <p:cNvGrpSpPr/>
            <p:nvPr/>
          </p:nvGrpSpPr>
          <p:grpSpPr>
            <a:xfrm rot="5400000">
              <a:off x="4399" y="2999"/>
              <a:ext cx="91" cy="408"/>
              <a:chOff x="1565" y="2614"/>
              <a:chExt cx="90" cy="486"/>
            </a:xfrm>
          </p:grpSpPr>
          <p:sp>
            <p:nvSpPr>
              <p:cNvPr id="45107" name="Arc 11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5108" name="Arc 11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5109" name="Arc 11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5110" name="Arc 11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5102" name="Group 115"/>
            <p:cNvGrpSpPr/>
            <p:nvPr/>
          </p:nvGrpSpPr>
          <p:grpSpPr>
            <a:xfrm rot="5400000">
              <a:off x="3038" y="2999"/>
              <a:ext cx="91" cy="408"/>
              <a:chOff x="1565" y="2614"/>
              <a:chExt cx="90" cy="486"/>
            </a:xfrm>
          </p:grpSpPr>
          <p:sp>
            <p:nvSpPr>
              <p:cNvPr id="45103" name="Arc 11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5104" name="Arc 11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5105" name="Arc 11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5106" name="Arc 11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6018"/>
                                        </p:tgtEl>
                                        <p:attrNameLst>
                                          <p:attrName>style.visibility</p:attrName>
                                        </p:attrNameLst>
                                      </p:cBhvr>
                                      <p:to>
                                        <p:strVal val="visible"/>
                                      </p:to>
                                    </p:set>
                                    <p:anim calcmode="lin" valueType="num">
                                      <p:cBhvr additive="base">
                                        <p:cTn id="7" dur="500" fill="hold"/>
                                        <p:tgtEl>
                                          <p:spTgt spid="86018"/>
                                        </p:tgtEl>
                                        <p:attrNameLst>
                                          <p:attrName>ppt_x</p:attrName>
                                        </p:attrNameLst>
                                      </p:cBhvr>
                                      <p:tavLst>
                                        <p:tav tm="0">
                                          <p:val>
                                            <p:strVal val="0-#ppt_w/2"/>
                                          </p:val>
                                        </p:tav>
                                        <p:tav tm="100000">
                                          <p:val>
                                            <p:strVal val="#ppt_x"/>
                                          </p:val>
                                        </p:tav>
                                      </p:tavLst>
                                    </p:anim>
                                    <p:anim calcmode="lin" valueType="num">
                                      <p:cBhvr additive="base">
                                        <p:cTn id="8" dur="500" fill="hold"/>
                                        <p:tgtEl>
                                          <p:spTgt spid="860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86019"/>
                                        </p:tgtEl>
                                        <p:attrNameLst>
                                          <p:attrName>style.visibility</p:attrName>
                                        </p:attrNameLst>
                                      </p:cBhvr>
                                      <p:to>
                                        <p:strVal val="visible"/>
                                      </p:to>
                                    </p:set>
                                    <p:animEffect transition="in" filter="slide(fromBottom)">
                                      <p:cBhvr>
                                        <p:cTn id="13" dur="2000"/>
                                        <p:tgtEl>
                                          <p:spTgt spid="86019"/>
                                        </p:tgtEl>
                                      </p:cBhvr>
                                    </p:animEffect>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86074"/>
                                        </p:tgtEl>
                                        <p:attrNameLst>
                                          <p:attrName>style.visibility</p:attrName>
                                        </p:attrNameLst>
                                      </p:cBhvr>
                                      <p:to>
                                        <p:strVal val="visible"/>
                                      </p:to>
                                    </p:set>
                                    <p:anim calcmode="lin" valueType="num">
                                      <p:cBhvr>
                                        <p:cTn id="18" dur="1000" fill="hold"/>
                                        <p:tgtEl>
                                          <p:spTgt spid="86074"/>
                                        </p:tgtEl>
                                        <p:attrNameLst>
                                          <p:attrName>ppt_w</p:attrName>
                                        </p:attrNameLst>
                                      </p:cBhvr>
                                      <p:tavLst>
                                        <p:tav tm="0">
                                          <p:val>
                                            <p:fltVal val="0"/>
                                          </p:val>
                                        </p:tav>
                                        <p:tav tm="100000">
                                          <p:val>
                                            <p:strVal val="#ppt_w"/>
                                          </p:val>
                                        </p:tav>
                                      </p:tavLst>
                                    </p:anim>
                                    <p:anim calcmode="lin" valueType="num">
                                      <p:cBhvr>
                                        <p:cTn id="19" dur="1000" fill="hold"/>
                                        <p:tgtEl>
                                          <p:spTgt spid="86074"/>
                                        </p:tgtEl>
                                        <p:attrNameLst>
                                          <p:attrName>ppt_h</p:attrName>
                                        </p:attrNameLst>
                                      </p:cBhvr>
                                      <p:tavLst>
                                        <p:tav tm="0">
                                          <p:val>
                                            <p:fltVal val="0"/>
                                          </p:val>
                                        </p:tav>
                                        <p:tav tm="100000">
                                          <p:val>
                                            <p:strVal val="#ppt_h"/>
                                          </p:val>
                                        </p:tav>
                                      </p:tavLst>
                                    </p:anim>
                                    <p:anim calcmode="lin" valueType="num">
                                      <p:cBhvr>
                                        <p:cTn id="20" dur="1000" fill="hold"/>
                                        <p:tgtEl>
                                          <p:spTgt spid="86074"/>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86074"/>
                                        </p:tgtEl>
                                        <p:attrNameLst>
                                          <p:attrName>ppt_y</p:attrName>
                                        </p:attrNameLst>
                                      </p:cBhvr>
                                      <p:tavLst>
                                        <p:tav tm="0" fmla="#ppt_y+(sin(-2*pi*(1-$))*-#ppt_x+cos(-2*pi*(1-$))*(1-#ppt_y))*(1-$)">
                                          <p:val>
                                            <p:fltVal val="0"/>
                                          </p:val>
                                        </p:tav>
                                        <p:tav tm="100000">
                                          <p:val>
                                            <p:fltVal val="1"/>
                                          </p:val>
                                        </p:tav>
                                      </p:tavLst>
                                    </p:anim>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86136"/>
                                        </p:tgtEl>
                                        <p:attrNameLst>
                                          <p:attrName>style.visibility</p:attrName>
                                        </p:attrNameLst>
                                      </p:cBhvr>
                                      <p:to>
                                        <p:strVal val="visible"/>
                                      </p:to>
                                    </p:set>
                                    <p:animEffect transition="in" filter="blinds(horizontal)">
                                      <p:cBhvr>
                                        <p:cTn id="25" dur="500"/>
                                        <p:tgtEl>
                                          <p:spTgt spid="86136"/>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86075"/>
                                        </p:tgtEl>
                                        <p:attrNameLst>
                                          <p:attrName>style.visibility</p:attrName>
                                        </p:attrNameLst>
                                      </p:cBhvr>
                                      <p:to>
                                        <p:strVal val="visible"/>
                                      </p:to>
                                    </p:set>
                                    <p:animEffect transition="in" filter="wipe(left)">
                                      <p:cBhvr>
                                        <p:cTn id="29" dur="2000"/>
                                        <p:tgtEl>
                                          <p:spTgt spid="86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p:bldP spid="86019" grpId="0"/>
      <p:bldP spid="86074" grpId="0"/>
      <p:bldP spid="8607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62" name="Object 54"/>
          <p:cNvGraphicFramePr>
            <a:graphicFrameLocks noChangeAspect="1"/>
          </p:cNvGraphicFramePr>
          <p:nvPr/>
        </p:nvGraphicFramePr>
        <p:xfrm>
          <a:off x="914400" y="3284538"/>
          <a:ext cx="6754813" cy="579437"/>
        </p:xfrm>
        <a:graphic>
          <a:graphicData uri="http://schemas.openxmlformats.org/presentationml/2006/ole">
            <mc:AlternateContent xmlns:mc="http://schemas.openxmlformats.org/markup-compatibility/2006">
              <mc:Choice xmlns:v="urn:schemas-microsoft-com:vml" Requires="v">
                <p:oleObj r:id="rId2" imgW="3025775" imgH="260350" progId="Equation.3">
                  <p:embed/>
                </p:oleObj>
              </mc:Choice>
              <mc:Fallback>
                <p:oleObj r:id="rId2" imgW="3025775" imgH="260350" progId="Equation.3">
                  <p:embed/>
                  <p:pic>
                    <p:nvPicPr>
                      <p:cNvPr id="0" name="图片 3181"/>
                      <p:cNvPicPr/>
                      <p:nvPr/>
                    </p:nvPicPr>
                    <p:blipFill>
                      <a:blip r:embed="rId3">
                        <a:clrChange>
                          <a:clrFrom>
                            <a:srgbClr val="000000"/>
                          </a:clrFrom>
                          <a:clrTo>
                            <a:srgbClr val="FFFFFF"/>
                          </a:clrTo>
                        </a:clrChange>
                      </a:blip>
                      <a:stretch>
                        <a:fillRect/>
                      </a:stretch>
                    </p:blipFill>
                    <p:spPr>
                      <a:xfrm>
                        <a:off x="914400" y="3284538"/>
                        <a:ext cx="6754813" cy="579437"/>
                      </a:xfrm>
                      <a:prstGeom prst="rect">
                        <a:avLst/>
                      </a:prstGeom>
                      <a:noFill/>
                      <a:ln w="38100">
                        <a:noFill/>
                        <a:miter/>
                      </a:ln>
                    </p:spPr>
                  </p:pic>
                </p:oleObj>
              </mc:Fallback>
            </mc:AlternateContent>
          </a:graphicData>
        </a:graphic>
      </p:graphicFrame>
      <p:grpSp>
        <p:nvGrpSpPr>
          <p:cNvPr id="17463" name="Group 55"/>
          <p:cNvGrpSpPr/>
          <p:nvPr/>
        </p:nvGrpSpPr>
        <p:grpSpPr>
          <a:xfrm>
            <a:off x="2268538" y="1196975"/>
            <a:ext cx="3097212" cy="1743075"/>
            <a:chOff x="521" y="2704"/>
            <a:chExt cx="1951" cy="1098"/>
          </a:xfrm>
        </p:grpSpPr>
        <p:grpSp>
          <p:nvGrpSpPr>
            <p:cNvPr id="46143" name="Group 56"/>
            <p:cNvGrpSpPr/>
            <p:nvPr/>
          </p:nvGrpSpPr>
          <p:grpSpPr>
            <a:xfrm>
              <a:off x="521" y="2704"/>
              <a:ext cx="1950" cy="1043"/>
              <a:chOff x="521" y="2704"/>
              <a:chExt cx="1950" cy="1043"/>
            </a:xfrm>
          </p:grpSpPr>
          <p:grpSp>
            <p:nvGrpSpPr>
              <p:cNvPr id="46147" name="Group 57"/>
              <p:cNvGrpSpPr/>
              <p:nvPr/>
            </p:nvGrpSpPr>
            <p:grpSpPr>
              <a:xfrm>
                <a:off x="521" y="2704"/>
                <a:ext cx="544" cy="408"/>
                <a:chOff x="1613" y="2137"/>
                <a:chExt cx="992" cy="838"/>
              </a:xfrm>
            </p:grpSpPr>
            <p:sp>
              <p:nvSpPr>
                <p:cNvPr id="46154" name="Arc 58"/>
                <p:cNvSpPr/>
                <p:nvPr/>
              </p:nvSpPr>
              <p:spPr>
                <a:xfrm>
                  <a:off x="1613" y="2137"/>
                  <a:ext cx="992" cy="838"/>
                </a:xfrm>
                <a:custGeom>
                  <a:avLst/>
                  <a:gdLst/>
                  <a:ahLst/>
                  <a:cxnLst>
                    <a:cxn ang="0">
                      <a:pos x="496" y="0"/>
                    </a:cxn>
                    <a:cxn ang="0">
                      <a:pos x="166" y="106"/>
                    </a:cxn>
                    <a:cxn ang="0">
                      <a:pos x="496" y="419"/>
                    </a:cxn>
                  </a:cxnLst>
                  <a:rect l="0" t="0" r="0" b="0"/>
                  <a:pathLst>
                    <a:path w="43200" h="43200" fill="none">
                      <a:moveTo>
                        <a:pt x="21600" y="0"/>
                      </a:moveTo>
                      <a:cubicBezTo>
                        <a:pt x="33529" y="0"/>
                        <a:pt x="43200" y="9670"/>
                        <a:pt x="43200" y="21600"/>
                      </a:cubicBezTo>
                      <a:cubicBezTo>
                        <a:pt x="43200" y="33529"/>
                        <a:pt x="33529" y="43200"/>
                        <a:pt x="21600" y="43200"/>
                      </a:cubicBezTo>
                      <a:cubicBezTo>
                        <a:pt x="9670" y="43200"/>
                        <a:pt x="0" y="33529"/>
                        <a:pt x="0" y="21600"/>
                      </a:cubicBezTo>
                      <a:cubicBezTo>
                        <a:pt x="0" y="15430"/>
                        <a:pt x="2638" y="9555"/>
                        <a:pt x="7248" y="5456"/>
                      </a:cubicBezTo>
                    </a:path>
                    <a:path w="43200" h="43200" stroke="0">
                      <a:moveTo>
                        <a:pt x="21600" y="0"/>
                      </a:moveTo>
                      <a:cubicBezTo>
                        <a:pt x="33529" y="0"/>
                        <a:pt x="43200" y="9670"/>
                        <a:pt x="43200" y="21600"/>
                      </a:cubicBezTo>
                      <a:cubicBezTo>
                        <a:pt x="43200" y="33529"/>
                        <a:pt x="33529" y="43200"/>
                        <a:pt x="21600" y="43200"/>
                      </a:cubicBezTo>
                      <a:cubicBezTo>
                        <a:pt x="9670" y="43200"/>
                        <a:pt x="0" y="33529"/>
                        <a:pt x="0" y="21600"/>
                      </a:cubicBezTo>
                      <a:cubicBezTo>
                        <a:pt x="0" y="15430"/>
                        <a:pt x="2638" y="9555"/>
                        <a:pt x="7248" y="5456"/>
                      </a:cubicBezTo>
                      <a:lnTo>
                        <a:pt x="21600" y="21600"/>
                      </a:lnTo>
                      <a:lnTo>
                        <a:pt x="21600" y="0"/>
                      </a:lnTo>
                      <a:close/>
                    </a:path>
                  </a:pathLst>
                </a:custGeom>
                <a:noFill/>
                <a:ln w="28575" cap="flat" cmpd="sng">
                  <a:solidFill>
                    <a:srgbClr val="66FF33">
                      <a:alpha val="100000"/>
                    </a:srgbClr>
                  </a:solidFill>
                  <a:prstDash val="dash"/>
                  <a:round/>
                  <a:headEnd type="none" w="med" len="med"/>
                  <a:tailEnd type="none" w="med" len="med"/>
                </a:ln>
              </p:spPr>
              <p:txBody>
                <a:bodyPr/>
                <a:lstStyle/>
                <a:p>
                  <a:endParaRPr lang="zh-CN" altLang="en-US"/>
                </a:p>
              </p:txBody>
            </p:sp>
            <p:sp>
              <p:nvSpPr>
                <p:cNvPr id="46155" name="Line 59"/>
                <p:cNvSpPr/>
                <p:nvPr/>
              </p:nvSpPr>
              <p:spPr>
                <a:xfrm rot="-2100000">
                  <a:off x="1732" y="2245"/>
                  <a:ext cx="98" cy="0"/>
                </a:xfrm>
                <a:prstGeom prst="line">
                  <a:avLst/>
                </a:prstGeom>
                <a:ln w="19050" cap="flat" cmpd="sng">
                  <a:solidFill>
                    <a:srgbClr val="66FF33"/>
                  </a:solidFill>
                  <a:prstDash val="solid"/>
                  <a:headEnd type="none" w="med" len="med"/>
                  <a:tailEnd type="stealth" w="med" len="med"/>
                </a:ln>
              </p:spPr>
            </p:sp>
          </p:grpSp>
          <p:grpSp>
            <p:nvGrpSpPr>
              <p:cNvPr id="46148" name="Group 60"/>
              <p:cNvGrpSpPr/>
              <p:nvPr/>
            </p:nvGrpSpPr>
            <p:grpSpPr>
              <a:xfrm>
                <a:off x="1156" y="3339"/>
                <a:ext cx="544" cy="408"/>
                <a:chOff x="1613" y="2137"/>
                <a:chExt cx="992" cy="838"/>
              </a:xfrm>
            </p:grpSpPr>
            <p:sp>
              <p:nvSpPr>
                <p:cNvPr id="46152" name="Arc 61"/>
                <p:cNvSpPr/>
                <p:nvPr/>
              </p:nvSpPr>
              <p:spPr>
                <a:xfrm>
                  <a:off x="1613" y="2137"/>
                  <a:ext cx="992" cy="838"/>
                </a:xfrm>
                <a:custGeom>
                  <a:avLst/>
                  <a:gdLst/>
                  <a:ahLst/>
                  <a:cxnLst>
                    <a:cxn ang="0">
                      <a:pos x="496" y="0"/>
                    </a:cxn>
                    <a:cxn ang="0">
                      <a:pos x="166" y="106"/>
                    </a:cxn>
                    <a:cxn ang="0">
                      <a:pos x="496" y="419"/>
                    </a:cxn>
                  </a:cxnLst>
                  <a:rect l="0" t="0" r="0" b="0"/>
                  <a:pathLst>
                    <a:path w="43200" h="43200" fill="none">
                      <a:moveTo>
                        <a:pt x="21600" y="0"/>
                      </a:moveTo>
                      <a:cubicBezTo>
                        <a:pt x="33529" y="0"/>
                        <a:pt x="43200" y="9670"/>
                        <a:pt x="43200" y="21600"/>
                      </a:cubicBezTo>
                      <a:cubicBezTo>
                        <a:pt x="43200" y="33529"/>
                        <a:pt x="33529" y="43200"/>
                        <a:pt x="21600" y="43200"/>
                      </a:cubicBezTo>
                      <a:cubicBezTo>
                        <a:pt x="9670" y="43200"/>
                        <a:pt x="0" y="33529"/>
                        <a:pt x="0" y="21600"/>
                      </a:cubicBezTo>
                      <a:cubicBezTo>
                        <a:pt x="0" y="15430"/>
                        <a:pt x="2638" y="9555"/>
                        <a:pt x="7248" y="5456"/>
                      </a:cubicBezTo>
                    </a:path>
                    <a:path w="43200" h="43200" stroke="0">
                      <a:moveTo>
                        <a:pt x="21600" y="0"/>
                      </a:moveTo>
                      <a:cubicBezTo>
                        <a:pt x="33529" y="0"/>
                        <a:pt x="43200" y="9670"/>
                        <a:pt x="43200" y="21600"/>
                      </a:cubicBezTo>
                      <a:cubicBezTo>
                        <a:pt x="43200" y="33529"/>
                        <a:pt x="33529" y="43200"/>
                        <a:pt x="21600" y="43200"/>
                      </a:cubicBezTo>
                      <a:cubicBezTo>
                        <a:pt x="9670" y="43200"/>
                        <a:pt x="0" y="33529"/>
                        <a:pt x="0" y="21600"/>
                      </a:cubicBezTo>
                      <a:cubicBezTo>
                        <a:pt x="0" y="15430"/>
                        <a:pt x="2638" y="9555"/>
                        <a:pt x="7248" y="5456"/>
                      </a:cubicBezTo>
                      <a:lnTo>
                        <a:pt x="21600" y="21600"/>
                      </a:lnTo>
                      <a:lnTo>
                        <a:pt x="21600" y="0"/>
                      </a:lnTo>
                      <a:close/>
                    </a:path>
                  </a:pathLst>
                </a:custGeom>
                <a:noFill/>
                <a:ln w="28575" cap="flat" cmpd="sng">
                  <a:solidFill>
                    <a:srgbClr val="66FF33">
                      <a:alpha val="100000"/>
                    </a:srgbClr>
                  </a:solidFill>
                  <a:prstDash val="dash"/>
                  <a:round/>
                  <a:headEnd type="none" w="med" len="med"/>
                  <a:tailEnd type="none" w="med" len="med"/>
                </a:ln>
              </p:spPr>
              <p:txBody>
                <a:bodyPr/>
                <a:lstStyle/>
                <a:p>
                  <a:endParaRPr lang="zh-CN" altLang="en-US"/>
                </a:p>
              </p:txBody>
            </p:sp>
            <p:sp>
              <p:nvSpPr>
                <p:cNvPr id="46153" name="Line 62"/>
                <p:cNvSpPr/>
                <p:nvPr/>
              </p:nvSpPr>
              <p:spPr>
                <a:xfrm rot="-2100000">
                  <a:off x="1732" y="2245"/>
                  <a:ext cx="98" cy="0"/>
                </a:xfrm>
                <a:prstGeom prst="line">
                  <a:avLst/>
                </a:prstGeom>
                <a:ln w="19050" cap="flat" cmpd="sng">
                  <a:solidFill>
                    <a:srgbClr val="66FF33"/>
                  </a:solidFill>
                  <a:prstDash val="solid"/>
                  <a:headEnd type="none" w="med" len="med"/>
                  <a:tailEnd type="stealth" w="med" len="med"/>
                </a:ln>
              </p:spPr>
            </p:sp>
          </p:grpSp>
          <p:grpSp>
            <p:nvGrpSpPr>
              <p:cNvPr id="46149" name="Group 63"/>
              <p:cNvGrpSpPr/>
              <p:nvPr/>
            </p:nvGrpSpPr>
            <p:grpSpPr>
              <a:xfrm>
                <a:off x="1927" y="2704"/>
                <a:ext cx="544" cy="408"/>
                <a:chOff x="1613" y="2137"/>
                <a:chExt cx="992" cy="838"/>
              </a:xfrm>
            </p:grpSpPr>
            <p:sp>
              <p:nvSpPr>
                <p:cNvPr id="46150" name="Arc 64"/>
                <p:cNvSpPr/>
                <p:nvPr/>
              </p:nvSpPr>
              <p:spPr>
                <a:xfrm>
                  <a:off x="1613" y="2137"/>
                  <a:ext cx="992" cy="838"/>
                </a:xfrm>
                <a:custGeom>
                  <a:avLst/>
                  <a:gdLst/>
                  <a:ahLst/>
                  <a:cxnLst>
                    <a:cxn ang="0">
                      <a:pos x="496" y="0"/>
                    </a:cxn>
                    <a:cxn ang="0">
                      <a:pos x="166" y="106"/>
                    </a:cxn>
                    <a:cxn ang="0">
                      <a:pos x="496" y="419"/>
                    </a:cxn>
                  </a:cxnLst>
                  <a:rect l="0" t="0" r="0" b="0"/>
                  <a:pathLst>
                    <a:path w="43200" h="43200" fill="none">
                      <a:moveTo>
                        <a:pt x="21600" y="0"/>
                      </a:moveTo>
                      <a:cubicBezTo>
                        <a:pt x="33529" y="0"/>
                        <a:pt x="43200" y="9670"/>
                        <a:pt x="43200" y="21600"/>
                      </a:cubicBezTo>
                      <a:cubicBezTo>
                        <a:pt x="43200" y="33529"/>
                        <a:pt x="33529" y="43200"/>
                        <a:pt x="21600" y="43200"/>
                      </a:cubicBezTo>
                      <a:cubicBezTo>
                        <a:pt x="9670" y="43200"/>
                        <a:pt x="0" y="33529"/>
                        <a:pt x="0" y="21600"/>
                      </a:cubicBezTo>
                      <a:cubicBezTo>
                        <a:pt x="0" y="15430"/>
                        <a:pt x="2638" y="9555"/>
                        <a:pt x="7248" y="5456"/>
                      </a:cubicBezTo>
                    </a:path>
                    <a:path w="43200" h="43200" stroke="0">
                      <a:moveTo>
                        <a:pt x="21600" y="0"/>
                      </a:moveTo>
                      <a:cubicBezTo>
                        <a:pt x="33529" y="0"/>
                        <a:pt x="43200" y="9670"/>
                        <a:pt x="43200" y="21600"/>
                      </a:cubicBezTo>
                      <a:cubicBezTo>
                        <a:pt x="43200" y="33529"/>
                        <a:pt x="33529" y="43200"/>
                        <a:pt x="21600" y="43200"/>
                      </a:cubicBezTo>
                      <a:cubicBezTo>
                        <a:pt x="9670" y="43200"/>
                        <a:pt x="0" y="33529"/>
                        <a:pt x="0" y="21600"/>
                      </a:cubicBezTo>
                      <a:cubicBezTo>
                        <a:pt x="0" y="15430"/>
                        <a:pt x="2638" y="9555"/>
                        <a:pt x="7248" y="5456"/>
                      </a:cubicBezTo>
                      <a:lnTo>
                        <a:pt x="21600" y="21600"/>
                      </a:lnTo>
                      <a:lnTo>
                        <a:pt x="21600" y="0"/>
                      </a:lnTo>
                      <a:close/>
                    </a:path>
                  </a:pathLst>
                </a:custGeom>
                <a:noFill/>
                <a:ln w="28575" cap="flat" cmpd="sng">
                  <a:solidFill>
                    <a:srgbClr val="66FF33">
                      <a:alpha val="100000"/>
                    </a:srgbClr>
                  </a:solidFill>
                  <a:prstDash val="dash"/>
                  <a:round/>
                  <a:headEnd type="none" w="med" len="med"/>
                  <a:tailEnd type="none" w="med" len="med"/>
                </a:ln>
              </p:spPr>
              <p:txBody>
                <a:bodyPr/>
                <a:lstStyle/>
                <a:p>
                  <a:endParaRPr lang="zh-CN" altLang="en-US"/>
                </a:p>
              </p:txBody>
            </p:sp>
            <p:sp>
              <p:nvSpPr>
                <p:cNvPr id="46151" name="Line 65"/>
                <p:cNvSpPr/>
                <p:nvPr/>
              </p:nvSpPr>
              <p:spPr>
                <a:xfrm rot="-2100000">
                  <a:off x="1732" y="2245"/>
                  <a:ext cx="98" cy="0"/>
                </a:xfrm>
                <a:prstGeom prst="line">
                  <a:avLst/>
                </a:prstGeom>
                <a:ln w="19050" cap="flat" cmpd="sng">
                  <a:solidFill>
                    <a:srgbClr val="66FF33"/>
                  </a:solidFill>
                  <a:prstDash val="solid"/>
                  <a:headEnd type="none" w="med" len="med"/>
                  <a:tailEnd type="stealth" w="med" len="med"/>
                </a:ln>
              </p:spPr>
            </p:sp>
          </p:grpSp>
        </p:grpSp>
        <p:sp>
          <p:nvSpPr>
            <p:cNvPr id="46144" name="Text Box 66"/>
            <p:cNvSpPr txBox="1"/>
            <p:nvPr/>
          </p:nvSpPr>
          <p:spPr>
            <a:xfrm>
              <a:off x="2064" y="2750"/>
              <a:ext cx="408" cy="327"/>
            </a:xfrm>
            <a:prstGeom prst="rect">
              <a:avLst/>
            </a:prstGeom>
            <a:noFill/>
            <a:ln w="9525">
              <a:noFill/>
            </a:ln>
          </p:spPr>
          <p:txBody>
            <a:bodyPr>
              <a:spAutoFit/>
            </a:bodyPr>
            <a:lstStyle/>
            <a:p>
              <a:pPr eaLnBrk="1" hangingPunct="1">
                <a:spcBef>
                  <a:spcPct val="50000"/>
                </a:spcBef>
              </a:pPr>
              <a:r>
                <a:rPr lang="en-US" altLang="zh-CN" dirty="0">
                  <a:latin typeface="Times New Roman" panose="02020603050405020304" pitchFamily="18" charset="0"/>
                  <a:ea typeface="仿宋_GB2312" pitchFamily="49" charset="-122"/>
                </a:rPr>
                <a:t>2</a:t>
              </a:r>
            </a:p>
          </p:txBody>
        </p:sp>
        <p:sp>
          <p:nvSpPr>
            <p:cNvPr id="46145" name="Text Box 67"/>
            <p:cNvSpPr txBox="1"/>
            <p:nvPr/>
          </p:nvSpPr>
          <p:spPr>
            <a:xfrm>
              <a:off x="657" y="2750"/>
              <a:ext cx="408" cy="327"/>
            </a:xfrm>
            <a:prstGeom prst="rect">
              <a:avLst/>
            </a:prstGeom>
            <a:noFill/>
            <a:ln w="9525">
              <a:noFill/>
            </a:ln>
          </p:spPr>
          <p:txBody>
            <a:bodyPr>
              <a:spAutoFit/>
            </a:bodyPr>
            <a:lstStyle/>
            <a:p>
              <a:pPr eaLnBrk="1" hangingPunct="1">
                <a:spcBef>
                  <a:spcPct val="50000"/>
                </a:spcBef>
              </a:pPr>
              <a:r>
                <a:rPr lang="en-US" altLang="zh-CN" dirty="0">
                  <a:latin typeface="Times New Roman" panose="02020603050405020304" pitchFamily="18" charset="0"/>
                  <a:ea typeface="仿宋_GB2312" pitchFamily="49" charset="-122"/>
                </a:rPr>
                <a:t>1</a:t>
              </a:r>
            </a:p>
          </p:txBody>
        </p:sp>
        <p:sp>
          <p:nvSpPr>
            <p:cNvPr id="46146" name="Text Box 68"/>
            <p:cNvSpPr txBox="1"/>
            <p:nvPr/>
          </p:nvSpPr>
          <p:spPr>
            <a:xfrm>
              <a:off x="1247" y="3475"/>
              <a:ext cx="408" cy="327"/>
            </a:xfrm>
            <a:prstGeom prst="rect">
              <a:avLst/>
            </a:prstGeom>
            <a:noFill/>
            <a:ln w="9525">
              <a:noFill/>
            </a:ln>
          </p:spPr>
          <p:txBody>
            <a:bodyPr>
              <a:spAutoFit/>
            </a:bodyPr>
            <a:lstStyle/>
            <a:p>
              <a:pPr eaLnBrk="1" hangingPunct="1">
                <a:spcBef>
                  <a:spcPct val="50000"/>
                </a:spcBef>
              </a:pPr>
              <a:r>
                <a:rPr lang="en-US" altLang="zh-CN" dirty="0">
                  <a:latin typeface="Times New Roman" panose="02020603050405020304" pitchFamily="18" charset="0"/>
                  <a:ea typeface="仿宋_GB2312" pitchFamily="49" charset="-122"/>
                </a:rPr>
                <a:t>3</a:t>
              </a:r>
            </a:p>
          </p:txBody>
        </p:sp>
      </p:grpSp>
      <p:graphicFrame>
        <p:nvGraphicFramePr>
          <p:cNvPr id="17523" name="Object 115"/>
          <p:cNvGraphicFramePr>
            <a:graphicFrameLocks noChangeAspect="1"/>
          </p:cNvGraphicFramePr>
          <p:nvPr/>
        </p:nvGraphicFramePr>
        <p:xfrm>
          <a:off x="900113" y="4005263"/>
          <a:ext cx="6769100" cy="590550"/>
        </p:xfrm>
        <a:graphic>
          <a:graphicData uri="http://schemas.openxmlformats.org/presentationml/2006/ole">
            <mc:AlternateContent xmlns:mc="http://schemas.openxmlformats.org/markup-compatibility/2006">
              <mc:Choice xmlns:v="urn:schemas-microsoft-com:vml" Requires="v">
                <p:oleObj r:id="rId4" imgW="2973705" imgH="260350" progId="Equation.3">
                  <p:embed/>
                </p:oleObj>
              </mc:Choice>
              <mc:Fallback>
                <p:oleObj r:id="rId4" imgW="2973705" imgH="260350" progId="Equation.3">
                  <p:embed/>
                  <p:pic>
                    <p:nvPicPr>
                      <p:cNvPr id="0" name="图片 3182"/>
                      <p:cNvPicPr/>
                      <p:nvPr/>
                    </p:nvPicPr>
                    <p:blipFill>
                      <a:blip r:embed="rId5">
                        <a:clrChange>
                          <a:clrFrom>
                            <a:srgbClr val="000000"/>
                          </a:clrFrom>
                          <a:clrTo>
                            <a:srgbClr val="FFFFFF"/>
                          </a:clrTo>
                        </a:clrChange>
                      </a:blip>
                      <a:stretch>
                        <a:fillRect/>
                      </a:stretch>
                    </p:blipFill>
                    <p:spPr>
                      <a:xfrm>
                        <a:off x="900113" y="4005263"/>
                        <a:ext cx="6769100" cy="590550"/>
                      </a:xfrm>
                      <a:prstGeom prst="rect">
                        <a:avLst/>
                      </a:prstGeom>
                      <a:noFill/>
                      <a:ln w="38100">
                        <a:noFill/>
                        <a:miter/>
                      </a:ln>
                    </p:spPr>
                  </p:pic>
                </p:oleObj>
              </mc:Fallback>
            </mc:AlternateContent>
          </a:graphicData>
        </a:graphic>
      </p:graphicFrame>
      <p:graphicFrame>
        <p:nvGraphicFramePr>
          <p:cNvPr id="17524" name="Object 116"/>
          <p:cNvGraphicFramePr>
            <a:graphicFrameLocks noChangeAspect="1"/>
          </p:cNvGraphicFramePr>
          <p:nvPr/>
        </p:nvGraphicFramePr>
        <p:xfrm>
          <a:off x="900113" y="4581525"/>
          <a:ext cx="6521450" cy="1609725"/>
        </p:xfrm>
        <a:graphic>
          <a:graphicData uri="http://schemas.openxmlformats.org/presentationml/2006/ole">
            <mc:AlternateContent xmlns:mc="http://schemas.openxmlformats.org/markup-compatibility/2006">
              <mc:Choice xmlns:v="urn:schemas-microsoft-com:vml" Requires="v">
                <p:oleObj r:id="rId6" imgW="2951480" imgH="728345" progId="Equation.3">
                  <p:embed/>
                </p:oleObj>
              </mc:Choice>
              <mc:Fallback>
                <p:oleObj r:id="rId6" imgW="2951480" imgH="728345" progId="Equation.3">
                  <p:embed/>
                  <p:pic>
                    <p:nvPicPr>
                      <p:cNvPr id="0" name="图片 3180"/>
                      <p:cNvPicPr/>
                      <p:nvPr/>
                    </p:nvPicPr>
                    <p:blipFill>
                      <a:blip r:embed="rId7">
                        <a:clrChange>
                          <a:clrFrom>
                            <a:srgbClr val="000000"/>
                          </a:clrFrom>
                          <a:clrTo>
                            <a:srgbClr val="FFFFFF"/>
                          </a:clrTo>
                        </a:clrChange>
                      </a:blip>
                      <a:stretch>
                        <a:fillRect/>
                      </a:stretch>
                    </p:blipFill>
                    <p:spPr>
                      <a:xfrm>
                        <a:off x="900113" y="4581525"/>
                        <a:ext cx="6521450" cy="1609725"/>
                      </a:xfrm>
                      <a:prstGeom prst="rect">
                        <a:avLst/>
                      </a:prstGeom>
                      <a:noFill/>
                      <a:ln w="38100">
                        <a:noFill/>
                        <a:miter/>
                      </a:ln>
                    </p:spPr>
                  </p:pic>
                </p:oleObj>
              </mc:Fallback>
            </mc:AlternateContent>
          </a:graphicData>
        </a:graphic>
      </p:graphicFrame>
      <p:sp>
        <p:nvSpPr>
          <p:cNvPr id="17525" name="Text Box 117"/>
          <p:cNvSpPr txBox="1"/>
          <p:nvPr/>
        </p:nvSpPr>
        <p:spPr>
          <a:xfrm>
            <a:off x="755650" y="765175"/>
            <a:ext cx="647700" cy="519113"/>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a:t>
            </a:r>
          </a:p>
        </p:txBody>
      </p:sp>
      <p:sp>
        <p:nvSpPr>
          <p:cNvPr id="17528" name="AutoShape 120"/>
          <p:cNvSpPr/>
          <p:nvPr/>
        </p:nvSpPr>
        <p:spPr>
          <a:xfrm>
            <a:off x="611188" y="3429000"/>
            <a:ext cx="287337" cy="2808288"/>
          </a:xfrm>
          <a:prstGeom prst="leftBrace">
            <a:avLst>
              <a:gd name="adj1" fmla="val 81445"/>
              <a:gd name="adj2" fmla="val 50000"/>
            </a:avLst>
          </a:prstGeom>
          <a:noFill/>
          <a:ln w="28575" cap="flat" cmpd="sng">
            <a:solidFill>
              <a:srgbClr val="FFFF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46088" name="Group 125"/>
          <p:cNvGrpSpPr/>
          <p:nvPr/>
        </p:nvGrpSpPr>
        <p:grpSpPr>
          <a:xfrm>
            <a:off x="8316913" y="6446838"/>
            <a:ext cx="792162" cy="366712"/>
            <a:chOff x="5193" y="4020"/>
            <a:chExt cx="499" cy="231"/>
          </a:xfrm>
        </p:grpSpPr>
        <p:pic>
          <p:nvPicPr>
            <p:cNvPr id="46141" name="Picture 126"/>
            <p:cNvPicPr>
              <a:picLocks noChangeAspect="1"/>
            </p:cNvPicPr>
            <p:nvPr/>
          </p:nvPicPr>
          <p:blipFill>
            <a:blip r:embed="rId8"/>
            <a:stretch>
              <a:fillRect/>
            </a:stretch>
          </p:blipFill>
          <p:spPr>
            <a:xfrm>
              <a:off x="5193" y="4066"/>
              <a:ext cx="499" cy="181"/>
            </a:xfrm>
            <a:prstGeom prst="rect">
              <a:avLst/>
            </a:prstGeom>
            <a:noFill/>
            <a:ln w="9525">
              <a:noFill/>
            </a:ln>
          </p:spPr>
        </p:pic>
        <p:sp>
          <p:nvSpPr>
            <p:cNvPr id="46142" name="Text Box 127">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6089" name="Group 128"/>
          <p:cNvGrpSpPr/>
          <p:nvPr/>
        </p:nvGrpSpPr>
        <p:grpSpPr>
          <a:xfrm>
            <a:off x="7453313" y="6446838"/>
            <a:ext cx="792162" cy="366712"/>
            <a:chOff x="4649" y="4020"/>
            <a:chExt cx="499" cy="231"/>
          </a:xfrm>
        </p:grpSpPr>
        <p:pic>
          <p:nvPicPr>
            <p:cNvPr id="46139" name="Picture 129"/>
            <p:cNvPicPr>
              <a:picLocks noChangeAspect="1"/>
            </p:cNvPicPr>
            <p:nvPr/>
          </p:nvPicPr>
          <p:blipFill>
            <a:blip r:embed="rId8"/>
            <a:stretch>
              <a:fillRect/>
            </a:stretch>
          </p:blipFill>
          <p:spPr>
            <a:xfrm>
              <a:off x="4649" y="4066"/>
              <a:ext cx="499" cy="181"/>
            </a:xfrm>
            <a:prstGeom prst="rect">
              <a:avLst/>
            </a:prstGeom>
            <a:noFill/>
            <a:ln w="9525">
              <a:noFill/>
            </a:ln>
          </p:spPr>
        </p:pic>
        <p:sp>
          <p:nvSpPr>
            <p:cNvPr id="46140" name="Text Box 130">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6090" name="Group 181"/>
          <p:cNvGrpSpPr/>
          <p:nvPr/>
        </p:nvGrpSpPr>
        <p:grpSpPr>
          <a:xfrm>
            <a:off x="6588125" y="6446838"/>
            <a:ext cx="792163" cy="366712"/>
            <a:chOff x="4649" y="4020"/>
            <a:chExt cx="499" cy="231"/>
          </a:xfrm>
        </p:grpSpPr>
        <p:pic>
          <p:nvPicPr>
            <p:cNvPr id="46137" name="Picture 182"/>
            <p:cNvPicPr>
              <a:picLocks noChangeAspect="1"/>
            </p:cNvPicPr>
            <p:nvPr/>
          </p:nvPicPr>
          <p:blipFill>
            <a:blip r:embed="rId8"/>
            <a:stretch>
              <a:fillRect/>
            </a:stretch>
          </p:blipFill>
          <p:spPr>
            <a:xfrm>
              <a:off x="4649" y="4066"/>
              <a:ext cx="499" cy="181"/>
            </a:xfrm>
            <a:prstGeom prst="rect">
              <a:avLst/>
            </a:prstGeom>
            <a:noFill/>
            <a:ln w="9525">
              <a:noFill/>
            </a:ln>
          </p:spPr>
        </p:pic>
        <p:sp>
          <p:nvSpPr>
            <p:cNvPr id="46138" name="Text Box 183">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7592" name="Group 184"/>
          <p:cNvGrpSpPr/>
          <p:nvPr/>
        </p:nvGrpSpPr>
        <p:grpSpPr>
          <a:xfrm>
            <a:off x="2051050" y="574675"/>
            <a:ext cx="3457575" cy="2925763"/>
            <a:chOff x="2653" y="2278"/>
            <a:chExt cx="2178" cy="1843"/>
          </a:xfrm>
        </p:grpSpPr>
        <p:sp>
          <p:nvSpPr>
            <p:cNvPr id="46092" name="Oval 185"/>
            <p:cNvSpPr/>
            <p:nvPr/>
          </p:nvSpPr>
          <p:spPr>
            <a:xfrm>
              <a:off x="3334" y="256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46093" name="AutoShape 186"/>
            <p:cNvSpPr/>
            <p:nvPr/>
          </p:nvSpPr>
          <p:spPr>
            <a:xfrm>
              <a:off x="3787" y="2569"/>
              <a:ext cx="363" cy="408"/>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6094" name="Line 187"/>
            <p:cNvSpPr/>
            <p:nvPr/>
          </p:nvSpPr>
          <p:spPr>
            <a:xfrm>
              <a:off x="2653" y="3249"/>
              <a:ext cx="227" cy="0"/>
            </a:xfrm>
            <a:prstGeom prst="line">
              <a:avLst/>
            </a:prstGeom>
            <a:ln w="28575" cap="flat" cmpd="sng">
              <a:solidFill>
                <a:srgbClr val="FFCC00"/>
              </a:solidFill>
              <a:prstDash val="solid"/>
              <a:headEnd type="oval" w="med" len="med"/>
              <a:tailEnd type="none" w="med" len="med"/>
            </a:ln>
          </p:spPr>
        </p:sp>
        <p:sp>
          <p:nvSpPr>
            <p:cNvPr id="46095" name="Text Box 188"/>
            <p:cNvSpPr txBox="1"/>
            <p:nvPr/>
          </p:nvSpPr>
          <p:spPr>
            <a:xfrm>
              <a:off x="3515" y="3295"/>
              <a:ext cx="30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仿宋_GB2312" pitchFamily="49" charset="-122"/>
                  <a:sym typeface="Symbol" panose="05050102010706020507" pitchFamily="18" charset="2"/>
                </a:rPr>
                <a:t>M</a:t>
              </a:r>
            </a:p>
          </p:txBody>
        </p:sp>
        <p:sp>
          <p:nvSpPr>
            <p:cNvPr id="46096" name="Line 189"/>
            <p:cNvSpPr/>
            <p:nvPr/>
          </p:nvSpPr>
          <p:spPr>
            <a:xfrm>
              <a:off x="3515" y="2342"/>
              <a:ext cx="0" cy="907"/>
            </a:xfrm>
            <a:prstGeom prst="line">
              <a:avLst/>
            </a:prstGeom>
            <a:ln w="28575" cap="flat" cmpd="sng">
              <a:solidFill>
                <a:srgbClr val="FFCC00"/>
              </a:solidFill>
              <a:prstDash val="solid"/>
              <a:headEnd type="none" w="med" len="med"/>
              <a:tailEnd type="oval" w="med" len="med"/>
            </a:ln>
          </p:spPr>
        </p:sp>
        <p:sp>
          <p:nvSpPr>
            <p:cNvPr id="46097" name="Line 190"/>
            <p:cNvSpPr/>
            <p:nvPr/>
          </p:nvSpPr>
          <p:spPr>
            <a:xfrm flipH="1">
              <a:off x="4649" y="3249"/>
              <a:ext cx="182" cy="0"/>
            </a:xfrm>
            <a:prstGeom prst="line">
              <a:avLst/>
            </a:prstGeom>
            <a:ln w="28575" cap="flat" cmpd="sng">
              <a:solidFill>
                <a:srgbClr val="FFCC00"/>
              </a:solidFill>
              <a:prstDash val="solid"/>
              <a:headEnd type="oval" w="med" len="med"/>
              <a:tailEnd type="none" w="med" len="med"/>
            </a:ln>
          </p:spPr>
        </p:sp>
        <p:sp>
          <p:nvSpPr>
            <p:cNvPr id="46098" name="Line 191"/>
            <p:cNvSpPr/>
            <p:nvPr/>
          </p:nvSpPr>
          <p:spPr>
            <a:xfrm>
              <a:off x="2653" y="3839"/>
              <a:ext cx="953" cy="0"/>
            </a:xfrm>
            <a:prstGeom prst="line">
              <a:avLst/>
            </a:prstGeom>
            <a:ln w="28575" cap="flat" cmpd="sng">
              <a:solidFill>
                <a:srgbClr val="FFCC00"/>
              </a:solidFill>
              <a:prstDash val="solid"/>
              <a:headEnd type="none" w="med" len="med"/>
              <a:tailEnd type="none" w="med" len="med"/>
            </a:ln>
          </p:spPr>
        </p:sp>
        <p:sp>
          <p:nvSpPr>
            <p:cNvPr id="46099" name="Text Box 192"/>
            <p:cNvSpPr txBox="1"/>
            <p:nvPr/>
          </p:nvSpPr>
          <p:spPr>
            <a:xfrm>
              <a:off x="3016" y="2569"/>
              <a:ext cx="31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仿宋_GB2312" pitchFamily="49" charset="-122"/>
                  <a:sym typeface="Symbol" panose="05050102010706020507" pitchFamily="18" charset="2"/>
                </a:rPr>
                <a:t>u</a:t>
              </a:r>
              <a:r>
                <a:rPr lang="en-US" altLang="zh-CN" baseline="-25000" dirty="0">
                  <a:solidFill>
                    <a:schemeClr val="bg1"/>
                  </a:solidFill>
                  <a:latin typeface="Times New Roman" panose="02020603050405020304" pitchFamily="18" charset="0"/>
                  <a:ea typeface="仿宋_GB2312" pitchFamily="49" charset="-122"/>
                  <a:sym typeface="Symbol" panose="05050102010706020507" pitchFamily="18" charset="2"/>
                </a:rPr>
                <a:t>S</a:t>
              </a:r>
            </a:p>
          </p:txBody>
        </p:sp>
        <p:sp>
          <p:nvSpPr>
            <p:cNvPr id="46100" name="Text Box 193"/>
            <p:cNvSpPr txBox="1"/>
            <p:nvPr/>
          </p:nvSpPr>
          <p:spPr>
            <a:xfrm>
              <a:off x="3515" y="2297"/>
              <a:ext cx="242"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46101" name="Text Box 194"/>
            <p:cNvSpPr txBox="1"/>
            <p:nvPr/>
          </p:nvSpPr>
          <p:spPr>
            <a:xfrm>
              <a:off x="3243" y="3794"/>
              <a:ext cx="318"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C</a:t>
              </a:r>
            </a:p>
          </p:txBody>
        </p:sp>
        <p:sp>
          <p:nvSpPr>
            <p:cNvPr id="46102" name="Text Box 195"/>
            <p:cNvSpPr txBox="1"/>
            <p:nvPr/>
          </p:nvSpPr>
          <p:spPr>
            <a:xfrm>
              <a:off x="3515" y="2932"/>
              <a:ext cx="318" cy="327"/>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Times New Roman" panose="02020603050405020304" pitchFamily="18" charset="0"/>
                  <a:ea typeface="仿宋_GB2312" pitchFamily="49" charset="-122"/>
                </a:rPr>
                <a:t>－</a:t>
              </a:r>
            </a:p>
          </p:txBody>
        </p:sp>
        <p:sp>
          <p:nvSpPr>
            <p:cNvPr id="46103" name="Line 196"/>
            <p:cNvSpPr/>
            <p:nvPr/>
          </p:nvSpPr>
          <p:spPr>
            <a:xfrm>
              <a:off x="3697" y="3839"/>
              <a:ext cx="1134" cy="0"/>
            </a:xfrm>
            <a:prstGeom prst="line">
              <a:avLst/>
            </a:prstGeom>
            <a:ln w="28575" cap="flat" cmpd="sng">
              <a:solidFill>
                <a:srgbClr val="FFCC00"/>
              </a:solidFill>
              <a:prstDash val="solid"/>
              <a:headEnd type="none" w="med" len="med"/>
              <a:tailEnd type="none" w="med" len="med"/>
            </a:ln>
          </p:spPr>
        </p:sp>
        <p:sp>
          <p:nvSpPr>
            <p:cNvPr id="46104" name="Line 197"/>
            <p:cNvSpPr/>
            <p:nvPr/>
          </p:nvSpPr>
          <p:spPr>
            <a:xfrm>
              <a:off x="3969" y="2342"/>
              <a:ext cx="0" cy="907"/>
            </a:xfrm>
            <a:prstGeom prst="line">
              <a:avLst/>
            </a:prstGeom>
            <a:ln w="28575" cap="flat" cmpd="sng">
              <a:solidFill>
                <a:srgbClr val="FFCC00"/>
              </a:solidFill>
              <a:prstDash val="solid"/>
              <a:headEnd type="none" w="med" len="med"/>
              <a:tailEnd type="oval" w="med" len="med"/>
            </a:ln>
          </p:spPr>
        </p:sp>
        <p:sp>
          <p:nvSpPr>
            <p:cNvPr id="46105" name="Line 198"/>
            <p:cNvSpPr/>
            <p:nvPr/>
          </p:nvSpPr>
          <p:spPr>
            <a:xfrm>
              <a:off x="3288" y="3249"/>
              <a:ext cx="953" cy="0"/>
            </a:xfrm>
            <a:prstGeom prst="line">
              <a:avLst/>
            </a:prstGeom>
            <a:ln w="28575" cap="flat" cmpd="sng">
              <a:solidFill>
                <a:srgbClr val="FFCC00"/>
              </a:solidFill>
              <a:prstDash val="solid"/>
              <a:headEnd type="none" w="med" len="med"/>
              <a:tailEnd type="none" w="med" len="med"/>
            </a:ln>
          </p:spPr>
        </p:sp>
        <p:sp>
          <p:nvSpPr>
            <p:cNvPr id="46106" name="Line 199"/>
            <p:cNvSpPr/>
            <p:nvPr/>
          </p:nvSpPr>
          <p:spPr>
            <a:xfrm>
              <a:off x="4831" y="2342"/>
              <a:ext cx="0" cy="1497"/>
            </a:xfrm>
            <a:prstGeom prst="line">
              <a:avLst/>
            </a:prstGeom>
            <a:ln w="28575" cap="flat" cmpd="sng">
              <a:solidFill>
                <a:srgbClr val="FFCC00"/>
              </a:solidFill>
              <a:prstDash val="solid"/>
              <a:headEnd type="none" w="med" len="med"/>
              <a:tailEnd type="none" w="med" len="med"/>
            </a:ln>
          </p:spPr>
        </p:sp>
        <p:sp>
          <p:nvSpPr>
            <p:cNvPr id="46107" name="Line 200"/>
            <p:cNvSpPr/>
            <p:nvPr/>
          </p:nvSpPr>
          <p:spPr>
            <a:xfrm>
              <a:off x="2653" y="2342"/>
              <a:ext cx="862" cy="0"/>
            </a:xfrm>
            <a:prstGeom prst="line">
              <a:avLst/>
            </a:prstGeom>
            <a:ln w="28575" cap="flat" cmpd="sng">
              <a:solidFill>
                <a:srgbClr val="FFCC00"/>
              </a:solidFill>
              <a:prstDash val="solid"/>
              <a:headEnd type="none" w="med" len="med"/>
              <a:tailEnd type="none" w="med" len="med"/>
            </a:ln>
          </p:spPr>
        </p:sp>
        <p:sp>
          <p:nvSpPr>
            <p:cNvPr id="46108" name="Line 201"/>
            <p:cNvSpPr/>
            <p:nvPr/>
          </p:nvSpPr>
          <p:spPr>
            <a:xfrm>
              <a:off x="2653" y="2342"/>
              <a:ext cx="0" cy="1497"/>
            </a:xfrm>
            <a:prstGeom prst="line">
              <a:avLst/>
            </a:prstGeom>
            <a:ln w="28575" cap="flat" cmpd="sng">
              <a:solidFill>
                <a:srgbClr val="FFCC00"/>
              </a:solidFill>
              <a:prstDash val="solid"/>
              <a:headEnd type="none" w="med" len="med"/>
              <a:tailEnd type="none" w="med" len="med"/>
            </a:ln>
          </p:spPr>
        </p:sp>
        <p:sp>
          <p:nvSpPr>
            <p:cNvPr id="46109" name="Line 202"/>
            <p:cNvSpPr/>
            <p:nvPr/>
          </p:nvSpPr>
          <p:spPr>
            <a:xfrm>
              <a:off x="3606" y="3703"/>
              <a:ext cx="0" cy="317"/>
            </a:xfrm>
            <a:prstGeom prst="line">
              <a:avLst/>
            </a:prstGeom>
            <a:ln w="57150" cap="flat" cmpd="sng">
              <a:solidFill>
                <a:srgbClr val="FF9900"/>
              </a:solidFill>
              <a:prstDash val="solid"/>
              <a:headEnd type="none" w="med" len="med"/>
              <a:tailEnd type="none" w="med" len="med"/>
            </a:ln>
          </p:spPr>
        </p:sp>
        <p:sp>
          <p:nvSpPr>
            <p:cNvPr id="46110" name="Line 203"/>
            <p:cNvSpPr/>
            <p:nvPr/>
          </p:nvSpPr>
          <p:spPr>
            <a:xfrm>
              <a:off x="3697" y="3703"/>
              <a:ext cx="0" cy="317"/>
            </a:xfrm>
            <a:prstGeom prst="line">
              <a:avLst/>
            </a:prstGeom>
            <a:ln w="57150" cap="flat" cmpd="sng">
              <a:solidFill>
                <a:srgbClr val="FF9900"/>
              </a:solidFill>
              <a:prstDash val="solid"/>
              <a:headEnd type="none" w="med" len="med"/>
              <a:tailEnd type="none" w="med" len="med"/>
            </a:ln>
          </p:spPr>
        </p:sp>
        <p:sp>
          <p:nvSpPr>
            <p:cNvPr id="46111" name="Line 204"/>
            <p:cNvSpPr/>
            <p:nvPr/>
          </p:nvSpPr>
          <p:spPr>
            <a:xfrm>
              <a:off x="3969" y="2342"/>
              <a:ext cx="862" cy="0"/>
            </a:xfrm>
            <a:prstGeom prst="line">
              <a:avLst/>
            </a:prstGeom>
            <a:ln w="28575" cap="flat" cmpd="sng">
              <a:solidFill>
                <a:srgbClr val="FFCC00"/>
              </a:solidFill>
              <a:prstDash val="solid"/>
              <a:headEnd type="none" w="med" len="med"/>
              <a:tailEnd type="none" w="med" len="med"/>
            </a:ln>
          </p:spPr>
        </p:sp>
        <p:sp>
          <p:nvSpPr>
            <p:cNvPr id="46112" name="Arc 205"/>
            <p:cNvSpPr/>
            <p:nvPr/>
          </p:nvSpPr>
          <p:spPr>
            <a:xfrm flipV="1">
              <a:off x="3878" y="3386"/>
              <a:ext cx="294" cy="136"/>
            </a:xfrm>
            <a:custGeom>
              <a:avLst/>
              <a:gdLst/>
              <a:ahLst/>
              <a:cxnLst>
                <a:cxn ang="0">
                  <a:pos x="0" y="0"/>
                </a:cxn>
                <a:cxn ang="0">
                  <a:pos x="294" y="84"/>
                </a:cxn>
                <a:cxn ang="0">
                  <a:pos x="0" y="136"/>
                </a:cxn>
              </a:cxnLst>
              <a:rect l="0" t="0" r="0" b="0"/>
              <a:pathLst>
                <a:path w="19943" h="21600" fill="none">
                  <a:moveTo>
                    <a:pt x="0" y="0"/>
                  </a:moveTo>
                  <a:cubicBezTo>
                    <a:pt x="8724" y="0"/>
                    <a:pt x="16592" y="5248"/>
                    <a:pt x="19943" y="13303"/>
                  </a:cubicBezTo>
                </a:path>
                <a:path w="19943" h="21600" stroke="0">
                  <a:moveTo>
                    <a:pt x="0" y="0"/>
                  </a:moveTo>
                  <a:cubicBezTo>
                    <a:pt x="8724" y="0"/>
                    <a:pt x="16592" y="5248"/>
                    <a:pt x="19943" y="13303"/>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6113" name="Arc 206"/>
            <p:cNvSpPr/>
            <p:nvPr/>
          </p:nvSpPr>
          <p:spPr>
            <a:xfrm flipH="1" flipV="1">
              <a:off x="3243" y="3385"/>
              <a:ext cx="318" cy="89"/>
            </a:xfrm>
            <a:custGeom>
              <a:avLst/>
              <a:gdLst/>
              <a:ahLst/>
              <a:cxnLst>
                <a:cxn ang="0">
                  <a:pos x="62" y="0"/>
                </a:cxn>
                <a:cxn ang="0">
                  <a:pos x="318" y="89"/>
                </a:cxn>
                <a:cxn ang="0">
                  <a:pos x="0" y="89"/>
                </a:cxn>
              </a:cxnLst>
              <a:rect l="0" t="0" r="0" b="0"/>
              <a:pathLst>
                <a:path w="21600" h="21184" fill="none">
                  <a:moveTo>
                    <a:pt x="4217" y="-1"/>
                  </a:moveTo>
                  <a:cubicBezTo>
                    <a:pt x="14322" y="2011"/>
                    <a:pt x="21600" y="10880"/>
                    <a:pt x="21600" y="21184"/>
                  </a:cubicBezTo>
                </a:path>
                <a:path w="21600" h="21184" stroke="0">
                  <a:moveTo>
                    <a:pt x="4217" y="-1"/>
                  </a:moveTo>
                  <a:cubicBezTo>
                    <a:pt x="14322" y="2011"/>
                    <a:pt x="21600" y="10880"/>
                    <a:pt x="21600" y="21184"/>
                  </a:cubicBezTo>
                  <a:lnTo>
                    <a:pt x="0" y="21184"/>
                  </a:lnTo>
                  <a:lnTo>
                    <a:pt x="4217"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6114" name="Text Box 207"/>
            <p:cNvSpPr txBox="1"/>
            <p:nvPr/>
          </p:nvSpPr>
          <p:spPr>
            <a:xfrm>
              <a:off x="2880" y="3249"/>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6115" name="Text Box 208"/>
            <p:cNvSpPr txBox="1"/>
            <p:nvPr/>
          </p:nvSpPr>
          <p:spPr>
            <a:xfrm>
              <a:off x="4332" y="3249"/>
              <a:ext cx="317"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6116" name="Text Box 209"/>
            <p:cNvSpPr txBox="1"/>
            <p:nvPr/>
          </p:nvSpPr>
          <p:spPr>
            <a:xfrm>
              <a:off x="2835" y="2342"/>
              <a:ext cx="329"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6117" name="Text Box 210"/>
            <p:cNvSpPr txBox="1"/>
            <p:nvPr/>
          </p:nvSpPr>
          <p:spPr>
            <a:xfrm>
              <a:off x="4332" y="2342"/>
              <a:ext cx="329"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6118" name="Text Box 211"/>
            <p:cNvSpPr txBox="1"/>
            <p:nvPr/>
          </p:nvSpPr>
          <p:spPr>
            <a:xfrm>
              <a:off x="4105" y="3240"/>
              <a:ext cx="227" cy="327"/>
            </a:xfrm>
            <a:prstGeom prst="rect">
              <a:avLst/>
            </a:prstGeom>
            <a:noFill/>
            <a:ln w="9525">
              <a:noFill/>
            </a:ln>
          </p:spPr>
          <p:txBody>
            <a:bodyPr>
              <a:spAutoFit/>
            </a:bodyPr>
            <a:lstStyle/>
            <a:p>
              <a:pPr eaLnBrk="1" hangingPunct="1">
                <a:spcBef>
                  <a:spcPct val="50000"/>
                </a:spcBef>
              </a:pPr>
              <a:r>
                <a:rPr lang="en-US" altLang="zh-CN" dirty="0">
                  <a:latin typeface="Arial" panose="020B0604020202020204" pitchFamily="34" charset="0"/>
                  <a:ea typeface="仿宋_GB2312" pitchFamily="49" charset="-122"/>
                </a:rPr>
                <a:t>*</a:t>
              </a:r>
            </a:p>
          </p:txBody>
        </p:sp>
        <p:sp>
          <p:nvSpPr>
            <p:cNvPr id="46119" name="Text Box 212"/>
            <p:cNvSpPr txBox="1"/>
            <p:nvPr/>
          </p:nvSpPr>
          <p:spPr>
            <a:xfrm>
              <a:off x="2726" y="3222"/>
              <a:ext cx="227" cy="327"/>
            </a:xfrm>
            <a:prstGeom prst="rect">
              <a:avLst/>
            </a:prstGeom>
            <a:noFill/>
            <a:ln w="9525">
              <a:noFill/>
            </a:ln>
          </p:spPr>
          <p:txBody>
            <a:bodyPr>
              <a:spAutoFit/>
            </a:bodyPr>
            <a:lstStyle/>
            <a:p>
              <a:pPr eaLnBrk="1" hangingPunct="1">
                <a:spcBef>
                  <a:spcPct val="50000"/>
                </a:spcBef>
              </a:pPr>
              <a:r>
                <a:rPr lang="en-US" altLang="zh-CN" dirty="0">
                  <a:latin typeface="Arial" panose="020B0604020202020204" pitchFamily="34" charset="0"/>
                  <a:ea typeface="仿宋_GB2312" pitchFamily="49" charset="-122"/>
                </a:rPr>
                <a:t>*</a:t>
              </a:r>
            </a:p>
          </p:txBody>
        </p:sp>
        <p:sp>
          <p:nvSpPr>
            <p:cNvPr id="46120" name="Text Box 213"/>
            <p:cNvSpPr txBox="1"/>
            <p:nvPr/>
          </p:nvSpPr>
          <p:spPr>
            <a:xfrm>
              <a:off x="4014" y="2387"/>
              <a:ext cx="242" cy="327"/>
            </a:xfrm>
            <a:prstGeom prst="rect">
              <a:avLst/>
            </a:prstGeom>
            <a:noFill/>
            <a:ln w="9525">
              <a:noFill/>
            </a:ln>
          </p:spPr>
          <p:txBody>
            <a:bodyPr wrap="none">
              <a:spAutoFit/>
            </a:bodyPr>
            <a:lstStyle/>
            <a:p>
              <a:pPr eaLnBrk="1" hangingPunct="1"/>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46121" name="Text Box 214"/>
            <p:cNvSpPr txBox="1"/>
            <p:nvPr/>
          </p:nvSpPr>
          <p:spPr>
            <a:xfrm>
              <a:off x="3923" y="2932"/>
              <a:ext cx="318" cy="327"/>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Times New Roman" panose="02020603050405020304" pitchFamily="18" charset="0"/>
                  <a:ea typeface="仿宋_GB2312" pitchFamily="49" charset="-122"/>
                </a:rPr>
                <a:t>－</a:t>
              </a:r>
            </a:p>
          </p:txBody>
        </p:sp>
        <p:sp>
          <p:nvSpPr>
            <p:cNvPr id="46122" name="Text Box 215"/>
            <p:cNvSpPr txBox="1"/>
            <p:nvPr/>
          </p:nvSpPr>
          <p:spPr>
            <a:xfrm>
              <a:off x="4105" y="2705"/>
              <a:ext cx="353"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ki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6123" name="Line 216"/>
            <p:cNvSpPr/>
            <p:nvPr/>
          </p:nvSpPr>
          <p:spPr>
            <a:xfrm flipV="1">
              <a:off x="2653" y="2614"/>
              <a:ext cx="0" cy="364"/>
            </a:xfrm>
            <a:prstGeom prst="line">
              <a:avLst/>
            </a:prstGeom>
            <a:ln w="28575" cap="flat" cmpd="sng">
              <a:solidFill>
                <a:srgbClr val="00FFFF"/>
              </a:solidFill>
              <a:prstDash val="solid"/>
              <a:headEnd type="none" w="med" len="med"/>
              <a:tailEnd type="triangle" w="med" len="med"/>
            </a:ln>
          </p:spPr>
        </p:sp>
        <p:sp>
          <p:nvSpPr>
            <p:cNvPr id="46124" name="Text Box 217"/>
            <p:cNvSpPr txBox="1"/>
            <p:nvPr/>
          </p:nvSpPr>
          <p:spPr>
            <a:xfrm>
              <a:off x="2653" y="2614"/>
              <a:ext cx="254" cy="327"/>
            </a:xfrm>
            <a:prstGeom prst="rect">
              <a:avLst/>
            </a:prstGeom>
            <a:noFill/>
            <a:ln w="952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6125" name="Rectangle 218"/>
            <p:cNvSpPr/>
            <p:nvPr/>
          </p:nvSpPr>
          <p:spPr>
            <a:xfrm>
              <a:off x="2835" y="227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46126" name="Rectangle 219"/>
            <p:cNvSpPr/>
            <p:nvPr/>
          </p:nvSpPr>
          <p:spPr>
            <a:xfrm>
              <a:off x="4332" y="227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46127" name="Group 220"/>
            <p:cNvGrpSpPr/>
            <p:nvPr/>
          </p:nvGrpSpPr>
          <p:grpSpPr>
            <a:xfrm rot="5400000">
              <a:off x="4399" y="2999"/>
              <a:ext cx="91" cy="408"/>
              <a:chOff x="1565" y="2614"/>
              <a:chExt cx="90" cy="486"/>
            </a:xfrm>
          </p:grpSpPr>
          <p:sp>
            <p:nvSpPr>
              <p:cNvPr id="46133" name="Arc 22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6134" name="Arc 22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6135" name="Arc 22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6136" name="Arc 22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6128" name="Group 225"/>
            <p:cNvGrpSpPr/>
            <p:nvPr/>
          </p:nvGrpSpPr>
          <p:grpSpPr>
            <a:xfrm rot="5400000">
              <a:off x="3038" y="2999"/>
              <a:ext cx="91" cy="408"/>
              <a:chOff x="1565" y="2614"/>
              <a:chExt cx="90" cy="486"/>
            </a:xfrm>
          </p:grpSpPr>
          <p:sp>
            <p:nvSpPr>
              <p:cNvPr id="46129" name="Arc 22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6130" name="Arc 22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6131" name="Arc 22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6132" name="Arc 22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592"/>
                                        </p:tgtEl>
                                        <p:attrNameLst>
                                          <p:attrName>style.visibility</p:attrName>
                                        </p:attrNameLst>
                                      </p:cBhvr>
                                      <p:to>
                                        <p:strVal val="visible"/>
                                      </p:to>
                                    </p:set>
                                    <p:animEffect transition="in" filter="blinds(horizontal)">
                                      <p:cBhvr>
                                        <p:cTn id="7" dur="500"/>
                                        <p:tgtEl>
                                          <p:spTgt spid="17592"/>
                                        </p:tgtEl>
                                      </p:cBhvr>
                                    </p:animEffect>
                                  </p:childTnLst>
                                </p:cTn>
                              </p:par>
                              <p:par>
                                <p:cTn id="8" presetID="15" presetClass="entr" presetSubtype="0" fill="hold" grpId="0" nodeType="withEffect">
                                  <p:stCondLst>
                                    <p:cond delay="0"/>
                                  </p:stCondLst>
                                  <p:childTnLst>
                                    <p:set>
                                      <p:cBhvr>
                                        <p:cTn id="9" dur="1" fill="hold">
                                          <p:stCondLst>
                                            <p:cond delay="0"/>
                                          </p:stCondLst>
                                        </p:cTn>
                                        <p:tgtEl>
                                          <p:spTgt spid="17525"/>
                                        </p:tgtEl>
                                        <p:attrNameLst>
                                          <p:attrName>style.visibility</p:attrName>
                                        </p:attrNameLst>
                                      </p:cBhvr>
                                      <p:to>
                                        <p:strVal val="visible"/>
                                      </p:to>
                                    </p:set>
                                    <p:anim calcmode="lin" valueType="num">
                                      <p:cBhvr>
                                        <p:cTn id="10" dur="1000" fill="hold"/>
                                        <p:tgtEl>
                                          <p:spTgt spid="17525"/>
                                        </p:tgtEl>
                                        <p:attrNameLst>
                                          <p:attrName>ppt_w</p:attrName>
                                        </p:attrNameLst>
                                      </p:cBhvr>
                                      <p:tavLst>
                                        <p:tav tm="0">
                                          <p:val>
                                            <p:fltVal val="0"/>
                                          </p:val>
                                        </p:tav>
                                        <p:tav tm="100000">
                                          <p:val>
                                            <p:strVal val="#ppt_w"/>
                                          </p:val>
                                        </p:tav>
                                      </p:tavLst>
                                    </p:anim>
                                    <p:anim calcmode="lin" valueType="num">
                                      <p:cBhvr>
                                        <p:cTn id="11" dur="1000" fill="hold"/>
                                        <p:tgtEl>
                                          <p:spTgt spid="17525"/>
                                        </p:tgtEl>
                                        <p:attrNameLst>
                                          <p:attrName>ppt_h</p:attrName>
                                        </p:attrNameLst>
                                      </p:cBhvr>
                                      <p:tavLst>
                                        <p:tav tm="0">
                                          <p:val>
                                            <p:fltVal val="0"/>
                                          </p:val>
                                        </p:tav>
                                        <p:tav tm="100000">
                                          <p:val>
                                            <p:strVal val="#ppt_h"/>
                                          </p:val>
                                        </p:tav>
                                      </p:tavLst>
                                    </p:anim>
                                    <p:anim calcmode="lin" valueType="num">
                                      <p:cBhvr>
                                        <p:cTn id="12" dur="1000" fill="hold"/>
                                        <p:tgtEl>
                                          <p:spTgt spid="17525"/>
                                        </p:tgtEl>
                                        <p:attrNameLst>
                                          <p:attrName>ppt_x</p:attrName>
                                        </p:attrNameLst>
                                      </p:cBhvr>
                                      <p:tavLst>
                                        <p:tav tm="0" fmla="#ppt_x+(cos(-2*pi*(1-$))*-#ppt_x-sin(-2*pi*(1-$))*(1-#ppt_y))*(1-$)">
                                          <p:val>
                                            <p:fltVal val="0"/>
                                          </p:val>
                                        </p:tav>
                                        <p:tav tm="100000">
                                          <p:val>
                                            <p:fltVal val="1"/>
                                          </p:val>
                                        </p:tav>
                                      </p:tavLst>
                                    </p:anim>
                                    <p:anim calcmode="lin" valueType="num">
                                      <p:cBhvr>
                                        <p:cTn id="13" dur="1000" fill="hold"/>
                                        <p:tgtEl>
                                          <p:spTgt spid="1752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32" fill="hold" nodeType="clickEffect">
                                  <p:stCondLst>
                                    <p:cond delay="0"/>
                                  </p:stCondLst>
                                  <p:childTnLst>
                                    <p:set>
                                      <p:cBhvr>
                                        <p:cTn id="17" dur="1" fill="hold">
                                          <p:stCondLst>
                                            <p:cond delay="0"/>
                                          </p:stCondLst>
                                        </p:cTn>
                                        <p:tgtEl>
                                          <p:spTgt spid="17463"/>
                                        </p:tgtEl>
                                        <p:attrNameLst>
                                          <p:attrName>style.visibility</p:attrName>
                                        </p:attrNameLst>
                                      </p:cBhvr>
                                      <p:to>
                                        <p:strVal val="visible"/>
                                      </p:to>
                                    </p:set>
                                    <p:anim calcmode="lin" valueType="num">
                                      <p:cBhvr>
                                        <p:cTn id="18" dur="1000" fill="hold"/>
                                        <p:tgtEl>
                                          <p:spTgt spid="17463"/>
                                        </p:tgtEl>
                                        <p:attrNameLst>
                                          <p:attrName>ppt_w</p:attrName>
                                        </p:attrNameLst>
                                      </p:cBhvr>
                                      <p:tavLst>
                                        <p:tav tm="0">
                                          <p:val>
                                            <p:strVal val="4*#ppt_w"/>
                                          </p:val>
                                        </p:tav>
                                        <p:tav tm="100000">
                                          <p:val>
                                            <p:strVal val="#ppt_w"/>
                                          </p:val>
                                        </p:tav>
                                      </p:tavLst>
                                    </p:anim>
                                    <p:anim calcmode="lin" valueType="num">
                                      <p:cBhvr>
                                        <p:cTn id="19" dur="1000" fill="hold"/>
                                        <p:tgtEl>
                                          <p:spTgt spid="17463"/>
                                        </p:tgtEl>
                                        <p:attrNameLst>
                                          <p:attrName>ppt_h</p:attrName>
                                        </p:attrNameLst>
                                      </p:cBhvr>
                                      <p:tavLst>
                                        <p:tav tm="0">
                                          <p:val>
                                            <p:strVal val="4*#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7462"/>
                                        </p:tgtEl>
                                        <p:attrNameLst>
                                          <p:attrName>style.visibility</p:attrName>
                                        </p:attrNameLst>
                                      </p:cBhvr>
                                      <p:to>
                                        <p:strVal val="visible"/>
                                      </p:to>
                                    </p:set>
                                    <p:animEffect transition="in" filter="wipe(left)">
                                      <p:cBhvr>
                                        <p:cTn id="24" dur="2000"/>
                                        <p:tgtEl>
                                          <p:spTgt spid="1746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523"/>
                                        </p:tgtEl>
                                        <p:attrNameLst>
                                          <p:attrName>style.visibility</p:attrName>
                                        </p:attrNameLst>
                                      </p:cBhvr>
                                      <p:to>
                                        <p:strVal val="visible"/>
                                      </p:to>
                                    </p:set>
                                    <p:animEffect transition="in" filter="wipe(left)">
                                      <p:cBhvr>
                                        <p:cTn id="29" dur="2000"/>
                                        <p:tgtEl>
                                          <p:spTgt spid="175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7524"/>
                                        </p:tgtEl>
                                        <p:attrNameLst>
                                          <p:attrName>style.visibility</p:attrName>
                                        </p:attrNameLst>
                                      </p:cBhvr>
                                      <p:to>
                                        <p:strVal val="visible"/>
                                      </p:to>
                                    </p:set>
                                    <p:animEffect transition="in" filter="wipe(left)">
                                      <p:cBhvr>
                                        <p:cTn id="34" dur="2000"/>
                                        <p:tgtEl>
                                          <p:spTgt spid="17524"/>
                                        </p:tgtEl>
                                      </p:cBhvr>
                                    </p:animEffect>
                                  </p:childTnLst>
                                </p:cTn>
                              </p:par>
                            </p:childTnLst>
                          </p:cTn>
                        </p:par>
                        <p:par>
                          <p:cTn id="35" fill="hold">
                            <p:stCondLst>
                              <p:cond delay="2000"/>
                            </p:stCondLst>
                            <p:childTnLst>
                              <p:par>
                                <p:cTn id="36" presetID="1" presetClass="entr" presetSubtype="0" fill="hold" nodeType="afterEffect">
                                  <p:stCondLst>
                                    <p:cond delay="0"/>
                                  </p:stCondLst>
                                  <p:childTnLst>
                                    <p:set>
                                      <p:cBhvr>
                                        <p:cTn id="37" dur="1" fill="hold">
                                          <p:stCondLst>
                                            <p:cond delay="0"/>
                                          </p:stCondLst>
                                        </p:cTn>
                                        <p:tgtEl>
                                          <p:spTgt spid="175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2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23" name="Text Box 39"/>
          <p:cNvSpPr txBox="1"/>
          <p:nvPr/>
        </p:nvSpPr>
        <p:spPr>
          <a:xfrm>
            <a:off x="323850" y="404813"/>
            <a:ext cx="1439863" cy="579437"/>
          </a:xfrm>
          <a:prstGeom prst="rect">
            <a:avLst/>
          </a:prstGeom>
          <a:noFill/>
          <a:ln w="19050">
            <a:noFill/>
          </a:ln>
        </p:spPr>
        <p:txBody>
          <a:bodyPr>
            <a:spAutoFit/>
          </a:bodyPr>
          <a:lstStyle/>
          <a:p>
            <a:pPr eaLnBrk="1" hangingPunct="1"/>
            <a:r>
              <a:rPr lang="zh-CN" altLang="en-US" sz="3200" b="1" dirty="0">
                <a:solidFill>
                  <a:schemeClr val="bg1"/>
                </a:solidFill>
                <a:latin typeface="宋体" panose="02010600030101010101" pitchFamily="2" charset="-122"/>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2-3</a:t>
            </a:r>
          </a:p>
        </p:txBody>
      </p:sp>
      <p:sp>
        <p:nvSpPr>
          <p:cNvPr id="16425" name="Text Box 41"/>
          <p:cNvSpPr txBox="1"/>
          <p:nvPr/>
        </p:nvSpPr>
        <p:spPr>
          <a:xfrm>
            <a:off x="1331913" y="404813"/>
            <a:ext cx="4824412" cy="519112"/>
          </a:xfrm>
          <a:prstGeom prst="rect">
            <a:avLst/>
          </a:prstGeom>
          <a:noFill/>
          <a:ln w="19050">
            <a:noFill/>
          </a:ln>
        </p:spPr>
        <p:txBody>
          <a:bodyPr>
            <a:spAutoFit/>
          </a:bodyPr>
          <a:lstStyle/>
          <a:p>
            <a:pPr eaLnBrk="1" hangingPunct="1"/>
            <a:r>
              <a:rPr lang="zh-CN" altLang="en-US" b="1" dirty="0">
                <a:latin typeface="Times New Roman" panose="02020603050405020304" pitchFamily="18" charset="0"/>
              </a:rPr>
              <a:t>求图示电路的开路电压。</a:t>
            </a:r>
          </a:p>
        </p:txBody>
      </p:sp>
      <p:graphicFrame>
        <p:nvGraphicFramePr>
          <p:cNvPr id="16518" name="Object 134"/>
          <p:cNvGraphicFramePr>
            <a:graphicFrameLocks noChangeAspect="1"/>
          </p:cNvGraphicFramePr>
          <p:nvPr/>
        </p:nvGraphicFramePr>
        <p:xfrm>
          <a:off x="900113" y="3573463"/>
          <a:ext cx="4510087" cy="1123950"/>
        </p:xfrm>
        <a:graphic>
          <a:graphicData uri="http://schemas.openxmlformats.org/presentationml/2006/ole">
            <mc:AlternateContent xmlns:mc="http://schemas.openxmlformats.org/markup-compatibility/2006">
              <mc:Choice xmlns:v="urn:schemas-microsoft-com:vml" Requires="v">
                <p:oleObj r:id="rId2" imgW="1985010" imgH="497840" progId="Equation.3">
                  <p:embed/>
                </p:oleObj>
              </mc:Choice>
              <mc:Fallback>
                <p:oleObj r:id="rId2" imgW="1985010" imgH="497840" progId="Equation.3">
                  <p:embed/>
                  <p:pic>
                    <p:nvPicPr>
                      <p:cNvPr id="0" name="图片 3183"/>
                      <p:cNvPicPr/>
                      <p:nvPr/>
                    </p:nvPicPr>
                    <p:blipFill>
                      <a:blip r:embed="rId3">
                        <a:clrChange>
                          <a:clrFrom>
                            <a:srgbClr val="000000"/>
                          </a:clrFrom>
                          <a:clrTo>
                            <a:srgbClr val="FFFFFF"/>
                          </a:clrTo>
                        </a:clrChange>
                      </a:blip>
                      <a:stretch>
                        <a:fillRect/>
                      </a:stretch>
                    </p:blipFill>
                    <p:spPr>
                      <a:xfrm>
                        <a:off x="900113" y="3573463"/>
                        <a:ext cx="4510087" cy="1123950"/>
                      </a:xfrm>
                      <a:prstGeom prst="rect">
                        <a:avLst/>
                      </a:prstGeom>
                      <a:noFill/>
                      <a:ln w="38100">
                        <a:noFill/>
                        <a:miter/>
                      </a:ln>
                    </p:spPr>
                  </p:pic>
                </p:oleObj>
              </mc:Fallback>
            </mc:AlternateContent>
          </a:graphicData>
        </a:graphic>
      </p:graphicFrame>
      <p:grpSp>
        <p:nvGrpSpPr>
          <p:cNvPr id="16523" name="Group 139"/>
          <p:cNvGrpSpPr/>
          <p:nvPr/>
        </p:nvGrpSpPr>
        <p:grpSpPr>
          <a:xfrm>
            <a:off x="3419475" y="2060575"/>
            <a:ext cx="1181100" cy="1371600"/>
            <a:chOff x="4762" y="238"/>
            <a:chExt cx="744" cy="864"/>
          </a:xfrm>
        </p:grpSpPr>
        <p:sp>
          <p:nvSpPr>
            <p:cNvPr id="47176" name="Oval 140"/>
            <p:cNvSpPr/>
            <p:nvPr/>
          </p:nvSpPr>
          <p:spPr>
            <a:xfrm>
              <a:off x="4762" y="238"/>
              <a:ext cx="744" cy="864"/>
            </a:xfrm>
            <a:prstGeom prst="ellipse">
              <a:avLst/>
            </a:prstGeom>
            <a:noFill/>
            <a:ln w="28575" cap="flat" cmpd="sng">
              <a:solidFill>
                <a:srgbClr val="66FF33"/>
              </a:solidFill>
              <a:prstDash val="dash"/>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7177" name="Line 141"/>
            <p:cNvSpPr/>
            <p:nvPr/>
          </p:nvSpPr>
          <p:spPr>
            <a:xfrm>
              <a:off x="5506" y="670"/>
              <a:ext cx="0" cy="54"/>
            </a:xfrm>
            <a:prstGeom prst="line">
              <a:avLst/>
            </a:prstGeom>
            <a:ln w="28575" cap="flat" cmpd="sng">
              <a:solidFill>
                <a:srgbClr val="66FF33"/>
              </a:solidFill>
              <a:prstDash val="dash"/>
              <a:headEnd type="none" w="med" len="med"/>
              <a:tailEnd type="triangle" w="med" len="med"/>
            </a:ln>
          </p:spPr>
        </p:sp>
        <p:sp>
          <p:nvSpPr>
            <p:cNvPr id="47178" name="Text Box 142"/>
            <p:cNvSpPr txBox="1"/>
            <p:nvPr/>
          </p:nvSpPr>
          <p:spPr>
            <a:xfrm>
              <a:off x="5012" y="505"/>
              <a:ext cx="116" cy="288"/>
            </a:xfrm>
            <a:prstGeom prst="rect">
              <a:avLst/>
            </a:prstGeom>
            <a:noFill/>
            <a:ln w="28575">
              <a:noFill/>
            </a:ln>
          </p:spPr>
          <p:txBody>
            <a:bodyPr wrap="none">
              <a:spAutoFit/>
            </a:bodyPr>
            <a:lstStyle/>
            <a:p>
              <a:pPr eaLnBrk="1" hangingPunct="1"/>
              <a:endParaRPr lang="zh-CN" altLang="zh-CN" sz="2400" b="1" dirty="0">
                <a:solidFill>
                  <a:schemeClr val="bg1"/>
                </a:solidFill>
                <a:latin typeface="Times New Roman" panose="02020603050405020304" pitchFamily="18" charset="0"/>
                <a:ea typeface="宋体" panose="02010600030101010101" pitchFamily="2" charset="-122"/>
              </a:endParaRPr>
            </a:p>
          </p:txBody>
        </p:sp>
      </p:grpSp>
      <p:graphicFrame>
        <p:nvGraphicFramePr>
          <p:cNvPr id="16533" name="Object 149"/>
          <p:cNvGraphicFramePr>
            <a:graphicFrameLocks noChangeAspect="1"/>
          </p:cNvGraphicFramePr>
          <p:nvPr/>
        </p:nvGraphicFramePr>
        <p:xfrm>
          <a:off x="827088" y="4797425"/>
          <a:ext cx="6740525" cy="1738313"/>
        </p:xfrm>
        <a:graphic>
          <a:graphicData uri="http://schemas.openxmlformats.org/presentationml/2006/ole">
            <mc:AlternateContent xmlns:mc="http://schemas.openxmlformats.org/markup-compatibility/2006">
              <mc:Choice xmlns:v="urn:schemas-microsoft-com:vml" Requires="v">
                <p:oleObj r:id="rId4" imgW="3025775" imgH="780415" progId="Equation.3">
                  <p:embed/>
                </p:oleObj>
              </mc:Choice>
              <mc:Fallback>
                <p:oleObj r:id="rId4" imgW="3025775" imgH="780415" progId="Equation.3">
                  <p:embed/>
                  <p:pic>
                    <p:nvPicPr>
                      <p:cNvPr id="0" name="图片 3184"/>
                      <p:cNvPicPr/>
                      <p:nvPr/>
                    </p:nvPicPr>
                    <p:blipFill>
                      <a:blip r:embed="rId5">
                        <a:clrChange>
                          <a:clrFrom>
                            <a:srgbClr val="000000"/>
                          </a:clrFrom>
                          <a:clrTo>
                            <a:srgbClr val="FFFFFF"/>
                          </a:clrTo>
                        </a:clrChange>
                      </a:blip>
                      <a:stretch>
                        <a:fillRect/>
                      </a:stretch>
                    </p:blipFill>
                    <p:spPr>
                      <a:xfrm>
                        <a:off x="827088" y="4797425"/>
                        <a:ext cx="6740525" cy="1738313"/>
                      </a:xfrm>
                      <a:prstGeom prst="rect">
                        <a:avLst/>
                      </a:prstGeom>
                      <a:noFill/>
                      <a:ln w="38100">
                        <a:noFill/>
                        <a:miter/>
                      </a:ln>
                    </p:spPr>
                  </p:pic>
                </p:oleObj>
              </mc:Fallback>
            </mc:AlternateContent>
          </a:graphicData>
        </a:graphic>
      </p:graphicFrame>
      <p:sp>
        <p:nvSpPr>
          <p:cNvPr id="16534" name="Text Box 150"/>
          <p:cNvSpPr txBox="1"/>
          <p:nvPr/>
        </p:nvSpPr>
        <p:spPr>
          <a:xfrm>
            <a:off x="971550" y="2852738"/>
            <a:ext cx="1295400" cy="519112"/>
          </a:xfrm>
          <a:prstGeom prst="rect">
            <a:avLst/>
          </a:prstGeom>
          <a:solidFill>
            <a:srgbClr val="990033"/>
          </a:solidFill>
          <a:ln w="19050">
            <a:noFill/>
          </a:ln>
        </p:spPr>
        <p:txBody>
          <a:bodyPr>
            <a:spAutoFit/>
          </a:bodyPr>
          <a:lstStyle/>
          <a:p>
            <a:pPr eaLnBrk="1" hangingPunct="1"/>
            <a:r>
              <a:rPr lang="zh-CN" altLang="en-US" b="1" dirty="0">
                <a:solidFill>
                  <a:schemeClr val="bg1"/>
                </a:solidFill>
                <a:latin typeface="宋体" panose="02010600030101010101" pitchFamily="2" charset="-122"/>
                <a:ea typeface="宋体" panose="02010600030101010101" pitchFamily="2" charset="-122"/>
              </a:rPr>
              <a:t>解法</a:t>
            </a:r>
            <a:r>
              <a:rPr lang="en-US" altLang="zh-CN" b="1" dirty="0">
                <a:solidFill>
                  <a:schemeClr val="bg1"/>
                </a:solidFill>
                <a:latin typeface="宋体" panose="02010600030101010101" pitchFamily="2" charset="-122"/>
                <a:ea typeface="宋体" panose="02010600030101010101" pitchFamily="2" charset="-122"/>
              </a:rPr>
              <a:t>1</a:t>
            </a:r>
            <a:endParaRPr lang="en-US" altLang="zh-CN" dirty="0">
              <a:solidFill>
                <a:schemeClr val="bg1"/>
              </a:solidFill>
              <a:latin typeface="宋体" panose="02010600030101010101" pitchFamily="2" charset="-122"/>
              <a:ea typeface="宋体" panose="02010600030101010101" pitchFamily="2" charset="-122"/>
            </a:endParaRPr>
          </a:p>
        </p:txBody>
      </p:sp>
      <p:grpSp>
        <p:nvGrpSpPr>
          <p:cNvPr id="47112" name="Group 155"/>
          <p:cNvGrpSpPr/>
          <p:nvPr/>
        </p:nvGrpSpPr>
        <p:grpSpPr>
          <a:xfrm>
            <a:off x="8316913" y="6446838"/>
            <a:ext cx="792162" cy="366712"/>
            <a:chOff x="5193" y="4020"/>
            <a:chExt cx="499" cy="231"/>
          </a:xfrm>
        </p:grpSpPr>
        <p:pic>
          <p:nvPicPr>
            <p:cNvPr id="47174" name="Picture 156"/>
            <p:cNvPicPr>
              <a:picLocks noChangeAspect="1"/>
            </p:cNvPicPr>
            <p:nvPr/>
          </p:nvPicPr>
          <p:blipFill>
            <a:blip r:embed="rId6"/>
            <a:stretch>
              <a:fillRect/>
            </a:stretch>
          </p:blipFill>
          <p:spPr>
            <a:xfrm>
              <a:off x="5193" y="4066"/>
              <a:ext cx="499" cy="181"/>
            </a:xfrm>
            <a:prstGeom prst="rect">
              <a:avLst/>
            </a:prstGeom>
            <a:noFill/>
            <a:ln w="9525">
              <a:noFill/>
            </a:ln>
          </p:spPr>
        </p:pic>
        <p:sp>
          <p:nvSpPr>
            <p:cNvPr id="47175" name="Text Box 157">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7113" name="Group 158"/>
          <p:cNvGrpSpPr/>
          <p:nvPr/>
        </p:nvGrpSpPr>
        <p:grpSpPr>
          <a:xfrm>
            <a:off x="7453313" y="6446838"/>
            <a:ext cx="792162" cy="366712"/>
            <a:chOff x="4649" y="4020"/>
            <a:chExt cx="499" cy="231"/>
          </a:xfrm>
        </p:grpSpPr>
        <p:pic>
          <p:nvPicPr>
            <p:cNvPr id="47172" name="Picture 159"/>
            <p:cNvPicPr>
              <a:picLocks noChangeAspect="1"/>
            </p:cNvPicPr>
            <p:nvPr/>
          </p:nvPicPr>
          <p:blipFill>
            <a:blip r:embed="rId6"/>
            <a:stretch>
              <a:fillRect/>
            </a:stretch>
          </p:blipFill>
          <p:spPr>
            <a:xfrm>
              <a:off x="4649" y="4066"/>
              <a:ext cx="499" cy="181"/>
            </a:xfrm>
            <a:prstGeom prst="rect">
              <a:avLst/>
            </a:prstGeom>
            <a:noFill/>
            <a:ln w="9525">
              <a:noFill/>
            </a:ln>
          </p:spPr>
        </p:pic>
        <p:sp>
          <p:nvSpPr>
            <p:cNvPr id="47173" name="Text Box 160">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7114" name="Group 214"/>
          <p:cNvGrpSpPr/>
          <p:nvPr/>
        </p:nvGrpSpPr>
        <p:grpSpPr>
          <a:xfrm>
            <a:off x="6588125" y="6446838"/>
            <a:ext cx="792163" cy="366712"/>
            <a:chOff x="4649" y="4020"/>
            <a:chExt cx="499" cy="231"/>
          </a:xfrm>
        </p:grpSpPr>
        <p:pic>
          <p:nvPicPr>
            <p:cNvPr id="47170" name="Picture 215"/>
            <p:cNvPicPr>
              <a:picLocks noChangeAspect="1"/>
            </p:cNvPicPr>
            <p:nvPr/>
          </p:nvPicPr>
          <p:blipFill>
            <a:blip r:embed="rId6"/>
            <a:stretch>
              <a:fillRect/>
            </a:stretch>
          </p:blipFill>
          <p:spPr>
            <a:xfrm>
              <a:off x="4649" y="4066"/>
              <a:ext cx="499" cy="181"/>
            </a:xfrm>
            <a:prstGeom prst="rect">
              <a:avLst/>
            </a:prstGeom>
            <a:noFill/>
            <a:ln w="9525">
              <a:noFill/>
            </a:ln>
          </p:spPr>
        </p:pic>
        <p:sp>
          <p:nvSpPr>
            <p:cNvPr id="47171" name="Text Box 216">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6619" name="Group 235"/>
          <p:cNvGrpSpPr/>
          <p:nvPr/>
        </p:nvGrpSpPr>
        <p:grpSpPr>
          <a:xfrm>
            <a:off x="2339975" y="620713"/>
            <a:ext cx="5432425" cy="2916237"/>
            <a:chOff x="1438" y="482"/>
            <a:chExt cx="3422" cy="1837"/>
          </a:xfrm>
        </p:grpSpPr>
        <p:sp>
          <p:nvSpPr>
            <p:cNvPr id="47119" name="Oval 165"/>
            <p:cNvSpPr/>
            <p:nvPr/>
          </p:nvSpPr>
          <p:spPr>
            <a:xfrm>
              <a:off x="1747" y="155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47120" name="Text Box 166"/>
            <p:cNvSpPr txBox="1"/>
            <p:nvPr/>
          </p:nvSpPr>
          <p:spPr>
            <a:xfrm>
              <a:off x="3295" y="482"/>
              <a:ext cx="455"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r>
                <a:rPr lang="en-US" altLang="zh-CN" baseline="-25000" dirty="0">
                  <a:solidFill>
                    <a:schemeClr val="bg1"/>
                  </a:solidFill>
                  <a:latin typeface="Times New Roman" panose="02020603050405020304" pitchFamily="18" charset="0"/>
                  <a:ea typeface="宋体" panose="02010600030101010101" pitchFamily="2" charset="-122"/>
                </a:rPr>
                <a:t>12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21" name="Text Box 167"/>
            <p:cNvSpPr txBox="1"/>
            <p:nvPr/>
          </p:nvSpPr>
          <p:spPr>
            <a:xfrm>
              <a:off x="1687" y="1275"/>
              <a:ext cx="242" cy="327"/>
            </a:xfrm>
            <a:prstGeom prst="rect">
              <a:avLst/>
            </a:prstGeom>
            <a:noFill/>
            <a:ln w="38100">
              <a:noFill/>
            </a:ln>
          </p:spPr>
          <p:txBody>
            <a:bodyPr wrap="none" anchor="ctr" anchorCtr="0">
              <a:spAutoFit/>
            </a:bodyPr>
            <a:lstStyle/>
            <a:p>
              <a:pPr algn="ctr">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47122" name="Text Box 168"/>
            <p:cNvSpPr txBox="1"/>
            <p:nvPr/>
          </p:nvSpPr>
          <p:spPr>
            <a:xfrm>
              <a:off x="1703" y="1795"/>
              <a:ext cx="212" cy="327"/>
            </a:xfrm>
            <a:prstGeom prst="rect">
              <a:avLst/>
            </a:prstGeom>
            <a:noFill/>
            <a:ln w="38100">
              <a:noFill/>
            </a:ln>
          </p:spPr>
          <p:txBody>
            <a:bodyPr anchor="ctr" anchorCtr="0">
              <a:spAutoFit/>
            </a:bodyPr>
            <a:lstStyle/>
            <a:p>
              <a:pPr algn="ctr">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p>
          </p:txBody>
        </p:sp>
        <p:sp>
          <p:nvSpPr>
            <p:cNvPr id="47123" name="Line 169"/>
            <p:cNvSpPr/>
            <p:nvPr/>
          </p:nvSpPr>
          <p:spPr>
            <a:xfrm flipV="1">
              <a:off x="3289" y="1150"/>
              <a:ext cx="363" cy="0"/>
            </a:xfrm>
            <a:prstGeom prst="line">
              <a:avLst/>
            </a:prstGeom>
            <a:ln w="28575" cap="flat" cmpd="sng">
              <a:solidFill>
                <a:srgbClr val="FFCC00"/>
              </a:solidFill>
              <a:prstDash val="solid"/>
              <a:headEnd type="none" w="med" len="med"/>
              <a:tailEnd type="none" w="med" len="med"/>
            </a:ln>
          </p:spPr>
        </p:sp>
        <p:sp>
          <p:nvSpPr>
            <p:cNvPr id="47124" name="Line 170"/>
            <p:cNvSpPr/>
            <p:nvPr/>
          </p:nvSpPr>
          <p:spPr>
            <a:xfrm>
              <a:off x="3425" y="1150"/>
              <a:ext cx="0" cy="181"/>
            </a:xfrm>
            <a:prstGeom prst="line">
              <a:avLst/>
            </a:prstGeom>
            <a:ln w="28575" cap="flat" cmpd="sng">
              <a:solidFill>
                <a:srgbClr val="FFCC00"/>
              </a:solidFill>
              <a:prstDash val="solid"/>
              <a:headEnd type="oval" w="med" len="med"/>
              <a:tailEnd type="none" w="med" len="med"/>
            </a:ln>
          </p:spPr>
        </p:sp>
        <p:sp>
          <p:nvSpPr>
            <p:cNvPr id="47125" name="Line 171"/>
            <p:cNvSpPr/>
            <p:nvPr/>
          </p:nvSpPr>
          <p:spPr>
            <a:xfrm>
              <a:off x="1951" y="1126"/>
              <a:ext cx="948" cy="0"/>
            </a:xfrm>
            <a:prstGeom prst="line">
              <a:avLst/>
            </a:prstGeom>
            <a:ln w="28575" cap="flat" cmpd="sng">
              <a:solidFill>
                <a:srgbClr val="FFCC00"/>
              </a:solidFill>
              <a:prstDash val="solid"/>
              <a:headEnd type="none" w="med" len="med"/>
              <a:tailEnd type="none" w="med" len="med"/>
            </a:ln>
          </p:spPr>
        </p:sp>
        <p:sp>
          <p:nvSpPr>
            <p:cNvPr id="47126" name="Line 172"/>
            <p:cNvSpPr/>
            <p:nvPr/>
          </p:nvSpPr>
          <p:spPr>
            <a:xfrm>
              <a:off x="3425" y="1694"/>
              <a:ext cx="8" cy="590"/>
            </a:xfrm>
            <a:prstGeom prst="line">
              <a:avLst/>
            </a:prstGeom>
            <a:ln w="28575" cap="flat" cmpd="sng">
              <a:solidFill>
                <a:srgbClr val="FFCC00"/>
              </a:solidFill>
              <a:prstDash val="solid"/>
              <a:headEnd type="none" w="med" len="med"/>
              <a:tailEnd type="oval" w="med" len="med"/>
            </a:ln>
          </p:spPr>
        </p:sp>
        <p:sp>
          <p:nvSpPr>
            <p:cNvPr id="47127" name="Line 173"/>
            <p:cNvSpPr/>
            <p:nvPr/>
          </p:nvSpPr>
          <p:spPr>
            <a:xfrm>
              <a:off x="1928" y="2284"/>
              <a:ext cx="2674" cy="7"/>
            </a:xfrm>
            <a:prstGeom prst="line">
              <a:avLst/>
            </a:prstGeom>
            <a:ln w="28575" cap="flat" cmpd="sng">
              <a:solidFill>
                <a:srgbClr val="FFCC00"/>
              </a:solidFill>
              <a:prstDash val="solid"/>
              <a:headEnd type="none" w="med" len="med"/>
              <a:tailEnd type="none" w="med" len="med"/>
            </a:ln>
          </p:spPr>
        </p:sp>
        <p:sp>
          <p:nvSpPr>
            <p:cNvPr id="47128" name="Line 174"/>
            <p:cNvSpPr/>
            <p:nvPr/>
          </p:nvSpPr>
          <p:spPr>
            <a:xfrm flipH="1">
              <a:off x="1928" y="1120"/>
              <a:ext cx="17" cy="1164"/>
            </a:xfrm>
            <a:prstGeom prst="line">
              <a:avLst/>
            </a:prstGeom>
            <a:ln w="28575" cap="flat" cmpd="sng">
              <a:solidFill>
                <a:srgbClr val="FFCC00"/>
              </a:solidFill>
              <a:prstDash val="solid"/>
              <a:headEnd type="none" w="med" len="med"/>
              <a:tailEnd type="none" w="med" len="med"/>
            </a:ln>
          </p:spPr>
        </p:sp>
        <p:sp>
          <p:nvSpPr>
            <p:cNvPr id="47129" name="Text Box 175"/>
            <p:cNvSpPr txBox="1"/>
            <p:nvPr/>
          </p:nvSpPr>
          <p:spPr>
            <a:xfrm>
              <a:off x="4422" y="1162"/>
              <a:ext cx="242" cy="327"/>
            </a:xfrm>
            <a:prstGeom prst="rect">
              <a:avLst/>
            </a:prstGeom>
            <a:noFill/>
            <a:ln w="38100">
              <a:noFill/>
            </a:ln>
          </p:spPr>
          <p:txBody>
            <a:bodyPr wrap="none" anchor="ctr" anchorCtr="0">
              <a:spAutoFit/>
            </a:bodyPr>
            <a:lstStyle/>
            <a:p>
              <a:pPr algn="ctr">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47130" name="Text Box 176"/>
            <p:cNvSpPr txBox="1"/>
            <p:nvPr/>
          </p:nvSpPr>
          <p:spPr>
            <a:xfrm>
              <a:off x="4422" y="1888"/>
              <a:ext cx="213" cy="327"/>
            </a:xfrm>
            <a:prstGeom prst="rect">
              <a:avLst/>
            </a:prstGeom>
            <a:noFill/>
            <a:ln w="38100">
              <a:noFill/>
            </a:ln>
          </p:spPr>
          <p:txBody>
            <a:bodyPr anchor="ctr" anchorCtr="0">
              <a:spAutoFit/>
            </a:bodyPr>
            <a:lstStyle/>
            <a:p>
              <a:pPr algn="ctr">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p>
          </p:txBody>
        </p:sp>
        <p:graphicFrame>
          <p:nvGraphicFramePr>
            <p:cNvPr id="47131" name="Object 177"/>
            <p:cNvGraphicFramePr>
              <a:graphicFrameLocks noChangeAspect="1"/>
            </p:cNvGraphicFramePr>
            <p:nvPr/>
          </p:nvGraphicFramePr>
          <p:xfrm>
            <a:off x="1438" y="1486"/>
            <a:ext cx="295" cy="389"/>
          </p:xfrm>
          <a:graphic>
            <a:graphicData uri="http://schemas.openxmlformats.org/presentationml/2006/ole">
              <mc:AlternateContent xmlns:mc="http://schemas.openxmlformats.org/markup-compatibility/2006">
                <mc:Choice xmlns:v="urn:schemas-microsoft-com:vml" Requires="v">
                  <p:oleObj r:id="rId7" imgW="200660" imgH="260350" progId="Equation.3">
                    <p:embed/>
                  </p:oleObj>
                </mc:Choice>
                <mc:Fallback>
                  <p:oleObj r:id="rId7" imgW="200660" imgH="260350" progId="Equation.3">
                    <p:embed/>
                    <p:pic>
                      <p:nvPicPr>
                        <p:cNvPr id="0" name="图片 3186"/>
                        <p:cNvPicPr/>
                        <p:nvPr/>
                      </p:nvPicPr>
                      <p:blipFill>
                        <a:blip r:embed="rId8">
                          <a:clrChange>
                            <a:clrFrom>
                              <a:srgbClr val="000000"/>
                            </a:clrFrom>
                            <a:clrTo>
                              <a:srgbClr val="FFFFFF"/>
                            </a:clrTo>
                          </a:clrChange>
                        </a:blip>
                        <a:stretch>
                          <a:fillRect/>
                        </a:stretch>
                      </p:blipFill>
                      <p:spPr>
                        <a:xfrm>
                          <a:off x="1438" y="1486"/>
                          <a:ext cx="295" cy="389"/>
                        </a:xfrm>
                        <a:prstGeom prst="rect">
                          <a:avLst/>
                        </a:prstGeom>
                        <a:noFill/>
                        <a:ln w="38100">
                          <a:noFill/>
                          <a:miter/>
                        </a:ln>
                      </p:spPr>
                    </p:pic>
                  </p:oleObj>
                </mc:Fallback>
              </mc:AlternateContent>
            </a:graphicData>
          </a:graphic>
        </p:graphicFrame>
        <p:graphicFrame>
          <p:nvGraphicFramePr>
            <p:cNvPr id="47132" name="Object 178"/>
            <p:cNvGraphicFramePr>
              <a:graphicFrameLocks noChangeAspect="1"/>
            </p:cNvGraphicFramePr>
            <p:nvPr/>
          </p:nvGraphicFramePr>
          <p:xfrm>
            <a:off x="4513" y="1570"/>
            <a:ext cx="347" cy="363"/>
          </p:xfrm>
          <a:graphic>
            <a:graphicData uri="http://schemas.openxmlformats.org/presentationml/2006/ole">
              <mc:AlternateContent xmlns:mc="http://schemas.openxmlformats.org/markup-compatibility/2006">
                <mc:Choice xmlns:v="urn:schemas-microsoft-com:vml" Requires="v">
                  <p:oleObj r:id="rId9" imgW="245110" imgH="260350" progId="Equation.3">
                    <p:embed/>
                  </p:oleObj>
                </mc:Choice>
                <mc:Fallback>
                  <p:oleObj r:id="rId9" imgW="245110" imgH="260350" progId="Equation.3">
                    <p:embed/>
                    <p:pic>
                      <p:nvPicPr>
                        <p:cNvPr id="0" name="图片 3185"/>
                        <p:cNvPicPr/>
                        <p:nvPr/>
                      </p:nvPicPr>
                      <p:blipFill>
                        <a:blip r:embed="rId10">
                          <a:clrChange>
                            <a:clrFrom>
                              <a:srgbClr val="000000"/>
                            </a:clrFrom>
                            <a:clrTo>
                              <a:srgbClr val="FFFFFF"/>
                            </a:clrTo>
                          </a:clrChange>
                        </a:blip>
                        <a:stretch>
                          <a:fillRect/>
                        </a:stretch>
                      </p:blipFill>
                      <p:spPr>
                        <a:xfrm>
                          <a:off x="4513" y="1570"/>
                          <a:ext cx="347" cy="363"/>
                        </a:xfrm>
                        <a:prstGeom prst="rect">
                          <a:avLst/>
                        </a:prstGeom>
                        <a:noFill/>
                        <a:ln w="38100">
                          <a:noFill/>
                          <a:miter/>
                        </a:ln>
                      </p:spPr>
                    </p:pic>
                  </p:oleObj>
                </mc:Fallback>
              </mc:AlternateContent>
            </a:graphicData>
          </a:graphic>
        </p:graphicFrame>
        <p:sp>
          <p:nvSpPr>
            <p:cNvPr id="47133" name="Text Box 179"/>
            <p:cNvSpPr txBox="1"/>
            <p:nvPr/>
          </p:nvSpPr>
          <p:spPr>
            <a:xfrm>
              <a:off x="3485" y="1610"/>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7134" name="Text Box 180"/>
            <p:cNvSpPr txBox="1"/>
            <p:nvPr/>
          </p:nvSpPr>
          <p:spPr>
            <a:xfrm>
              <a:off x="4106" y="110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47135" name="Text Box 181"/>
            <p:cNvSpPr txBox="1"/>
            <p:nvPr/>
          </p:nvSpPr>
          <p:spPr>
            <a:xfrm>
              <a:off x="3244" y="1648"/>
              <a:ext cx="192" cy="288"/>
            </a:xfrm>
            <a:prstGeom prst="rect">
              <a:avLst/>
            </a:prstGeom>
            <a:noFill/>
            <a:ln w="38100">
              <a:noFill/>
            </a:ln>
          </p:spPr>
          <p:txBody>
            <a:bodyPr>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7136" name="Text Box 182"/>
            <p:cNvSpPr txBox="1"/>
            <p:nvPr/>
          </p:nvSpPr>
          <p:spPr>
            <a:xfrm>
              <a:off x="2737" y="1066"/>
              <a:ext cx="192" cy="288"/>
            </a:xfrm>
            <a:prstGeom prst="rect">
              <a:avLst/>
            </a:prstGeom>
            <a:noFill/>
            <a:ln w="38100">
              <a:noFill/>
            </a:ln>
          </p:spPr>
          <p:txBody>
            <a:bodyPr>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7137" name="Text Box 183"/>
            <p:cNvSpPr txBox="1"/>
            <p:nvPr/>
          </p:nvSpPr>
          <p:spPr>
            <a:xfrm>
              <a:off x="2743" y="842"/>
              <a:ext cx="219"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38" name="Text Box 184"/>
            <p:cNvSpPr txBox="1"/>
            <p:nvPr/>
          </p:nvSpPr>
          <p:spPr>
            <a:xfrm>
              <a:off x="4021" y="842"/>
              <a:ext cx="219"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39" name="Text Box 185"/>
            <p:cNvSpPr txBox="1"/>
            <p:nvPr/>
          </p:nvSpPr>
          <p:spPr>
            <a:xfrm>
              <a:off x="3924" y="1467"/>
              <a:ext cx="455"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r>
                <a:rPr lang="en-US" altLang="zh-CN" baseline="-25000" dirty="0">
                  <a:solidFill>
                    <a:schemeClr val="bg1"/>
                  </a:solidFill>
                  <a:latin typeface="Times New Roman" panose="02020603050405020304" pitchFamily="18" charset="0"/>
                  <a:ea typeface="宋体" panose="02010600030101010101" pitchFamily="2" charset="-122"/>
                </a:rPr>
                <a:t>23</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40" name="Text Box 186"/>
            <p:cNvSpPr txBox="1"/>
            <p:nvPr/>
          </p:nvSpPr>
          <p:spPr>
            <a:xfrm>
              <a:off x="2836" y="1376"/>
              <a:ext cx="455"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r>
                <a:rPr lang="en-US" altLang="zh-CN" baseline="-25000" dirty="0">
                  <a:solidFill>
                    <a:schemeClr val="bg1"/>
                  </a:solidFill>
                  <a:latin typeface="Times New Roman" panose="02020603050405020304" pitchFamily="18" charset="0"/>
                  <a:ea typeface="宋体" panose="02010600030101010101" pitchFamily="2" charset="-122"/>
                </a:rPr>
                <a:t>31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41" name="Text Box 187"/>
            <p:cNvSpPr txBox="1"/>
            <p:nvPr/>
          </p:nvSpPr>
          <p:spPr>
            <a:xfrm>
              <a:off x="2977" y="746"/>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42" name="Text Box 188"/>
            <p:cNvSpPr txBox="1"/>
            <p:nvPr/>
          </p:nvSpPr>
          <p:spPr>
            <a:xfrm>
              <a:off x="3697" y="746"/>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43" name="Text Box 189"/>
            <p:cNvSpPr txBox="1"/>
            <p:nvPr/>
          </p:nvSpPr>
          <p:spPr>
            <a:xfrm>
              <a:off x="3505" y="1322"/>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3</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44" name="Text Box 190"/>
            <p:cNvSpPr txBox="1"/>
            <p:nvPr/>
          </p:nvSpPr>
          <p:spPr>
            <a:xfrm>
              <a:off x="2336" y="727"/>
              <a:ext cx="329"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7145" name="Arc 191"/>
            <p:cNvSpPr/>
            <p:nvPr/>
          </p:nvSpPr>
          <p:spPr>
            <a:xfrm flipH="1">
              <a:off x="2879" y="670"/>
              <a:ext cx="420" cy="276"/>
            </a:xfrm>
            <a:custGeom>
              <a:avLst/>
              <a:gdLst/>
              <a:ahLst/>
              <a:cxnLst>
                <a:cxn ang="0">
                  <a:pos x="0" y="0"/>
                </a:cxn>
                <a:cxn ang="0">
                  <a:pos x="420" y="231"/>
                </a:cxn>
                <a:cxn ang="0">
                  <a:pos x="10" y="276"/>
                </a:cxn>
              </a:cxnLst>
              <a:rect l="0" t="0" r="0" b="0"/>
              <a:pathLst>
                <a:path w="21811" h="21600" fill="none">
                  <a:moveTo>
                    <a:pt x="-1" y="5"/>
                  </a:moveTo>
                  <a:cubicBezTo>
                    <a:pt x="164" y="1"/>
                    <a:pt x="329" y="0"/>
                    <a:pt x="495" y="0"/>
                  </a:cubicBezTo>
                  <a:cubicBezTo>
                    <a:pt x="11076" y="0"/>
                    <a:pt x="20099" y="7665"/>
                    <a:pt x="21810" y="18107"/>
                  </a:cubicBezTo>
                </a:path>
                <a:path w="21811" h="21600" stroke="0">
                  <a:moveTo>
                    <a:pt x="-1" y="5"/>
                  </a:moveTo>
                  <a:cubicBezTo>
                    <a:pt x="164" y="1"/>
                    <a:pt x="329" y="0"/>
                    <a:pt x="495" y="0"/>
                  </a:cubicBezTo>
                  <a:cubicBezTo>
                    <a:pt x="11076" y="0"/>
                    <a:pt x="20099" y="7665"/>
                    <a:pt x="21810" y="18107"/>
                  </a:cubicBezTo>
                  <a:lnTo>
                    <a:pt x="495" y="21600"/>
                  </a:lnTo>
                  <a:lnTo>
                    <a:pt x="-1" y="5"/>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7146" name="Arc 192"/>
            <p:cNvSpPr/>
            <p:nvPr/>
          </p:nvSpPr>
          <p:spPr>
            <a:xfrm>
              <a:off x="3661" y="650"/>
              <a:ext cx="426" cy="288"/>
            </a:xfrm>
            <a:custGeom>
              <a:avLst/>
              <a:gdLst/>
              <a:ahLst/>
              <a:cxnLst>
                <a:cxn ang="0">
                  <a:pos x="0" y="0"/>
                </a:cxn>
                <a:cxn ang="0">
                  <a:pos x="426" y="233"/>
                </a:cxn>
                <a:cxn ang="0">
                  <a:pos x="0" y="288"/>
                </a:cxn>
              </a:cxnLst>
              <a:rect l="0" t="0" r="0" b="0"/>
              <a:pathLst>
                <a:path w="21206" h="21600" fill="none">
                  <a:moveTo>
                    <a:pt x="0" y="0"/>
                  </a:moveTo>
                  <a:cubicBezTo>
                    <a:pt x="10346" y="0"/>
                    <a:pt x="19240" y="7337"/>
                    <a:pt x="21206" y="17495"/>
                  </a:cubicBezTo>
                </a:path>
                <a:path w="21206" h="21600" stroke="0">
                  <a:moveTo>
                    <a:pt x="0" y="0"/>
                  </a:moveTo>
                  <a:cubicBezTo>
                    <a:pt x="10346" y="0"/>
                    <a:pt x="19240" y="7337"/>
                    <a:pt x="21206" y="17495"/>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7147" name="Arc 193"/>
            <p:cNvSpPr/>
            <p:nvPr/>
          </p:nvSpPr>
          <p:spPr>
            <a:xfrm rot="5400000">
              <a:off x="3652" y="1520"/>
              <a:ext cx="278" cy="256"/>
            </a:xfrm>
            <a:custGeom>
              <a:avLst/>
              <a:gdLst/>
              <a:ahLst/>
              <a:cxnLst>
                <a:cxn ang="0">
                  <a:pos x="142" y="0"/>
                </a:cxn>
                <a:cxn ang="0">
                  <a:pos x="278" y="249"/>
                </a:cxn>
                <a:cxn ang="0">
                  <a:pos x="0" y="256"/>
                </a:cxn>
              </a:cxnLst>
              <a:rect l="0" t="0" r="0" b="0"/>
              <a:pathLst>
                <a:path w="21595" h="18560" fill="none">
                  <a:moveTo>
                    <a:pt x="11049" y="-1"/>
                  </a:moveTo>
                  <a:cubicBezTo>
                    <a:pt x="17446" y="3808"/>
                    <a:pt x="21431" y="10643"/>
                    <a:pt x="21594" y="18087"/>
                  </a:cubicBezTo>
                </a:path>
                <a:path w="21595" h="18560" stroke="0">
                  <a:moveTo>
                    <a:pt x="11049" y="-1"/>
                  </a:moveTo>
                  <a:cubicBezTo>
                    <a:pt x="17446" y="3808"/>
                    <a:pt x="21431" y="10643"/>
                    <a:pt x="21594" y="18087"/>
                  </a:cubicBezTo>
                  <a:lnTo>
                    <a:pt x="0" y="18560"/>
                  </a:lnTo>
                  <a:lnTo>
                    <a:pt x="11049"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7148" name="Arc 194"/>
            <p:cNvSpPr/>
            <p:nvPr/>
          </p:nvSpPr>
          <p:spPr>
            <a:xfrm flipV="1">
              <a:off x="3854" y="1249"/>
              <a:ext cx="271" cy="260"/>
            </a:xfrm>
            <a:custGeom>
              <a:avLst/>
              <a:gdLst/>
              <a:ahLst/>
              <a:cxnLst>
                <a:cxn ang="0">
                  <a:pos x="180" y="0"/>
                </a:cxn>
                <a:cxn ang="0">
                  <a:pos x="271" y="252"/>
                </a:cxn>
                <a:cxn ang="0">
                  <a:pos x="0" y="260"/>
                </a:cxn>
              </a:cxnLst>
              <a:rect l="0" t="0" r="0" b="0"/>
              <a:pathLst>
                <a:path w="21595" h="16142" fill="none">
                  <a:moveTo>
                    <a:pt x="14352" y="0"/>
                  </a:moveTo>
                  <a:cubicBezTo>
                    <a:pt x="18839" y="3989"/>
                    <a:pt x="21463" y="9666"/>
                    <a:pt x="21594" y="15669"/>
                  </a:cubicBezTo>
                </a:path>
                <a:path w="21595" h="16142" stroke="0">
                  <a:moveTo>
                    <a:pt x="14352" y="0"/>
                  </a:moveTo>
                  <a:cubicBezTo>
                    <a:pt x="18839" y="3989"/>
                    <a:pt x="21463" y="9666"/>
                    <a:pt x="21594" y="15669"/>
                  </a:cubicBezTo>
                  <a:lnTo>
                    <a:pt x="0" y="16142"/>
                  </a:lnTo>
                  <a:lnTo>
                    <a:pt x="14352"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7149" name="Arc 195"/>
            <p:cNvSpPr/>
            <p:nvPr/>
          </p:nvSpPr>
          <p:spPr>
            <a:xfrm rot="-5400000" flipH="1">
              <a:off x="3026" y="1519"/>
              <a:ext cx="278" cy="256"/>
            </a:xfrm>
            <a:custGeom>
              <a:avLst/>
              <a:gdLst/>
              <a:ahLst/>
              <a:cxnLst>
                <a:cxn ang="0">
                  <a:pos x="142" y="0"/>
                </a:cxn>
                <a:cxn ang="0">
                  <a:pos x="278" y="249"/>
                </a:cxn>
                <a:cxn ang="0">
                  <a:pos x="0" y="256"/>
                </a:cxn>
              </a:cxnLst>
              <a:rect l="0" t="0" r="0" b="0"/>
              <a:pathLst>
                <a:path w="21595" h="18560" fill="none">
                  <a:moveTo>
                    <a:pt x="11049" y="-1"/>
                  </a:moveTo>
                  <a:cubicBezTo>
                    <a:pt x="17446" y="3808"/>
                    <a:pt x="21431" y="10643"/>
                    <a:pt x="21594" y="18087"/>
                  </a:cubicBezTo>
                </a:path>
                <a:path w="21595" h="18560" stroke="0">
                  <a:moveTo>
                    <a:pt x="11049" y="-1"/>
                  </a:moveTo>
                  <a:cubicBezTo>
                    <a:pt x="17446" y="3808"/>
                    <a:pt x="21431" y="10643"/>
                    <a:pt x="21594" y="18087"/>
                  </a:cubicBezTo>
                  <a:lnTo>
                    <a:pt x="0" y="18560"/>
                  </a:lnTo>
                  <a:lnTo>
                    <a:pt x="11049"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7150" name="Arc 196"/>
            <p:cNvSpPr/>
            <p:nvPr/>
          </p:nvSpPr>
          <p:spPr>
            <a:xfrm flipH="1" flipV="1">
              <a:off x="2820" y="1254"/>
              <a:ext cx="271" cy="260"/>
            </a:xfrm>
            <a:custGeom>
              <a:avLst/>
              <a:gdLst/>
              <a:ahLst/>
              <a:cxnLst>
                <a:cxn ang="0">
                  <a:pos x="180" y="0"/>
                </a:cxn>
                <a:cxn ang="0">
                  <a:pos x="271" y="252"/>
                </a:cxn>
                <a:cxn ang="0">
                  <a:pos x="0" y="260"/>
                </a:cxn>
              </a:cxnLst>
              <a:rect l="0" t="0" r="0" b="0"/>
              <a:pathLst>
                <a:path w="21595" h="16142" fill="none">
                  <a:moveTo>
                    <a:pt x="14352" y="0"/>
                  </a:moveTo>
                  <a:cubicBezTo>
                    <a:pt x="18839" y="3989"/>
                    <a:pt x="21463" y="9666"/>
                    <a:pt x="21594" y="15669"/>
                  </a:cubicBezTo>
                </a:path>
                <a:path w="21595" h="16142" stroke="0">
                  <a:moveTo>
                    <a:pt x="14352" y="0"/>
                  </a:moveTo>
                  <a:cubicBezTo>
                    <a:pt x="18839" y="3989"/>
                    <a:pt x="21463" y="9666"/>
                    <a:pt x="21594" y="15669"/>
                  </a:cubicBezTo>
                  <a:lnTo>
                    <a:pt x="0" y="16142"/>
                  </a:lnTo>
                  <a:lnTo>
                    <a:pt x="14352"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7151" name="Line 197"/>
            <p:cNvSpPr/>
            <p:nvPr/>
          </p:nvSpPr>
          <p:spPr>
            <a:xfrm>
              <a:off x="4059" y="1162"/>
              <a:ext cx="499" cy="0"/>
            </a:xfrm>
            <a:prstGeom prst="line">
              <a:avLst/>
            </a:prstGeom>
            <a:ln w="28575" cap="flat" cmpd="sng">
              <a:solidFill>
                <a:srgbClr val="FFCC00"/>
              </a:solidFill>
              <a:prstDash val="solid"/>
              <a:headEnd type="none" w="med" len="med"/>
              <a:tailEnd type="none" w="med" len="med"/>
            </a:ln>
          </p:spPr>
        </p:sp>
        <p:sp>
          <p:nvSpPr>
            <p:cNvPr id="47152" name="Rectangle 210"/>
            <p:cNvSpPr/>
            <p:nvPr/>
          </p:nvSpPr>
          <p:spPr>
            <a:xfrm>
              <a:off x="2336" y="105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47153" name="Group 217"/>
            <p:cNvGrpSpPr/>
            <p:nvPr/>
          </p:nvGrpSpPr>
          <p:grpSpPr>
            <a:xfrm rot="5400000">
              <a:off x="3809" y="912"/>
              <a:ext cx="91" cy="408"/>
              <a:chOff x="1565" y="2614"/>
              <a:chExt cx="90" cy="486"/>
            </a:xfrm>
          </p:grpSpPr>
          <p:sp>
            <p:nvSpPr>
              <p:cNvPr id="47166" name="Arc 21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67" name="Arc 21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68" name="Arc 22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69" name="Arc 22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7154" name="Group 222"/>
            <p:cNvGrpSpPr/>
            <p:nvPr/>
          </p:nvGrpSpPr>
          <p:grpSpPr>
            <a:xfrm rot="5400000">
              <a:off x="3038" y="894"/>
              <a:ext cx="91" cy="408"/>
              <a:chOff x="1565" y="2614"/>
              <a:chExt cx="90" cy="486"/>
            </a:xfrm>
          </p:grpSpPr>
          <p:sp>
            <p:nvSpPr>
              <p:cNvPr id="47162" name="Arc 22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63" name="Arc 22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64" name="Arc 22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65" name="Arc 22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7155" name="Group 227"/>
            <p:cNvGrpSpPr/>
            <p:nvPr/>
          </p:nvGrpSpPr>
          <p:grpSpPr>
            <a:xfrm rot="10800000">
              <a:off x="3415" y="1335"/>
              <a:ext cx="90" cy="363"/>
              <a:chOff x="1565" y="2614"/>
              <a:chExt cx="90" cy="486"/>
            </a:xfrm>
          </p:grpSpPr>
          <p:sp>
            <p:nvSpPr>
              <p:cNvPr id="47158" name="Arc 22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59" name="Arc 22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60" name="Arc 23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7161" name="Arc 23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7156" name="Oval 232"/>
            <p:cNvSpPr/>
            <p:nvPr/>
          </p:nvSpPr>
          <p:spPr>
            <a:xfrm>
              <a:off x="4558" y="111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7157" name="Oval 233"/>
            <p:cNvSpPr/>
            <p:nvPr/>
          </p:nvSpPr>
          <p:spPr>
            <a:xfrm>
              <a:off x="4604" y="225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16453" name="Group 69"/>
          <p:cNvGrpSpPr/>
          <p:nvPr/>
        </p:nvGrpSpPr>
        <p:grpSpPr>
          <a:xfrm>
            <a:off x="3203575" y="1096963"/>
            <a:ext cx="387350" cy="596900"/>
            <a:chOff x="1172" y="285"/>
            <a:chExt cx="244" cy="376"/>
          </a:xfrm>
        </p:grpSpPr>
        <p:sp>
          <p:nvSpPr>
            <p:cNvPr id="47117" name="Line 70"/>
            <p:cNvSpPr/>
            <p:nvPr/>
          </p:nvSpPr>
          <p:spPr>
            <a:xfrm>
              <a:off x="1176" y="630"/>
              <a:ext cx="240" cy="0"/>
            </a:xfrm>
            <a:prstGeom prst="line">
              <a:avLst/>
            </a:prstGeom>
            <a:ln w="38100" cap="flat" cmpd="sng">
              <a:solidFill>
                <a:srgbClr val="00FFFF"/>
              </a:solidFill>
              <a:prstDash val="solid"/>
              <a:headEnd type="none" w="med" len="med"/>
              <a:tailEnd type="triangle" w="med" len="med"/>
            </a:ln>
          </p:spPr>
        </p:sp>
        <p:graphicFrame>
          <p:nvGraphicFramePr>
            <p:cNvPr id="47118" name="Object 71"/>
            <p:cNvGraphicFramePr>
              <a:graphicFrameLocks noChangeAspect="1"/>
            </p:cNvGraphicFramePr>
            <p:nvPr/>
          </p:nvGraphicFramePr>
          <p:xfrm>
            <a:off x="1172" y="285"/>
            <a:ext cx="212" cy="376"/>
          </p:xfrm>
          <a:graphic>
            <a:graphicData uri="http://schemas.openxmlformats.org/presentationml/2006/ole">
              <mc:AlternateContent xmlns:mc="http://schemas.openxmlformats.org/markup-compatibility/2006">
                <mc:Choice xmlns:v="urn:schemas-microsoft-com:vml" Requires="v">
                  <p:oleObj r:id="rId11" imgW="148590" imgH="260350" progId="Equation.3">
                    <p:embed/>
                  </p:oleObj>
                </mc:Choice>
                <mc:Fallback>
                  <p:oleObj r:id="rId11" imgW="148590" imgH="260350" progId="Equation.3">
                    <p:embed/>
                    <p:pic>
                      <p:nvPicPr>
                        <p:cNvPr id="0" name="图片 3187"/>
                        <p:cNvPicPr/>
                        <p:nvPr/>
                      </p:nvPicPr>
                      <p:blipFill>
                        <a:blip r:embed="rId12">
                          <a:clrChange>
                            <a:clrFrom>
                              <a:srgbClr val="000000"/>
                            </a:clrFrom>
                            <a:clrTo>
                              <a:srgbClr val="FFFFFF"/>
                            </a:clrTo>
                          </a:clrChange>
                        </a:blip>
                        <a:stretch>
                          <a:fillRect/>
                        </a:stretch>
                      </p:blipFill>
                      <p:spPr>
                        <a:xfrm>
                          <a:off x="1172" y="285"/>
                          <a:ext cx="212" cy="37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6423"/>
                                        </p:tgtEl>
                                        <p:attrNameLst>
                                          <p:attrName>style.visibility</p:attrName>
                                        </p:attrNameLst>
                                      </p:cBhvr>
                                      <p:to>
                                        <p:strVal val="visible"/>
                                      </p:to>
                                    </p:set>
                                    <p:anim calcmode="lin" valueType="num">
                                      <p:cBhvr>
                                        <p:cTn id="7" dur="1000" fill="hold"/>
                                        <p:tgtEl>
                                          <p:spTgt spid="16423"/>
                                        </p:tgtEl>
                                        <p:attrNameLst>
                                          <p:attrName>ppt_w</p:attrName>
                                        </p:attrNameLst>
                                      </p:cBhvr>
                                      <p:tavLst>
                                        <p:tav tm="0">
                                          <p:val>
                                            <p:fltVal val="0"/>
                                          </p:val>
                                        </p:tav>
                                        <p:tav tm="100000">
                                          <p:val>
                                            <p:strVal val="#ppt_w"/>
                                          </p:val>
                                        </p:tav>
                                      </p:tavLst>
                                    </p:anim>
                                    <p:anim calcmode="lin" valueType="num">
                                      <p:cBhvr>
                                        <p:cTn id="8" dur="1000" fill="hold"/>
                                        <p:tgtEl>
                                          <p:spTgt spid="16423"/>
                                        </p:tgtEl>
                                        <p:attrNameLst>
                                          <p:attrName>ppt_h</p:attrName>
                                        </p:attrNameLst>
                                      </p:cBhvr>
                                      <p:tavLst>
                                        <p:tav tm="0">
                                          <p:val>
                                            <p:fltVal val="0"/>
                                          </p:val>
                                        </p:tav>
                                        <p:tav tm="100000">
                                          <p:val>
                                            <p:strVal val="#ppt_h"/>
                                          </p:val>
                                        </p:tav>
                                      </p:tavLst>
                                    </p:anim>
                                    <p:anim calcmode="lin" valueType="num">
                                      <p:cBhvr>
                                        <p:cTn id="9" dur="1000" fill="hold"/>
                                        <p:tgtEl>
                                          <p:spTgt spid="1642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642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6619"/>
                                        </p:tgtEl>
                                        <p:attrNameLst>
                                          <p:attrName>style.visibility</p:attrName>
                                        </p:attrNameLst>
                                      </p:cBhvr>
                                      <p:to>
                                        <p:strVal val="visible"/>
                                      </p:to>
                                    </p:set>
                                    <p:animEffect transition="in" filter="blinds(horizontal)">
                                      <p:cBhvr>
                                        <p:cTn id="14" dur="500"/>
                                        <p:tgtEl>
                                          <p:spTgt spid="16619"/>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6425"/>
                                        </p:tgtEl>
                                        <p:attrNameLst>
                                          <p:attrName>style.visibility</p:attrName>
                                        </p:attrNameLst>
                                      </p:cBhvr>
                                      <p:to>
                                        <p:strVal val="visible"/>
                                      </p:to>
                                    </p:set>
                                    <p:animEffect transition="in" filter="wipe(left)">
                                      <p:cBhvr>
                                        <p:cTn id="18" dur="2000"/>
                                        <p:tgtEl>
                                          <p:spTgt spid="16425"/>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6534"/>
                                        </p:tgtEl>
                                        <p:attrNameLst>
                                          <p:attrName>style.visibility</p:attrName>
                                        </p:attrNameLst>
                                      </p:cBhvr>
                                      <p:to>
                                        <p:strVal val="visible"/>
                                      </p:to>
                                    </p:set>
                                    <p:anim calcmode="lin" valueType="num">
                                      <p:cBhvr>
                                        <p:cTn id="23" dur="1000" fill="hold"/>
                                        <p:tgtEl>
                                          <p:spTgt spid="16534"/>
                                        </p:tgtEl>
                                        <p:attrNameLst>
                                          <p:attrName>ppt_w</p:attrName>
                                        </p:attrNameLst>
                                      </p:cBhvr>
                                      <p:tavLst>
                                        <p:tav tm="0">
                                          <p:val>
                                            <p:fltVal val="0"/>
                                          </p:val>
                                        </p:tav>
                                        <p:tav tm="100000">
                                          <p:val>
                                            <p:strVal val="#ppt_w"/>
                                          </p:val>
                                        </p:tav>
                                      </p:tavLst>
                                    </p:anim>
                                    <p:anim calcmode="lin" valueType="num">
                                      <p:cBhvr>
                                        <p:cTn id="24" dur="1000" fill="hold"/>
                                        <p:tgtEl>
                                          <p:spTgt spid="16534"/>
                                        </p:tgtEl>
                                        <p:attrNameLst>
                                          <p:attrName>ppt_h</p:attrName>
                                        </p:attrNameLst>
                                      </p:cBhvr>
                                      <p:tavLst>
                                        <p:tav tm="0">
                                          <p:val>
                                            <p:fltVal val="0"/>
                                          </p:val>
                                        </p:tav>
                                        <p:tav tm="100000">
                                          <p:val>
                                            <p:strVal val="#ppt_h"/>
                                          </p:val>
                                        </p:tav>
                                      </p:tavLst>
                                    </p:anim>
                                    <p:anim calcmode="lin" valueType="num">
                                      <p:cBhvr>
                                        <p:cTn id="25" dur="1000" fill="hold"/>
                                        <p:tgtEl>
                                          <p:spTgt spid="16534"/>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653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32" fill="hold" nodeType="clickEffect">
                                  <p:stCondLst>
                                    <p:cond delay="0"/>
                                  </p:stCondLst>
                                  <p:childTnLst>
                                    <p:set>
                                      <p:cBhvr>
                                        <p:cTn id="30" dur="1" fill="hold">
                                          <p:stCondLst>
                                            <p:cond delay="0"/>
                                          </p:stCondLst>
                                        </p:cTn>
                                        <p:tgtEl>
                                          <p:spTgt spid="16453"/>
                                        </p:tgtEl>
                                        <p:attrNameLst>
                                          <p:attrName>style.visibility</p:attrName>
                                        </p:attrNameLst>
                                      </p:cBhvr>
                                      <p:to>
                                        <p:strVal val="visible"/>
                                      </p:to>
                                    </p:set>
                                    <p:anim calcmode="lin" valueType="num">
                                      <p:cBhvr>
                                        <p:cTn id="31" dur="500" fill="hold"/>
                                        <p:tgtEl>
                                          <p:spTgt spid="16453"/>
                                        </p:tgtEl>
                                        <p:attrNameLst>
                                          <p:attrName>ppt_w</p:attrName>
                                        </p:attrNameLst>
                                      </p:cBhvr>
                                      <p:tavLst>
                                        <p:tav tm="0">
                                          <p:val>
                                            <p:strVal val="4*#ppt_w"/>
                                          </p:val>
                                        </p:tav>
                                        <p:tav tm="100000">
                                          <p:val>
                                            <p:strVal val="#ppt_w"/>
                                          </p:val>
                                        </p:tav>
                                      </p:tavLst>
                                    </p:anim>
                                    <p:anim calcmode="lin" valueType="num">
                                      <p:cBhvr>
                                        <p:cTn id="32" dur="500" fill="hold"/>
                                        <p:tgtEl>
                                          <p:spTgt spid="16453"/>
                                        </p:tgtEl>
                                        <p:attrNameLst>
                                          <p:attrName>ppt_h</p:attrName>
                                        </p:attrNameLst>
                                      </p:cBhvr>
                                      <p:tavLst>
                                        <p:tav tm="0">
                                          <p:val>
                                            <p:strVal val="4*#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6523"/>
                                        </p:tgtEl>
                                        <p:attrNameLst>
                                          <p:attrName>style.visibility</p:attrName>
                                        </p:attrNameLst>
                                      </p:cBhvr>
                                      <p:to>
                                        <p:strVal val="visible"/>
                                      </p:to>
                                    </p:set>
                                    <p:animEffect transition="in" filter="dissolve">
                                      <p:cBhvr>
                                        <p:cTn id="37" dur="500"/>
                                        <p:tgtEl>
                                          <p:spTgt spid="165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518"/>
                                        </p:tgtEl>
                                        <p:attrNameLst>
                                          <p:attrName>style.visibility</p:attrName>
                                        </p:attrNameLst>
                                      </p:cBhvr>
                                      <p:to>
                                        <p:strVal val="visible"/>
                                      </p:to>
                                    </p:set>
                                    <p:animEffect transition="in" filter="wipe(left)">
                                      <p:cBhvr>
                                        <p:cTn id="42" dur="2000"/>
                                        <p:tgtEl>
                                          <p:spTgt spid="165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6533"/>
                                        </p:tgtEl>
                                        <p:attrNameLst>
                                          <p:attrName>style.visibility</p:attrName>
                                        </p:attrNameLst>
                                      </p:cBhvr>
                                      <p:to>
                                        <p:strVal val="visible"/>
                                      </p:to>
                                    </p:set>
                                    <p:animEffect transition="in" filter="wipe(up)">
                                      <p:cBhvr>
                                        <p:cTn id="47" dur="2000"/>
                                        <p:tgtEl>
                                          <p:spTgt spid="16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23" grpId="0"/>
      <p:bldP spid="1653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p:nvPr/>
        </p:nvSpPr>
        <p:spPr>
          <a:xfrm>
            <a:off x="1692275" y="476250"/>
            <a:ext cx="5695950" cy="519113"/>
          </a:xfrm>
          <a:prstGeom prst="rect">
            <a:avLst/>
          </a:prstGeom>
          <a:noFill/>
          <a:ln w="9525">
            <a:noFill/>
          </a:ln>
        </p:spPr>
        <p:txBody>
          <a:bodyPr wrap="none">
            <a:spAutoFit/>
          </a:bodyPr>
          <a:lstStyle/>
          <a:p>
            <a:pPr eaLnBrk="1" hangingPunct="1"/>
            <a:r>
              <a:rPr lang="zh-CN" altLang="en-US" b="1" dirty="0">
                <a:latin typeface="楷体_GB2312" pitchFamily="49" charset="-122"/>
              </a:rPr>
              <a:t>作出去耦等效电路，</a:t>
            </a:r>
            <a:r>
              <a:rPr lang="en-US" altLang="zh-CN" b="1" dirty="0">
                <a:latin typeface="楷体_GB2312" pitchFamily="49" charset="-122"/>
              </a:rPr>
              <a:t>(</a:t>
            </a:r>
            <a:r>
              <a:rPr lang="zh-CN" altLang="en-US" b="1" dirty="0">
                <a:latin typeface="楷体_GB2312" pitchFamily="49" charset="-122"/>
              </a:rPr>
              <a:t>一对一对消</a:t>
            </a:r>
            <a:r>
              <a:rPr lang="en-US" altLang="zh-CN" b="1" dirty="0">
                <a:latin typeface="楷体_GB2312" pitchFamily="49" charset="-122"/>
              </a:rPr>
              <a:t>):</a:t>
            </a:r>
          </a:p>
        </p:txBody>
      </p:sp>
      <p:sp>
        <p:nvSpPr>
          <p:cNvPr id="15363" name="AutoShape 3"/>
          <p:cNvSpPr/>
          <p:nvPr/>
        </p:nvSpPr>
        <p:spPr>
          <a:xfrm>
            <a:off x="4284663" y="2276475"/>
            <a:ext cx="647700" cy="215900"/>
          </a:xfrm>
          <a:prstGeom prst="rightArrow">
            <a:avLst>
              <a:gd name="adj1" fmla="val 50000"/>
              <a:gd name="adj2" fmla="val 75000"/>
            </a:avLst>
          </a:prstGeom>
          <a:solidFill>
            <a:srgbClr val="3399FF"/>
          </a:solidFill>
          <a:ln w="19050">
            <a:noFill/>
          </a:ln>
        </p:spPr>
        <p:txBody>
          <a:bodyPr wrap="none" anchor="ctr" anchorCtr="0"/>
          <a:lstStyle/>
          <a:p>
            <a:pPr eaLnBrk="1" hangingPunct="1"/>
            <a:endParaRPr lang="zh-CN" altLang="en-US" dirty="0">
              <a:latin typeface="Times New Roman" panose="02020603050405020304" pitchFamily="18" charset="0"/>
            </a:endParaRPr>
          </a:p>
        </p:txBody>
      </p:sp>
      <p:sp>
        <p:nvSpPr>
          <p:cNvPr id="15497" name="AutoShape 137"/>
          <p:cNvSpPr/>
          <p:nvPr/>
        </p:nvSpPr>
        <p:spPr>
          <a:xfrm>
            <a:off x="7596188" y="3068638"/>
            <a:ext cx="215900" cy="504825"/>
          </a:xfrm>
          <a:prstGeom prst="downArrow">
            <a:avLst>
              <a:gd name="adj1" fmla="val 50000"/>
              <a:gd name="adj2" fmla="val 58455"/>
            </a:avLst>
          </a:prstGeom>
          <a:solidFill>
            <a:srgbClr val="3399FF"/>
          </a:solidFill>
          <a:ln w="19050">
            <a:noFill/>
          </a:ln>
        </p:spPr>
        <p:txBody>
          <a:bodyPr vert="eaVert" wrap="none" anchor="ctr" anchorCtr="0"/>
          <a:lstStyle/>
          <a:p>
            <a:pPr eaLnBrk="1" hangingPunct="1"/>
            <a:endParaRPr lang="zh-CN" altLang="en-US" dirty="0">
              <a:latin typeface="Times New Roman" panose="02020603050405020304" pitchFamily="18" charset="0"/>
            </a:endParaRPr>
          </a:p>
        </p:txBody>
      </p:sp>
      <p:sp>
        <p:nvSpPr>
          <p:cNvPr id="15498" name="AutoShape 138"/>
          <p:cNvSpPr/>
          <p:nvPr/>
        </p:nvSpPr>
        <p:spPr>
          <a:xfrm flipH="1">
            <a:off x="3924300" y="5734050"/>
            <a:ext cx="1989138" cy="425450"/>
          </a:xfrm>
          <a:prstGeom prst="curvedUpArrow">
            <a:avLst>
              <a:gd name="adj1" fmla="val 93507"/>
              <a:gd name="adj2" fmla="val 187014"/>
              <a:gd name="adj3" fmla="val 33333"/>
            </a:avLst>
          </a:prstGeom>
          <a:solidFill>
            <a:srgbClr val="3399FF"/>
          </a:solidFill>
          <a:ln w="19050">
            <a:noFill/>
          </a:ln>
        </p:spPr>
        <p:txBody>
          <a:bodyPr wrap="none" anchor="ctr" anchorCtr="0"/>
          <a:lstStyle/>
          <a:p>
            <a:pPr eaLnBrk="1" hangingPunct="1"/>
            <a:endParaRPr lang="zh-CN" altLang="en-US" dirty="0">
              <a:latin typeface="Times New Roman" panose="02020603050405020304" pitchFamily="18" charset="0"/>
            </a:endParaRPr>
          </a:p>
        </p:txBody>
      </p:sp>
      <p:sp>
        <p:nvSpPr>
          <p:cNvPr id="15500" name="Text Box 140"/>
          <p:cNvSpPr txBox="1"/>
          <p:nvPr/>
        </p:nvSpPr>
        <p:spPr>
          <a:xfrm>
            <a:off x="395288" y="549275"/>
            <a:ext cx="1223962" cy="519113"/>
          </a:xfrm>
          <a:prstGeom prst="rect">
            <a:avLst/>
          </a:prstGeom>
          <a:solidFill>
            <a:srgbClr val="990033"/>
          </a:solidFill>
          <a:ln w="19050">
            <a:noFill/>
          </a:ln>
        </p:spPr>
        <p:txBody>
          <a:bodyPr>
            <a:spAutoFit/>
          </a:bodyPr>
          <a:lstStyle/>
          <a:p>
            <a:pPr eaLnBrk="1" hangingPunct="1"/>
            <a:r>
              <a:rPr lang="zh-CN" altLang="en-US" b="1" dirty="0">
                <a:solidFill>
                  <a:schemeClr val="bg1"/>
                </a:solidFill>
                <a:latin typeface="宋体" panose="02010600030101010101" pitchFamily="2" charset="-122"/>
                <a:ea typeface="宋体" panose="02010600030101010101" pitchFamily="2" charset="-122"/>
              </a:rPr>
              <a:t>解法</a:t>
            </a:r>
            <a:r>
              <a:rPr lang="en-US" altLang="zh-CN" b="1" dirty="0">
                <a:solidFill>
                  <a:schemeClr val="bg1"/>
                </a:solidFill>
                <a:latin typeface="宋体" panose="02010600030101010101" pitchFamily="2" charset="-122"/>
                <a:ea typeface="宋体" panose="02010600030101010101" pitchFamily="2" charset="-122"/>
              </a:rPr>
              <a:t>2</a:t>
            </a:r>
            <a:endParaRPr lang="en-US" altLang="zh-CN" dirty="0">
              <a:solidFill>
                <a:schemeClr val="bg1"/>
              </a:solidFill>
              <a:latin typeface="宋体" panose="02010600030101010101" pitchFamily="2" charset="-122"/>
              <a:ea typeface="宋体" panose="02010600030101010101" pitchFamily="2" charset="-122"/>
            </a:endParaRPr>
          </a:p>
        </p:txBody>
      </p:sp>
      <p:grpSp>
        <p:nvGrpSpPr>
          <p:cNvPr id="48135" name="Group 184"/>
          <p:cNvGrpSpPr/>
          <p:nvPr/>
        </p:nvGrpSpPr>
        <p:grpSpPr>
          <a:xfrm>
            <a:off x="8316913" y="6446838"/>
            <a:ext cx="792162" cy="366712"/>
            <a:chOff x="5193" y="4020"/>
            <a:chExt cx="499" cy="231"/>
          </a:xfrm>
        </p:grpSpPr>
        <p:pic>
          <p:nvPicPr>
            <p:cNvPr id="48281" name="Picture 185"/>
            <p:cNvPicPr>
              <a:picLocks noChangeAspect="1"/>
            </p:cNvPicPr>
            <p:nvPr/>
          </p:nvPicPr>
          <p:blipFill>
            <a:blip r:embed="rId2"/>
            <a:stretch>
              <a:fillRect/>
            </a:stretch>
          </p:blipFill>
          <p:spPr>
            <a:xfrm>
              <a:off x="5193" y="4066"/>
              <a:ext cx="499" cy="181"/>
            </a:xfrm>
            <a:prstGeom prst="rect">
              <a:avLst/>
            </a:prstGeom>
            <a:noFill/>
            <a:ln w="9525">
              <a:noFill/>
            </a:ln>
          </p:spPr>
        </p:pic>
        <p:sp>
          <p:nvSpPr>
            <p:cNvPr id="48282" name="Text Box 18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8136" name="Group 187"/>
          <p:cNvGrpSpPr/>
          <p:nvPr/>
        </p:nvGrpSpPr>
        <p:grpSpPr>
          <a:xfrm>
            <a:off x="7453313" y="6446838"/>
            <a:ext cx="792162" cy="366712"/>
            <a:chOff x="4649" y="4020"/>
            <a:chExt cx="499" cy="231"/>
          </a:xfrm>
        </p:grpSpPr>
        <p:pic>
          <p:nvPicPr>
            <p:cNvPr id="48279" name="Picture 188"/>
            <p:cNvPicPr>
              <a:picLocks noChangeAspect="1"/>
            </p:cNvPicPr>
            <p:nvPr/>
          </p:nvPicPr>
          <p:blipFill>
            <a:blip r:embed="rId2"/>
            <a:stretch>
              <a:fillRect/>
            </a:stretch>
          </p:blipFill>
          <p:spPr>
            <a:xfrm>
              <a:off x="4649" y="4066"/>
              <a:ext cx="499" cy="181"/>
            </a:xfrm>
            <a:prstGeom prst="rect">
              <a:avLst/>
            </a:prstGeom>
            <a:noFill/>
            <a:ln w="9525">
              <a:noFill/>
            </a:ln>
          </p:spPr>
        </p:pic>
        <p:sp>
          <p:nvSpPr>
            <p:cNvPr id="48280" name="Text Box 18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8137" name="Group 323"/>
          <p:cNvGrpSpPr/>
          <p:nvPr/>
        </p:nvGrpSpPr>
        <p:grpSpPr>
          <a:xfrm>
            <a:off x="6588125" y="6446838"/>
            <a:ext cx="792163" cy="366712"/>
            <a:chOff x="4649" y="4020"/>
            <a:chExt cx="499" cy="231"/>
          </a:xfrm>
        </p:grpSpPr>
        <p:pic>
          <p:nvPicPr>
            <p:cNvPr id="48277" name="Picture 324"/>
            <p:cNvPicPr>
              <a:picLocks noChangeAspect="1"/>
            </p:cNvPicPr>
            <p:nvPr/>
          </p:nvPicPr>
          <p:blipFill>
            <a:blip r:embed="rId2"/>
            <a:stretch>
              <a:fillRect/>
            </a:stretch>
          </p:blipFill>
          <p:spPr>
            <a:xfrm>
              <a:off x="4649" y="4066"/>
              <a:ext cx="499" cy="181"/>
            </a:xfrm>
            <a:prstGeom prst="rect">
              <a:avLst/>
            </a:prstGeom>
            <a:noFill/>
            <a:ln w="9525">
              <a:noFill/>
            </a:ln>
          </p:spPr>
        </p:pic>
        <p:sp>
          <p:nvSpPr>
            <p:cNvPr id="48278" name="Text Box 325">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5717" name="Group 357"/>
          <p:cNvGrpSpPr/>
          <p:nvPr/>
        </p:nvGrpSpPr>
        <p:grpSpPr>
          <a:xfrm>
            <a:off x="684213" y="908050"/>
            <a:ext cx="3636962" cy="2865438"/>
            <a:chOff x="431" y="572"/>
            <a:chExt cx="2291" cy="1805"/>
          </a:xfrm>
        </p:grpSpPr>
        <p:sp>
          <p:nvSpPr>
            <p:cNvPr id="48236" name="Oval 194"/>
            <p:cNvSpPr/>
            <p:nvPr/>
          </p:nvSpPr>
          <p:spPr>
            <a:xfrm>
              <a:off x="431" y="1184"/>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237" name="Oval 195"/>
            <p:cNvSpPr/>
            <p:nvPr/>
          </p:nvSpPr>
          <p:spPr>
            <a:xfrm>
              <a:off x="2654" y="1175"/>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238" name="Oval 196"/>
            <p:cNvSpPr/>
            <p:nvPr/>
          </p:nvSpPr>
          <p:spPr>
            <a:xfrm>
              <a:off x="1461" y="230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239" name="Text Box 197"/>
            <p:cNvSpPr txBox="1"/>
            <p:nvPr/>
          </p:nvSpPr>
          <p:spPr>
            <a:xfrm>
              <a:off x="1368" y="572"/>
              <a:ext cx="404"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40" name="Line 198"/>
            <p:cNvSpPr/>
            <p:nvPr/>
          </p:nvSpPr>
          <p:spPr>
            <a:xfrm flipV="1">
              <a:off x="1362" y="1208"/>
              <a:ext cx="363" cy="0"/>
            </a:xfrm>
            <a:prstGeom prst="line">
              <a:avLst/>
            </a:prstGeom>
            <a:ln w="28575" cap="flat" cmpd="sng">
              <a:solidFill>
                <a:srgbClr val="FFCC00"/>
              </a:solidFill>
              <a:prstDash val="solid"/>
              <a:headEnd type="none" w="med" len="med"/>
              <a:tailEnd type="none" w="med" len="med"/>
            </a:ln>
          </p:spPr>
        </p:sp>
        <p:sp>
          <p:nvSpPr>
            <p:cNvPr id="48241" name="Line 199"/>
            <p:cNvSpPr/>
            <p:nvPr/>
          </p:nvSpPr>
          <p:spPr>
            <a:xfrm>
              <a:off x="1498" y="1208"/>
              <a:ext cx="0" cy="181"/>
            </a:xfrm>
            <a:prstGeom prst="line">
              <a:avLst/>
            </a:prstGeom>
            <a:ln w="28575" cap="flat" cmpd="sng">
              <a:solidFill>
                <a:srgbClr val="FFCC00"/>
              </a:solidFill>
              <a:prstDash val="solid"/>
              <a:headEnd type="oval" w="med" len="med"/>
              <a:tailEnd type="none" w="med" len="med"/>
            </a:ln>
          </p:spPr>
        </p:sp>
        <p:sp>
          <p:nvSpPr>
            <p:cNvPr id="48242" name="Line 200"/>
            <p:cNvSpPr/>
            <p:nvPr/>
          </p:nvSpPr>
          <p:spPr>
            <a:xfrm>
              <a:off x="499" y="1220"/>
              <a:ext cx="454" cy="0"/>
            </a:xfrm>
            <a:prstGeom prst="line">
              <a:avLst/>
            </a:prstGeom>
            <a:ln w="28575" cap="flat" cmpd="sng">
              <a:solidFill>
                <a:srgbClr val="FFCC00"/>
              </a:solidFill>
              <a:prstDash val="solid"/>
              <a:headEnd type="none" w="med" len="med"/>
              <a:tailEnd type="none" w="med" len="med"/>
            </a:ln>
          </p:spPr>
        </p:sp>
        <p:sp>
          <p:nvSpPr>
            <p:cNvPr id="48243" name="Line 201"/>
            <p:cNvSpPr/>
            <p:nvPr/>
          </p:nvSpPr>
          <p:spPr>
            <a:xfrm flipH="1">
              <a:off x="1497" y="1752"/>
              <a:ext cx="1" cy="557"/>
            </a:xfrm>
            <a:prstGeom prst="line">
              <a:avLst/>
            </a:prstGeom>
            <a:ln w="28575" cap="flat" cmpd="sng">
              <a:solidFill>
                <a:srgbClr val="FFCC00"/>
              </a:solidFill>
              <a:prstDash val="solid"/>
              <a:headEnd type="none" w="med" len="med"/>
              <a:tailEnd type="none" w="med" len="med"/>
            </a:ln>
          </p:spPr>
        </p:sp>
        <p:sp>
          <p:nvSpPr>
            <p:cNvPr id="48244" name="Text Box 202"/>
            <p:cNvSpPr txBox="1"/>
            <p:nvPr/>
          </p:nvSpPr>
          <p:spPr>
            <a:xfrm>
              <a:off x="1558" y="1700"/>
              <a:ext cx="212" cy="288"/>
            </a:xfrm>
            <a:prstGeom prst="rect">
              <a:avLst/>
            </a:prstGeom>
            <a:noFill/>
            <a:ln w="38100">
              <a:noFill/>
            </a:ln>
          </p:spPr>
          <p:txBody>
            <a:bodyPr wrap="none">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rPr>
                <a:t>*</a:t>
              </a:r>
            </a:p>
          </p:txBody>
        </p:sp>
        <p:sp>
          <p:nvSpPr>
            <p:cNvPr id="48245" name="Text Box 203"/>
            <p:cNvSpPr txBox="1"/>
            <p:nvPr/>
          </p:nvSpPr>
          <p:spPr>
            <a:xfrm>
              <a:off x="2179" y="1194"/>
              <a:ext cx="212" cy="288"/>
            </a:xfrm>
            <a:prstGeom prst="rect">
              <a:avLst/>
            </a:prstGeom>
            <a:noFill/>
            <a:ln w="38100">
              <a:noFill/>
            </a:ln>
          </p:spPr>
          <p:txBody>
            <a:bodyPr wrap="none">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rPr>
                <a:t>*</a:t>
              </a:r>
            </a:p>
          </p:txBody>
        </p:sp>
        <p:sp>
          <p:nvSpPr>
            <p:cNvPr id="48246" name="Text Box 204"/>
            <p:cNvSpPr txBox="1"/>
            <p:nvPr/>
          </p:nvSpPr>
          <p:spPr>
            <a:xfrm>
              <a:off x="1299" y="1634"/>
              <a:ext cx="192" cy="288"/>
            </a:xfrm>
            <a:prstGeom prst="rect">
              <a:avLst/>
            </a:prstGeom>
            <a:noFill/>
            <a:ln w="38100">
              <a:noFill/>
            </a:ln>
          </p:spPr>
          <p:txBody>
            <a:bodyPr>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47" name="Text Box 205"/>
            <p:cNvSpPr txBox="1"/>
            <p:nvPr/>
          </p:nvSpPr>
          <p:spPr>
            <a:xfrm>
              <a:off x="873" y="1151"/>
              <a:ext cx="192" cy="288"/>
            </a:xfrm>
            <a:prstGeom prst="rect">
              <a:avLst/>
            </a:prstGeom>
            <a:noFill/>
            <a:ln w="38100">
              <a:noFill/>
            </a:ln>
          </p:spPr>
          <p:txBody>
            <a:bodyPr>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48" name="Text Box 206"/>
            <p:cNvSpPr txBox="1"/>
            <p:nvPr/>
          </p:nvSpPr>
          <p:spPr>
            <a:xfrm>
              <a:off x="816" y="932"/>
              <a:ext cx="204" cy="288"/>
            </a:xfrm>
            <a:prstGeom prst="rect">
              <a:avLst/>
            </a:prstGeom>
            <a:noFill/>
            <a:ln w="38100">
              <a:noFill/>
            </a:ln>
          </p:spPr>
          <p:txBody>
            <a:bodyPr wrap="none">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49" name="Text Box 207"/>
            <p:cNvSpPr txBox="1"/>
            <p:nvPr/>
          </p:nvSpPr>
          <p:spPr>
            <a:xfrm>
              <a:off x="2094" y="932"/>
              <a:ext cx="204" cy="288"/>
            </a:xfrm>
            <a:prstGeom prst="rect">
              <a:avLst/>
            </a:prstGeom>
            <a:noFill/>
            <a:ln w="38100">
              <a:noFill/>
            </a:ln>
          </p:spPr>
          <p:txBody>
            <a:bodyPr wrap="none">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50" name="Text Box 208"/>
            <p:cNvSpPr txBox="1"/>
            <p:nvPr/>
          </p:nvSpPr>
          <p:spPr>
            <a:xfrm>
              <a:off x="1997" y="1557"/>
              <a:ext cx="404"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51" name="Text Box 209"/>
            <p:cNvSpPr txBox="1"/>
            <p:nvPr/>
          </p:nvSpPr>
          <p:spPr>
            <a:xfrm>
              <a:off x="909" y="1466"/>
              <a:ext cx="404"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31</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52" name="Text Box 210"/>
            <p:cNvSpPr txBox="1"/>
            <p:nvPr/>
          </p:nvSpPr>
          <p:spPr>
            <a:xfrm>
              <a:off x="1050" y="836"/>
              <a:ext cx="287"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1</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53" name="Text Box 211"/>
            <p:cNvSpPr txBox="1"/>
            <p:nvPr/>
          </p:nvSpPr>
          <p:spPr>
            <a:xfrm>
              <a:off x="1770" y="836"/>
              <a:ext cx="287"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2</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54" name="Text Box 212"/>
            <p:cNvSpPr txBox="1"/>
            <p:nvPr/>
          </p:nvSpPr>
          <p:spPr>
            <a:xfrm>
              <a:off x="1578" y="1412"/>
              <a:ext cx="287"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3</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55" name="Arc 213"/>
            <p:cNvSpPr/>
            <p:nvPr/>
          </p:nvSpPr>
          <p:spPr>
            <a:xfrm flipH="1">
              <a:off x="952" y="728"/>
              <a:ext cx="420" cy="276"/>
            </a:xfrm>
            <a:custGeom>
              <a:avLst/>
              <a:gdLst/>
              <a:ahLst/>
              <a:cxnLst>
                <a:cxn ang="0">
                  <a:pos x="0" y="0"/>
                </a:cxn>
                <a:cxn ang="0">
                  <a:pos x="420" y="231"/>
                </a:cxn>
                <a:cxn ang="0">
                  <a:pos x="10" y="276"/>
                </a:cxn>
              </a:cxnLst>
              <a:rect l="0" t="0" r="0" b="0"/>
              <a:pathLst>
                <a:path w="21811" h="21600" fill="none">
                  <a:moveTo>
                    <a:pt x="-1" y="5"/>
                  </a:moveTo>
                  <a:cubicBezTo>
                    <a:pt x="164" y="1"/>
                    <a:pt x="329" y="0"/>
                    <a:pt x="495" y="0"/>
                  </a:cubicBezTo>
                  <a:cubicBezTo>
                    <a:pt x="11076" y="0"/>
                    <a:pt x="20099" y="7665"/>
                    <a:pt x="21810" y="18107"/>
                  </a:cubicBezTo>
                </a:path>
                <a:path w="21811" h="21600" stroke="0">
                  <a:moveTo>
                    <a:pt x="-1" y="5"/>
                  </a:moveTo>
                  <a:cubicBezTo>
                    <a:pt x="164" y="1"/>
                    <a:pt x="329" y="0"/>
                    <a:pt x="495" y="0"/>
                  </a:cubicBezTo>
                  <a:cubicBezTo>
                    <a:pt x="11076" y="0"/>
                    <a:pt x="20099" y="7665"/>
                    <a:pt x="21810" y="18107"/>
                  </a:cubicBezTo>
                  <a:lnTo>
                    <a:pt x="495" y="21600"/>
                  </a:lnTo>
                  <a:lnTo>
                    <a:pt x="-1" y="5"/>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256" name="Arc 214"/>
            <p:cNvSpPr/>
            <p:nvPr/>
          </p:nvSpPr>
          <p:spPr>
            <a:xfrm>
              <a:off x="1734" y="708"/>
              <a:ext cx="426" cy="288"/>
            </a:xfrm>
            <a:custGeom>
              <a:avLst/>
              <a:gdLst/>
              <a:ahLst/>
              <a:cxnLst>
                <a:cxn ang="0">
                  <a:pos x="0" y="0"/>
                </a:cxn>
                <a:cxn ang="0">
                  <a:pos x="426" y="233"/>
                </a:cxn>
                <a:cxn ang="0">
                  <a:pos x="0" y="288"/>
                </a:cxn>
              </a:cxnLst>
              <a:rect l="0" t="0" r="0" b="0"/>
              <a:pathLst>
                <a:path w="21206" h="21600" fill="none">
                  <a:moveTo>
                    <a:pt x="0" y="0"/>
                  </a:moveTo>
                  <a:cubicBezTo>
                    <a:pt x="10346" y="0"/>
                    <a:pt x="19240" y="7337"/>
                    <a:pt x="21206" y="17495"/>
                  </a:cubicBezTo>
                </a:path>
                <a:path w="21206" h="21600" stroke="0">
                  <a:moveTo>
                    <a:pt x="0" y="0"/>
                  </a:moveTo>
                  <a:cubicBezTo>
                    <a:pt x="10346" y="0"/>
                    <a:pt x="19240" y="7337"/>
                    <a:pt x="21206" y="17495"/>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257" name="Arc 215"/>
            <p:cNvSpPr/>
            <p:nvPr/>
          </p:nvSpPr>
          <p:spPr>
            <a:xfrm rot="5400000">
              <a:off x="1725" y="1578"/>
              <a:ext cx="278" cy="256"/>
            </a:xfrm>
            <a:custGeom>
              <a:avLst/>
              <a:gdLst/>
              <a:ahLst/>
              <a:cxnLst>
                <a:cxn ang="0">
                  <a:pos x="142" y="0"/>
                </a:cxn>
                <a:cxn ang="0">
                  <a:pos x="278" y="249"/>
                </a:cxn>
                <a:cxn ang="0">
                  <a:pos x="0" y="256"/>
                </a:cxn>
              </a:cxnLst>
              <a:rect l="0" t="0" r="0" b="0"/>
              <a:pathLst>
                <a:path w="21595" h="18560" fill="none">
                  <a:moveTo>
                    <a:pt x="11049" y="-1"/>
                  </a:moveTo>
                  <a:cubicBezTo>
                    <a:pt x="17446" y="3808"/>
                    <a:pt x="21431" y="10643"/>
                    <a:pt x="21594" y="18087"/>
                  </a:cubicBezTo>
                </a:path>
                <a:path w="21595" h="18560" stroke="0">
                  <a:moveTo>
                    <a:pt x="11049" y="-1"/>
                  </a:moveTo>
                  <a:cubicBezTo>
                    <a:pt x="17446" y="3808"/>
                    <a:pt x="21431" y="10643"/>
                    <a:pt x="21594" y="18087"/>
                  </a:cubicBezTo>
                  <a:lnTo>
                    <a:pt x="0" y="18560"/>
                  </a:lnTo>
                  <a:lnTo>
                    <a:pt x="11049"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258" name="Arc 216"/>
            <p:cNvSpPr/>
            <p:nvPr/>
          </p:nvSpPr>
          <p:spPr>
            <a:xfrm flipV="1">
              <a:off x="1927" y="1307"/>
              <a:ext cx="271" cy="260"/>
            </a:xfrm>
            <a:custGeom>
              <a:avLst/>
              <a:gdLst/>
              <a:ahLst/>
              <a:cxnLst>
                <a:cxn ang="0">
                  <a:pos x="180" y="0"/>
                </a:cxn>
                <a:cxn ang="0">
                  <a:pos x="271" y="252"/>
                </a:cxn>
                <a:cxn ang="0">
                  <a:pos x="0" y="260"/>
                </a:cxn>
              </a:cxnLst>
              <a:rect l="0" t="0" r="0" b="0"/>
              <a:pathLst>
                <a:path w="21595" h="16142" fill="none">
                  <a:moveTo>
                    <a:pt x="14352" y="0"/>
                  </a:moveTo>
                  <a:cubicBezTo>
                    <a:pt x="18839" y="3989"/>
                    <a:pt x="21463" y="9666"/>
                    <a:pt x="21594" y="15669"/>
                  </a:cubicBezTo>
                </a:path>
                <a:path w="21595" h="16142" stroke="0">
                  <a:moveTo>
                    <a:pt x="14352" y="0"/>
                  </a:moveTo>
                  <a:cubicBezTo>
                    <a:pt x="18839" y="3989"/>
                    <a:pt x="21463" y="9666"/>
                    <a:pt x="21594" y="15669"/>
                  </a:cubicBezTo>
                  <a:lnTo>
                    <a:pt x="0" y="16142"/>
                  </a:lnTo>
                  <a:lnTo>
                    <a:pt x="14352"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259" name="Arc 217"/>
            <p:cNvSpPr/>
            <p:nvPr/>
          </p:nvSpPr>
          <p:spPr>
            <a:xfrm rot="-5400000" flipH="1">
              <a:off x="1099" y="1577"/>
              <a:ext cx="278" cy="256"/>
            </a:xfrm>
            <a:custGeom>
              <a:avLst/>
              <a:gdLst/>
              <a:ahLst/>
              <a:cxnLst>
                <a:cxn ang="0">
                  <a:pos x="142" y="0"/>
                </a:cxn>
                <a:cxn ang="0">
                  <a:pos x="278" y="249"/>
                </a:cxn>
                <a:cxn ang="0">
                  <a:pos x="0" y="256"/>
                </a:cxn>
              </a:cxnLst>
              <a:rect l="0" t="0" r="0" b="0"/>
              <a:pathLst>
                <a:path w="21595" h="18560" fill="none">
                  <a:moveTo>
                    <a:pt x="11049" y="-1"/>
                  </a:moveTo>
                  <a:cubicBezTo>
                    <a:pt x="17446" y="3808"/>
                    <a:pt x="21431" y="10643"/>
                    <a:pt x="21594" y="18087"/>
                  </a:cubicBezTo>
                </a:path>
                <a:path w="21595" h="18560" stroke="0">
                  <a:moveTo>
                    <a:pt x="11049" y="-1"/>
                  </a:moveTo>
                  <a:cubicBezTo>
                    <a:pt x="17446" y="3808"/>
                    <a:pt x="21431" y="10643"/>
                    <a:pt x="21594" y="18087"/>
                  </a:cubicBezTo>
                  <a:lnTo>
                    <a:pt x="0" y="18560"/>
                  </a:lnTo>
                  <a:lnTo>
                    <a:pt x="11049"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260" name="Arc 218"/>
            <p:cNvSpPr/>
            <p:nvPr/>
          </p:nvSpPr>
          <p:spPr>
            <a:xfrm flipH="1" flipV="1">
              <a:off x="893" y="1312"/>
              <a:ext cx="271" cy="260"/>
            </a:xfrm>
            <a:custGeom>
              <a:avLst/>
              <a:gdLst/>
              <a:ahLst/>
              <a:cxnLst>
                <a:cxn ang="0">
                  <a:pos x="180" y="0"/>
                </a:cxn>
                <a:cxn ang="0">
                  <a:pos x="271" y="252"/>
                </a:cxn>
                <a:cxn ang="0">
                  <a:pos x="0" y="260"/>
                </a:cxn>
              </a:cxnLst>
              <a:rect l="0" t="0" r="0" b="0"/>
              <a:pathLst>
                <a:path w="21595" h="16142" fill="none">
                  <a:moveTo>
                    <a:pt x="14352" y="0"/>
                  </a:moveTo>
                  <a:cubicBezTo>
                    <a:pt x="18839" y="3989"/>
                    <a:pt x="21463" y="9666"/>
                    <a:pt x="21594" y="15669"/>
                  </a:cubicBezTo>
                </a:path>
                <a:path w="21595" h="16142" stroke="0">
                  <a:moveTo>
                    <a:pt x="14352" y="0"/>
                  </a:moveTo>
                  <a:cubicBezTo>
                    <a:pt x="18839" y="3989"/>
                    <a:pt x="21463" y="9666"/>
                    <a:pt x="21594" y="15669"/>
                  </a:cubicBezTo>
                  <a:lnTo>
                    <a:pt x="0" y="16142"/>
                  </a:lnTo>
                  <a:lnTo>
                    <a:pt x="14352"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261" name="Line 219"/>
            <p:cNvSpPr/>
            <p:nvPr/>
          </p:nvSpPr>
          <p:spPr>
            <a:xfrm flipV="1">
              <a:off x="2133" y="1202"/>
              <a:ext cx="513" cy="6"/>
            </a:xfrm>
            <a:prstGeom prst="line">
              <a:avLst/>
            </a:prstGeom>
            <a:ln w="28575" cap="flat" cmpd="sng">
              <a:solidFill>
                <a:srgbClr val="FFCC00"/>
              </a:solidFill>
              <a:prstDash val="solid"/>
              <a:headEnd type="none" w="med" len="med"/>
              <a:tailEnd type="none" w="med" len="med"/>
            </a:ln>
          </p:spPr>
        </p:sp>
        <p:grpSp>
          <p:nvGrpSpPr>
            <p:cNvPr id="48262" name="Group 327"/>
            <p:cNvGrpSpPr/>
            <p:nvPr/>
          </p:nvGrpSpPr>
          <p:grpSpPr>
            <a:xfrm rot="5400000">
              <a:off x="1115" y="967"/>
              <a:ext cx="91" cy="408"/>
              <a:chOff x="1565" y="2614"/>
              <a:chExt cx="90" cy="486"/>
            </a:xfrm>
          </p:grpSpPr>
          <p:sp>
            <p:nvSpPr>
              <p:cNvPr id="48273" name="Arc 32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74" name="Arc 32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75" name="Arc 33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76" name="Arc 33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8263" name="Group 332"/>
            <p:cNvGrpSpPr/>
            <p:nvPr/>
          </p:nvGrpSpPr>
          <p:grpSpPr>
            <a:xfrm rot="5400000">
              <a:off x="1877" y="967"/>
              <a:ext cx="91" cy="408"/>
              <a:chOff x="1565" y="2614"/>
              <a:chExt cx="90" cy="486"/>
            </a:xfrm>
          </p:grpSpPr>
          <p:sp>
            <p:nvSpPr>
              <p:cNvPr id="48269" name="Arc 33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70" name="Arc 33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71" name="Arc 33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72" name="Arc 33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8264" name="Group 342"/>
            <p:cNvGrpSpPr/>
            <p:nvPr/>
          </p:nvGrpSpPr>
          <p:grpSpPr>
            <a:xfrm rot="10800000">
              <a:off x="1483" y="1389"/>
              <a:ext cx="90" cy="363"/>
              <a:chOff x="1565" y="2614"/>
              <a:chExt cx="90" cy="486"/>
            </a:xfrm>
          </p:grpSpPr>
          <p:sp>
            <p:nvSpPr>
              <p:cNvPr id="48265" name="Arc 34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66" name="Arc 34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67" name="Arc 34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68" name="Arc 34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15751" name="Group 391"/>
          <p:cNvGrpSpPr/>
          <p:nvPr/>
        </p:nvGrpSpPr>
        <p:grpSpPr>
          <a:xfrm>
            <a:off x="5038725" y="3789363"/>
            <a:ext cx="4105275" cy="2557462"/>
            <a:chOff x="3174" y="2387"/>
            <a:chExt cx="2586" cy="1611"/>
          </a:xfrm>
        </p:grpSpPr>
        <p:sp>
          <p:nvSpPr>
            <p:cNvPr id="48204" name="Text Box 293"/>
            <p:cNvSpPr txBox="1"/>
            <p:nvPr/>
          </p:nvSpPr>
          <p:spPr>
            <a:xfrm>
              <a:off x="4534" y="2387"/>
              <a:ext cx="1226" cy="288"/>
            </a:xfrm>
            <a:prstGeom prst="rect">
              <a:avLst/>
            </a:prstGeom>
            <a:noFill/>
            <a:ln w="9525">
              <a:noFill/>
            </a:ln>
          </p:spPr>
          <p:txBody>
            <a:bodyPr>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2</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a:t>
              </a:r>
            </a:p>
          </p:txBody>
        </p:sp>
        <p:grpSp>
          <p:nvGrpSpPr>
            <p:cNvPr id="48205" name="Group 389"/>
            <p:cNvGrpSpPr/>
            <p:nvPr/>
          </p:nvGrpSpPr>
          <p:grpSpPr>
            <a:xfrm>
              <a:off x="3174" y="2419"/>
              <a:ext cx="2402" cy="1579"/>
              <a:chOff x="3174" y="2419"/>
              <a:chExt cx="2402" cy="1579"/>
            </a:xfrm>
          </p:grpSpPr>
          <p:sp>
            <p:nvSpPr>
              <p:cNvPr id="48206" name="Oval 267"/>
              <p:cNvSpPr/>
              <p:nvPr/>
            </p:nvSpPr>
            <p:spPr>
              <a:xfrm>
                <a:off x="3287" y="2805"/>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207" name="Oval 268"/>
              <p:cNvSpPr/>
              <p:nvPr/>
            </p:nvSpPr>
            <p:spPr>
              <a:xfrm>
                <a:off x="5508" y="2796"/>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208" name="Oval 269"/>
              <p:cNvSpPr/>
              <p:nvPr/>
            </p:nvSpPr>
            <p:spPr>
              <a:xfrm>
                <a:off x="4325" y="393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209" name="Line 270"/>
              <p:cNvSpPr/>
              <p:nvPr/>
            </p:nvSpPr>
            <p:spPr>
              <a:xfrm flipV="1">
                <a:off x="4217" y="2829"/>
                <a:ext cx="363" cy="0"/>
              </a:xfrm>
              <a:prstGeom prst="line">
                <a:avLst/>
              </a:prstGeom>
              <a:ln w="28575" cap="flat" cmpd="sng">
                <a:solidFill>
                  <a:srgbClr val="FFCC00"/>
                </a:solidFill>
                <a:prstDash val="solid"/>
                <a:headEnd type="none" w="med" len="med"/>
                <a:tailEnd type="none" w="med" len="med"/>
              </a:ln>
            </p:spPr>
          </p:sp>
          <p:sp>
            <p:nvSpPr>
              <p:cNvPr id="48210" name="Line 271"/>
              <p:cNvSpPr/>
              <p:nvPr/>
            </p:nvSpPr>
            <p:spPr>
              <a:xfrm>
                <a:off x="4353" y="2829"/>
                <a:ext cx="0" cy="181"/>
              </a:xfrm>
              <a:prstGeom prst="line">
                <a:avLst/>
              </a:prstGeom>
              <a:ln w="28575" cap="flat" cmpd="sng">
                <a:solidFill>
                  <a:srgbClr val="FFCC00"/>
                </a:solidFill>
                <a:prstDash val="solid"/>
                <a:headEnd type="oval" w="med" len="med"/>
                <a:tailEnd type="none" w="med" len="med"/>
              </a:ln>
            </p:spPr>
          </p:sp>
          <p:sp>
            <p:nvSpPr>
              <p:cNvPr id="48211" name="Line 272"/>
              <p:cNvSpPr/>
              <p:nvPr/>
            </p:nvSpPr>
            <p:spPr>
              <a:xfrm>
                <a:off x="3355" y="2841"/>
                <a:ext cx="454" cy="0"/>
              </a:xfrm>
              <a:prstGeom prst="line">
                <a:avLst/>
              </a:prstGeom>
              <a:ln w="28575" cap="flat" cmpd="sng">
                <a:solidFill>
                  <a:srgbClr val="FFCC00"/>
                </a:solidFill>
                <a:prstDash val="solid"/>
                <a:headEnd type="none" w="med" len="med"/>
                <a:tailEnd type="none" w="med" len="med"/>
              </a:ln>
            </p:spPr>
          </p:sp>
          <p:sp>
            <p:nvSpPr>
              <p:cNvPr id="48212" name="Line 273"/>
              <p:cNvSpPr/>
              <p:nvPr/>
            </p:nvSpPr>
            <p:spPr>
              <a:xfrm flipH="1">
                <a:off x="4352" y="3373"/>
                <a:ext cx="1" cy="557"/>
              </a:xfrm>
              <a:prstGeom prst="line">
                <a:avLst/>
              </a:prstGeom>
              <a:ln w="28575" cap="flat" cmpd="sng">
                <a:solidFill>
                  <a:srgbClr val="FFCC00"/>
                </a:solidFill>
                <a:prstDash val="solid"/>
                <a:headEnd type="none" w="med" len="med"/>
                <a:tailEnd type="none" w="med" len="med"/>
              </a:ln>
            </p:spPr>
          </p:sp>
          <p:sp>
            <p:nvSpPr>
              <p:cNvPr id="48213" name="Text Box 274"/>
              <p:cNvSpPr txBox="1"/>
              <p:nvPr/>
            </p:nvSpPr>
            <p:spPr>
              <a:xfrm>
                <a:off x="4154" y="3219"/>
                <a:ext cx="192" cy="288"/>
              </a:xfrm>
              <a:prstGeom prst="rect">
                <a:avLst/>
              </a:prstGeom>
              <a:noFill/>
              <a:ln w="38100">
                <a:noFill/>
              </a:ln>
            </p:spPr>
            <p:txBody>
              <a:bodyPr>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14" name="Text Box 275"/>
              <p:cNvSpPr txBox="1"/>
              <p:nvPr/>
            </p:nvSpPr>
            <p:spPr>
              <a:xfrm>
                <a:off x="3720" y="2772"/>
                <a:ext cx="192" cy="288"/>
              </a:xfrm>
              <a:prstGeom prst="rect">
                <a:avLst/>
              </a:prstGeom>
              <a:noFill/>
              <a:ln w="38100">
                <a:noFill/>
              </a:ln>
            </p:spPr>
            <p:txBody>
              <a:bodyPr>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15" name="Text Box 276"/>
              <p:cNvSpPr txBox="1"/>
              <p:nvPr/>
            </p:nvSpPr>
            <p:spPr>
              <a:xfrm>
                <a:off x="3673" y="3190"/>
                <a:ext cx="403"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31</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216" name="Arc 277"/>
              <p:cNvSpPr/>
              <p:nvPr/>
            </p:nvSpPr>
            <p:spPr>
              <a:xfrm rot="-5400000" flipH="1">
                <a:off x="3933" y="3306"/>
                <a:ext cx="278" cy="256"/>
              </a:xfrm>
              <a:custGeom>
                <a:avLst/>
                <a:gdLst/>
                <a:ahLst/>
                <a:cxnLst>
                  <a:cxn ang="0">
                    <a:pos x="142" y="0"/>
                  </a:cxn>
                  <a:cxn ang="0">
                    <a:pos x="278" y="249"/>
                  </a:cxn>
                  <a:cxn ang="0">
                    <a:pos x="0" y="256"/>
                  </a:cxn>
                </a:cxnLst>
                <a:rect l="0" t="0" r="0" b="0"/>
                <a:pathLst>
                  <a:path w="21595" h="18560" fill="none">
                    <a:moveTo>
                      <a:pt x="11049" y="-1"/>
                    </a:moveTo>
                    <a:cubicBezTo>
                      <a:pt x="17446" y="3808"/>
                      <a:pt x="21431" y="10643"/>
                      <a:pt x="21594" y="18087"/>
                    </a:cubicBezTo>
                  </a:path>
                  <a:path w="21595" h="18560" stroke="0">
                    <a:moveTo>
                      <a:pt x="11049" y="-1"/>
                    </a:moveTo>
                    <a:cubicBezTo>
                      <a:pt x="17446" y="3808"/>
                      <a:pt x="21431" y="10643"/>
                      <a:pt x="21594" y="18087"/>
                    </a:cubicBezTo>
                    <a:lnTo>
                      <a:pt x="0" y="18560"/>
                    </a:lnTo>
                    <a:lnTo>
                      <a:pt x="11049"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217" name="Arc 278"/>
              <p:cNvSpPr/>
              <p:nvPr/>
            </p:nvSpPr>
            <p:spPr>
              <a:xfrm flipH="1" flipV="1">
                <a:off x="3628" y="2932"/>
                <a:ext cx="271" cy="260"/>
              </a:xfrm>
              <a:custGeom>
                <a:avLst/>
                <a:gdLst/>
                <a:ahLst/>
                <a:cxnLst>
                  <a:cxn ang="0">
                    <a:pos x="180" y="0"/>
                  </a:cxn>
                  <a:cxn ang="0">
                    <a:pos x="271" y="252"/>
                  </a:cxn>
                  <a:cxn ang="0">
                    <a:pos x="0" y="260"/>
                  </a:cxn>
                </a:cxnLst>
                <a:rect l="0" t="0" r="0" b="0"/>
                <a:pathLst>
                  <a:path w="21595" h="16142" fill="none">
                    <a:moveTo>
                      <a:pt x="14352" y="0"/>
                    </a:moveTo>
                    <a:cubicBezTo>
                      <a:pt x="18839" y="3989"/>
                      <a:pt x="21463" y="9666"/>
                      <a:pt x="21594" y="15669"/>
                    </a:cubicBezTo>
                  </a:path>
                  <a:path w="21595" h="16142" stroke="0">
                    <a:moveTo>
                      <a:pt x="14352" y="0"/>
                    </a:moveTo>
                    <a:cubicBezTo>
                      <a:pt x="18839" y="3989"/>
                      <a:pt x="21463" y="9666"/>
                      <a:pt x="21594" y="15669"/>
                    </a:cubicBezTo>
                    <a:lnTo>
                      <a:pt x="0" y="16142"/>
                    </a:lnTo>
                    <a:lnTo>
                      <a:pt x="14352"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218" name="Line 279"/>
              <p:cNvSpPr/>
              <p:nvPr/>
            </p:nvSpPr>
            <p:spPr>
              <a:xfrm flipV="1">
                <a:off x="4988" y="2823"/>
                <a:ext cx="512" cy="6"/>
              </a:xfrm>
              <a:prstGeom prst="line">
                <a:avLst/>
              </a:prstGeom>
              <a:ln w="28575" cap="flat" cmpd="sng">
                <a:solidFill>
                  <a:srgbClr val="FFCC00"/>
                </a:solidFill>
                <a:prstDash val="solid"/>
                <a:headEnd type="none" w="med" len="med"/>
                <a:tailEnd type="none" w="med" len="med"/>
              </a:ln>
            </p:spPr>
          </p:sp>
          <p:sp>
            <p:nvSpPr>
              <p:cNvPr id="48219" name="Text Box 292"/>
              <p:cNvSpPr txBox="1"/>
              <p:nvPr/>
            </p:nvSpPr>
            <p:spPr>
              <a:xfrm>
                <a:off x="3174" y="2419"/>
                <a:ext cx="1130" cy="288"/>
              </a:xfrm>
              <a:prstGeom prst="rect">
                <a:avLst/>
              </a:prstGeom>
              <a:noFill/>
              <a:ln w="9525">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1</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a:t>
                </a:r>
              </a:p>
            </p:txBody>
          </p:sp>
          <p:sp>
            <p:nvSpPr>
              <p:cNvPr id="48220" name="Text Box 294"/>
              <p:cNvSpPr txBox="1"/>
              <p:nvPr/>
            </p:nvSpPr>
            <p:spPr>
              <a:xfrm>
                <a:off x="4422" y="3067"/>
                <a:ext cx="1130" cy="288"/>
              </a:xfrm>
              <a:prstGeom prst="rect">
                <a:avLst/>
              </a:prstGeom>
              <a:noFill/>
              <a:ln w="9525">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3</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a:t>
                </a:r>
              </a:p>
            </p:txBody>
          </p:sp>
          <p:grpSp>
            <p:nvGrpSpPr>
              <p:cNvPr id="48221" name="Group 358"/>
              <p:cNvGrpSpPr/>
              <p:nvPr/>
            </p:nvGrpSpPr>
            <p:grpSpPr>
              <a:xfrm rot="10800000">
                <a:off x="4350" y="3013"/>
                <a:ext cx="90" cy="363"/>
                <a:chOff x="1565" y="2614"/>
                <a:chExt cx="90" cy="486"/>
              </a:xfrm>
            </p:grpSpPr>
            <p:sp>
              <p:nvSpPr>
                <p:cNvPr id="48232" name="Arc 35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33" name="Arc 36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34" name="Arc 36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35" name="Arc 36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8222" name="Group 363"/>
              <p:cNvGrpSpPr/>
              <p:nvPr/>
            </p:nvGrpSpPr>
            <p:grpSpPr>
              <a:xfrm rot="5400000">
                <a:off x="3963" y="2582"/>
                <a:ext cx="91" cy="408"/>
                <a:chOff x="1565" y="2614"/>
                <a:chExt cx="90" cy="486"/>
              </a:xfrm>
            </p:grpSpPr>
            <p:sp>
              <p:nvSpPr>
                <p:cNvPr id="48228" name="Arc 36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29" name="Arc 36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30" name="Arc 36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31" name="Arc 36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8223" name="Group 368"/>
              <p:cNvGrpSpPr/>
              <p:nvPr/>
            </p:nvGrpSpPr>
            <p:grpSpPr>
              <a:xfrm rot="5400000">
                <a:off x="4734" y="2582"/>
                <a:ext cx="91" cy="408"/>
                <a:chOff x="1565" y="2614"/>
                <a:chExt cx="90" cy="486"/>
              </a:xfrm>
            </p:grpSpPr>
            <p:sp>
              <p:nvSpPr>
                <p:cNvPr id="48224" name="Arc 36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25" name="Arc 37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26" name="Arc 37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27" name="Arc 37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grpSp>
        <p:nvGrpSpPr>
          <p:cNvPr id="15750" name="Group 390"/>
          <p:cNvGrpSpPr/>
          <p:nvPr/>
        </p:nvGrpSpPr>
        <p:grpSpPr>
          <a:xfrm>
            <a:off x="250825" y="3789363"/>
            <a:ext cx="5222875" cy="2484437"/>
            <a:chOff x="0" y="2387"/>
            <a:chExt cx="3290" cy="1565"/>
          </a:xfrm>
        </p:grpSpPr>
        <p:sp>
          <p:nvSpPr>
            <p:cNvPr id="48178" name="Oval 296"/>
            <p:cNvSpPr/>
            <p:nvPr/>
          </p:nvSpPr>
          <p:spPr>
            <a:xfrm>
              <a:off x="409" y="275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179" name="Oval 297"/>
            <p:cNvSpPr/>
            <p:nvPr/>
          </p:nvSpPr>
          <p:spPr>
            <a:xfrm>
              <a:off x="2632" y="275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180" name="Oval 298"/>
            <p:cNvSpPr/>
            <p:nvPr/>
          </p:nvSpPr>
          <p:spPr>
            <a:xfrm>
              <a:off x="1439" y="3884"/>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181" name="Line 299"/>
            <p:cNvSpPr/>
            <p:nvPr/>
          </p:nvSpPr>
          <p:spPr>
            <a:xfrm flipV="1">
              <a:off x="1340" y="2783"/>
              <a:ext cx="363" cy="0"/>
            </a:xfrm>
            <a:prstGeom prst="line">
              <a:avLst/>
            </a:prstGeom>
            <a:ln w="28575" cap="flat" cmpd="sng">
              <a:solidFill>
                <a:srgbClr val="FFCC00"/>
              </a:solidFill>
              <a:prstDash val="solid"/>
              <a:headEnd type="none" w="med" len="med"/>
              <a:tailEnd type="none" w="med" len="med"/>
            </a:ln>
          </p:spPr>
        </p:sp>
        <p:sp>
          <p:nvSpPr>
            <p:cNvPr id="48182" name="Line 300"/>
            <p:cNvSpPr/>
            <p:nvPr/>
          </p:nvSpPr>
          <p:spPr>
            <a:xfrm>
              <a:off x="1476" y="2783"/>
              <a:ext cx="0" cy="181"/>
            </a:xfrm>
            <a:prstGeom prst="line">
              <a:avLst/>
            </a:prstGeom>
            <a:ln w="28575" cap="flat" cmpd="sng">
              <a:solidFill>
                <a:srgbClr val="FFCC00"/>
              </a:solidFill>
              <a:prstDash val="solid"/>
              <a:headEnd type="oval" w="med" len="med"/>
              <a:tailEnd type="none" w="med" len="med"/>
            </a:ln>
          </p:spPr>
        </p:sp>
        <p:sp>
          <p:nvSpPr>
            <p:cNvPr id="48183" name="Line 301"/>
            <p:cNvSpPr/>
            <p:nvPr/>
          </p:nvSpPr>
          <p:spPr>
            <a:xfrm>
              <a:off x="477" y="2795"/>
              <a:ext cx="454" cy="0"/>
            </a:xfrm>
            <a:prstGeom prst="line">
              <a:avLst/>
            </a:prstGeom>
            <a:ln w="28575" cap="flat" cmpd="sng">
              <a:solidFill>
                <a:srgbClr val="FFCC00"/>
              </a:solidFill>
              <a:prstDash val="solid"/>
              <a:headEnd type="none" w="med" len="med"/>
              <a:tailEnd type="none" w="med" len="med"/>
            </a:ln>
          </p:spPr>
        </p:sp>
        <p:sp>
          <p:nvSpPr>
            <p:cNvPr id="48184" name="Line 302"/>
            <p:cNvSpPr/>
            <p:nvPr/>
          </p:nvSpPr>
          <p:spPr>
            <a:xfrm flipH="1">
              <a:off x="1475" y="3327"/>
              <a:ext cx="1" cy="557"/>
            </a:xfrm>
            <a:prstGeom prst="line">
              <a:avLst/>
            </a:prstGeom>
            <a:ln w="28575" cap="flat" cmpd="sng">
              <a:solidFill>
                <a:srgbClr val="FFCC00"/>
              </a:solidFill>
              <a:prstDash val="solid"/>
              <a:headEnd type="none" w="med" len="med"/>
              <a:tailEnd type="none" w="med" len="med"/>
            </a:ln>
          </p:spPr>
        </p:sp>
        <p:sp>
          <p:nvSpPr>
            <p:cNvPr id="48185" name="Line 303"/>
            <p:cNvSpPr/>
            <p:nvPr/>
          </p:nvSpPr>
          <p:spPr>
            <a:xfrm flipV="1">
              <a:off x="2111" y="2777"/>
              <a:ext cx="513" cy="6"/>
            </a:xfrm>
            <a:prstGeom prst="line">
              <a:avLst/>
            </a:prstGeom>
            <a:ln w="28575" cap="flat" cmpd="sng">
              <a:solidFill>
                <a:srgbClr val="FFCC00"/>
              </a:solidFill>
              <a:prstDash val="solid"/>
              <a:headEnd type="none" w="med" len="med"/>
              <a:tailEnd type="none" w="med" len="med"/>
            </a:ln>
          </p:spPr>
        </p:sp>
        <p:sp>
          <p:nvSpPr>
            <p:cNvPr id="48186" name="Text Box 316"/>
            <p:cNvSpPr txBox="1"/>
            <p:nvPr/>
          </p:nvSpPr>
          <p:spPr>
            <a:xfrm>
              <a:off x="0" y="2387"/>
              <a:ext cx="1547"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1</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13 </a:t>
              </a:r>
            </a:p>
          </p:txBody>
        </p:sp>
        <p:sp>
          <p:nvSpPr>
            <p:cNvPr id="48187" name="Text Box 317"/>
            <p:cNvSpPr txBox="1"/>
            <p:nvPr/>
          </p:nvSpPr>
          <p:spPr>
            <a:xfrm>
              <a:off x="1475" y="2387"/>
              <a:ext cx="1815" cy="288"/>
            </a:xfrm>
            <a:prstGeom prst="rect">
              <a:avLst/>
            </a:prstGeom>
            <a:noFill/>
            <a:ln w="38100">
              <a:noFill/>
            </a:ln>
          </p:spPr>
          <p:txBody>
            <a:bodyPr>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2</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13 </a:t>
              </a:r>
            </a:p>
          </p:txBody>
        </p:sp>
        <p:sp>
          <p:nvSpPr>
            <p:cNvPr id="48188" name="Text Box 318"/>
            <p:cNvSpPr txBox="1"/>
            <p:nvPr/>
          </p:nvSpPr>
          <p:spPr>
            <a:xfrm>
              <a:off x="1543" y="2977"/>
              <a:ext cx="1515"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3</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13 </a:t>
              </a:r>
            </a:p>
          </p:txBody>
        </p:sp>
        <p:grpSp>
          <p:nvGrpSpPr>
            <p:cNvPr id="48189" name="Group 347"/>
            <p:cNvGrpSpPr/>
            <p:nvPr/>
          </p:nvGrpSpPr>
          <p:grpSpPr>
            <a:xfrm rot="10800000">
              <a:off x="1465" y="2967"/>
              <a:ext cx="90" cy="363"/>
              <a:chOff x="1565" y="2614"/>
              <a:chExt cx="90" cy="486"/>
            </a:xfrm>
          </p:grpSpPr>
          <p:sp>
            <p:nvSpPr>
              <p:cNvPr id="48200" name="Arc 34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01" name="Arc 34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02" name="Arc 35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203" name="Arc 35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8190" name="Group 373"/>
            <p:cNvGrpSpPr/>
            <p:nvPr/>
          </p:nvGrpSpPr>
          <p:grpSpPr>
            <a:xfrm rot="5400000">
              <a:off x="1088" y="2545"/>
              <a:ext cx="91" cy="408"/>
              <a:chOff x="1565" y="2614"/>
              <a:chExt cx="90" cy="486"/>
            </a:xfrm>
          </p:grpSpPr>
          <p:sp>
            <p:nvSpPr>
              <p:cNvPr id="48196" name="Arc 37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97" name="Arc 37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98" name="Arc 37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99" name="Arc 37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8191" name="Group 378"/>
            <p:cNvGrpSpPr/>
            <p:nvPr/>
          </p:nvGrpSpPr>
          <p:grpSpPr>
            <a:xfrm rot="5400000">
              <a:off x="1859" y="2545"/>
              <a:ext cx="91" cy="408"/>
              <a:chOff x="1565" y="2614"/>
              <a:chExt cx="90" cy="486"/>
            </a:xfrm>
          </p:grpSpPr>
          <p:sp>
            <p:nvSpPr>
              <p:cNvPr id="48192" name="Arc 37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93" name="Arc 38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94" name="Arc 38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95" name="Arc 38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15748" name="Group 388"/>
          <p:cNvGrpSpPr/>
          <p:nvPr/>
        </p:nvGrpSpPr>
        <p:grpSpPr>
          <a:xfrm>
            <a:off x="4787900" y="958850"/>
            <a:ext cx="3636963" cy="2506663"/>
            <a:chOff x="3016" y="604"/>
            <a:chExt cx="2291" cy="1579"/>
          </a:xfrm>
        </p:grpSpPr>
        <p:sp>
          <p:nvSpPr>
            <p:cNvPr id="48142" name="Oval 233"/>
            <p:cNvSpPr/>
            <p:nvPr/>
          </p:nvSpPr>
          <p:spPr>
            <a:xfrm>
              <a:off x="3016" y="99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143" name="Oval 234"/>
            <p:cNvSpPr/>
            <p:nvPr/>
          </p:nvSpPr>
          <p:spPr>
            <a:xfrm>
              <a:off x="5239" y="98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144" name="Oval 235"/>
            <p:cNvSpPr/>
            <p:nvPr/>
          </p:nvSpPr>
          <p:spPr>
            <a:xfrm>
              <a:off x="4055" y="2115"/>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145" name="Line 236"/>
            <p:cNvSpPr/>
            <p:nvPr/>
          </p:nvSpPr>
          <p:spPr>
            <a:xfrm flipV="1">
              <a:off x="3947" y="1014"/>
              <a:ext cx="363" cy="0"/>
            </a:xfrm>
            <a:prstGeom prst="line">
              <a:avLst/>
            </a:prstGeom>
            <a:ln w="28575" cap="flat" cmpd="sng">
              <a:solidFill>
                <a:srgbClr val="FFCC00"/>
              </a:solidFill>
              <a:prstDash val="solid"/>
              <a:headEnd type="none" w="med" len="med"/>
              <a:tailEnd type="none" w="med" len="med"/>
            </a:ln>
          </p:spPr>
        </p:sp>
        <p:sp>
          <p:nvSpPr>
            <p:cNvPr id="48146" name="Line 237"/>
            <p:cNvSpPr/>
            <p:nvPr/>
          </p:nvSpPr>
          <p:spPr>
            <a:xfrm>
              <a:off x="4083" y="1014"/>
              <a:ext cx="0" cy="181"/>
            </a:xfrm>
            <a:prstGeom prst="line">
              <a:avLst/>
            </a:prstGeom>
            <a:ln w="28575" cap="flat" cmpd="sng">
              <a:solidFill>
                <a:srgbClr val="FFCC00"/>
              </a:solidFill>
              <a:prstDash val="solid"/>
              <a:headEnd type="oval" w="med" len="med"/>
              <a:tailEnd type="none" w="med" len="med"/>
            </a:ln>
          </p:spPr>
        </p:sp>
        <p:sp>
          <p:nvSpPr>
            <p:cNvPr id="48147" name="Line 238"/>
            <p:cNvSpPr/>
            <p:nvPr/>
          </p:nvSpPr>
          <p:spPr>
            <a:xfrm>
              <a:off x="3084" y="1026"/>
              <a:ext cx="454" cy="0"/>
            </a:xfrm>
            <a:prstGeom prst="line">
              <a:avLst/>
            </a:prstGeom>
            <a:ln w="28575" cap="flat" cmpd="sng">
              <a:solidFill>
                <a:srgbClr val="FFCC00"/>
              </a:solidFill>
              <a:prstDash val="solid"/>
              <a:headEnd type="none" w="med" len="med"/>
              <a:tailEnd type="none" w="med" len="med"/>
            </a:ln>
          </p:spPr>
        </p:sp>
        <p:sp>
          <p:nvSpPr>
            <p:cNvPr id="48148" name="Line 239"/>
            <p:cNvSpPr/>
            <p:nvPr/>
          </p:nvSpPr>
          <p:spPr>
            <a:xfrm flipH="1">
              <a:off x="4082" y="1558"/>
              <a:ext cx="1" cy="557"/>
            </a:xfrm>
            <a:prstGeom prst="line">
              <a:avLst/>
            </a:prstGeom>
            <a:ln w="28575" cap="flat" cmpd="sng">
              <a:solidFill>
                <a:srgbClr val="FFCC00"/>
              </a:solidFill>
              <a:prstDash val="solid"/>
              <a:headEnd type="none" w="med" len="med"/>
              <a:tailEnd type="none" w="med" len="med"/>
            </a:ln>
          </p:spPr>
        </p:sp>
        <p:sp>
          <p:nvSpPr>
            <p:cNvPr id="48149" name="Text Box 240"/>
            <p:cNvSpPr txBox="1"/>
            <p:nvPr/>
          </p:nvSpPr>
          <p:spPr>
            <a:xfrm>
              <a:off x="4143" y="1506"/>
              <a:ext cx="212" cy="288"/>
            </a:xfrm>
            <a:prstGeom prst="rect">
              <a:avLst/>
            </a:prstGeom>
            <a:noFill/>
            <a:ln w="38100">
              <a:noFill/>
            </a:ln>
          </p:spPr>
          <p:txBody>
            <a:bodyPr wrap="none">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rPr>
                <a:t>*</a:t>
              </a:r>
            </a:p>
          </p:txBody>
        </p:sp>
        <p:sp>
          <p:nvSpPr>
            <p:cNvPr id="48150" name="Text Box 241"/>
            <p:cNvSpPr txBox="1"/>
            <p:nvPr/>
          </p:nvSpPr>
          <p:spPr>
            <a:xfrm>
              <a:off x="4764" y="1000"/>
              <a:ext cx="212" cy="288"/>
            </a:xfrm>
            <a:prstGeom prst="rect">
              <a:avLst/>
            </a:prstGeom>
            <a:noFill/>
            <a:ln w="38100">
              <a:noFill/>
            </a:ln>
          </p:spPr>
          <p:txBody>
            <a:bodyPr wrap="none">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rPr>
                <a:t>*</a:t>
              </a:r>
            </a:p>
          </p:txBody>
        </p:sp>
        <p:sp>
          <p:nvSpPr>
            <p:cNvPr id="48151" name="Text Box 242"/>
            <p:cNvSpPr txBox="1"/>
            <p:nvPr/>
          </p:nvSpPr>
          <p:spPr>
            <a:xfrm>
              <a:off x="3878" y="1434"/>
              <a:ext cx="192" cy="288"/>
            </a:xfrm>
            <a:prstGeom prst="rect">
              <a:avLst/>
            </a:prstGeom>
            <a:noFill/>
            <a:ln w="38100">
              <a:noFill/>
            </a:ln>
          </p:spPr>
          <p:txBody>
            <a:bodyPr>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152" name="Text Box 243"/>
            <p:cNvSpPr txBox="1"/>
            <p:nvPr/>
          </p:nvSpPr>
          <p:spPr>
            <a:xfrm>
              <a:off x="3459" y="965"/>
              <a:ext cx="192" cy="288"/>
            </a:xfrm>
            <a:prstGeom prst="rect">
              <a:avLst/>
            </a:prstGeom>
            <a:noFill/>
            <a:ln w="38100">
              <a:noFill/>
            </a:ln>
          </p:spPr>
          <p:txBody>
            <a:bodyPr>
              <a:spAutoFit/>
            </a:bodyPr>
            <a:lstStyle/>
            <a:p>
              <a:pPr eaLnBrk="1" hangingPunct="1"/>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153" name="Text Box 244"/>
            <p:cNvSpPr txBox="1"/>
            <p:nvPr/>
          </p:nvSpPr>
          <p:spPr>
            <a:xfrm>
              <a:off x="4672" y="1466"/>
              <a:ext cx="404"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154" name="Text Box 245"/>
            <p:cNvSpPr txBox="1"/>
            <p:nvPr/>
          </p:nvSpPr>
          <p:spPr>
            <a:xfrm>
              <a:off x="3402" y="1375"/>
              <a:ext cx="404"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31</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8155" name="Arc 246"/>
            <p:cNvSpPr/>
            <p:nvPr/>
          </p:nvSpPr>
          <p:spPr>
            <a:xfrm rot="5400000">
              <a:off x="4343" y="1491"/>
              <a:ext cx="278" cy="256"/>
            </a:xfrm>
            <a:custGeom>
              <a:avLst/>
              <a:gdLst/>
              <a:ahLst/>
              <a:cxnLst>
                <a:cxn ang="0">
                  <a:pos x="142" y="0"/>
                </a:cxn>
                <a:cxn ang="0">
                  <a:pos x="278" y="249"/>
                </a:cxn>
                <a:cxn ang="0">
                  <a:pos x="0" y="256"/>
                </a:cxn>
              </a:cxnLst>
              <a:rect l="0" t="0" r="0" b="0"/>
              <a:pathLst>
                <a:path w="21595" h="18560" fill="none">
                  <a:moveTo>
                    <a:pt x="11049" y="-1"/>
                  </a:moveTo>
                  <a:cubicBezTo>
                    <a:pt x="17446" y="3808"/>
                    <a:pt x="21431" y="10643"/>
                    <a:pt x="21594" y="18087"/>
                  </a:cubicBezTo>
                </a:path>
                <a:path w="21595" h="18560" stroke="0">
                  <a:moveTo>
                    <a:pt x="11049" y="-1"/>
                  </a:moveTo>
                  <a:cubicBezTo>
                    <a:pt x="17446" y="3808"/>
                    <a:pt x="21431" y="10643"/>
                    <a:pt x="21594" y="18087"/>
                  </a:cubicBezTo>
                  <a:lnTo>
                    <a:pt x="0" y="18560"/>
                  </a:lnTo>
                  <a:lnTo>
                    <a:pt x="11049"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156" name="Arc 247"/>
            <p:cNvSpPr/>
            <p:nvPr/>
          </p:nvSpPr>
          <p:spPr>
            <a:xfrm flipV="1">
              <a:off x="4763" y="1117"/>
              <a:ext cx="271" cy="260"/>
            </a:xfrm>
            <a:custGeom>
              <a:avLst/>
              <a:gdLst/>
              <a:ahLst/>
              <a:cxnLst>
                <a:cxn ang="0">
                  <a:pos x="180" y="0"/>
                </a:cxn>
                <a:cxn ang="0">
                  <a:pos x="271" y="252"/>
                </a:cxn>
                <a:cxn ang="0">
                  <a:pos x="0" y="260"/>
                </a:cxn>
              </a:cxnLst>
              <a:rect l="0" t="0" r="0" b="0"/>
              <a:pathLst>
                <a:path w="21595" h="16142" fill="none">
                  <a:moveTo>
                    <a:pt x="14352" y="0"/>
                  </a:moveTo>
                  <a:cubicBezTo>
                    <a:pt x="18839" y="3989"/>
                    <a:pt x="21463" y="9666"/>
                    <a:pt x="21594" y="15669"/>
                  </a:cubicBezTo>
                </a:path>
                <a:path w="21595" h="16142" stroke="0">
                  <a:moveTo>
                    <a:pt x="14352" y="0"/>
                  </a:moveTo>
                  <a:cubicBezTo>
                    <a:pt x="18839" y="3989"/>
                    <a:pt x="21463" y="9666"/>
                    <a:pt x="21594" y="15669"/>
                  </a:cubicBezTo>
                  <a:lnTo>
                    <a:pt x="0" y="16142"/>
                  </a:lnTo>
                  <a:lnTo>
                    <a:pt x="14352"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157" name="Arc 248"/>
            <p:cNvSpPr/>
            <p:nvPr/>
          </p:nvSpPr>
          <p:spPr>
            <a:xfrm rot="-5400000" flipH="1">
              <a:off x="3663" y="1491"/>
              <a:ext cx="278" cy="256"/>
            </a:xfrm>
            <a:custGeom>
              <a:avLst/>
              <a:gdLst/>
              <a:ahLst/>
              <a:cxnLst>
                <a:cxn ang="0">
                  <a:pos x="142" y="0"/>
                </a:cxn>
                <a:cxn ang="0">
                  <a:pos x="278" y="249"/>
                </a:cxn>
                <a:cxn ang="0">
                  <a:pos x="0" y="256"/>
                </a:cxn>
              </a:cxnLst>
              <a:rect l="0" t="0" r="0" b="0"/>
              <a:pathLst>
                <a:path w="21595" h="18560" fill="none">
                  <a:moveTo>
                    <a:pt x="11049" y="-1"/>
                  </a:moveTo>
                  <a:cubicBezTo>
                    <a:pt x="17446" y="3808"/>
                    <a:pt x="21431" y="10643"/>
                    <a:pt x="21594" y="18087"/>
                  </a:cubicBezTo>
                </a:path>
                <a:path w="21595" h="18560" stroke="0">
                  <a:moveTo>
                    <a:pt x="11049" y="-1"/>
                  </a:moveTo>
                  <a:cubicBezTo>
                    <a:pt x="17446" y="3808"/>
                    <a:pt x="21431" y="10643"/>
                    <a:pt x="21594" y="18087"/>
                  </a:cubicBezTo>
                  <a:lnTo>
                    <a:pt x="0" y="18560"/>
                  </a:lnTo>
                  <a:lnTo>
                    <a:pt x="11049" y="-1"/>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158" name="Arc 249"/>
            <p:cNvSpPr/>
            <p:nvPr/>
          </p:nvSpPr>
          <p:spPr>
            <a:xfrm flipH="1" flipV="1">
              <a:off x="3357" y="1117"/>
              <a:ext cx="271" cy="260"/>
            </a:xfrm>
            <a:custGeom>
              <a:avLst/>
              <a:gdLst/>
              <a:ahLst/>
              <a:cxnLst>
                <a:cxn ang="0">
                  <a:pos x="180" y="0"/>
                </a:cxn>
                <a:cxn ang="0">
                  <a:pos x="271" y="252"/>
                </a:cxn>
                <a:cxn ang="0">
                  <a:pos x="0" y="260"/>
                </a:cxn>
              </a:cxnLst>
              <a:rect l="0" t="0" r="0" b="0"/>
              <a:pathLst>
                <a:path w="21595" h="16142" fill="none">
                  <a:moveTo>
                    <a:pt x="14352" y="0"/>
                  </a:moveTo>
                  <a:cubicBezTo>
                    <a:pt x="18839" y="3989"/>
                    <a:pt x="21463" y="9666"/>
                    <a:pt x="21594" y="15669"/>
                  </a:cubicBezTo>
                </a:path>
                <a:path w="21595" h="16142" stroke="0">
                  <a:moveTo>
                    <a:pt x="14352" y="0"/>
                  </a:moveTo>
                  <a:cubicBezTo>
                    <a:pt x="18839" y="3989"/>
                    <a:pt x="21463" y="9666"/>
                    <a:pt x="21594" y="15669"/>
                  </a:cubicBezTo>
                  <a:lnTo>
                    <a:pt x="0" y="16142"/>
                  </a:lnTo>
                  <a:lnTo>
                    <a:pt x="14352"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48159" name="Line 250"/>
            <p:cNvSpPr/>
            <p:nvPr/>
          </p:nvSpPr>
          <p:spPr>
            <a:xfrm flipV="1">
              <a:off x="4718" y="1008"/>
              <a:ext cx="513" cy="6"/>
            </a:xfrm>
            <a:prstGeom prst="line">
              <a:avLst/>
            </a:prstGeom>
            <a:ln w="28575" cap="flat" cmpd="sng">
              <a:solidFill>
                <a:srgbClr val="FFCC00"/>
              </a:solidFill>
              <a:prstDash val="solid"/>
              <a:headEnd type="none" w="med" len="med"/>
              <a:tailEnd type="none" w="med" len="med"/>
            </a:ln>
          </p:spPr>
        </p:sp>
        <p:sp>
          <p:nvSpPr>
            <p:cNvPr id="48160" name="Text Box 263"/>
            <p:cNvSpPr txBox="1"/>
            <p:nvPr/>
          </p:nvSpPr>
          <p:spPr>
            <a:xfrm>
              <a:off x="3357" y="604"/>
              <a:ext cx="671"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1</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a:t>
              </a:r>
            </a:p>
          </p:txBody>
        </p:sp>
        <p:sp>
          <p:nvSpPr>
            <p:cNvPr id="48161" name="Text Box 264"/>
            <p:cNvSpPr txBox="1"/>
            <p:nvPr/>
          </p:nvSpPr>
          <p:spPr>
            <a:xfrm>
              <a:off x="4264" y="604"/>
              <a:ext cx="671"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2</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a:t>
              </a:r>
            </a:p>
          </p:txBody>
        </p:sp>
        <p:sp>
          <p:nvSpPr>
            <p:cNvPr id="48162" name="Text Box 265"/>
            <p:cNvSpPr txBox="1"/>
            <p:nvPr/>
          </p:nvSpPr>
          <p:spPr>
            <a:xfrm>
              <a:off x="4173" y="1149"/>
              <a:ext cx="683"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3</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a:t>
              </a:r>
            </a:p>
          </p:txBody>
        </p:sp>
        <p:grpSp>
          <p:nvGrpSpPr>
            <p:cNvPr id="48163" name="Group 337"/>
            <p:cNvGrpSpPr/>
            <p:nvPr/>
          </p:nvGrpSpPr>
          <p:grpSpPr>
            <a:xfrm rot="5400000">
              <a:off x="3691" y="776"/>
              <a:ext cx="91" cy="408"/>
              <a:chOff x="1565" y="2614"/>
              <a:chExt cx="90" cy="486"/>
            </a:xfrm>
          </p:grpSpPr>
          <p:sp>
            <p:nvSpPr>
              <p:cNvPr id="48174" name="Arc 33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75" name="Arc 33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76" name="Arc 34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77" name="Arc 34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8164" name="Group 352"/>
            <p:cNvGrpSpPr/>
            <p:nvPr/>
          </p:nvGrpSpPr>
          <p:grpSpPr>
            <a:xfrm rot="10800000">
              <a:off x="4077" y="1198"/>
              <a:ext cx="90" cy="363"/>
              <a:chOff x="1565" y="2614"/>
              <a:chExt cx="90" cy="486"/>
            </a:xfrm>
          </p:grpSpPr>
          <p:sp>
            <p:nvSpPr>
              <p:cNvPr id="48170" name="Arc 35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71" name="Arc 35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72" name="Arc 35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73" name="Arc 35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8165" name="Group 383"/>
            <p:cNvGrpSpPr/>
            <p:nvPr/>
          </p:nvGrpSpPr>
          <p:grpSpPr>
            <a:xfrm rot="5400000">
              <a:off x="4472" y="776"/>
              <a:ext cx="91" cy="408"/>
              <a:chOff x="1565" y="2614"/>
              <a:chExt cx="90" cy="486"/>
            </a:xfrm>
          </p:grpSpPr>
          <p:sp>
            <p:nvSpPr>
              <p:cNvPr id="48166" name="Arc 38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67" name="Arc 38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68" name="Arc 38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8169" name="Arc 38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5500"/>
                                        </p:tgtEl>
                                        <p:attrNameLst>
                                          <p:attrName>style.visibility</p:attrName>
                                        </p:attrNameLst>
                                      </p:cBhvr>
                                      <p:to>
                                        <p:strVal val="visible"/>
                                      </p:to>
                                    </p:set>
                                    <p:anim calcmode="lin" valueType="num">
                                      <p:cBhvr>
                                        <p:cTn id="7" dur="1000" fill="hold"/>
                                        <p:tgtEl>
                                          <p:spTgt spid="15500"/>
                                        </p:tgtEl>
                                        <p:attrNameLst>
                                          <p:attrName>ppt_w</p:attrName>
                                        </p:attrNameLst>
                                      </p:cBhvr>
                                      <p:tavLst>
                                        <p:tav tm="0">
                                          <p:val>
                                            <p:fltVal val="0"/>
                                          </p:val>
                                        </p:tav>
                                        <p:tav tm="100000">
                                          <p:val>
                                            <p:strVal val="#ppt_w"/>
                                          </p:val>
                                        </p:tav>
                                      </p:tavLst>
                                    </p:anim>
                                    <p:anim calcmode="lin" valueType="num">
                                      <p:cBhvr>
                                        <p:cTn id="8" dur="1000" fill="hold"/>
                                        <p:tgtEl>
                                          <p:spTgt spid="15500"/>
                                        </p:tgtEl>
                                        <p:attrNameLst>
                                          <p:attrName>ppt_h</p:attrName>
                                        </p:attrNameLst>
                                      </p:cBhvr>
                                      <p:tavLst>
                                        <p:tav tm="0">
                                          <p:val>
                                            <p:fltVal val="0"/>
                                          </p:val>
                                        </p:tav>
                                        <p:tav tm="100000">
                                          <p:val>
                                            <p:strVal val="#ppt_h"/>
                                          </p:val>
                                        </p:tav>
                                      </p:tavLst>
                                    </p:anim>
                                    <p:anim calcmode="lin" valueType="num">
                                      <p:cBhvr>
                                        <p:cTn id="9" dur="1000" fill="hold"/>
                                        <p:tgtEl>
                                          <p:spTgt spid="1550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5500"/>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 presetClass="entr" presetSubtype="1" fill="hold" grpId="0" nodeType="afterEffect">
                                  <p:stCondLst>
                                    <p:cond delay="0"/>
                                  </p:stCondLst>
                                  <p:childTnLst>
                                    <p:set>
                                      <p:cBhvr>
                                        <p:cTn id="13" dur="1" fill="hold">
                                          <p:stCondLst>
                                            <p:cond delay="0"/>
                                          </p:stCondLst>
                                        </p:cTn>
                                        <p:tgtEl>
                                          <p:spTgt spid="15362"/>
                                        </p:tgtEl>
                                        <p:attrNameLst>
                                          <p:attrName>style.visibility</p:attrName>
                                        </p:attrNameLst>
                                      </p:cBhvr>
                                      <p:to>
                                        <p:strVal val="visible"/>
                                      </p:to>
                                    </p:set>
                                    <p:anim calcmode="lin" valueType="num">
                                      <p:cBhvr additive="base">
                                        <p:cTn id="14" dur="500" fill="hold"/>
                                        <p:tgtEl>
                                          <p:spTgt spid="15362"/>
                                        </p:tgtEl>
                                        <p:attrNameLst>
                                          <p:attrName>ppt_x</p:attrName>
                                        </p:attrNameLst>
                                      </p:cBhvr>
                                      <p:tavLst>
                                        <p:tav tm="0">
                                          <p:val>
                                            <p:strVal val="#ppt_x"/>
                                          </p:val>
                                        </p:tav>
                                        <p:tav tm="100000">
                                          <p:val>
                                            <p:strVal val="#ppt_x"/>
                                          </p:val>
                                        </p:tav>
                                      </p:tavLst>
                                    </p:anim>
                                    <p:anim calcmode="lin" valueType="num">
                                      <p:cBhvr additive="base">
                                        <p:cTn id="15" dur="500" fill="hold"/>
                                        <p:tgtEl>
                                          <p:spTgt spid="15362"/>
                                        </p:tgtEl>
                                        <p:attrNameLst>
                                          <p:attrName>ppt_y</p:attrName>
                                        </p:attrNameLst>
                                      </p:cBhvr>
                                      <p:tavLst>
                                        <p:tav tm="0">
                                          <p:val>
                                            <p:strVal val="0-#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5717"/>
                                        </p:tgtEl>
                                        <p:attrNameLst>
                                          <p:attrName>style.visibility</p:attrName>
                                        </p:attrNameLst>
                                      </p:cBhvr>
                                      <p:to>
                                        <p:strVal val="visible"/>
                                      </p:to>
                                    </p:set>
                                    <p:animEffect transition="in" filter="blinds(horizontal)">
                                      <p:cBhvr>
                                        <p:cTn id="20" dur="500"/>
                                        <p:tgtEl>
                                          <p:spTgt spid="15717"/>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nodeType="clickEffect">
                                  <p:stCondLst>
                                    <p:cond delay="0"/>
                                  </p:stCondLst>
                                  <p:childTnLst>
                                    <p:set>
                                      <p:cBhvr>
                                        <p:cTn id="24" dur="1" fill="hold">
                                          <p:stCondLst>
                                            <p:cond delay="0"/>
                                          </p:stCondLst>
                                        </p:cTn>
                                        <p:tgtEl>
                                          <p:spTgt spid="15363"/>
                                        </p:tgtEl>
                                        <p:attrNameLst>
                                          <p:attrName>style.visibility</p:attrName>
                                        </p:attrNameLst>
                                      </p:cBhvr>
                                      <p:to>
                                        <p:strVal val="visible"/>
                                      </p:to>
                                    </p:set>
                                    <p:animEffect transition="in" filter="slide(fromLeft)">
                                      <p:cBhvr>
                                        <p:cTn id="25" dur="500"/>
                                        <p:tgtEl>
                                          <p:spTgt spid="15363"/>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15748"/>
                                        </p:tgtEl>
                                        <p:attrNameLst>
                                          <p:attrName>style.visibility</p:attrName>
                                        </p:attrNameLst>
                                      </p:cBhvr>
                                      <p:to>
                                        <p:strVal val="visible"/>
                                      </p:to>
                                    </p:set>
                                    <p:animEffect transition="in" filter="blinds(horizontal)">
                                      <p:cBhvr>
                                        <p:cTn id="29" dur="500"/>
                                        <p:tgtEl>
                                          <p:spTgt spid="15748"/>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nodeType="clickEffect">
                                  <p:stCondLst>
                                    <p:cond delay="0"/>
                                  </p:stCondLst>
                                  <p:childTnLst>
                                    <p:set>
                                      <p:cBhvr>
                                        <p:cTn id="33" dur="1" fill="hold">
                                          <p:stCondLst>
                                            <p:cond delay="0"/>
                                          </p:stCondLst>
                                        </p:cTn>
                                        <p:tgtEl>
                                          <p:spTgt spid="15497"/>
                                        </p:tgtEl>
                                        <p:attrNameLst>
                                          <p:attrName>style.visibility</p:attrName>
                                        </p:attrNameLst>
                                      </p:cBhvr>
                                      <p:to>
                                        <p:strVal val="visible"/>
                                      </p:to>
                                    </p:set>
                                    <p:animEffect transition="in" filter="slide(fromTop)">
                                      <p:cBhvr>
                                        <p:cTn id="34" dur="500"/>
                                        <p:tgtEl>
                                          <p:spTgt spid="15497"/>
                                        </p:tgtEl>
                                      </p:cBhvr>
                                    </p:animEffect>
                                  </p:childTnLst>
                                </p:cTn>
                              </p:par>
                            </p:childTnLst>
                          </p:cTn>
                        </p:par>
                        <p:par>
                          <p:cTn id="35" fill="hold">
                            <p:stCondLst>
                              <p:cond delay="500"/>
                            </p:stCondLst>
                            <p:childTnLst>
                              <p:par>
                                <p:cTn id="36" presetID="3" presetClass="entr" presetSubtype="10" fill="hold" nodeType="afterEffect">
                                  <p:stCondLst>
                                    <p:cond delay="0"/>
                                  </p:stCondLst>
                                  <p:childTnLst>
                                    <p:set>
                                      <p:cBhvr>
                                        <p:cTn id="37" dur="1" fill="hold">
                                          <p:stCondLst>
                                            <p:cond delay="0"/>
                                          </p:stCondLst>
                                        </p:cTn>
                                        <p:tgtEl>
                                          <p:spTgt spid="15751"/>
                                        </p:tgtEl>
                                        <p:attrNameLst>
                                          <p:attrName>style.visibility</p:attrName>
                                        </p:attrNameLst>
                                      </p:cBhvr>
                                      <p:to>
                                        <p:strVal val="visible"/>
                                      </p:to>
                                    </p:set>
                                    <p:animEffect transition="in" filter="blinds(horizontal)">
                                      <p:cBhvr>
                                        <p:cTn id="38" dur="500"/>
                                        <p:tgtEl>
                                          <p:spTgt spid="15751"/>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2" fill="hold" nodeType="clickEffect">
                                  <p:stCondLst>
                                    <p:cond delay="0"/>
                                  </p:stCondLst>
                                  <p:childTnLst>
                                    <p:set>
                                      <p:cBhvr>
                                        <p:cTn id="42" dur="1" fill="hold">
                                          <p:stCondLst>
                                            <p:cond delay="0"/>
                                          </p:stCondLst>
                                        </p:cTn>
                                        <p:tgtEl>
                                          <p:spTgt spid="15498"/>
                                        </p:tgtEl>
                                        <p:attrNameLst>
                                          <p:attrName>style.visibility</p:attrName>
                                        </p:attrNameLst>
                                      </p:cBhvr>
                                      <p:to>
                                        <p:strVal val="visible"/>
                                      </p:to>
                                    </p:set>
                                    <p:animEffect transition="in" filter="slide(fromRight)">
                                      <p:cBhvr>
                                        <p:cTn id="43" dur="500"/>
                                        <p:tgtEl>
                                          <p:spTgt spid="15498"/>
                                        </p:tgtEl>
                                      </p:cBhvr>
                                    </p:animEffect>
                                  </p:childTnLst>
                                </p:cTn>
                              </p:par>
                            </p:childTnLst>
                          </p:cTn>
                        </p:par>
                        <p:par>
                          <p:cTn id="44" fill="hold">
                            <p:stCondLst>
                              <p:cond delay="500"/>
                            </p:stCondLst>
                            <p:childTnLst>
                              <p:par>
                                <p:cTn id="45" presetID="3" presetClass="entr" presetSubtype="10" fill="hold" nodeType="afterEffect">
                                  <p:stCondLst>
                                    <p:cond delay="0"/>
                                  </p:stCondLst>
                                  <p:childTnLst>
                                    <p:set>
                                      <p:cBhvr>
                                        <p:cTn id="46" dur="1" fill="hold">
                                          <p:stCondLst>
                                            <p:cond delay="0"/>
                                          </p:stCondLst>
                                        </p:cTn>
                                        <p:tgtEl>
                                          <p:spTgt spid="15750"/>
                                        </p:tgtEl>
                                        <p:attrNameLst>
                                          <p:attrName>style.visibility</p:attrName>
                                        </p:attrNameLst>
                                      </p:cBhvr>
                                      <p:to>
                                        <p:strVal val="visible"/>
                                      </p:to>
                                    </p:set>
                                    <p:animEffect transition="in" filter="blinds(horizontal)">
                                      <p:cBhvr>
                                        <p:cTn id="47" dur="500"/>
                                        <p:tgtEl>
                                          <p:spTgt spid="15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50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33" name="Object 97"/>
          <p:cNvGraphicFramePr>
            <a:graphicFrameLocks noChangeAspect="1"/>
          </p:cNvGraphicFramePr>
          <p:nvPr/>
        </p:nvGraphicFramePr>
        <p:xfrm>
          <a:off x="1974850" y="3484563"/>
          <a:ext cx="3968750" cy="1019175"/>
        </p:xfrm>
        <a:graphic>
          <a:graphicData uri="http://schemas.openxmlformats.org/presentationml/2006/ole">
            <mc:AlternateContent xmlns:mc="http://schemas.openxmlformats.org/markup-compatibility/2006">
              <mc:Choice xmlns:v="urn:schemas-microsoft-com:vml" Requires="v">
                <p:oleObj r:id="rId2" imgW="1732280" imgH="445770" progId="Equation.3">
                  <p:embed/>
                </p:oleObj>
              </mc:Choice>
              <mc:Fallback>
                <p:oleObj r:id="rId2" imgW="1732280" imgH="445770" progId="Equation.3">
                  <p:embed/>
                  <p:pic>
                    <p:nvPicPr>
                      <p:cNvPr id="0" name="图片 3179"/>
                      <p:cNvPicPr/>
                      <p:nvPr/>
                    </p:nvPicPr>
                    <p:blipFill>
                      <a:blip r:embed="rId3">
                        <a:clrChange>
                          <a:clrFrom>
                            <a:srgbClr val="000000"/>
                          </a:clrFrom>
                          <a:clrTo>
                            <a:srgbClr val="FFFFFF"/>
                          </a:clrTo>
                        </a:clrChange>
                      </a:blip>
                      <a:stretch>
                        <a:fillRect/>
                      </a:stretch>
                    </p:blipFill>
                    <p:spPr>
                      <a:xfrm>
                        <a:off x="1974850" y="3484563"/>
                        <a:ext cx="3968750" cy="1019175"/>
                      </a:xfrm>
                      <a:prstGeom prst="rect">
                        <a:avLst/>
                      </a:prstGeom>
                      <a:noFill/>
                      <a:ln w="38100">
                        <a:noFill/>
                        <a:miter/>
                      </a:ln>
                    </p:spPr>
                  </p:pic>
                </p:oleObj>
              </mc:Fallback>
            </mc:AlternateContent>
          </a:graphicData>
        </a:graphic>
      </p:graphicFrame>
      <p:graphicFrame>
        <p:nvGraphicFramePr>
          <p:cNvPr id="14434" name="Object 98"/>
          <p:cNvGraphicFramePr>
            <a:graphicFrameLocks noChangeAspect="1"/>
          </p:cNvGraphicFramePr>
          <p:nvPr/>
        </p:nvGraphicFramePr>
        <p:xfrm>
          <a:off x="1589088" y="4797425"/>
          <a:ext cx="5246687" cy="1092200"/>
        </p:xfrm>
        <a:graphic>
          <a:graphicData uri="http://schemas.openxmlformats.org/presentationml/2006/ole">
            <mc:AlternateContent xmlns:mc="http://schemas.openxmlformats.org/markup-compatibility/2006">
              <mc:Choice xmlns:v="urn:schemas-microsoft-com:vml" Requires="v">
                <p:oleObj r:id="rId4" imgW="2378710" imgH="497840" progId="Equation.3">
                  <p:embed/>
                </p:oleObj>
              </mc:Choice>
              <mc:Fallback>
                <p:oleObj r:id="rId4" imgW="2378710" imgH="497840" progId="Equation.3">
                  <p:embed/>
                  <p:pic>
                    <p:nvPicPr>
                      <p:cNvPr id="0" name="图片 3178"/>
                      <p:cNvPicPr/>
                      <p:nvPr/>
                    </p:nvPicPr>
                    <p:blipFill>
                      <a:blip r:embed="rId5">
                        <a:clrChange>
                          <a:clrFrom>
                            <a:srgbClr val="000000"/>
                          </a:clrFrom>
                          <a:clrTo>
                            <a:srgbClr val="FFFFFF"/>
                          </a:clrTo>
                        </a:clrChange>
                      </a:blip>
                      <a:stretch>
                        <a:fillRect/>
                      </a:stretch>
                    </p:blipFill>
                    <p:spPr>
                      <a:xfrm>
                        <a:off x="1589088" y="4797425"/>
                        <a:ext cx="5246687" cy="1092200"/>
                      </a:xfrm>
                      <a:prstGeom prst="rect">
                        <a:avLst/>
                      </a:prstGeom>
                      <a:noFill/>
                      <a:ln w="38100">
                        <a:noFill/>
                        <a:miter/>
                      </a:ln>
                    </p:spPr>
                  </p:pic>
                </p:oleObj>
              </mc:Fallback>
            </mc:AlternateContent>
          </a:graphicData>
        </a:graphic>
      </p:graphicFrame>
      <p:grpSp>
        <p:nvGrpSpPr>
          <p:cNvPr id="49156" name="Group 103"/>
          <p:cNvGrpSpPr/>
          <p:nvPr/>
        </p:nvGrpSpPr>
        <p:grpSpPr>
          <a:xfrm>
            <a:off x="8316913" y="6446838"/>
            <a:ext cx="792162" cy="366712"/>
            <a:chOff x="5193" y="4020"/>
            <a:chExt cx="499" cy="231"/>
          </a:xfrm>
        </p:grpSpPr>
        <p:pic>
          <p:nvPicPr>
            <p:cNvPr id="49206" name="Picture 104"/>
            <p:cNvPicPr>
              <a:picLocks noChangeAspect="1"/>
            </p:cNvPicPr>
            <p:nvPr/>
          </p:nvPicPr>
          <p:blipFill>
            <a:blip r:embed="rId6"/>
            <a:stretch>
              <a:fillRect/>
            </a:stretch>
          </p:blipFill>
          <p:spPr>
            <a:xfrm>
              <a:off x="5193" y="4066"/>
              <a:ext cx="499" cy="181"/>
            </a:xfrm>
            <a:prstGeom prst="rect">
              <a:avLst/>
            </a:prstGeom>
            <a:noFill/>
            <a:ln w="9525">
              <a:noFill/>
            </a:ln>
          </p:spPr>
        </p:pic>
        <p:sp>
          <p:nvSpPr>
            <p:cNvPr id="49207" name="Text Box 105">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49157" name="Group 106"/>
          <p:cNvGrpSpPr/>
          <p:nvPr/>
        </p:nvGrpSpPr>
        <p:grpSpPr>
          <a:xfrm>
            <a:off x="7453313" y="6446838"/>
            <a:ext cx="792162" cy="366712"/>
            <a:chOff x="4649" y="4020"/>
            <a:chExt cx="499" cy="231"/>
          </a:xfrm>
        </p:grpSpPr>
        <p:pic>
          <p:nvPicPr>
            <p:cNvPr id="49204" name="Picture 107"/>
            <p:cNvPicPr>
              <a:picLocks noChangeAspect="1"/>
            </p:cNvPicPr>
            <p:nvPr/>
          </p:nvPicPr>
          <p:blipFill>
            <a:blip r:embed="rId6"/>
            <a:stretch>
              <a:fillRect/>
            </a:stretch>
          </p:blipFill>
          <p:spPr>
            <a:xfrm>
              <a:off x="4649" y="4066"/>
              <a:ext cx="499" cy="181"/>
            </a:xfrm>
            <a:prstGeom prst="rect">
              <a:avLst/>
            </a:prstGeom>
            <a:noFill/>
            <a:ln w="9525">
              <a:noFill/>
            </a:ln>
          </p:spPr>
        </p:pic>
        <p:sp>
          <p:nvSpPr>
            <p:cNvPr id="49205" name="Text Box 108">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9158" name="Group 153"/>
          <p:cNvGrpSpPr/>
          <p:nvPr/>
        </p:nvGrpSpPr>
        <p:grpSpPr>
          <a:xfrm>
            <a:off x="6588125" y="6446838"/>
            <a:ext cx="792163" cy="366712"/>
            <a:chOff x="4649" y="4020"/>
            <a:chExt cx="499" cy="231"/>
          </a:xfrm>
        </p:grpSpPr>
        <p:pic>
          <p:nvPicPr>
            <p:cNvPr id="49202" name="Picture 154"/>
            <p:cNvPicPr>
              <a:picLocks noChangeAspect="1"/>
            </p:cNvPicPr>
            <p:nvPr/>
          </p:nvPicPr>
          <p:blipFill>
            <a:blip r:embed="rId6"/>
            <a:stretch>
              <a:fillRect/>
            </a:stretch>
          </p:blipFill>
          <p:spPr>
            <a:xfrm>
              <a:off x="4649" y="4066"/>
              <a:ext cx="499" cy="181"/>
            </a:xfrm>
            <a:prstGeom prst="rect">
              <a:avLst/>
            </a:prstGeom>
            <a:noFill/>
            <a:ln w="9525">
              <a:noFill/>
            </a:ln>
          </p:spPr>
        </p:pic>
        <p:sp>
          <p:nvSpPr>
            <p:cNvPr id="49203" name="Text Box 155">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49159" name="Group 214"/>
          <p:cNvGrpSpPr/>
          <p:nvPr/>
        </p:nvGrpSpPr>
        <p:grpSpPr>
          <a:xfrm>
            <a:off x="1331913" y="692150"/>
            <a:ext cx="5645150" cy="2484438"/>
            <a:chOff x="839" y="482"/>
            <a:chExt cx="3556" cy="1565"/>
          </a:xfrm>
        </p:grpSpPr>
        <p:sp>
          <p:nvSpPr>
            <p:cNvPr id="49160" name="Text Box 113"/>
            <p:cNvSpPr txBox="1"/>
            <p:nvPr/>
          </p:nvSpPr>
          <p:spPr>
            <a:xfrm>
              <a:off x="1338" y="482"/>
              <a:ext cx="1547"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1</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13 </a:t>
              </a:r>
            </a:p>
          </p:txBody>
        </p:sp>
        <p:sp>
          <p:nvSpPr>
            <p:cNvPr id="49161" name="Text Box 114"/>
            <p:cNvSpPr txBox="1"/>
            <p:nvPr/>
          </p:nvSpPr>
          <p:spPr>
            <a:xfrm>
              <a:off x="2789" y="482"/>
              <a:ext cx="1559" cy="288"/>
            </a:xfrm>
            <a:prstGeom prst="rect">
              <a:avLst/>
            </a:prstGeom>
            <a:noFill/>
            <a:ln w="38100">
              <a:noFill/>
            </a:ln>
          </p:spPr>
          <p:txBody>
            <a:bodyPr>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2</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13 </a:t>
              </a:r>
            </a:p>
          </p:txBody>
        </p:sp>
        <p:sp>
          <p:nvSpPr>
            <p:cNvPr id="49162" name="Text Box 115"/>
            <p:cNvSpPr txBox="1"/>
            <p:nvPr/>
          </p:nvSpPr>
          <p:spPr>
            <a:xfrm>
              <a:off x="2880" y="1117"/>
              <a:ext cx="1515" cy="288"/>
            </a:xfrm>
            <a:prstGeom prst="rect">
              <a:avLst/>
            </a:prstGeom>
            <a:noFill/>
            <a:ln w="38100">
              <a:noFill/>
            </a:ln>
          </p:spPr>
          <p:txBody>
            <a:bodyPr wrap="none">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L</a:t>
              </a:r>
              <a:r>
                <a:rPr lang="en-US" altLang="zh-CN" sz="2400" baseline="-25000" dirty="0">
                  <a:solidFill>
                    <a:schemeClr val="bg1"/>
                  </a:solidFill>
                  <a:latin typeface="Times New Roman" panose="02020603050405020304" pitchFamily="18" charset="0"/>
                  <a:ea typeface="宋体" panose="02010600030101010101" pitchFamily="2" charset="-122"/>
                </a:rPr>
                <a:t>3</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12</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23 </a:t>
              </a:r>
              <a:r>
                <a:rPr lang="en-US" altLang="zh-CN" sz="2400" dirty="0">
                  <a:solidFill>
                    <a:schemeClr val="bg1"/>
                  </a:solidFill>
                  <a:latin typeface="Times New Roman" panose="02020603050405020304" pitchFamily="18" charset="0"/>
                  <a:ea typeface="宋体" panose="02010600030101010101" pitchFamily="2" charset="-122"/>
                </a:rPr>
                <a:t>–</a:t>
              </a:r>
              <a:r>
                <a:rPr lang="en-US" altLang="zh-CN" sz="2400" i="1" dirty="0">
                  <a:solidFill>
                    <a:schemeClr val="bg1"/>
                  </a:solidFill>
                  <a:latin typeface="Times New Roman" panose="02020603050405020304" pitchFamily="18" charset="0"/>
                  <a:ea typeface="宋体" panose="02010600030101010101" pitchFamily="2" charset="-122"/>
                </a:rPr>
                <a:t>M</a:t>
              </a:r>
              <a:r>
                <a:rPr lang="en-US" altLang="zh-CN" sz="2400" baseline="-25000" dirty="0">
                  <a:solidFill>
                    <a:schemeClr val="bg1"/>
                  </a:solidFill>
                  <a:latin typeface="Times New Roman" panose="02020603050405020304" pitchFamily="18" charset="0"/>
                  <a:ea typeface="宋体" panose="02010600030101010101" pitchFamily="2" charset="-122"/>
                </a:rPr>
                <a:t>13 </a:t>
              </a:r>
            </a:p>
          </p:txBody>
        </p:sp>
        <p:sp>
          <p:nvSpPr>
            <p:cNvPr id="49163" name="Oval 157"/>
            <p:cNvSpPr/>
            <p:nvPr/>
          </p:nvSpPr>
          <p:spPr>
            <a:xfrm>
              <a:off x="1148" y="128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49164" name="Text Box 159"/>
            <p:cNvSpPr txBox="1"/>
            <p:nvPr/>
          </p:nvSpPr>
          <p:spPr>
            <a:xfrm>
              <a:off x="1088" y="1003"/>
              <a:ext cx="242" cy="327"/>
            </a:xfrm>
            <a:prstGeom prst="rect">
              <a:avLst/>
            </a:prstGeom>
            <a:noFill/>
            <a:ln w="38100">
              <a:noFill/>
            </a:ln>
          </p:spPr>
          <p:txBody>
            <a:bodyPr wrap="none" anchor="ctr" anchorCtr="0">
              <a:spAutoFit/>
            </a:bodyPr>
            <a:lstStyle/>
            <a:p>
              <a:pPr algn="ctr">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49165" name="Text Box 160"/>
            <p:cNvSpPr txBox="1"/>
            <p:nvPr/>
          </p:nvSpPr>
          <p:spPr>
            <a:xfrm>
              <a:off x="1104" y="1523"/>
              <a:ext cx="212" cy="327"/>
            </a:xfrm>
            <a:prstGeom prst="rect">
              <a:avLst/>
            </a:prstGeom>
            <a:noFill/>
            <a:ln w="38100">
              <a:noFill/>
            </a:ln>
          </p:spPr>
          <p:txBody>
            <a:bodyPr anchor="ctr" anchorCtr="0">
              <a:spAutoFit/>
            </a:bodyPr>
            <a:lstStyle/>
            <a:p>
              <a:pPr algn="ctr">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p>
          </p:txBody>
        </p:sp>
        <p:sp>
          <p:nvSpPr>
            <p:cNvPr id="49166" name="Line 161"/>
            <p:cNvSpPr/>
            <p:nvPr/>
          </p:nvSpPr>
          <p:spPr>
            <a:xfrm flipV="1">
              <a:off x="2690" y="878"/>
              <a:ext cx="363" cy="0"/>
            </a:xfrm>
            <a:prstGeom prst="line">
              <a:avLst/>
            </a:prstGeom>
            <a:ln w="28575" cap="flat" cmpd="sng">
              <a:solidFill>
                <a:srgbClr val="FFCC00"/>
              </a:solidFill>
              <a:prstDash val="solid"/>
              <a:headEnd type="none" w="med" len="med"/>
              <a:tailEnd type="none" w="med" len="med"/>
            </a:ln>
          </p:spPr>
        </p:sp>
        <p:sp>
          <p:nvSpPr>
            <p:cNvPr id="49167" name="Line 162"/>
            <p:cNvSpPr/>
            <p:nvPr/>
          </p:nvSpPr>
          <p:spPr>
            <a:xfrm>
              <a:off x="2826" y="878"/>
              <a:ext cx="0" cy="181"/>
            </a:xfrm>
            <a:prstGeom prst="line">
              <a:avLst/>
            </a:prstGeom>
            <a:ln w="28575" cap="flat" cmpd="sng">
              <a:solidFill>
                <a:srgbClr val="FFCC00"/>
              </a:solidFill>
              <a:prstDash val="solid"/>
              <a:headEnd type="oval" w="med" len="med"/>
              <a:tailEnd type="none" w="med" len="med"/>
            </a:ln>
          </p:spPr>
        </p:sp>
        <p:sp>
          <p:nvSpPr>
            <p:cNvPr id="49168" name="Line 163"/>
            <p:cNvSpPr/>
            <p:nvPr/>
          </p:nvSpPr>
          <p:spPr>
            <a:xfrm>
              <a:off x="1352" y="854"/>
              <a:ext cx="948" cy="0"/>
            </a:xfrm>
            <a:prstGeom prst="line">
              <a:avLst/>
            </a:prstGeom>
            <a:ln w="28575" cap="flat" cmpd="sng">
              <a:solidFill>
                <a:srgbClr val="FFCC00"/>
              </a:solidFill>
              <a:prstDash val="solid"/>
              <a:headEnd type="none" w="med" len="med"/>
              <a:tailEnd type="none" w="med" len="med"/>
            </a:ln>
          </p:spPr>
        </p:sp>
        <p:sp>
          <p:nvSpPr>
            <p:cNvPr id="49169" name="Line 164"/>
            <p:cNvSpPr/>
            <p:nvPr/>
          </p:nvSpPr>
          <p:spPr>
            <a:xfrm>
              <a:off x="2826" y="1422"/>
              <a:ext cx="8" cy="590"/>
            </a:xfrm>
            <a:prstGeom prst="line">
              <a:avLst/>
            </a:prstGeom>
            <a:ln w="28575" cap="flat" cmpd="sng">
              <a:solidFill>
                <a:srgbClr val="FFCC00"/>
              </a:solidFill>
              <a:prstDash val="solid"/>
              <a:headEnd type="none" w="med" len="med"/>
              <a:tailEnd type="oval" w="med" len="med"/>
            </a:ln>
          </p:spPr>
        </p:sp>
        <p:sp>
          <p:nvSpPr>
            <p:cNvPr id="49170" name="Line 165"/>
            <p:cNvSpPr/>
            <p:nvPr/>
          </p:nvSpPr>
          <p:spPr>
            <a:xfrm>
              <a:off x="1329" y="2012"/>
              <a:ext cx="2674" cy="7"/>
            </a:xfrm>
            <a:prstGeom prst="line">
              <a:avLst/>
            </a:prstGeom>
            <a:ln w="28575" cap="flat" cmpd="sng">
              <a:solidFill>
                <a:srgbClr val="FFCC00"/>
              </a:solidFill>
              <a:prstDash val="solid"/>
              <a:headEnd type="none" w="med" len="med"/>
              <a:tailEnd type="none" w="med" len="med"/>
            </a:ln>
          </p:spPr>
        </p:sp>
        <p:sp>
          <p:nvSpPr>
            <p:cNvPr id="49171" name="Line 166"/>
            <p:cNvSpPr/>
            <p:nvPr/>
          </p:nvSpPr>
          <p:spPr>
            <a:xfrm flipH="1">
              <a:off x="1329" y="848"/>
              <a:ext cx="17" cy="1164"/>
            </a:xfrm>
            <a:prstGeom prst="line">
              <a:avLst/>
            </a:prstGeom>
            <a:ln w="28575" cap="flat" cmpd="sng">
              <a:solidFill>
                <a:srgbClr val="FFCC00"/>
              </a:solidFill>
              <a:prstDash val="solid"/>
              <a:headEnd type="none" w="med" len="med"/>
              <a:tailEnd type="none" w="med" len="med"/>
            </a:ln>
          </p:spPr>
        </p:sp>
        <p:sp>
          <p:nvSpPr>
            <p:cNvPr id="49172" name="Text Box 167"/>
            <p:cNvSpPr txBox="1"/>
            <p:nvPr/>
          </p:nvSpPr>
          <p:spPr>
            <a:xfrm>
              <a:off x="3823" y="890"/>
              <a:ext cx="242" cy="327"/>
            </a:xfrm>
            <a:prstGeom prst="rect">
              <a:avLst/>
            </a:prstGeom>
            <a:noFill/>
            <a:ln w="38100">
              <a:noFill/>
            </a:ln>
          </p:spPr>
          <p:txBody>
            <a:bodyPr wrap="none" anchor="ctr" anchorCtr="0">
              <a:spAutoFit/>
            </a:bodyPr>
            <a:lstStyle/>
            <a:p>
              <a:pPr algn="ctr">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49173" name="Text Box 168"/>
            <p:cNvSpPr txBox="1"/>
            <p:nvPr/>
          </p:nvSpPr>
          <p:spPr>
            <a:xfrm>
              <a:off x="3823" y="1616"/>
              <a:ext cx="213" cy="327"/>
            </a:xfrm>
            <a:prstGeom prst="rect">
              <a:avLst/>
            </a:prstGeom>
            <a:noFill/>
            <a:ln w="38100">
              <a:noFill/>
            </a:ln>
          </p:spPr>
          <p:txBody>
            <a:bodyPr anchor="ctr" anchorCtr="0">
              <a:spAutoFit/>
            </a:bodyPr>
            <a:lstStyle/>
            <a:p>
              <a:pPr algn="ctr">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p>
          </p:txBody>
        </p:sp>
        <p:graphicFrame>
          <p:nvGraphicFramePr>
            <p:cNvPr id="49174" name="Object 169"/>
            <p:cNvGraphicFramePr>
              <a:graphicFrameLocks noChangeAspect="1"/>
            </p:cNvGraphicFramePr>
            <p:nvPr/>
          </p:nvGraphicFramePr>
          <p:xfrm>
            <a:off x="839" y="1214"/>
            <a:ext cx="295" cy="389"/>
          </p:xfrm>
          <a:graphic>
            <a:graphicData uri="http://schemas.openxmlformats.org/presentationml/2006/ole">
              <mc:AlternateContent xmlns:mc="http://schemas.openxmlformats.org/markup-compatibility/2006">
                <mc:Choice xmlns:v="urn:schemas-microsoft-com:vml" Requires="v">
                  <p:oleObj r:id="rId7" imgW="200660" imgH="260350" progId="Equation.3">
                    <p:embed/>
                  </p:oleObj>
                </mc:Choice>
                <mc:Fallback>
                  <p:oleObj r:id="rId7" imgW="200660" imgH="260350" progId="Equation.3">
                    <p:embed/>
                    <p:pic>
                      <p:nvPicPr>
                        <p:cNvPr id="0" name="图片 3194"/>
                        <p:cNvPicPr/>
                        <p:nvPr/>
                      </p:nvPicPr>
                      <p:blipFill>
                        <a:blip r:embed="rId8">
                          <a:clrChange>
                            <a:clrFrom>
                              <a:srgbClr val="000000"/>
                            </a:clrFrom>
                            <a:clrTo>
                              <a:srgbClr val="FFFFFF"/>
                            </a:clrTo>
                          </a:clrChange>
                        </a:blip>
                        <a:stretch>
                          <a:fillRect/>
                        </a:stretch>
                      </p:blipFill>
                      <p:spPr>
                        <a:xfrm>
                          <a:off x="839" y="1214"/>
                          <a:ext cx="295" cy="389"/>
                        </a:xfrm>
                        <a:prstGeom prst="rect">
                          <a:avLst/>
                        </a:prstGeom>
                        <a:noFill/>
                        <a:ln w="38100">
                          <a:noFill/>
                          <a:miter/>
                        </a:ln>
                      </p:spPr>
                    </p:pic>
                  </p:oleObj>
                </mc:Fallback>
              </mc:AlternateContent>
            </a:graphicData>
          </a:graphic>
        </p:graphicFrame>
        <p:graphicFrame>
          <p:nvGraphicFramePr>
            <p:cNvPr id="49175" name="Object 170"/>
            <p:cNvGraphicFramePr>
              <a:graphicFrameLocks noChangeAspect="1"/>
            </p:cNvGraphicFramePr>
            <p:nvPr/>
          </p:nvGraphicFramePr>
          <p:xfrm>
            <a:off x="3878" y="1434"/>
            <a:ext cx="347" cy="363"/>
          </p:xfrm>
          <a:graphic>
            <a:graphicData uri="http://schemas.openxmlformats.org/presentationml/2006/ole">
              <mc:AlternateContent xmlns:mc="http://schemas.openxmlformats.org/markup-compatibility/2006">
                <mc:Choice xmlns:v="urn:schemas-microsoft-com:vml" Requires="v">
                  <p:oleObj r:id="rId9" imgW="245110" imgH="260350" progId="Equation.3">
                    <p:embed/>
                  </p:oleObj>
                </mc:Choice>
                <mc:Fallback>
                  <p:oleObj r:id="rId9" imgW="245110" imgH="260350" progId="Equation.3">
                    <p:embed/>
                    <p:pic>
                      <p:nvPicPr>
                        <p:cNvPr id="0" name="图片 3193"/>
                        <p:cNvPicPr/>
                        <p:nvPr/>
                      </p:nvPicPr>
                      <p:blipFill>
                        <a:blip r:embed="rId10">
                          <a:clrChange>
                            <a:clrFrom>
                              <a:srgbClr val="000000"/>
                            </a:clrFrom>
                            <a:clrTo>
                              <a:srgbClr val="FFFFFF"/>
                            </a:clrTo>
                          </a:clrChange>
                        </a:blip>
                        <a:stretch>
                          <a:fillRect/>
                        </a:stretch>
                      </p:blipFill>
                      <p:spPr>
                        <a:xfrm>
                          <a:off x="3878" y="1434"/>
                          <a:ext cx="347" cy="363"/>
                        </a:xfrm>
                        <a:prstGeom prst="rect">
                          <a:avLst/>
                        </a:prstGeom>
                        <a:noFill/>
                        <a:ln w="38100">
                          <a:noFill/>
                          <a:miter/>
                        </a:ln>
                      </p:spPr>
                    </p:pic>
                  </p:oleObj>
                </mc:Fallback>
              </mc:AlternateContent>
            </a:graphicData>
          </a:graphic>
        </p:graphicFrame>
        <p:sp>
          <p:nvSpPr>
            <p:cNvPr id="49176" name="Text Box 182"/>
            <p:cNvSpPr txBox="1"/>
            <p:nvPr/>
          </p:nvSpPr>
          <p:spPr>
            <a:xfrm>
              <a:off x="1746" y="890"/>
              <a:ext cx="329"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49177" name="Line 189"/>
            <p:cNvSpPr/>
            <p:nvPr/>
          </p:nvSpPr>
          <p:spPr>
            <a:xfrm>
              <a:off x="3460" y="890"/>
              <a:ext cx="499" cy="0"/>
            </a:xfrm>
            <a:prstGeom prst="line">
              <a:avLst/>
            </a:prstGeom>
            <a:ln w="28575" cap="flat" cmpd="sng">
              <a:solidFill>
                <a:srgbClr val="FFCC00"/>
              </a:solidFill>
              <a:prstDash val="solid"/>
              <a:headEnd type="none" w="med" len="med"/>
              <a:tailEnd type="none" w="med" len="med"/>
            </a:ln>
          </p:spPr>
        </p:sp>
        <p:sp>
          <p:nvSpPr>
            <p:cNvPr id="49178" name="Rectangle 190"/>
            <p:cNvSpPr/>
            <p:nvPr/>
          </p:nvSpPr>
          <p:spPr>
            <a:xfrm>
              <a:off x="1737" y="78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49179" name="Group 191"/>
            <p:cNvGrpSpPr/>
            <p:nvPr/>
          </p:nvGrpSpPr>
          <p:grpSpPr>
            <a:xfrm rot="5400000">
              <a:off x="3210" y="640"/>
              <a:ext cx="91" cy="408"/>
              <a:chOff x="1565" y="2614"/>
              <a:chExt cx="90" cy="486"/>
            </a:xfrm>
          </p:grpSpPr>
          <p:sp>
            <p:nvSpPr>
              <p:cNvPr id="49198" name="Arc 19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199" name="Arc 19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200" name="Arc 19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201" name="Arc 19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9180" name="Group 196"/>
            <p:cNvGrpSpPr/>
            <p:nvPr/>
          </p:nvGrpSpPr>
          <p:grpSpPr>
            <a:xfrm rot="5400000">
              <a:off x="2439" y="622"/>
              <a:ext cx="91" cy="408"/>
              <a:chOff x="1565" y="2614"/>
              <a:chExt cx="90" cy="486"/>
            </a:xfrm>
          </p:grpSpPr>
          <p:sp>
            <p:nvSpPr>
              <p:cNvPr id="49194" name="Arc 19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195" name="Arc 19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196" name="Arc 19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197" name="Arc 20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49181" name="Group 201"/>
            <p:cNvGrpSpPr/>
            <p:nvPr/>
          </p:nvGrpSpPr>
          <p:grpSpPr>
            <a:xfrm rot="10800000">
              <a:off x="2816" y="1063"/>
              <a:ext cx="90" cy="363"/>
              <a:chOff x="1565" y="2614"/>
              <a:chExt cx="90" cy="486"/>
            </a:xfrm>
          </p:grpSpPr>
          <p:sp>
            <p:nvSpPr>
              <p:cNvPr id="49190" name="Arc 20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191" name="Arc 20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192" name="Arc 20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49193" name="Arc 20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49182" name="Oval 206"/>
            <p:cNvSpPr/>
            <p:nvPr/>
          </p:nvSpPr>
          <p:spPr>
            <a:xfrm>
              <a:off x="3959" y="845"/>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9183" name="Oval 207"/>
            <p:cNvSpPr/>
            <p:nvPr/>
          </p:nvSpPr>
          <p:spPr>
            <a:xfrm>
              <a:off x="4005" y="197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49184" name="Object 208"/>
            <p:cNvGraphicFramePr>
              <a:graphicFrameLocks noChangeAspect="1"/>
            </p:cNvGraphicFramePr>
            <p:nvPr/>
          </p:nvGraphicFramePr>
          <p:xfrm>
            <a:off x="1429" y="754"/>
            <a:ext cx="232" cy="464"/>
          </p:xfrm>
          <a:graphic>
            <a:graphicData uri="http://schemas.openxmlformats.org/presentationml/2006/ole">
              <mc:AlternateContent xmlns:mc="http://schemas.openxmlformats.org/markup-compatibility/2006">
                <mc:Choice xmlns:v="urn:schemas-microsoft-com:vml" Requires="v">
                  <p:oleObj r:id="rId11" imgW="163830" imgH="319405" progId="Equation.3">
                    <p:embed/>
                  </p:oleObj>
                </mc:Choice>
                <mc:Fallback>
                  <p:oleObj r:id="rId11" imgW="163830" imgH="319405" progId="Equation.3">
                    <p:embed/>
                    <p:pic>
                      <p:nvPicPr>
                        <p:cNvPr id="0" name="图片 3195"/>
                        <p:cNvPicPr/>
                        <p:nvPr/>
                      </p:nvPicPr>
                      <p:blipFill>
                        <a:blip r:embed="rId12">
                          <a:clrChange>
                            <a:clrFrom>
                              <a:srgbClr val="000000"/>
                            </a:clrFrom>
                            <a:clrTo>
                              <a:srgbClr val="FFFFFF"/>
                            </a:clrTo>
                          </a:clrChange>
                        </a:blip>
                        <a:stretch>
                          <a:fillRect/>
                        </a:stretch>
                      </p:blipFill>
                      <p:spPr>
                        <a:xfrm>
                          <a:off x="1429" y="754"/>
                          <a:ext cx="232" cy="464"/>
                        </a:xfrm>
                        <a:prstGeom prst="rect">
                          <a:avLst/>
                        </a:prstGeom>
                        <a:noFill/>
                        <a:ln w="38100">
                          <a:noFill/>
                          <a:miter/>
                        </a:ln>
                      </p:spPr>
                    </p:pic>
                  </p:oleObj>
                </mc:Fallback>
              </mc:AlternateContent>
            </a:graphicData>
          </a:graphic>
        </p:graphicFrame>
        <p:sp>
          <p:nvSpPr>
            <p:cNvPr id="49185" name="Line 209"/>
            <p:cNvSpPr/>
            <p:nvPr/>
          </p:nvSpPr>
          <p:spPr>
            <a:xfrm>
              <a:off x="1429" y="854"/>
              <a:ext cx="272" cy="0"/>
            </a:xfrm>
            <a:prstGeom prst="line">
              <a:avLst/>
            </a:prstGeom>
            <a:ln w="28575" cap="flat" cmpd="sng">
              <a:solidFill>
                <a:srgbClr val="00FFFF"/>
              </a:solidFill>
              <a:prstDash val="solid"/>
              <a:headEnd type="none" w="med" len="med"/>
              <a:tailEnd type="triangle" w="med" len="med"/>
            </a:ln>
          </p:spPr>
        </p:sp>
        <p:grpSp>
          <p:nvGrpSpPr>
            <p:cNvPr id="49186" name="Group 210"/>
            <p:cNvGrpSpPr/>
            <p:nvPr/>
          </p:nvGrpSpPr>
          <p:grpSpPr>
            <a:xfrm>
              <a:off x="1837" y="1207"/>
              <a:ext cx="744" cy="728"/>
              <a:chOff x="4762" y="238"/>
              <a:chExt cx="744" cy="864"/>
            </a:xfrm>
          </p:grpSpPr>
          <p:sp>
            <p:nvSpPr>
              <p:cNvPr id="49187" name="Oval 211"/>
              <p:cNvSpPr/>
              <p:nvPr/>
            </p:nvSpPr>
            <p:spPr>
              <a:xfrm>
                <a:off x="4762" y="238"/>
                <a:ext cx="744" cy="864"/>
              </a:xfrm>
              <a:prstGeom prst="ellipse">
                <a:avLst/>
              </a:prstGeom>
              <a:noFill/>
              <a:ln w="28575" cap="flat" cmpd="sng">
                <a:solidFill>
                  <a:srgbClr val="66FF33"/>
                </a:solidFill>
                <a:prstDash val="dash"/>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9188" name="Line 212"/>
              <p:cNvSpPr/>
              <p:nvPr/>
            </p:nvSpPr>
            <p:spPr>
              <a:xfrm>
                <a:off x="5506" y="670"/>
                <a:ext cx="0" cy="54"/>
              </a:xfrm>
              <a:prstGeom prst="line">
                <a:avLst/>
              </a:prstGeom>
              <a:ln w="28575" cap="flat" cmpd="sng">
                <a:solidFill>
                  <a:srgbClr val="66FF33"/>
                </a:solidFill>
                <a:prstDash val="dash"/>
                <a:headEnd type="none" w="med" len="med"/>
                <a:tailEnd type="triangle" w="med" len="med"/>
              </a:ln>
            </p:spPr>
          </p:sp>
          <p:sp>
            <p:nvSpPr>
              <p:cNvPr id="49189" name="Text Box 213"/>
              <p:cNvSpPr txBox="1"/>
              <p:nvPr/>
            </p:nvSpPr>
            <p:spPr>
              <a:xfrm>
                <a:off x="5012" y="505"/>
                <a:ext cx="116" cy="342"/>
              </a:xfrm>
              <a:prstGeom prst="rect">
                <a:avLst/>
              </a:prstGeom>
              <a:noFill/>
              <a:ln w="28575">
                <a:noFill/>
              </a:ln>
            </p:spPr>
            <p:txBody>
              <a:bodyPr wrap="none">
                <a:spAutoFit/>
              </a:bodyPr>
              <a:lstStyle/>
              <a:p>
                <a:pPr eaLnBrk="1" hangingPunct="1"/>
                <a:endParaRPr lang="zh-CN" altLang="zh-CN" sz="2400" b="1" dirty="0">
                  <a:solidFill>
                    <a:schemeClr val="bg1"/>
                  </a:solidFill>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433"/>
                                        </p:tgtEl>
                                        <p:attrNameLst>
                                          <p:attrName>style.visibility</p:attrName>
                                        </p:attrNameLst>
                                      </p:cBhvr>
                                      <p:to>
                                        <p:strVal val="visible"/>
                                      </p:to>
                                    </p:set>
                                    <p:animEffect transition="in" filter="wipe(left)">
                                      <p:cBhvr>
                                        <p:cTn id="7" dur="2000"/>
                                        <p:tgtEl>
                                          <p:spTgt spid="144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434"/>
                                        </p:tgtEl>
                                        <p:attrNameLst>
                                          <p:attrName>style.visibility</p:attrName>
                                        </p:attrNameLst>
                                      </p:cBhvr>
                                      <p:to>
                                        <p:strVal val="visible"/>
                                      </p:to>
                                    </p:set>
                                    <p:animEffect transition="in" filter="wipe(left)">
                                      <p:cBhvr>
                                        <p:cTn id="12" dur="2000"/>
                                        <p:tgtEl>
                                          <p:spTgt spid="14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81" name="Text Box 25"/>
          <p:cNvSpPr txBox="1"/>
          <p:nvPr/>
        </p:nvSpPr>
        <p:spPr>
          <a:xfrm>
            <a:off x="468313" y="549275"/>
            <a:ext cx="1295400" cy="579438"/>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2-4</a:t>
            </a:r>
          </a:p>
        </p:txBody>
      </p:sp>
      <p:sp>
        <p:nvSpPr>
          <p:cNvPr id="96282" name="Text Box 26"/>
          <p:cNvSpPr txBox="1"/>
          <p:nvPr/>
        </p:nvSpPr>
        <p:spPr>
          <a:xfrm>
            <a:off x="1619250" y="404813"/>
            <a:ext cx="7524750" cy="1117600"/>
          </a:xfrm>
          <a:prstGeom prst="rect">
            <a:avLst/>
          </a:prstGeom>
          <a:noFill/>
          <a:ln w="19050">
            <a:noFill/>
          </a:ln>
        </p:spPr>
        <p:txBody>
          <a:bodyPr>
            <a:spAutoFit/>
          </a:bodyPr>
          <a:lstStyle/>
          <a:p>
            <a:pPr eaLnBrk="1" hangingPunct="1">
              <a:lnSpc>
                <a:spcPct val="120000"/>
              </a:lnSpc>
            </a:pPr>
            <a:r>
              <a:rPr lang="zh-CN" altLang="en-US" b="1" dirty="0">
                <a:latin typeface="楷体_GB2312" pitchFamily="49" charset="-122"/>
              </a:rPr>
              <a:t>图示互感电路已处于稳态，</a:t>
            </a:r>
            <a:r>
              <a:rPr lang="en-US" altLang="zh-CN" i="1" dirty="0">
                <a:solidFill>
                  <a:schemeClr val="bg1"/>
                </a:solidFill>
                <a:latin typeface="Times New Roman" panose="02020603050405020304" pitchFamily="18" charset="0"/>
              </a:rPr>
              <a:t>t </a:t>
            </a:r>
            <a:r>
              <a:rPr lang="en-US" altLang="zh-CN" dirty="0">
                <a:solidFill>
                  <a:schemeClr val="bg1"/>
                </a:solidFill>
                <a:latin typeface="Times New Roman" panose="02020603050405020304" pitchFamily="18" charset="0"/>
              </a:rPr>
              <a:t>= 0</a:t>
            </a:r>
            <a:r>
              <a:rPr lang="en-US" altLang="zh-CN" dirty="0">
                <a:latin typeface="Times New Roman" panose="02020603050405020304" pitchFamily="18" charset="0"/>
              </a:rPr>
              <a:t> </a:t>
            </a:r>
            <a:r>
              <a:rPr lang="zh-CN" altLang="en-US" b="1" dirty="0">
                <a:latin typeface="楷体_GB2312" pitchFamily="49" charset="-122"/>
              </a:rPr>
              <a:t>时开关打开，求</a:t>
            </a:r>
            <a:r>
              <a:rPr lang="en-US" altLang="zh-CN" i="1" dirty="0">
                <a:solidFill>
                  <a:schemeClr val="bg1"/>
                </a:solidFill>
                <a:latin typeface="Times New Roman" panose="02020603050405020304" pitchFamily="18" charset="0"/>
              </a:rPr>
              <a:t>t</a:t>
            </a:r>
            <a:r>
              <a:rPr lang="en-US" altLang="zh-CN" dirty="0">
                <a:solidFill>
                  <a:schemeClr val="bg1"/>
                </a:solidFill>
                <a:latin typeface="Times New Roman" panose="02020603050405020304" pitchFamily="18" charset="0"/>
              </a:rPr>
              <a:t> &gt;0</a:t>
            </a:r>
            <a:r>
              <a:rPr lang="zh-CN" altLang="en-US" b="1" dirty="0">
                <a:latin typeface="楷体_GB2312" pitchFamily="49" charset="-122"/>
              </a:rPr>
              <a:t>时开路电压</a:t>
            </a:r>
            <a:r>
              <a:rPr lang="en-US" altLang="zh-CN" i="1" dirty="0">
                <a:solidFill>
                  <a:schemeClr val="bg1"/>
                </a:solidFill>
                <a:latin typeface="Times New Roman" panose="02020603050405020304" pitchFamily="18" charset="0"/>
              </a:rPr>
              <a:t>u</a:t>
            </a:r>
            <a:r>
              <a:rPr lang="en-US" altLang="zh-CN" baseline="-25000" dirty="0">
                <a:solidFill>
                  <a:schemeClr val="bg1"/>
                </a:solidFill>
                <a:latin typeface="Times New Roman" panose="02020603050405020304" pitchFamily="18" charset="0"/>
              </a:rPr>
              <a:t>2</a:t>
            </a:r>
            <a:r>
              <a:rPr lang="en-US" altLang="zh-CN" dirty="0">
                <a:solidFill>
                  <a:schemeClr val="bg1"/>
                </a:solidFill>
                <a:latin typeface="Times New Roman" panose="02020603050405020304" pitchFamily="18" charset="0"/>
              </a:rPr>
              <a:t>(</a:t>
            </a:r>
            <a:r>
              <a:rPr lang="en-US" altLang="zh-CN" i="1" dirty="0">
                <a:solidFill>
                  <a:schemeClr val="bg1"/>
                </a:solidFill>
                <a:latin typeface="Times New Roman" panose="02020603050405020304" pitchFamily="18" charset="0"/>
              </a:rPr>
              <a:t>t</a:t>
            </a:r>
            <a:r>
              <a:rPr lang="en-US" altLang="zh-CN" dirty="0">
                <a:solidFill>
                  <a:schemeClr val="bg1"/>
                </a:solidFill>
                <a:latin typeface="Times New Roman" panose="02020603050405020304" pitchFamily="18" charset="0"/>
              </a:rPr>
              <a:t>)</a:t>
            </a:r>
            <a:r>
              <a:rPr lang="zh-CN" altLang="en-US" b="1" dirty="0">
                <a:latin typeface="楷体_GB2312" pitchFamily="49" charset="-122"/>
              </a:rPr>
              <a:t>。</a:t>
            </a:r>
          </a:p>
        </p:txBody>
      </p:sp>
      <p:grpSp>
        <p:nvGrpSpPr>
          <p:cNvPr id="50180" name="Group 74"/>
          <p:cNvGrpSpPr/>
          <p:nvPr/>
        </p:nvGrpSpPr>
        <p:grpSpPr>
          <a:xfrm>
            <a:off x="8316913" y="6446838"/>
            <a:ext cx="792162" cy="366712"/>
            <a:chOff x="5193" y="4020"/>
            <a:chExt cx="499" cy="231"/>
          </a:xfrm>
        </p:grpSpPr>
        <p:pic>
          <p:nvPicPr>
            <p:cNvPr id="50241" name="Picture 75"/>
            <p:cNvPicPr>
              <a:picLocks noChangeAspect="1"/>
            </p:cNvPicPr>
            <p:nvPr/>
          </p:nvPicPr>
          <p:blipFill>
            <a:blip r:embed="rId2"/>
            <a:stretch>
              <a:fillRect/>
            </a:stretch>
          </p:blipFill>
          <p:spPr>
            <a:xfrm>
              <a:off x="5193" y="4066"/>
              <a:ext cx="499" cy="181"/>
            </a:xfrm>
            <a:prstGeom prst="rect">
              <a:avLst/>
            </a:prstGeom>
            <a:noFill/>
            <a:ln w="9525">
              <a:noFill/>
            </a:ln>
          </p:spPr>
        </p:pic>
        <p:sp>
          <p:nvSpPr>
            <p:cNvPr id="50242" name="Text Box 7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0181" name="Group 77"/>
          <p:cNvGrpSpPr/>
          <p:nvPr/>
        </p:nvGrpSpPr>
        <p:grpSpPr>
          <a:xfrm>
            <a:off x="7453313" y="6446838"/>
            <a:ext cx="792162" cy="366712"/>
            <a:chOff x="4649" y="4020"/>
            <a:chExt cx="499" cy="231"/>
          </a:xfrm>
        </p:grpSpPr>
        <p:pic>
          <p:nvPicPr>
            <p:cNvPr id="50239" name="Picture 78"/>
            <p:cNvPicPr>
              <a:picLocks noChangeAspect="1"/>
            </p:cNvPicPr>
            <p:nvPr/>
          </p:nvPicPr>
          <p:blipFill>
            <a:blip r:embed="rId2"/>
            <a:stretch>
              <a:fillRect/>
            </a:stretch>
          </p:blipFill>
          <p:spPr>
            <a:xfrm>
              <a:off x="4649" y="4066"/>
              <a:ext cx="499" cy="181"/>
            </a:xfrm>
            <a:prstGeom prst="rect">
              <a:avLst/>
            </a:prstGeom>
            <a:noFill/>
            <a:ln w="9525">
              <a:noFill/>
            </a:ln>
          </p:spPr>
        </p:pic>
        <p:sp>
          <p:nvSpPr>
            <p:cNvPr id="50240" name="Text Box 7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96380" name="Text Box 124"/>
          <p:cNvSpPr txBox="1"/>
          <p:nvPr/>
        </p:nvSpPr>
        <p:spPr>
          <a:xfrm>
            <a:off x="611188" y="3500438"/>
            <a:ext cx="647700" cy="519112"/>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a:t>
            </a:r>
            <a:endParaRPr lang="zh-CN" altLang="en-US" b="1" dirty="0">
              <a:solidFill>
                <a:schemeClr val="bg1"/>
              </a:solidFill>
              <a:latin typeface="Times New Roman" panose="02020603050405020304" pitchFamily="18" charset="0"/>
              <a:ea typeface="宋体" panose="02010600030101010101" pitchFamily="2" charset="-122"/>
            </a:endParaRPr>
          </a:p>
        </p:txBody>
      </p:sp>
      <p:sp>
        <p:nvSpPr>
          <p:cNvPr id="96381" name="Text Box 125"/>
          <p:cNvSpPr txBox="1"/>
          <p:nvPr/>
        </p:nvSpPr>
        <p:spPr>
          <a:xfrm>
            <a:off x="684213" y="4005263"/>
            <a:ext cx="8208962" cy="1117600"/>
          </a:xfrm>
          <a:prstGeom prst="rect">
            <a:avLst/>
          </a:prstGeom>
          <a:noFill/>
          <a:ln w="9525">
            <a:noFill/>
          </a:ln>
        </p:spPr>
        <p:txBody>
          <a:bodyPr>
            <a:spAutoFit/>
          </a:bodyPr>
          <a:lstStyle/>
          <a:p>
            <a:pPr eaLnBrk="1" hangingPunct="1">
              <a:lnSpc>
                <a:spcPct val="120000"/>
              </a:lnSpc>
              <a:spcBef>
                <a:spcPct val="50000"/>
              </a:spcBef>
            </a:pPr>
            <a:r>
              <a:rPr lang="en-US" altLang="zh-CN" b="1" dirty="0">
                <a:latin typeface="楷体_GB2312" pitchFamily="49" charset="-122"/>
              </a:rPr>
              <a:t>   </a:t>
            </a:r>
            <a:r>
              <a:rPr lang="zh-CN" altLang="en-US" b="1" dirty="0">
                <a:latin typeface="楷体_GB2312" pitchFamily="49" charset="-122"/>
              </a:rPr>
              <a:t>二次回路开路，对一次回路无影响，开路电压</a:t>
            </a:r>
            <a:r>
              <a:rPr lang="en-US" altLang="zh-CN" i="1" dirty="0">
                <a:solidFill>
                  <a:schemeClr val="bg1"/>
                </a:solidFill>
                <a:latin typeface="Times New Roman" panose="02020603050405020304" pitchFamily="18" charset="0"/>
              </a:rPr>
              <a:t>u</a:t>
            </a:r>
            <a:r>
              <a:rPr lang="en-US" altLang="zh-CN" baseline="-25000" dirty="0">
                <a:solidFill>
                  <a:schemeClr val="bg1"/>
                </a:solidFill>
                <a:latin typeface="Times New Roman" panose="02020603050405020304" pitchFamily="18" charset="0"/>
              </a:rPr>
              <a:t>2</a:t>
            </a:r>
            <a:r>
              <a:rPr lang="en-US" altLang="zh-CN" dirty="0">
                <a:solidFill>
                  <a:schemeClr val="bg1"/>
                </a:solidFill>
                <a:latin typeface="Times New Roman" panose="02020603050405020304" pitchFamily="18" charset="0"/>
              </a:rPr>
              <a:t>(</a:t>
            </a:r>
            <a:r>
              <a:rPr lang="en-US" altLang="zh-CN" i="1" dirty="0">
                <a:solidFill>
                  <a:schemeClr val="bg1"/>
                </a:solidFill>
                <a:latin typeface="Times New Roman" panose="02020603050405020304" pitchFamily="18" charset="0"/>
              </a:rPr>
              <a:t>t</a:t>
            </a:r>
            <a:r>
              <a:rPr lang="en-US" altLang="zh-CN" dirty="0">
                <a:solidFill>
                  <a:schemeClr val="bg1"/>
                </a:solidFill>
                <a:latin typeface="Times New Roman" panose="02020603050405020304" pitchFamily="18" charset="0"/>
              </a:rPr>
              <a:t>)</a:t>
            </a:r>
            <a:r>
              <a:rPr lang="zh-CN" altLang="en-US" b="1" dirty="0">
                <a:latin typeface="楷体_GB2312" pitchFamily="49" charset="-122"/>
              </a:rPr>
              <a:t>中只有互感电压。先应用三要素法求电流</a:t>
            </a:r>
            <a:r>
              <a:rPr lang="en-US" altLang="zh-CN" i="1" dirty="0">
                <a:solidFill>
                  <a:schemeClr val="bg1"/>
                </a:solidFill>
                <a:latin typeface="Times New Roman" panose="02020603050405020304" pitchFamily="18" charset="0"/>
              </a:rPr>
              <a:t>i</a:t>
            </a:r>
            <a:r>
              <a:rPr lang="en-US" altLang="zh-CN" dirty="0">
                <a:solidFill>
                  <a:schemeClr val="bg1"/>
                </a:solidFill>
                <a:latin typeface="Times New Roman" panose="02020603050405020304" pitchFamily="18" charset="0"/>
              </a:rPr>
              <a:t>(</a:t>
            </a:r>
            <a:r>
              <a:rPr lang="en-US" altLang="zh-CN" i="1" dirty="0">
                <a:solidFill>
                  <a:schemeClr val="bg1"/>
                </a:solidFill>
                <a:latin typeface="Times New Roman" panose="02020603050405020304" pitchFamily="18" charset="0"/>
              </a:rPr>
              <a:t>t</a:t>
            </a:r>
            <a:r>
              <a:rPr lang="en-US" altLang="zh-CN" dirty="0">
                <a:solidFill>
                  <a:schemeClr val="bg1"/>
                </a:solidFill>
                <a:latin typeface="Times New Roman" panose="02020603050405020304" pitchFamily="18" charset="0"/>
              </a:rPr>
              <a:t>)</a:t>
            </a:r>
            <a:r>
              <a:rPr lang="zh-CN" altLang="en-US" dirty="0">
                <a:latin typeface="Times New Roman" panose="02020603050405020304" pitchFamily="18" charset="0"/>
              </a:rPr>
              <a:t>。</a:t>
            </a:r>
          </a:p>
        </p:txBody>
      </p:sp>
      <p:graphicFrame>
        <p:nvGraphicFramePr>
          <p:cNvPr id="96385" name="Object 129"/>
          <p:cNvGraphicFramePr>
            <a:graphicFrameLocks noChangeAspect="1"/>
          </p:cNvGraphicFramePr>
          <p:nvPr/>
        </p:nvGraphicFramePr>
        <p:xfrm>
          <a:off x="1876425" y="5099050"/>
          <a:ext cx="4868863" cy="1198563"/>
        </p:xfrm>
        <a:graphic>
          <a:graphicData uri="http://schemas.openxmlformats.org/presentationml/2006/ole">
            <mc:AlternateContent xmlns:mc="http://schemas.openxmlformats.org/markup-compatibility/2006">
              <mc:Choice xmlns:v="urn:schemas-microsoft-com:vml" Requires="v">
                <p:oleObj r:id="rId3" imgW="2289810" imgH="572135" progId="Equation.3">
                  <p:embed/>
                </p:oleObj>
              </mc:Choice>
              <mc:Fallback>
                <p:oleObj r:id="rId3" imgW="2289810" imgH="572135" progId="Equation.3">
                  <p:embed/>
                  <p:pic>
                    <p:nvPicPr>
                      <p:cNvPr id="0" name="图片 3196"/>
                      <p:cNvPicPr/>
                      <p:nvPr/>
                    </p:nvPicPr>
                    <p:blipFill>
                      <a:blip r:embed="rId4">
                        <a:clrChange>
                          <a:clrFrom>
                            <a:srgbClr val="000000"/>
                          </a:clrFrom>
                          <a:clrTo>
                            <a:srgbClr val="FFFFFF"/>
                          </a:clrTo>
                        </a:clrChange>
                      </a:blip>
                      <a:stretch>
                        <a:fillRect/>
                      </a:stretch>
                    </p:blipFill>
                    <p:spPr>
                      <a:xfrm>
                        <a:off x="1876425" y="5099050"/>
                        <a:ext cx="4868863" cy="1198563"/>
                      </a:xfrm>
                      <a:prstGeom prst="rect">
                        <a:avLst/>
                      </a:prstGeom>
                      <a:noFill/>
                      <a:ln w="38100">
                        <a:noFill/>
                        <a:miter/>
                      </a:ln>
                    </p:spPr>
                  </p:pic>
                </p:oleObj>
              </mc:Fallback>
            </mc:AlternateContent>
          </a:graphicData>
        </a:graphic>
      </p:graphicFrame>
      <p:grpSp>
        <p:nvGrpSpPr>
          <p:cNvPr id="50185" name="Group 133"/>
          <p:cNvGrpSpPr/>
          <p:nvPr/>
        </p:nvGrpSpPr>
        <p:grpSpPr>
          <a:xfrm>
            <a:off x="6588125" y="6446838"/>
            <a:ext cx="792163" cy="366712"/>
            <a:chOff x="4649" y="4020"/>
            <a:chExt cx="499" cy="231"/>
          </a:xfrm>
        </p:grpSpPr>
        <p:pic>
          <p:nvPicPr>
            <p:cNvPr id="50237" name="Picture 134"/>
            <p:cNvPicPr>
              <a:picLocks noChangeAspect="1"/>
            </p:cNvPicPr>
            <p:nvPr/>
          </p:nvPicPr>
          <p:blipFill>
            <a:blip r:embed="rId2"/>
            <a:stretch>
              <a:fillRect/>
            </a:stretch>
          </p:blipFill>
          <p:spPr>
            <a:xfrm>
              <a:off x="4649" y="4066"/>
              <a:ext cx="499" cy="181"/>
            </a:xfrm>
            <a:prstGeom prst="rect">
              <a:avLst/>
            </a:prstGeom>
            <a:noFill/>
            <a:ln w="9525">
              <a:noFill/>
            </a:ln>
          </p:spPr>
        </p:pic>
        <p:sp>
          <p:nvSpPr>
            <p:cNvPr id="50238" name="Text Box 135">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96404" name="Group 148"/>
          <p:cNvGrpSpPr/>
          <p:nvPr/>
        </p:nvGrpSpPr>
        <p:grpSpPr>
          <a:xfrm>
            <a:off x="1547813" y="1412875"/>
            <a:ext cx="5616575" cy="2490788"/>
            <a:chOff x="975" y="890"/>
            <a:chExt cx="3538" cy="1569"/>
          </a:xfrm>
        </p:grpSpPr>
        <p:sp>
          <p:nvSpPr>
            <p:cNvPr id="50190" name="Oval 81"/>
            <p:cNvSpPr/>
            <p:nvPr/>
          </p:nvSpPr>
          <p:spPr>
            <a:xfrm>
              <a:off x="975" y="170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50191" name="Line 82"/>
            <p:cNvSpPr/>
            <p:nvPr/>
          </p:nvSpPr>
          <p:spPr>
            <a:xfrm flipH="1">
              <a:off x="3198" y="2069"/>
              <a:ext cx="2" cy="318"/>
            </a:xfrm>
            <a:prstGeom prst="line">
              <a:avLst/>
            </a:prstGeom>
            <a:ln w="28575" cap="flat" cmpd="sng">
              <a:solidFill>
                <a:srgbClr val="FFCC00"/>
              </a:solidFill>
              <a:prstDash val="solid"/>
              <a:headEnd type="none" w="med" len="med"/>
              <a:tailEnd type="none" w="med" len="med"/>
            </a:ln>
          </p:spPr>
        </p:sp>
        <p:sp>
          <p:nvSpPr>
            <p:cNvPr id="50192" name="Line 83"/>
            <p:cNvSpPr/>
            <p:nvPr/>
          </p:nvSpPr>
          <p:spPr>
            <a:xfrm>
              <a:off x="3198" y="1344"/>
              <a:ext cx="0" cy="367"/>
            </a:xfrm>
            <a:prstGeom prst="line">
              <a:avLst/>
            </a:prstGeom>
            <a:ln w="28575" cap="flat" cmpd="sng">
              <a:solidFill>
                <a:srgbClr val="FFCC00"/>
              </a:solidFill>
              <a:prstDash val="solid"/>
              <a:headEnd type="none" w="med" len="med"/>
              <a:tailEnd type="none" w="med" len="med"/>
            </a:ln>
          </p:spPr>
        </p:sp>
        <p:sp>
          <p:nvSpPr>
            <p:cNvPr id="50193" name="Line 84"/>
            <p:cNvSpPr/>
            <p:nvPr/>
          </p:nvSpPr>
          <p:spPr>
            <a:xfrm flipH="1">
              <a:off x="3651" y="2069"/>
              <a:ext cx="0" cy="325"/>
            </a:xfrm>
            <a:prstGeom prst="line">
              <a:avLst/>
            </a:prstGeom>
            <a:ln w="28575" cap="flat" cmpd="sng">
              <a:solidFill>
                <a:srgbClr val="FFCC00"/>
              </a:solidFill>
              <a:prstDash val="solid"/>
              <a:headEnd type="none" w="med" len="med"/>
              <a:tailEnd type="none" w="med" len="med"/>
            </a:ln>
          </p:spPr>
        </p:sp>
        <p:sp>
          <p:nvSpPr>
            <p:cNvPr id="50194" name="Line 85"/>
            <p:cNvSpPr/>
            <p:nvPr/>
          </p:nvSpPr>
          <p:spPr>
            <a:xfrm>
              <a:off x="3651" y="1344"/>
              <a:ext cx="0" cy="362"/>
            </a:xfrm>
            <a:prstGeom prst="line">
              <a:avLst/>
            </a:prstGeom>
            <a:ln w="28575" cap="flat" cmpd="sng">
              <a:solidFill>
                <a:srgbClr val="FFCC00"/>
              </a:solidFill>
              <a:prstDash val="solid"/>
              <a:headEnd type="none" w="med" len="med"/>
              <a:tailEnd type="none" w="med" len="med"/>
            </a:ln>
          </p:spPr>
        </p:sp>
        <p:sp>
          <p:nvSpPr>
            <p:cNvPr id="50195" name="Line 86"/>
            <p:cNvSpPr/>
            <p:nvPr/>
          </p:nvSpPr>
          <p:spPr>
            <a:xfrm flipV="1">
              <a:off x="1882" y="1344"/>
              <a:ext cx="1316" cy="0"/>
            </a:xfrm>
            <a:prstGeom prst="line">
              <a:avLst/>
            </a:prstGeom>
            <a:ln w="28575" cap="flat" cmpd="sng">
              <a:solidFill>
                <a:srgbClr val="FFCC00"/>
              </a:solidFill>
              <a:prstDash val="solid"/>
              <a:headEnd type="none" w="med" len="med"/>
              <a:tailEnd type="none" w="med" len="med"/>
            </a:ln>
          </p:spPr>
        </p:sp>
        <p:sp>
          <p:nvSpPr>
            <p:cNvPr id="50196" name="Text Box 87"/>
            <p:cNvSpPr txBox="1"/>
            <p:nvPr/>
          </p:nvSpPr>
          <p:spPr>
            <a:xfrm>
              <a:off x="2925" y="1516"/>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0197" name="Text Box 88"/>
            <p:cNvSpPr txBox="1"/>
            <p:nvPr/>
          </p:nvSpPr>
          <p:spPr>
            <a:xfrm>
              <a:off x="3651" y="1516"/>
              <a:ext cx="214"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0198" name="Text Box 89"/>
            <p:cNvSpPr txBox="1"/>
            <p:nvPr/>
          </p:nvSpPr>
          <p:spPr>
            <a:xfrm>
              <a:off x="2653" y="1706"/>
              <a:ext cx="55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0.2H</a:t>
              </a:r>
            </a:p>
          </p:txBody>
        </p:sp>
        <p:sp>
          <p:nvSpPr>
            <p:cNvPr id="50199" name="Arc 90"/>
            <p:cNvSpPr/>
            <p:nvPr/>
          </p:nvSpPr>
          <p:spPr>
            <a:xfrm rot="-10800000" flipV="1">
              <a:off x="3062" y="1162"/>
              <a:ext cx="196" cy="216"/>
            </a:xfrm>
            <a:custGeom>
              <a:avLst/>
              <a:gdLst/>
              <a:ahLst/>
              <a:cxnLst>
                <a:cxn ang="0">
                  <a:pos x="43" y="0"/>
                </a:cxn>
                <a:cxn ang="0">
                  <a:pos x="196" y="155"/>
                </a:cxn>
                <a:cxn ang="0">
                  <a:pos x="0" y="216"/>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50200" name="Arc 91"/>
            <p:cNvSpPr/>
            <p:nvPr/>
          </p:nvSpPr>
          <p:spPr>
            <a:xfrm rot="10800000" flipH="1" flipV="1">
              <a:off x="3606" y="1162"/>
              <a:ext cx="198" cy="215"/>
            </a:xfrm>
            <a:custGeom>
              <a:avLst/>
              <a:gdLst/>
              <a:ahLst/>
              <a:cxnLst>
                <a:cxn ang="0">
                  <a:pos x="44" y="0"/>
                </a:cxn>
                <a:cxn ang="0">
                  <a:pos x="198" y="154"/>
                </a:cxn>
                <a:cxn ang="0">
                  <a:pos x="0" y="21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50201" name="Line 92"/>
            <p:cNvSpPr/>
            <p:nvPr/>
          </p:nvSpPr>
          <p:spPr>
            <a:xfrm flipV="1">
              <a:off x="3651" y="1344"/>
              <a:ext cx="545" cy="0"/>
            </a:xfrm>
            <a:prstGeom prst="line">
              <a:avLst/>
            </a:prstGeom>
            <a:ln w="28575" cap="flat" cmpd="sng">
              <a:solidFill>
                <a:srgbClr val="FFCC00"/>
              </a:solidFill>
              <a:prstDash val="solid"/>
              <a:headEnd type="none" w="med" len="med"/>
              <a:tailEnd type="none" w="med" len="med"/>
            </a:ln>
          </p:spPr>
        </p:sp>
        <p:sp>
          <p:nvSpPr>
            <p:cNvPr id="50202" name="Text Box 93"/>
            <p:cNvSpPr txBox="1"/>
            <p:nvPr/>
          </p:nvSpPr>
          <p:spPr>
            <a:xfrm>
              <a:off x="3606" y="1706"/>
              <a:ext cx="558"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0.4H</a:t>
              </a:r>
            </a:p>
          </p:txBody>
        </p:sp>
        <p:sp>
          <p:nvSpPr>
            <p:cNvPr id="50203" name="Text Box 94"/>
            <p:cNvSpPr txBox="1"/>
            <p:nvPr/>
          </p:nvSpPr>
          <p:spPr>
            <a:xfrm>
              <a:off x="3107" y="890"/>
              <a:ext cx="871"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=0.1H</a:t>
              </a:r>
            </a:p>
          </p:txBody>
        </p:sp>
        <p:sp>
          <p:nvSpPr>
            <p:cNvPr id="50204" name="Line 95"/>
            <p:cNvSpPr/>
            <p:nvPr/>
          </p:nvSpPr>
          <p:spPr>
            <a:xfrm flipH="1">
              <a:off x="1156" y="2387"/>
              <a:ext cx="2042" cy="0"/>
            </a:xfrm>
            <a:prstGeom prst="line">
              <a:avLst/>
            </a:prstGeom>
            <a:ln w="28575" cap="flat" cmpd="sng">
              <a:solidFill>
                <a:srgbClr val="FFCC00"/>
              </a:solidFill>
              <a:prstDash val="solid"/>
              <a:headEnd type="none" w="med" len="med"/>
              <a:tailEnd type="none" w="med" len="med"/>
            </a:ln>
          </p:spPr>
        </p:sp>
        <p:sp>
          <p:nvSpPr>
            <p:cNvPr id="50205" name="Text Box 96"/>
            <p:cNvSpPr txBox="1"/>
            <p:nvPr/>
          </p:nvSpPr>
          <p:spPr>
            <a:xfrm>
              <a:off x="1156" y="1434"/>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0206" name="Text Box 97"/>
            <p:cNvSpPr txBox="1"/>
            <p:nvPr/>
          </p:nvSpPr>
          <p:spPr>
            <a:xfrm>
              <a:off x="1202" y="2115"/>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0207" name="Line 98"/>
            <p:cNvSpPr/>
            <p:nvPr/>
          </p:nvSpPr>
          <p:spPr>
            <a:xfrm>
              <a:off x="1156" y="1344"/>
              <a:ext cx="0" cy="1043"/>
            </a:xfrm>
            <a:prstGeom prst="line">
              <a:avLst/>
            </a:prstGeom>
            <a:ln w="28575" cap="flat" cmpd="sng">
              <a:solidFill>
                <a:srgbClr val="FFCC00"/>
              </a:solidFill>
              <a:prstDash val="solid"/>
              <a:headEnd type="none" w="med" len="med"/>
              <a:tailEnd type="none" w="med" len="med"/>
            </a:ln>
          </p:spPr>
        </p:sp>
        <p:sp>
          <p:nvSpPr>
            <p:cNvPr id="50208" name="Text Box 99"/>
            <p:cNvSpPr txBox="1"/>
            <p:nvPr/>
          </p:nvSpPr>
          <p:spPr>
            <a:xfrm>
              <a:off x="2517" y="989"/>
              <a:ext cx="515"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50209" name="Text Box 100"/>
            <p:cNvSpPr txBox="1"/>
            <p:nvPr/>
          </p:nvSpPr>
          <p:spPr>
            <a:xfrm>
              <a:off x="1338" y="1706"/>
              <a:ext cx="544"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40V</a:t>
              </a:r>
            </a:p>
          </p:txBody>
        </p:sp>
        <p:sp>
          <p:nvSpPr>
            <p:cNvPr id="50210" name="Text Box 101"/>
            <p:cNvSpPr txBox="1"/>
            <p:nvPr/>
          </p:nvSpPr>
          <p:spPr>
            <a:xfrm>
              <a:off x="4150" y="1706"/>
              <a:ext cx="363"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p>
          </p:txBody>
        </p:sp>
        <p:sp>
          <p:nvSpPr>
            <p:cNvPr id="50211" name="Line 102"/>
            <p:cNvSpPr/>
            <p:nvPr/>
          </p:nvSpPr>
          <p:spPr>
            <a:xfrm>
              <a:off x="3651" y="2387"/>
              <a:ext cx="545" cy="0"/>
            </a:xfrm>
            <a:prstGeom prst="line">
              <a:avLst/>
            </a:prstGeom>
            <a:ln w="28575" cap="flat" cmpd="sng">
              <a:solidFill>
                <a:srgbClr val="FFCC00"/>
              </a:solidFill>
              <a:prstDash val="solid"/>
              <a:headEnd type="none" w="med" len="med"/>
              <a:tailEnd type="none" w="med" len="med"/>
            </a:ln>
          </p:spPr>
        </p:sp>
        <p:sp>
          <p:nvSpPr>
            <p:cNvPr id="50212" name="Text Box 103"/>
            <p:cNvSpPr txBox="1"/>
            <p:nvPr/>
          </p:nvSpPr>
          <p:spPr>
            <a:xfrm>
              <a:off x="4150" y="1344"/>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0213" name="Text Box 104"/>
            <p:cNvSpPr txBox="1"/>
            <p:nvPr/>
          </p:nvSpPr>
          <p:spPr>
            <a:xfrm>
              <a:off x="4105" y="2115"/>
              <a:ext cx="294" cy="327"/>
            </a:xfrm>
            <a:prstGeom prst="rect">
              <a:avLst/>
            </a:prstGeom>
            <a:noFill/>
            <a:ln w="38100">
              <a:noFill/>
            </a:ln>
          </p:spPr>
          <p:txBody>
            <a:bodyPr>
              <a:spAutoFit/>
            </a:bodyPr>
            <a:lstStyle/>
            <a:p>
              <a:pPr eaLnBrk="1" hangingPunct="1">
                <a:spcBef>
                  <a:spcPct val="50000"/>
                </a:spcBef>
              </a:pPr>
              <a:r>
                <a:rPr lang="zh-CN" altLang="en-US" dirty="0">
                  <a:solidFill>
                    <a:schemeClr val="bg1"/>
                  </a:solidFill>
                  <a:latin typeface="Times New Roman" panose="02020603050405020304" pitchFamily="18" charset="0"/>
                  <a:ea typeface="宋体" panose="02010600030101010101" pitchFamily="2" charset="-122"/>
                </a:rPr>
                <a:t>－</a:t>
              </a:r>
            </a:p>
          </p:txBody>
        </p:sp>
        <p:sp>
          <p:nvSpPr>
            <p:cNvPr id="50214" name="Line 105"/>
            <p:cNvSpPr/>
            <p:nvPr/>
          </p:nvSpPr>
          <p:spPr>
            <a:xfrm>
              <a:off x="2517" y="1344"/>
              <a:ext cx="0" cy="1043"/>
            </a:xfrm>
            <a:prstGeom prst="line">
              <a:avLst/>
            </a:prstGeom>
            <a:ln w="28575" cap="flat" cmpd="sng">
              <a:solidFill>
                <a:srgbClr val="FFCC00"/>
              </a:solidFill>
              <a:prstDash val="solid"/>
              <a:headEnd type="oval" w="med" len="med"/>
              <a:tailEnd type="oval" w="med" len="med"/>
            </a:ln>
          </p:spPr>
        </p:sp>
        <p:sp>
          <p:nvSpPr>
            <p:cNvPr id="50215" name="Text Box 106"/>
            <p:cNvSpPr txBox="1"/>
            <p:nvPr/>
          </p:nvSpPr>
          <p:spPr>
            <a:xfrm>
              <a:off x="1955" y="1661"/>
              <a:ext cx="515"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50216" name="Line 107"/>
            <p:cNvSpPr/>
            <p:nvPr/>
          </p:nvSpPr>
          <p:spPr>
            <a:xfrm>
              <a:off x="1156" y="1344"/>
              <a:ext cx="522" cy="0"/>
            </a:xfrm>
            <a:prstGeom prst="line">
              <a:avLst/>
            </a:prstGeom>
            <a:ln w="28575" cap="flat" cmpd="sng">
              <a:solidFill>
                <a:srgbClr val="FFCC00"/>
              </a:solidFill>
              <a:prstDash val="solid"/>
              <a:headEnd type="none" w="med" len="med"/>
              <a:tailEnd type="none" w="med" len="med"/>
            </a:ln>
          </p:spPr>
        </p:sp>
        <p:sp>
          <p:nvSpPr>
            <p:cNvPr id="50217" name="Line 108"/>
            <p:cNvSpPr/>
            <p:nvPr/>
          </p:nvSpPr>
          <p:spPr>
            <a:xfrm>
              <a:off x="1700" y="1344"/>
              <a:ext cx="182" cy="0"/>
            </a:xfrm>
            <a:prstGeom prst="line">
              <a:avLst/>
            </a:prstGeom>
            <a:ln w="38100" cap="flat" cmpd="sng">
              <a:solidFill>
                <a:srgbClr val="FFCC00"/>
              </a:solidFill>
              <a:prstDash val="solid"/>
              <a:headEnd type="oval" w="med" len="med"/>
              <a:tailEnd type="oval" w="med" len="med"/>
            </a:ln>
          </p:spPr>
        </p:sp>
        <p:sp>
          <p:nvSpPr>
            <p:cNvPr id="50218" name="Line 109"/>
            <p:cNvSpPr/>
            <p:nvPr/>
          </p:nvSpPr>
          <p:spPr>
            <a:xfrm>
              <a:off x="1746" y="1208"/>
              <a:ext cx="91" cy="272"/>
            </a:xfrm>
            <a:prstGeom prst="line">
              <a:avLst/>
            </a:prstGeom>
            <a:ln w="38100" cap="flat" cmpd="sng">
              <a:solidFill>
                <a:srgbClr val="FF3300"/>
              </a:solidFill>
              <a:prstDash val="solid"/>
              <a:headEnd type="none" w="med" len="med"/>
              <a:tailEnd type="triangle" w="med" len="med"/>
            </a:ln>
          </p:spPr>
        </p:sp>
        <p:sp>
          <p:nvSpPr>
            <p:cNvPr id="50219" name="Text Box 110"/>
            <p:cNvSpPr txBox="1"/>
            <p:nvPr/>
          </p:nvSpPr>
          <p:spPr>
            <a:xfrm>
              <a:off x="1928" y="989"/>
              <a:ext cx="515"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5</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50220" name="Text Box 111"/>
            <p:cNvSpPr txBox="1"/>
            <p:nvPr/>
          </p:nvSpPr>
          <p:spPr>
            <a:xfrm>
              <a:off x="1565" y="2033"/>
              <a:ext cx="515"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50221" name="Rectangle 120"/>
            <p:cNvSpPr/>
            <p:nvPr/>
          </p:nvSpPr>
          <p:spPr>
            <a:xfrm>
              <a:off x="2653" y="128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0222" name="Rectangle 121"/>
            <p:cNvSpPr/>
            <p:nvPr/>
          </p:nvSpPr>
          <p:spPr>
            <a:xfrm>
              <a:off x="2018" y="128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0223" name="Rectangle 122"/>
            <p:cNvSpPr/>
            <p:nvPr/>
          </p:nvSpPr>
          <p:spPr>
            <a:xfrm>
              <a:off x="2454" y="167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0224" name="Rectangle 123"/>
            <p:cNvSpPr/>
            <p:nvPr/>
          </p:nvSpPr>
          <p:spPr>
            <a:xfrm>
              <a:off x="1701" y="232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50225" name="Group 136"/>
            <p:cNvGrpSpPr/>
            <p:nvPr/>
          </p:nvGrpSpPr>
          <p:grpSpPr>
            <a:xfrm>
              <a:off x="3560" y="1706"/>
              <a:ext cx="91" cy="363"/>
              <a:chOff x="1565" y="2614"/>
              <a:chExt cx="90" cy="486"/>
            </a:xfrm>
          </p:grpSpPr>
          <p:sp>
            <p:nvSpPr>
              <p:cNvPr id="50233" name="Arc 13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0234" name="Arc 13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0235" name="Arc 13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0236" name="Arc 14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50226" name="Group 141"/>
            <p:cNvGrpSpPr/>
            <p:nvPr/>
          </p:nvGrpSpPr>
          <p:grpSpPr>
            <a:xfrm rot="10800000">
              <a:off x="3198" y="1706"/>
              <a:ext cx="90" cy="363"/>
              <a:chOff x="1565" y="2614"/>
              <a:chExt cx="90" cy="486"/>
            </a:xfrm>
          </p:grpSpPr>
          <p:sp>
            <p:nvSpPr>
              <p:cNvPr id="50229" name="Arc 14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0230" name="Arc 14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0231" name="Arc 14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0232" name="Arc 14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50227" name="Oval 146"/>
            <p:cNvSpPr/>
            <p:nvPr/>
          </p:nvSpPr>
          <p:spPr>
            <a:xfrm>
              <a:off x="4195" y="131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50228" name="Oval 147"/>
            <p:cNvSpPr/>
            <p:nvPr/>
          </p:nvSpPr>
          <p:spPr>
            <a:xfrm>
              <a:off x="4204" y="236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96405" name="Group 149"/>
          <p:cNvGrpSpPr/>
          <p:nvPr/>
        </p:nvGrpSpPr>
        <p:grpSpPr>
          <a:xfrm>
            <a:off x="4716463" y="3284538"/>
            <a:ext cx="360362" cy="519112"/>
            <a:chOff x="5012" y="1389"/>
            <a:chExt cx="227" cy="327"/>
          </a:xfrm>
        </p:grpSpPr>
        <p:sp>
          <p:nvSpPr>
            <p:cNvPr id="50188" name="Line 127"/>
            <p:cNvSpPr/>
            <p:nvPr/>
          </p:nvSpPr>
          <p:spPr>
            <a:xfrm>
              <a:off x="5239" y="1389"/>
              <a:ext cx="0" cy="272"/>
            </a:xfrm>
            <a:prstGeom prst="line">
              <a:avLst/>
            </a:prstGeom>
            <a:ln w="38100" cap="flat" cmpd="sng">
              <a:solidFill>
                <a:srgbClr val="00FFFF"/>
              </a:solidFill>
              <a:prstDash val="solid"/>
              <a:headEnd type="none" w="med" len="med"/>
              <a:tailEnd type="triangle" w="med" len="med"/>
            </a:ln>
          </p:spPr>
        </p:sp>
        <p:sp>
          <p:nvSpPr>
            <p:cNvPr id="50189" name="Text Box 128"/>
            <p:cNvSpPr txBox="1"/>
            <p:nvPr/>
          </p:nvSpPr>
          <p:spPr>
            <a:xfrm>
              <a:off x="5012" y="1389"/>
              <a:ext cx="227"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i</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6281"/>
                                        </p:tgtEl>
                                        <p:attrNameLst>
                                          <p:attrName>style.visibility</p:attrName>
                                        </p:attrNameLst>
                                      </p:cBhvr>
                                      <p:to>
                                        <p:strVal val="visible"/>
                                      </p:to>
                                    </p:set>
                                    <p:anim calcmode="lin" valueType="num">
                                      <p:cBhvr>
                                        <p:cTn id="7" dur="1000" fill="hold"/>
                                        <p:tgtEl>
                                          <p:spTgt spid="96281"/>
                                        </p:tgtEl>
                                        <p:attrNameLst>
                                          <p:attrName>ppt_w</p:attrName>
                                        </p:attrNameLst>
                                      </p:cBhvr>
                                      <p:tavLst>
                                        <p:tav tm="0">
                                          <p:val>
                                            <p:fltVal val="0"/>
                                          </p:val>
                                        </p:tav>
                                        <p:tav tm="100000">
                                          <p:val>
                                            <p:strVal val="#ppt_w"/>
                                          </p:val>
                                        </p:tav>
                                      </p:tavLst>
                                    </p:anim>
                                    <p:anim calcmode="lin" valueType="num">
                                      <p:cBhvr>
                                        <p:cTn id="8" dur="1000" fill="hold"/>
                                        <p:tgtEl>
                                          <p:spTgt spid="96281"/>
                                        </p:tgtEl>
                                        <p:attrNameLst>
                                          <p:attrName>ppt_h</p:attrName>
                                        </p:attrNameLst>
                                      </p:cBhvr>
                                      <p:tavLst>
                                        <p:tav tm="0">
                                          <p:val>
                                            <p:fltVal val="0"/>
                                          </p:val>
                                        </p:tav>
                                        <p:tav tm="100000">
                                          <p:val>
                                            <p:strVal val="#ppt_h"/>
                                          </p:val>
                                        </p:tav>
                                      </p:tavLst>
                                    </p:anim>
                                    <p:anim calcmode="lin" valueType="num">
                                      <p:cBhvr>
                                        <p:cTn id="9" dur="1000" fill="hold"/>
                                        <p:tgtEl>
                                          <p:spTgt spid="9628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6281"/>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96404"/>
                                        </p:tgtEl>
                                        <p:attrNameLst>
                                          <p:attrName>style.visibility</p:attrName>
                                        </p:attrNameLst>
                                      </p:cBhvr>
                                      <p:to>
                                        <p:strVal val="visible"/>
                                      </p:to>
                                    </p:set>
                                    <p:animEffect transition="in" filter="blinds(horizontal)">
                                      <p:cBhvr>
                                        <p:cTn id="14" dur="500"/>
                                        <p:tgtEl>
                                          <p:spTgt spid="96404"/>
                                        </p:tgtEl>
                                      </p:cBhvr>
                                    </p:animEffect>
                                  </p:childTnLst>
                                </p:cTn>
                              </p:par>
                            </p:childTnLst>
                          </p:cTn>
                        </p:par>
                        <p:par>
                          <p:cTn id="15" fill="hold">
                            <p:stCondLst>
                              <p:cond delay="1500"/>
                            </p:stCondLst>
                            <p:childTnLst>
                              <p:par>
                                <p:cTn id="16" presetID="2" presetClass="entr" presetSubtype="8" fill="hold" grpId="0" nodeType="afterEffect">
                                  <p:stCondLst>
                                    <p:cond delay="0"/>
                                  </p:stCondLst>
                                  <p:childTnLst>
                                    <p:set>
                                      <p:cBhvr>
                                        <p:cTn id="17" dur="1" fill="hold">
                                          <p:stCondLst>
                                            <p:cond delay="0"/>
                                          </p:stCondLst>
                                        </p:cTn>
                                        <p:tgtEl>
                                          <p:spTgt spid="96282"/>
                                        </p:tgtEl>
                                        <p:attrNameLst>
                                          <p:attrName>style.visibility</p:attrName>
                                        </p:attrNameLst>
                                      </p:cBhvr>
                                      <p:to>
                                        <p:strVal val="visible"/>
                                      </p:to>
                                    </p:set>
                                    <p:anim calcmode="lin" valueType="num">
                                      <p:cBhvr additive="base">
                                        <p:cTn id="18" dur="500" fill="hold"/>
                                        <p:tgtEl>
                                          <p:spTgt spid="96282"/>
                                        </p:tgtEl>
                                        <p:attrNameLst>
                                          <p:attrName>ppt_x</p:attrName>
                                        </p:attrNameLst>
                                      </p:cBhvr>
                                      <p:tavLst>
                                        <p:tav tm="0">
                                          <p:val>
                                            <p:strVal val="0-#ppt_w/2"/>
                                          </p:val>
                                        </p:tav>
                                        <p:tav tm="100000">
                                          <p:val>
                                            <p:strVal val="#ppt_x"/>
                                          </p:val>
                                        </p:tav>
                                      </p:tavLst>
                                    </p:anim>
                                    <p:anim calcmode="lin" valueType="num">
                                      <p:cBhvr additive="base">
                                        <p:cTn id="19" dur="500" fill="hold"/>
                                        <p:tgtEl>
                                          <p:spTgt spid="9628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96380"/>
                                        </p:tgtEl>
                                        <p:attrNameLst>
                                          <p:attrName>style.visibility</p:attrName>
                                        </p:attrNameLst>
                                      </p:cBhvr>
                                      <p:to>
                                        <p:strVal val="visible"/>
                                      </p:to>
                                    </p:set>
                                    <p:anim calcmode="lin" valueType="num">
                                      <p:cBhvr>
                                        <p:cTn id="24" dur="1000" fill="hold"/>
                                        <p:tgtEl>
                                          <p:spTgt spid="96380"/>
                                        </p:tgtEl>
                                        <p:attrNameLst>
                                          <p:attrName>ppt_w</p:attrName>
                                        </p:attrNameLst>
                                      </p:cBhvr>
                                      <p:tavLst>
                                        <p:tav tm="0">
                                          <p:val>
                                            <p:fltVal val="0"/>
                                          </p:val>
                                        </p:tav>
                                        <p:tav tm="100000">
                                          <p:val>
                                            <p:strVal val="#ppt_w"/>
                                          </p:val>
                                        </p:tav>
                                      </p:tavLst>
                                    </p:anim>
                                    <p:anim calcmode="lin" valueType="num">
                                      <p:cBhvr>
                                        <p:cTn id="25" dur="1000" fill="hold"/>
                                        <p:tgtEl>
                                          <p:spTgt spid="96380"/>
                                        </p:tgtEl>
                                        <p:attrNameLst>
                                          <p:attrName>ppt_h</p:attrName>
                                        </p:attrNameLst>
                                      </p:cBhvr>
                                      <p:tavLst>
                                        <p:tav tm="0">
                                          <p:val>
                                            <p:fltVal val="0"/>
                                          </p:val>
                                        </p:tav>
                                        <p:tav tm="100000">
                                          <p:val>
                                            <p:strVal val="#ppt_h"/>
                                          </p:val>
                                        </p:tav>
                                      </p:tavLst>
                                    </p:anim>
                                    <p:anim calcmode="lin" valueType="num">
                                      <p:cBhvr>
                                        <p:cTn id="26" dur="1000" fill="hold"/>
                                        <p:tgtEl>
                                          <p:spTgt spid="9638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96380"/>
                                        </p:tgtEl>
                                        <p:attrNameLst>
                                          <p:attrName>ppt_y</p:attrName>
                                        </p:attrNameLst>
                                      </p:cBhvr>
                                      <p:tavLst>
                                        <p:tav tm="0" fmla="#ppt_y+(sin(-2*pi*(1-$))*-#ppt_x+cos(-2*pi*(1-$))*(1-#ppt_y))*(1-$)">
                                          <p:val>
                                            <p:fltVal val="0"/>
                                          </p:val>
                                        </p:tav>
                                        <p:tav tm="100000">
                                          <p:val>
                                            <p:fltVal val="1"/>
                                          </p:val>
                                        </p:tav>
                                      </p:tavLst>
                                    </p:anim>
                                  </p:childTnLst>
                                </p:cTn>
                              </p:par>
                            </p:childTnLst>
                          </p:cTn>
                        </p:par>
                        <p:par>
                          <p:cTn id="28" fill="hold">
                            <p:stCondLst>
                              <p:cond delay="1000"/>
                            </p:stCondLst>
                            <p:childTnLst>
                              <p:par>
                                <p:cTn id="29" presetID="12" presetClass="entr" presetSubtype="4" fill="hold" grpId="0" nodeType="afterEffect">
                                  <p:stCondLst>
                                    <p:cond delay="0"/>
                                  </p:stCondLst>
                                  <p:childTnLst>
                                    <p:set>
                                      <p:cBhvr>
                                        <p:cTn id="30" dur="1" fill="hold">
                                          <p:stCondLst>
                                            <p:cond delay="0"/>
                                          </p:stCondLst>
                                        </p:cTn>
                                        <p:tgtEl>
                                          <p:spTgt spid="96381"/>
                                        </p:tgtEl>
                                        <p:attrNameLst>
                                          <p:attrName>style.visibility</p:attrName>
                                        </p:attrNameLst>
                                      </p:cBhvr>
                                      <p:to>
                                        <p:strVal val="visible"/>
                                      </p:to>
                                    </p:set>
                                    <p:animEffect transition="in" filter="slide(fromBottom)">
                                      <p:cBhvr>
                                        <p:cTn id="31" dur="2000"/>
                                        <p:tgtEl>
                                          <p:spTgt spid="96381"/>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96405"/>
                                        </p:tgtEl>
                                        <p:attrNameLst>
                                          <p:attrName>style.visibility</p:attrName>
                                        </p:attrNameLst>
                                      </p:cBhvr>
                                      <p:to>
                                        <p:strVal val="visible"/>
                                      </p:to>
                                    </p:set>
                                    <p:anim calcmode="lin" valueType="num">
                                      <p:cBhvr additive="base">
                                        <p:cTn id="36" dur="500" fill="hold"/>
                                        <p:tgtEl>
                                          <p:spTgt spid="96405"/>
                                        </p:tgtEl>
                                        <p:attrNameLst>
                                          <p:attrName>ppt_x</p:attrName>
                                        </p:attrNameLst>
                                      </p:cBhvr>
                                      <p:tavLst>
                                        <p:tav tm="0">
                                          <p:val>
                                            <p:strVal val="#ppt_x"/>
                                          </p:val>
                                        </p:tav>
                                        <p:tav tm="100000">
                                          <p:val>
                                            <p:strVal val="#ppt_x"/>
                                          </p:val>
                                        </p:tav>
                                      </p:tavLst>
                                    </p:anim>
                                    <p:anim calcmode="lin" valueType="num">
                                      <p:cBhvr additive="base">
                                        <p:cTn id="37" dur="500" fill="hold"/>
                                        <p:tgtEl>
                                          <p:spTgt spid="9640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96385"/>
                                        </p:tgtEl>
                                        <p:attrNameLst>
                                          <p:attrName>style.visibility</p:attrName>
                                        </p:attrNameLst>
                                      </p:cBhvr>
                                      <p:to>
                                        <p:strVal val="visible"/>
                                      </p:to>
                                    </p:set>
                                    <p:animEffect transition="in" filter="wipe(up)">
                                      <p:cBhvr>
                                        <p:cTn id="42" dur="2000"/>
                                        <p:tgtEl>
                                          <p:spTgt spid="96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81" grpId="0"/>
      <p:bldP spid="96282" grpId="0"/>
      <p:bldP spid="96380" grpId="0" animBg="1"/>
      <p:bldP spid="9638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402" name="Object 58"/>
          <p:cNvGraphicFramePr>
            <a:graphicFrameLocks noChangeAspect="1"/>
          </p:cNvGraphicFramePr>
          <p:nvPr/>
        </p:nvGraphicFramePr>
        <p:xfrm>
          <a:off x="611188" y="1484313"/>
          <a:ext cx="792162" cy="442912"/>
        </p:xfrm>
        <a:graphic>
          <a:graphicData uri="http://schemas.openxmlformats.org/presentationml/2006/ole">
            <mc:AlternateContent xmlns:mc="http://schemas.openxmlformats.org/markup-compatibility/2006">
              <mc:Choice xmlns:v="urn:schemas-microsoft-com:vml" Requires="v">
                <p:oleObj r:id="rId2" imgW="312420" imgH="170815" progId="Equation.3">
                  <p:embed/>
                </p:oleObj>
              </mc:Choice>
              <mc:Fallback>
                <p:oleObj r:id="rId2" imgW="312420" imgH="170815" progId="Equation.3">
                  <p:embed/>
                  <p:pic>
                    <p:nvPicPr>
                      <p:cNvPr id="0" name="图片 3199"/>
                      <p:cNvPicPr/>
                      <p:nvPr/>
                    </p:nvPicPr>
                    <p:blipFill>
                      <a:blip r:embed="rId3">
                        <a:clrChange>
                          <a:clrFrom>
                            <a:srgbClr val="000000"/>
                          </a:clrFrom>
                          <a:clrTo>
                            <a:srgbClr val="FFFFFF"/>
                          </a:clrTo>
                        </a:clrChange>
                      </a:blip>
                      <a:stretch>
                        <a:fillRect/>
                      </a:stretch>
                    </p:blipFill>
                    <p:spPr>
                      <a:xfrm>
                        <a:off x="611188" y="1484313"/>
                        <a:ext cx="792162" cy="442912"/>
                      </a:xfrm>
                      <a:prstGeom prst="rect">
                        <a:avLst/>
                      </a:prstGeom>
                      <a:noFill/>
                      <a:ln w="38100">
                        <a:noFill/>
                        <a:miter/>
                      </a:ln>
                    </p:spPr>
                  </p:pic>
                </p:oleObj>
              </mc:Fallback>
            </mc:AlternateContent>
          </a:graphicData>
        </a:graphic>
      </p:graphicFrame>
      <p:graphicFrame>
        <p:nvGraphicFramePr>
          <p:cNvPr id="57403" name="Object 59"/>
          <p:cNvGraphicFramePr>
            <a:graphicFrameLocks noChangeAspect="1"/>
          </p:cNvGraphicFramePr>
          <p:nvPr/>
        </p:nvGraphicFramePr>
        <p:xfrm>
          <a:off x="1609725" y="1268413"/>
          <a:ext cx="2547938" cy="958850"/>
        </p:xfrm>
        <a:graphic>
          <a:graphicData uri="http://schemas.openxmlformats.org/presentationml/2006/ole">
            <mc:AlternateContent xmlns:mc="http://schemas.openxmlformats.org/markup-compatibility/2006">
              <mc:Choice xmlns:v="urn:schemas-microsoft-com:vml" Requires="v">
                <p:oleObj r:id="rId4" imgW="1137285" imgH="445770" progId="Equation.3">
                  <p:embed/>
                </p:oleObj>
              </mc:Choice>
              <mc:Fallback>
                <p:oleObj r:id="rId4" imgW="1137285" imgH="445770" progId="Equation.3">
                  <p:embed/>
                  <p:pic>
                    <p:nvPicPr>
                      <p:cNvPr id="0" name="图片 3202"/>
                      <p:cNvPicPr/>
                      <p:nvPr/>
                    </p:nvPicPr>
                    <p:blipFill>
                      <a:blip r:embed="rId5">
                        <a:clrChange>
                          <a:clrFrom>
                            <a:srgbClr val="000000"/>
                          </a:clrFrom>
                          <a:clrTo>
                            <a:srgbClr val="FFFFFF"/>
                          </a:clrTo>
                        </a:clrChange>
                      </a:blip>
                      <a:stretch>
                        <a:fillRect/>
                      </a:stretch>
                    </p:blipFill>
                    <p:spPr>
                      <a:xfrm>
                        <a:off x="1609725" y="1268413"/>
                        <a:ext cx="2547938" cy="958850"/>
                      </a:xfrm>
                      <a:prstGeom prst="rect">
                        <a:avLst/>
                      </a:prstGeom>
                      <a:noFill/>
                      <a:ln w="38100">
                        <a:noFill/>
                        <a:miter/>
                      </a:ln>
                    </p:spPr>
                  </p:pic>
                </p:oleObj>
              </mc:Fallback>
            </mc:AlternateContent>
          </a:graphicData>
        </a:graphic>
      </p:graphicFrame>
      <p:graphicFrame>
        <p:nvGraphicFramePr>
          <p:cNvPr id="57404" name="Object 60"/>
          <p:cNvGraphicFramePr>
            <a:graphicFrameLocks noChangeAspect="1"/>
          </p:cNvGraphicFramePr>
          <p:nvPr/>
        </p:nvGraphicFramePr>
        <p:xfrm>
          <a:off x="747713" y="2609850"/>
          <a:ext cx="1035050" cy="387350"/>
        </p:xfrm>
        <a:graphic>
          <a:graphicData uri="http://schemas.openxmlformats.org/presentationml/2006/ole">
            <mc:AlternateContent xmlns:mc="http://schemas.openxmlformats.org/markup-compatibility/2006">
              <mc:Choice xmlns:v="urn:schemas-microsoft-com:vml" Requires="v">
                <p:oleObj r:id="rId6" imgW="393700" imgH="148590" progId="Equation.DSMT4">
                  <p:embed/>
                </p:oleObj>
              </mc:Choice>
              <mc:Fallback>
                <p:oleObj r:id="rId6" imgW="393700" imgH="148590" progId="Equation.DSMT4">
                  <p:embed/>
                  <p:pic>
                    <p:nvPicPr>
                      <p:cNvPr id="0" name="图片 3198"/>
                      <p:cNvPicPr/>
                      <p:nvPr/>
                    </p:nvPicPr>
                    <p:blipFill>
                      <a:blip r:embed="rId7">
                        <a:clrChange>
                          <a:clrFrom>
                            <a:srgbClr val="000000"/>
                          </a:clrFrom>
                          <a:clrTo>
                            <a:srgbClr val="FFFFFF"/>
                          </a:clrTo>
                        </a:clrChange>
                      </a:blip>
                      <a:stretch>
                        <a:fillRect/>
                      </a:stretch>
                    </p:blipFill>
                    <p:spPr>
                      <a:xfrm>
                        <a:off x="747713" y="2609850"/>
                        <a:ext cx="1035050" cy="387350"/>
                      </a:xfrm>
                      <a:prstGeom prst="rect">
                        <a:avLst/>
                      </a:prstGeom>
                      <a:noFill/>
                      <a:ln w="38100">
                        <a:noFill/>
                        <a:miter/>
                      </a:ln>
                    </p:spPr>
                  </p:pic>
                </p:oleObj>
              </mc:Fallback>
            </mc:AlternateContent>
          </a:graphicData>
        </a:graphic>
      </p:graphicFrame>
      <p:graphicFrame>
        <p:nvGraphicFramePr>
          <p:cNvPr id="57405" name="Object 61"/>
          <p:cNvGraphicFramePr>
            <a:graphicFrameLocks noChangeAspect="1"/>
          </p:cNvGraphicFramePr>
          <p:nvPr/>
        </p:nvGraphicFramePr>
        <p:xfrm>
          <a:off x="2084388" y="2527300"/>
          <a:ext cx="1408112" cy="546100"/>
        </p:xfrm>
        <a:graphic>
          <a:graphicData uri="http://schemas.openxmlformats.org/presentationml/2006/ole">
            <mc:AlternateContent xmlns:mc="http://schemas.openxmlformats.org/markup-compatibility/2006">
              <mc:Choice xmlns:v="urn:schemas-microsoft-com:vml" Requires="v">
                <p:oleObj r:id="rId8" imgW="505460" imgH="200660" progId="Equation.DSMT4">
                  <p:embed/>
                </p:oleObj>
              </mc:Choice>
              <mc:Fallback>
                <p:oleObj r:id="rId8" imgW="505460" imgH="200660" progId="Equation.DSMT4">
                  <p:embed/>
                  <p:pic>
                    <p:nvPicPr>
                      <p:cNvPr id="0" name="图片 3201"/>
                      <p:cNvPicPr/>
                      <p:nvPr/>
                    </p:nvPicPr>
                    <p:blipFill>
                      <a:blip r:embed="rId9">
                        <a:clrChange>
                          <a:clrFrom>
                            <a:srgbClr val="000000"/>
                          </a:clrFrom>
                          <a:clrTo>
                            <a:srgbClr val="FFFFFF"/>
                          </a:clrTo>
                        </a:clrChange>
                      </a:blip>
                      <a:stretch>
                        <a:fillRect/>
                      </a:stretch>
                    </p:blipFill>
                    <p:spPr>
                      <a:xfrm>
                        <a:off x="2084388" y="2527300"/>
                        <a:ext cx="1408112" cy="546100"/>
                      </a:xfrm>
                      <a:prstGeom prst="rect">
                        <a:avLst/>
                      </a:prstGeom>
                      <a:noFill/>
                      <a:ln w="38100">
                        <a:noFill/>
                        <a:miter/>
                      </a:ln>
                    </p:spPr>
                  </p:pic>
                </p:oleObj>
              </mc:Fallback>
            </mc:AlternateContent>
          </a:graphicData>
        </a:graphic>
      </p:graphicFrame>
      <p:graphicFrame>
        <p:nvGraphicFramePr>
          <p:cNvPr id="57406" name="Object 62"/>
          <p:cNvGraphicFramePr>
            <a:graphicFrameLocks noChangeAspect="1"/>
          </p:cNvGraphicFramePr>
          <p:nvPr/>
        </p:nvGraphicFramePr>
        <p:xfrm>
          <a:off x="730250" y="3232150"/>
          <a:ext cx="6218238" cy="952500"/>
        </p:xfrm>
        <a:graphic>
          <a:graphicData uri="http://schemas.openxmlformats.org/presentationml/2006/ole">
            <mc:AlternateContent xmlns:mc="http://schemas.openxmlformats.org/markup-compatibility/2006">
              <mc:Choice xmlns:v="urn:schemas-microsoft-com:vml" Requires="v">
                <p:oleObj r:id="rId10" imgW="2245360" imgH="349250" progId="Equation.DSMT4">
                  <p:embed/>
                </p:oleObj>
              </mc:Choice>
              <mc:Fallback>
                <p:oleObj r:id="rId10" imgW="2245360" imgH="349250" progId="Equation.DSMT4">
                  <p:embed/>
                  <p:pic>
                    <p:nvPicPr>
                      <p:cNvPr id="0" name="图片 3197"/>
                      <p:cNvPicPr/>
                      <p:nvPr/>
                    </p:nvPicPr>
                    <p:blipFill>
                      <a:blip r:embed="rId11">
                        <a:clrChange>
                          <a:clrFrom>
                            <a:srgbClr val="000000"/>
                          </a:clrFrom>
                          <a:clrTo>
                            <a:srgbClr val="FFFFFF"/>
                          </a:clrTo>
                        </a:clrChange>
                      </a:blip>
                      <a:stretch>
                        <a:fillRect/>
                      </a:stretch>
                    </p:blipFill>
                    <p:spPr>
                      <a:xfrm>
                        <a:off x="730250" y="3232150"/>
                        <a:ext cx="6218238" cy="952500"/>
                      </a:xfrm>
                      <a:prstGeom prst="rect">
                        <a:avLst/>
                      </a:prstGeom>
                      <a:noFill/>
                      <a:ln w="38100">
                        <a:noFill/>
                        <a:miter/>
                      </a:ln>
                    </p:spPr>
                  </p:pic>
                </p:oleObj>
              </mc:Fallback>
            </mc:AlternateContent>
          </a:graphicData>
        </a:graphic>
      </p:graphicFrame>
      <p:graphicFrame>
        <p:nvGraphicFramePr>
          <p:cNvPr id="57407" name="Object 63"/>
          <p:cNvGraphicFramePr>
            <a:graphicFrameLocks noChangeAspect="1"/>
          </p:cNvGraphicFramePr>
          <p:nvPr/>
        </p:nvGraphicFramePr>
        <p:xfrm>
          <a:off x="684213" y="4365625"/>
          <a:ext cx="6877050" cy="1047750"/>
        </p:xfrm>
        <a:graphic>
          <a:graphicData uri="http://schemas.openxmlformats.org/presentationml/2006/ole">
            <mc:AlternateContent xmlns:mc="http://schemas.openxmlformats.org/markup-compatibility/2006">
              <mc:Choice xmlns:v="urn:schemas-microsoft-com:vml" Requires="v">
                <p:oleObj r:id="rId12" imgW="2899410" imgH="445770" progId="Equation.3">
                  <p:embed/>
                </p:oleObj>
              </mc:Choice>
              <mc:Fallback>
                <p:oleObj r:id="rId12" imgW="2899410" imgH="445770" progId="Equation.3">
                  <p:embed/>
                  <p:pic>
                    <p:nvPicPr>
                      <p:cNvPr id="0" name="图片 3200"/>
                      <p:cNvPicPr/>
                      <p:nvPr/>
                    </p:nvPicPr>
                    <p:blipFill>
                      <a:blip r:embed="rId13">
                        <a:clrChange>
                          <a:clrFrom>
                            <a:srgbClr val="000000"/>
                          </a:clrFrom>
                          <a:clrTo>
                            <a:srgbClr val="FFFFFF"/>
                          </a:clrTo>
                        </a:clrChange>
                      </a:blip>
                      <a:stretch>
                        <a:fillRect/>
                      </a:stretch>
                    </p:blipFill>
                    <p:spPr>
                      <a:xfrm>
                        <a:off x="684213" y="4365625"/>
                        <a:ext cx="6877050" cy="1047750"/>
                      </a:xfrm>
                      <a:prstGeom prst="rect">
                        <a:avLst/>
                      </a:prstGeom>
                      <a:noFill/>
                      <a:ln w="38100">
                        <a:noFill/>
                        <a:miter/>
                      </a:ln>
                    </p:spPr>
                  </p:pic>
                </p:oleObj>
              </mc:Fallback>
            </mc:AlternateContent>
          </a:graphicData>
        </a:graphic>
      </p:graphicFrame>
      <p:grpSp>
        <p:nvGrpSpPr>
          <p:cNvPr id="51208" name="Group 68"/>
          <p:cNvGrpSpPr/>
          <p:nvPr/>
        </p:nvGrpSpPr>
        <p:grpSpPr>
          <a:xfrm>
            <a:off x="8316913" y="6446838"/>
            <a:ext cx="792162" cy="366712"/>
            <a:chOff x="5193" y="4020"/>
            <a:chExt cx="499" cy="231"/>
          </a:xfrm>
        </p:grpSpPr>
        <p:pic>
          <p:nvPicPr>
            <p:cNvPr id="51251" name="Picture 69"/>
            <p:cNvPicPr>
              <a:picLocks noChangeAspect="1"/>
            </p:cNvPicPr>
            <p:nvPr/>
          </p:nvPicPr>
          <p:blipFill>
            <a:blip r:embed="rId14"/>
            <a:stretch>
              <a:fillRect/>
            </a:stretch>
          </p:blipFill>
          <p:spPr>
            <a:xfrm>
              <a:off x="5193" y="4066"/>
              <a:ext cx="499" cy="181"/>
            </a:xfrm>
            <a:prstGeom prst="rect">
              <a:avLst/>
            </a:prstGeom>
            <a:noFill/>
            <a:ln w="9525">
              <a:noFill/>
            </a:ln>
          </p:spPr>
        </p:pic>
        <p:sp>
          <p:nvSpPr>
            <p:cNvPr id="51252" name="Text Box 70">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1209" name="Group 71"/>
          <p:cNvGrpSpPr/>
          <p:nvPr/>
        </p:nvGrpSpPr>
        <p:grpSpPr>
          <a:xfrm>
            <a:off x="7453313" y="6446838"/>
            <a:ext cx="792162" cy="366712"/>
            <a:chOff x="4649" y="4020"/>
            <a:chExt cx="499" cy="231"/>
          </a:xfrm>
        </p:grpSpPr>
        <p:pic>
          <p:nvPicPr>
            <p:cNvPr id="51249" name="Picture 72"/>
            <p:cNvPicPr>
              <a:picLocks noChangeAspect="1"/>
            </p:cNvPicPr>
            <p:nvPr/>
          </p:nvPicPr>
          <p:blipFill>
            <a:blip r:embed="rId14"/>
            <a:stretch>
              <a:fillRect/>
            </a:stretch>
          </p:blipFill>
          <p:spPr>
            <a:xfrm>
              <a:off x="4649" y="4066"/>
              <a:ext cx="499" cy="181"/>
            </a:xfrm>
            <a:prstGeom prst="rect">
              <a:avLst/>
            </a:prstGeom>
            <a:noFill/>
            <a:ln w="9525">
              <a:noFill/>
            </a:ln>
          </p:spPr>
        </p:pic>
        <p:sp>
          <p:nvSpPr>
            <p:cNvPr id="51250" name="Text Box 73">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51210" name="Group 112"/>
          <p:cNvGrpSpPr/>
          <p:nvPr/>
        </p:nvGrpSpPr>
        <p:grpSpPr>
          <a:xfrm>
            <a:off x="6588125" y="6446838"/>
            <a:ext cx="792163" cy="366712"/>
            <a:chOff x="4649" y="4020"/>
            <a:chExt cx="499" cy="231"/>
          </a:xfrm>
        </p:grpSpPr>
        <p:pic>
          <p:nvPicPr>
            <p:cNvPr id="51247" name="Picture 113"/>
            <p:cNvPicPr>
              <a:picLocks noChangeAspect="1"/>
            </p:cNvPicPr>
            <p:nvPr/>
          </p:nvPicPr>
          <p:blipFill>
            <a:blip r:embed="rId14"/>
            <a:stretch>
              <a:fillRect/>
            </a:stretch>
          </p:blipFill>
          <p:spPr>
            <a:xfrm>
              <a:off x="4649" y="4066"/>
              <a:ext cx="499" cy="181"/>
            </a:xfrm>
            <a:prstGeom prst="rect">
              <a:avLst/>
            </a:prstGeom>
            <a:noFill/>
            <a:ln w="9525">
              <a:noFill/>
            </a:ln>
          </p:spPr>
        </p:pic>
        <p:sp>
          <p:nvSpPr>
            <p:cNvPr id="51248" name="Text Box 11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57471" name="Group 127"/>
          <p:cNvGrpSpPr/>
          <p:nvPr/>
        </p:nvGrpSpPr>
        <p:grpSpPr>
          <a:xfrm>
            <a:off x="4211638" y="692150"/>
            <a:ext cx="4103687" cy="2411413"/>
            <a:chOff x="2653" y="255"/>
            <a:chExt cx="2585" cy="1519"/>
          </a:xfrm>
        </p:grpSpPr>
        <p:sp>
          <p:nvSpPr>
            <p:cNvPr id="51212" name="Line 78"/>
            <p:cNvSpPr/>
            <p:nvPr/>
          </p:nvSpPr>
          <p:spPr>
            <a:xfrm flipH="1">
              <a:off x="3923" y="1434"/>
              <a:ext cx="2" cy="318"/>
            </a:xfrm>
            <a:prstGeom prst="line">
              <a:avLst/>
            </a:prstGeom>
            <a:ln w="28575" cap="flat" cmpd="sng">
              <a:solidFill>
                <a:srgbClr val="FFCC00"/>
              </a:solidFill>
              <a:prstDash val="solid"/>
              <a:headEnd type="none" w="med" len="med"/>
              <a:tailEnd type="none" w="med" len="med"/>
            </a:ln>
          </p:spPr>
        </p:sp>
        <p:sp>
          <p:nvSpPr>
            <p:cNvPr id="51213" name="Line 79"/>
            <p:cNvSpPr/>
            <p:nvPr/>
          </p:nvSpPr>
          <p:spPr>
            <a:xfrm>
              <a:off x="3923" y="709"/>
              <a:ext cx="0" cy="367"/>
            </a:xfrm>
            <a:prstGeom prst="line">
              <a:avLst/>
            </a:prstGeom>
            <a:ln w="28575" cap="flat" cmpd="sng">
              <a:solidFill>
                <a:srgbClr val="FFCC00"/>
              </a:solidFill>
              <a:prstDash val="solid"/>
              <a:headEnd type="none" w="med" len="med"/>
              <a:tailEnd type="none" w="med" len="med"/>
            </a:ln>
          </p:spPr>
        </p:sp>
        <p:sp>
          <p:nvSpPr>
            <p:cNvPr id="51214" name="Line 80"/>
            <p:cNvSpPr/>
            <p:nvPr/>
          </p:nvSpPr>
          <p:spPr>
            <a:xfrm flipH="1">
              <a:off x="4376" y="1434"/>
              <a:ext cx="0" cy="325"/>
            </a:xfrm>
            <a:prstGeom prst="line">
              <a:avLst/>
            </a:prstGeom>
            <a:ln w="28575" cap="flat" cmpd="sng">
              <a:solidFill>
                <a:srgbClr val="FFCC00"/>
              </a:solidFill>
              <a:prstDash val="solid"/>
              <a:headEnd type="none" w="med" len="med"/>
              <a:tailEnd type="none" w="med" len="med"/>
            </a:ln>
          </p:spPr>
        </p:sp>
        <p:sp>
          <p:nvSpPr>
            <p:cNvPr id="51215" name="Line 81"/>
            <p:cNvSpPr/>
            <p:nvPr/>
          </p:nvSpPr>
          <p:spPr>
            <a:xfrm>
              <a:off x="4376" y="709"/>
              <a:ext cx="0" cy="362"/>
            </a:xfrm>
            <a:prstGeom prst="line">
              <a:avLst/>
            </a:prstGeom>
            <a:ln w="28575" cap="flat" cmpd="sng">
              <a:solidFill>
                <a:srgbClr val="FFCC00"/>
              </a:solidFill>
              <a:prstDash val="solid"/>
              <a:headEnd type="none" w="med" len="med"/>
              <a:tailEnd type="none" w="med" len="med"/>
            </a:ln>
          </p:spPr>
        </p:sp>
        <p:sp>
          <p:nvSpPr>
            <p:cNvPr id="51216" name="Line 82"/>
            <p:cNvSpPr/>
            <p:nvPr/>
          </p:nvSpPr>
          <p:spPr>
            <a:xfrm flipV="1">
              <a:off x="3242" y="709"/>
              <a:ext cx="681" cy="0"/>
            </a:xfrm>
            <a:prstGeom prst="line">
              <a:avLst/>
            </a:prstGeom>
            <a:ln w="28575" cap="flat" cmpd="sng">
              <a:solidFill>
                <a:srgbClr val="FFCC00"/>
              </a:solidFill>
              <a:prstDash val="solid"/>
              <a:headEnd type="none" w="med" len="med"/>
              <a:tailEnd type="none" w="med" len="med"/>
            </a:ln>
          </p:spPr>
        </p:sp>
        <p:sp>
          <p:nvSpPr>
            <p:cNvPr id="51217" name="Text Box 83"/>
            <p:cNvSpPr txBox="1"/>
            <p:nvPr/>
          </p:nvSpPr>
          <p:spPr>
            <a:xfrm>
              <a:off x="3650" y="88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1218" name="Text Box 84"/>
            <p:cNvSpPr txBox="1"/>
            <p:nvPr/>
          </p:nvSpPr>
          <p:spPr>
            <a:xfrm>
              <a:off x="4376" y="881"/>
              <a:ext cx="214"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1219" name="Text Box 85"/>
            <p:cNvSpPr txBox="1"/>
            <p:nvPr/>
          </p:nvSpPr>
          <p:spPr>
            <a:xfrm>
              <a:off x="3378" y="1071"/>
              <a:ext cx="55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0.2H</a:t>
              </a:r>
            </a:p>
          </p:txBody>
        </p:sp>
        <p:sp>
          <p:nvSpPr>
            <p:cNvPr id="51220" name="Arc 86"/>
            <p:cNvSpPr/>
            <p:nvPr/>
          </p:nvSpPr>
          <p:spPr>
            <a:xfrm rot="-10800000" flipV="1">
              <a:off x="3787" y="527"/>
              <a:ext cx="196" cy="216"/>
            </a:xfrm>
            <a:custGeom>
              <a:avLst/>
              <a:gdLst/>
              <a:ahLst/>
              <a:cxnLst>
                <a:cxn ang="0">
                  <a:pos x="43" y="0"/>
                </a:cxn>
                <a:cxn ang="0">
                  <a:pos x="196" y="155"/>
                </a:cxn>
                <a:cxn ang="0">
                  <a:pos x="0" y="216"/>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51221" name="Arc 87"/>
            <p:cNvSpPr/>
            <p:nvPr/>
          </p:nvSpPr>
          <p:spPr>
            <a:xfrm rot="10800000" flipH="1" flipV="1">
              <a:off x="4331" y="527"/>
              <a:ext cx="198" cy="215"/>
            </a:xfrm>
            <a:custGeom>
              <a:avLst/>
              <a:gdLst/>
              <a:ahLst/>
              <a:cxnLst>
                <a:cxn ang="0">
                  <a:pos x="44" y="0"/>
                </a:cxn>
                <a:cxn ang="0">
                  <a:pos x="198" y="154"/>
                </a:cxn>
                <a:cxn ang="0">
                  <a:pos x="0" y="21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51222" name="Line 88"/>
            <p:cNvSpPr/>
            <p:nvPr/>
          </p:nvSpPr>
          <p:spPr>
            <a:xfrm flipV="1">
              <a:off x="4376" y="709"/>
              <a:ext cx="545" cy="0"/>
            </a:xfrm>
            <a:prstGeom prst="line">
              <a:avLst/>
            </a:prstGeom>
            <a:ln w="28575" cap="flat" cmpd="sng">
              <a:solidFill>
                <a:srgbClr val="FFCC00"/>
              </a:solidFill>
              <a:prstDash val="solid"/>
              <a:headEnd type="none" w="med" len="med"/>
              <a:tailEnd type="none" w="med" len="med"/>
            </a:ln>
          </p:spPr>
        </p:sp>
        <p:sp>
          <p:nvSpPr>
            <p:cNvPr id="51223" name="Text Box 89"/>
            <p:cNvSpPr txBox="1"/>
            <p:nvPr/>
          </p:nvSpPr>
          <p:spPr>
            <a:xfrm>
              <a:off x="4331" y="1071"/>
              <a:ext cx="558"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0.4H</a:t>
              </a:r>
            </a:p>
          </p:txBody>
        </p:sp>
        <p:sp>
          <p:nvSpPr>
            <p:cNvPr id="51224" name="Text Box 90"/>
            <p:cNvSpPr txBox="1"/>
            <p:nvPr/>
          </p:nvSpPr>
          <p:spPr>
            <a:xfrm>
              <a:off x="3832" y="255"/>
              <a:ext cx="871"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r>
                <a:rPr lang="en-US" altLang="zh-CN" dirty="0">
                  <a:solidFill>
                    <a:schemeClr val="bg1"/>
                  </a:solidFill>
                  <a:latin typeface="Times New Roman" panose="02020603050405020304" pitchFamily="18" charset="0"/>
                  <a:ea typeface="宋体" panose="02010600030101010101" pitchFamily="2" charset="-122"/>
                </a:rPr>
                <a:t>=0.1H</a:t>
              </a:r>
            </a:p>
          </p:txBody>
        </p:sp>
        <p:sp>
          <p:nvSpPr>
            <p:cNvPr id="51225" name="Line 91"/>
            <p:cNvSpPr/>
            <p:nvPr/>
          </p:nvSpPr>
          <p:spPr>
            <a:xfrm flipH="1">
              <a:off x="3242" y="1752"/>
              <a:ext cx="681" cy="0"/>
            </a:xfrm>
            <a:prstGeom prst="line">
              <a:avLst/>
            </a:prstGeom>
            <a:ln w="28575" cap="flat" cmpd="sng">
              <a:solidFill>
                <a:srgbClr val="FFCC00"/>
              </a:solidFill>
              <a:prstDash val="solid"/>
              <a:headEnd type="none" w="med" len="med"/>
              <a:tailEnd type="none" w="med" len="med"/>
            </a:ln>
          </p:spPr>
        </p:sp>
        <p:sp>
          <p:nvSpPr>
            <p:cNvPr id="51226" name="Text Box 92"/>
            <p:cNvSpPr txBox="1"/>
            <p:nvPr/>
          </p:nvSpPr>
          <p:spPr>
            <a:xfrm>
              <a:off x="3242" y="354"/>
              <a:ext cx="515"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51227" name="Text Box 93"/>
            <p:cNvSpPr txBox="1"/>
            <p:nvPr/>
          </p:nvSpPr>
          <p:spPr>
            <a:xfrm>
              <a:off x="4875" y="1071"/>
              <a:ext cx="363"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p>
          </p:txBody>
        </p:sp>
        <p:sp>
          <p:nvSpPr>
            <p:cNvPr id="51228" name="Line 94"/>
            <p:cNvSpPr/>
            <p:nvPr/>
          </p:nvSpPr>
          <p:spPr>
            <a:xfrm>
              <a:off x="4376" y="1752"/>
              <a:ext cx="545" cy="0"/>
            </a:xfrm>
            <a:prstGeom prst="line">
              <a:avLst/>
            </a:prstGeom>
            <a:ln w="28575" cap="flat" cmpd="sng">
              <a:solidFill>
                <a:srgbClr val="FFCC00"/>
              </a:solidFill>
              <a:prstDash val="solid"/>
              <a:headEnd type="none" w="med" len="med"/>
              <a:tailEnd type="none" w="med" len="med"/>
            </a:ln>
          </p:spPr>
        </p:sp>
        <p:sp>
          <p:nvSpPr>
            <p:cNvPr id="51229" name="Text Box 95"/>
            <p:cNvSpPr txBox="1"/>
            <p:nvPr/>
          </p:nvSpPr>
          <p:spPr>
            <a:xfrm>
              <a:off x="4875" y="709"/>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1230" name="Text Box 96"/>
            <p:cNvSpPr txBox="1"/>
            <p:nvPr/>
          </p:nvSpPr>
          <p:spPr>
            <a:xfrm>
              <a:off x="4830" y="1434"/>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宋体" panose="02010600030101010101" pitchFamily="2" charset="-122"/>
                  <a:ea typeface="宋体" panose="02010600030101010101" pitchFamily="2" charset="-122"/>
                </a:rPr>
                <a:t>-</a:t>
              </a:r>
            </a:p>
          </p:txBody>
        </p:sp>
        <p:sp>
          <p:nvSpPr>
            <p:cNvPr id="51231" name="Line 97"/>
            <p:cNvSpPr/>
            <p:nvPr/>
          </p:nvSpPr>
          <p:spPr>
            <a:xfrm>
              <a:off x="3242" y="709"/>
              <a:ext cx="0" cy="1043"/>
            </a:xfrm>
            <a:prstGeom prst="line">
              <a:avLst/>
            </a:prstGeom>
            <a:ln w="28575" cap="flat" cmpd="sng">
              <a:solidFill>
                <a:srgbClr val="FFCC00"/>
              </a:solidFill>
              <a:prstDash val="solid"/>
              <a:headEnd type="none" w="med" len="med"/>
              <a:tailEnd type="none" w="med" len="med"/>
            </a:ln>
          </p:spPr>
        </p:sp>
        <p:sp>
          <p:nvSpPr>
            <p:cNvPr id="51232" name="Text Box 98"/>
            <p:cNvSpPr txBox="1"/>
            <p:nvPr/>
          </p:nvSpPr>
          <p:spPr>
            <a:xfrm>
              <a:off x="2653" y="1026"/>
              <a:ext cx="515"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51233" name="Rectangle 107"/>
            <p:cNvSpPr/>
            <p:nvPr/>
          </p:nvSpPr>
          <p:spPr>
            <a:xfrm>
              <a:off x="3378" y="64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1234" name="Rectangle 108"/>
            <p:cNvSpPr/>
            <p:nvPr/>
          </p:nvSpPr>
          <p:spPr>
            <a:xfrm>
              <a:off x="3179" y="107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51235" name="Group 115"/>
            <p:cNvGrpSpPr/>
            <p:nvPr/>
          </p:nvGrpSpPr>
          <p:grpSpPr>
            <a:xfrm>
              <a:off x="4286" y="1071"/>
              <a:ext cx="91" cy="363"/>
              <a:chOff x="1565" y="2614"/>
              <a:chExt cx="90" cy="486"/>
            </a:xfrm>
          </p:grpSpPr>
          <p:sp>
            <p:nvSpPr>
              <p:cNvPr id="51243" name="Arc 11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1244" name="Arc 11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1245" name="Arc 11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1246" name="Arc 11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51236" name="Group 120"/>
            <p:cNvGrpSpPr/>
            <p:nvPr/>
          </p:nvGrpSpPr>
          <p:grpSpPr>
            <a:xfrm rot="10800000">
              <a:off x="3923" y="1071"/>
              <a:ext cx="90" cy="363"/>
              <a:chOff x="1565" y="2614"/>
              <a:chExt cx="90" cy="486"/>
            </a:xfrm>
          </p:grpSpPr>
          <p:sp>
            <p:nvSpPr>
              <p:cNvPr id="51239" name="Arc 12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1240" name="Arc 12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1241" name="Arc 12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1242" name="Arc 12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51237" name="Oval 125"/>
            <p:cNvSpPr/>
            <p:nvPr/>
          </p:nvSpPr>
          <p:spPr>
            <a:xfrm>
              <a:off x="4921" y="66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51238" name="Oval 126"/>
            <p:cNvSpPr/>
            <p:nvPr/>
          </p:nvSpPr>
          <p:spPr>
            <a:xfrm>
              <a:off x="4921" y="1706"/>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7471"/>
                                        </p:tgtEl>
                                        <p:attrNameLst>
                                          <p:attrName>style.visibility</p:attrName>
                                        </p:attrNameLst>
                                      </p:cBhvr>
                                      <p:to>
                                        <p:strVal val="visible"/>
                                      </p:to>
                                    </p:set>
                                    <p:animEffect transition="in" filter="blinds(horizontal)">
                                      <p:cBhvr>
                                        <p:cTn id="7" dur="500"/>
                                        <p:tgtEl>
                                          <p:spTgt spid="57471"/>
                                        </p:tgtEl>
                                      </p:cBhvr>
                                    </p:animEffect>
                                  </p:childTnLst>
                                </p:cTn>
                              </p:par>
                              <p:par>
                                <p:cTn id="8" presetID="22" presetClass="entr" presetSubtype="8" fill="hold" nodeType="withEffect">
                                  <p:stCondLst>
                                    <p:cond delay="0"/>
                                  </p:stCondLst>
                                  <p:childTnLst>
                                    <p:set>
                                      <p:cBhvr>
                                        <p:cTn id="9" dur="1" fill="hold">
                                          <p:stCondLst>
                                            <p:cond delay="0"/>
                                          </p:stCondLst>
                                        </p:cTn>
                                        <p:tgtEl>
                                          <p:spTgt spid="57402"/>
                                        </p:tgtEl>
                                        <p:attrNameLst>
                                          <p:attrName>style.visibility</p:attrName>
                                        </p:attrNameLst>
                                      </p:cBhvr>
                                      <p:to>
                                        <p:strVal val="visible"/>
                                      </p:to>
                                    </p:set>
                                    <p:animEffect transition="in" filter="wipe(left)">
                                      <p:cBhvr>
                                        <p:cTn id="10" dur="2000"/>
                                        <p:tgtEl>
                                          <p:spTgt spid="5740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7403"/>
                                        </p:tgtEl>
                                        <p:attrNameLst>
                                          <p:attrName>style.visibility</p:attrName>
                                        </p:attrNameLst>
                                      </p:cBhvr>
                                      <p:to>
                                        <p:strVal val="visible"/>
                                      </p:to>
                                    </p:set>
                                    <p:animEffect transition="in" filter="wipe(left)">
                                      <p:cBhvr>
                                        <p:cTn id="15" dur="2000"/>
                                        <p:tgtEl>
                                          <p:spTgt spid="5740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7404"/>
                                        </p:tgtEl>
                                        <p:attrNameLst>
                                          <p:attrName>style.visibility</p:attrName>
                                        </p:attrNameLst>
                                      </p:cBhvr>
                                      <p:to>
                                        <p:strVal val="visible"/>
                                      </p:to>
                                    </p:set>
                                    <p:animEffect transition="in" filter="wipe(left)">
                                      <p:cBhvr>
                                        <p:cTn id="20" dur="2000"/>
                                        <p:tgtEl>
                                          <p:spTgt spid="57404"/>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57405"/>
                                        </p:tgtEl>
                                        <p:attrNameLst>
                                          <p:attrName>style.visibility</p:attrName>
                                        </p:attrNameLst>
                                      </p:cBhvr>
                                      <p:to>
                                        <p:strVal val="visible"/>
                                      </p:to>
                                    </p:set>
                                    <p:animEffect transition="in" filter="wipe(left)">
                                      <p:cBhvr>
                                        <p:cTn id="24" dur="2000"/>
                                        <p:tgtEl>
                                          <p:spTgt spid="5740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7406"/>
                                        </p:tgtEl>
                                        <p:attrNameLst>
                                          <p:attrName>style.visibility</p:attrName>
                                        </p:attrNameLst>
                                      </p:cBhvr>
                                      <p:to>
                                        <p:strVal val="visible"/>
                                      </p:to>
                                    </p:set>
                                    <p:animEffect transition="in" filter="wipe(left)">
                                      <p:cBhvr>
                                        <p:cTn id="29" dur="2000"/>
                                        <p:tgtEl>
                                          <p:spTgt spid="5740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7407"/>
                                        </p:tgtEl>
                                        <p:attrNameLst>
                                          <p:attrName>style.visibility</p:attrName>
                                        </p:attrNameLst>
                                      </p:cBhvr>
                                      <p:to>
                                        <p:strVal val="visible"/>
                                      </p:to>
                                    </p:set>
                                    <p:animEffect transition="in" filter="wipe(left)">
                                      <p:cBhvr>
                                        <p:cTn id="34" dur="2000"/>
                                        <p:tgtEl>
                                          <p:spTgt spid="57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p:nvPr/>
        </p:nvSpPr>
        <p:spPr>
          <a:xfrm>
            <a:off x="1763713" y="404813"/>
            <a:ext cx="6769100" cy="762000"/>
          </a:xfrm>
          <a:prstGeom prst="rect">
            <a:avLst/>
          </a:prstGeom>
          <a:noFill/>
          <a:ln w="9525">
            <a:noFill/>
          </a:ln>
          <a:effectLst>
            <a:prstShdw prst="shdw17" dist="17961" dir="2699999">
              <a:srgbClr val="995C00"/>
            </a:prstShdw>
          </a:effectLst>
        </p:spPr>
        <p:txBody>
          <a:bodyPr>
            <a:spAutoFit/>
          </a:bodyPr>
          <a:lstStyle/>
          <a:p>
            <a:pPr eaLnBrk="1" hangingPunct="1"/>
            <a:r>
              <a:rPr lang="en-US" altLang="zh-CN" sz="4400" dirty="0">
                <a:solidFill>
                  <a:schemeClr val="bg1"/>
                </a:solidFill>
                <a:latin typeface="Times New Roman" panose="02020603050405020304" pitchFamily="18" charset="0"/>
              </a:rPr>
              <a:t>10-3</a:t>
            </a:r>
            <a:r>
              <a:rPr lang="en-US" altLang="zh-CN" sz="4400" b="1" dirty="0">
                <a:solidFill>
                  <a:schemeClr val="bg1"/>
                </a:solidFill>
                <a:latin typeface="楷体_GB2312" pitchFamily="49" charset="-122"/>
              </a:rPr>
              <a:t> </a:t>
            </a:r>
            <a:r>
              <a:rPr lang="zh-CN" altLang="en-US" sz="4400" b="1" dirty="0">
                <a:solidFill>
                  <a:schemeClr val="bg1"/>
                </a:solidFill>
                <a:latin typeface="楷体_GB2312" pitchFamily="49" charset="-122"/>
              </a:rPr>
              <a:t>耦合电感的功率</a:t>
            </a:r>
          </a:p>
        </p:txBody>
      </p:sp>
      <p:sp>
        <p:nvSpPr>
          <p:cNvPr id="109571" name="Text Box 3"/>
          <p:cNvSpPr txBox="1"/>
          <p:nvPr/>
        </p:nvSpPr>
        <p:spPr>
          <a:xfrm>
            <a:off x="468313" y="1196975"/>
            <a:ext cx="8208962" cy="1971675"/>
          </a:xfrm>
          <a:prstGeom prst="rect">
            <a:avLst/>
          </a:prstGeom>
          <a:noFill/>
          <a:ln w="9525">
            <a:noFill/>
          </a:ln>
        </p:spPr>
        <p:txBody>
          <a:bodyPr>
            <a:spAutoFit/>
          </a:bodyPr>
          <a:lstStyle/>
          <a:p>
            <a:pPr eaLnBrk="1" hangingPunct="1">
              <a:lnSpc>
                <a:spcPct val="110000"/>
              </a:lnSpc>
              <a:spcBef>
                <a:spcPct val="50000"/>
              </a:spcBef>
            </a:pPr>
            <a:r>
              <a:rPr lang="en-US" altLang="zh-CN" b="1" dirty="0">
                <a:latin typeface="楷体_GB2312" pitchFamily="49" charset="-122"/>
              </a:rPr>
              <a:t>    </a:t>
            </a:r>
            <a:r>
              <a:rPr lang="zh-CN" altLang="en-US" b="1" dirty="0">
                <a:latin typeface="楷体_GB2312" pitchFamily="49" charset="-122"/>
              </a:rPr>
              <a:t>当耦合电感中的施感电流变化时，将出现变化的磁场，从而产生电场（互感电压），耦合电感通过变化的电磁场进行电磁能的转换和传输，电磁能从耦合电感一边传输到另一边。 </a:t>
            </a:r>
          </a:p>
        </p:txBody>
      </p:sp>
      <p:grpSp>
        <p:nvGrpSpPr>
          <p:cNvPr id="52228" name="Group 7"/>
          <p:cNvGrpSpPr/>
          <p:nvPr/>
        </p:nvGrpSpPr>
        <p:grpSpPr>
          <a:xfrm>
            <a:off x="8316913" y="6446838"/>
            <a:ext cx="792162" cy="366712"/>
            <a:chOff x="5193" y="4020"/>
            <a:chExt cx="499" cy="231"/>
          </a:xfrm>
        </p:grpSpPr>
        <p:pic>
          <p:nvPicPr>
            <p:cNvPr id="52277" name="Picture 8"/>
            <p:cNvPicPr>
              <a:picLocks noChangeAspect="1"/>
            </p:cNvPicPr>
            <p:nvPr/>
          </p:nvPicPr>
          <p:blipFill>
            <a:blip r:embed="rId2"/>
            <a:stretch>
              <a:fillRect/>
            </a:stretch>
          </p:blipFill>
          <p:spPr>
            <a:xfrm>
              <a:off x="5193" y="4066"/>
              <a:ext cx="499" cy="181"/>
            </a:xfrm>
            <a:prstGeom prst="rect">
              <a:avLst/>
            </a:prstGeom>
            <a:noFill/>
            <a:ln w="9525">
              <a:noFill/>
            </a:ln>
          </p:spPr>
        </p:pic>
        <p:sp>
          <p:nvSpPr>
            <p:cNvPr id="52278" name="Text Box 9">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2229" name="Group 10"/>
          <p:cNvGrpSpPr/>
          <p:nvPr/>
        </p:nvGrpSpPr>
        <p:grpSpPr>
          <a:xfrm>
            <a:off x="7453313" y="6446838"/>
            <a:ext cx="792162" cy="366712"/>
            <a:chOff x="4649" y="4020"/>
            <a:chExt cx="499" cy="231"/>
          </a:xfrm>
        </p:grpSpPr>
        <p:pic>
          <p:nvPicPr>
            <p:cNvPr id="52275" name="Picture 11"/>
            <p:cNvPicPr>
              <a:picLocks noChangeAspect="1"/>
            </p:cNvPicPr>
            <p:nvPr/>
          </p:nvPicPr>
          <p:blipFill>
            <a:blip r:embed="rId2"/>
            <a:stretch>
              <a:fillRect/>
            </a:stretch>
          </p:blipFill>
          <p:spPr>
            <a:xfrm>
              <a:off x="4649" y="4066"/>
              <a:ext cx="499" cy="181"/>
            </a:xfrm>
            <a:prstGeom prst="rect">
              <a:avLst/>
            </a:prstGeom>
            <a:noFill/>
            <a:ln w="9525">
              <a:noFill/>
            </a:ln>
          </p:spPr>
        </p:pic>
        <p:sp>
          <p:nvSpPr>
            <p:cNvPr id="52276" name="Text Box 12">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109621" name="Text Box 53"/>
          <p:cNvSpPr txBox="1"/>
          <p:nvPr/>
        </p:nvSpPr>
        <p:spPr>
          <a:xfrm>
            <a:off x="684213" y="3213100"/>
            <a:ext cx="1584325" cy="579438"/>
          </a:xfrm>
          <a:prstGeom prst="rect">
            <a:avLst/>
          </a:prstGeom>
          <a:noFill/>
          <a:ln w="19050">
            <a:noFill/>
          </a:ln>
        </p:spPr>
        <p:txBody>
          <a:bodyPr>
            <a:spAutoFit/>
          </a:bodyPr>
          <a:lstStyle/>
          <a:p>
            <a:pPr eaLnBrk="1" hangingPunct="1"/>
            <a:r>
              <a:rPr lang="zh-CN" altLang="en-US" sz="3200" b="1" dirty="0">
                <a:solidFill>
                  <a:schemeClr val="bg1"/>
                </a:solidFill>
                <a:latin typeface="宋体" panose="02010600030101010101" pitchFamily="2" charset="-122"/>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3-1</a:t>
            </a:r>
          </a:p>
        </p:txBody>
      </p:sp>
      <p:sp>
        <p:nvSpPr>
          <p:cNvPr id="109623" name="Rectangle 55"/>
          <p:cNvSpPr/>
          <p:nvPr/>
        </p:nvSpPr>
        <p:spPr>
          <a:xfrm>
            <a:off x="2051050" y="3270250"/>
            <a:ext cx="3917950" cy="519113"/>
          </a:xfrm>
          <a:prstGeom prst="rect">
            <a:avLst/>
          </a:prstGeom>
          <a:noFill/>
          <a:ln w="9525">
            <a:noFill/>
          </a:ln>
        </p:spPr>
        <p:txBody>
          <a:bodyPr wrap="none" anchor="ctr" anchorCtr="0">
            <a:spAutoFit/>
          </a:bodyPr>
          <a:lstStyle/>
          <a:p>
            <a:pPr eaLnBrk="1" hangingPunct="1"/>
            <a:r>
              <a:rPr lang="zh-CN" altLang="en-US" b="1" dirty="0">
                <a:latin typeface="楷体_GB2312" pitchFamily="49" charset="-122"/>
              </a:rPr>
              <a:t>求图示电路的复功率。 </a:t>
            </a:r>
          </a:p>
        </p:txBody>
      </p:sp>
      <p:grpSp>
        <p:nvGrpSpPr>
          <p:cNvPr id="52232" name="Group 60"/>
          <p:cNvGrpSpPr/>
          <p:nvPr/>
        </p:nvGrpSpPr>
        <p:grpSpPr>
          <a:xfrm>
            <a:off x="6588125" y="6446838"/>
            <a:ext cx="792163" cy="366712"/>
            <a:chOff x="4649" y="4020"/>
            <a:chExt cx="499" cy="231"/>
          </a:xfrm>
        </p:grpSpPr>
        <p:pic>
          <p:nvPicPr>
            <p:cNvPr id="52273" name="Picture 61"/>
            <p:cNvPicPr>
              <a:picLocks noChangeAspect="1"/>
            </p:cNvPicPr>
            <p:nvPr/>
          </p:nvPicPr>
          <p:blipFill>
            <a:blip r:embed="rId2"/>
            <a:stretch>
              <a:fillRect/>
            </a:stretch>
          </p:blipFill>
          <p:spPr>
            <a:xfrm>
              <a:off x="4649" y="4066"/>
              <a:ext cx="499" cy="181"/>
            </a:xfrm>
            <a:prstGeom prst="rect">
              <a:avLst/>
            </a:prstGeom>
            <a:noFill/>
            <a:ln w="9525">
              <a:noFill/>
            </a:ln>
          </p:spPr>
        </p:pic>
        <p:sp>
          <p:nvSpPr>
            <p:cNvPr id="52274" name="Text Box 62">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09641" name="Group 73"/>
          <p:cNvGrpSpPr/>
          <p:nvPr/>
        </p:nvGrpSpPr>
        <p:grpSpPr>
          <a:xfrm>
            <a:off x="755650" y="3716338"/>
            <a:ext cx="5843588" cy="2089150"/>
            <a:chOff x="476" y="2341"/>
            <a:chExt cx="3681" cy="1316"/>
          </a:xfrm>
        </p:grpSpPr>
        <p:sp>
          <p:nvSpPr>
            <p:cNvPr id="52234" name="Line 38"/>
            <p:cNvSpPr/>
            <p:nvPr/>
          </p:nvSpPr>
          <p:spPr>
            <a:xfrm flipV="1">
              <a:off x="2744" y="2704"/>
              <a:ext cx="1407" cy="0"/>
            </a:xfrm>
            <a:prstGeom prst="line">
              <a:avLst/>
            </a:prstGeom>
            <a:ln w="28575" cap="flat" cmpd="sng">
              <a:solidFill>
                <a:srgbClr val="FFCC00"/>
              </a:solidFill>
              <a:prstDash val="solid"/>
              <a:headEnd type="none" w="med" len="med"/>
              <a:tailEnd type="none" w="med" len="med"/>
            </a:ln>
          </p:spPr>
        </p:sp>
        <p:sp>
          <p:nvSpPr>
            <p:cNvPr id="52235" name="Line 36"/>
            <p:cNvSpPr/>
            <p:nvPr/>
          </p:nvSpPr>
          <p:spPr>
            <a:xfrm flipH="1" flipV="1">
              <a:off x="975" y="2704"/>
              <a:ext cx="1271" cy="0"/>
            </a:xfrm>
            <a:prstGeom prst="line">
              <a:avLst/>
            </a:prstGeom>
            <a:ln w="28575" cap="flat" cmpd="sng">
              <a:solidFill>
                <a:srgbClr val="FFCC00"/>
              </a:solidFill>
              <a:prstDash val="solid"/>
              <a:headEnd type="none" w="med" len="med"/>
              <a:tailEnd type="none" w="med" len="med"/>
            </a:ln>
          </p:spPr>
        </p:sp>
        <p:sp>
          <p:nvSpPr>
            <p:cNvPr id="52236" name="Oval 14"/>
            <p:cNvSpPr/>
            <p:nvPr/>
          </p:nvSpPr>
          <p:spPr>
            <a:xfrm>
              <a:off x="793" y="297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52237" name="Line 15"/>
            <p:cNvSpPr/>
            <p:nvPr/>
          </p:nvSpPr>
          <p:spPr>
            <a:xfrm flipH="1">
              <a:off x="2245" y="3339"/>
              <a:ext cx="0" cy="318"/>
            </a:xfrm>
            <a:prstGeom prst="line">
              <a:avLst/>
            </a:prstGeom>
            <a:ln w="28575" cap="flat" cmpd="sng">
              <a:solidFill>
                <a:srgbClr val="FFCC00"/>
              </a:solidFill>
              <a:prstDash val="solid"/>
              <a:headEnd type="none" w="med" len="med"/>
              <a:tailEnd type="none" w="med" len="med"/>
            </a:ln>
          </p:spPr>
        </p:sp>
        <p:sp>
          <p:nvSpPr>
            <p:cNvPr id="52238" name="Line 16"/>
            <p:cNvSpPr/>
            <p:nvPr/>
          </p:nvSpPr>
          <p:spPr>
            <a:xfrm>
              <a:off x="2245" y="2704"/>
              <a:ext cx="0" cy="272"/>
            </a:xfrm>
            <a:prstGeom prst="line">
              <a:avLst/>
            </a:prstGeom>
            <a:ln w="28575" cap="flat" cmpd="sng">
              <a:solidFill>
                <a:srgbClr val="FFCC00"/>
              </a:solidFill>
              <a:prstDash val="solid"/>
              <a:headEnd type="none" w="med" len="med"/>
              <a:tailEnd type="none" w="med" len="med"/>
            </a:ln>
          </p:spPr>
        </p:sp>
        <p:sp>
          <p:nvSpPr>
            <p:cNvPr id="52239" name="Line 17"/>
            <p:cNvSpPr/>
            <p:nvPr/>
          </p:nvSpPr>
          <p:spPr>
            <a:xfrm>
              <a:off x="2743" y="3339"/>
              <a:ext cx="0" cy="318"/>
            </a:xfrm>
            <a:prstGeom prst="line">
              <a:avLst/>
            </a:prstGeom>
            <a:ln w="28575" cap="flat" cmpd="sng">
              <a:solidFill>
                <a:srgbClr val="FFCC00"/>
              </a:solidFill>
              <a:prstDash val="solid"/>
              <a:headEnd type="none" w="med" len="med"/>
              <a:tailEnd type="none" w="med" len="med"/>
            </a:ln>
          </p:spPr>
        </p:sp>
        <p:sp>
          <p:nvSpPr>
            <p:cNvPr id="52240" name="Line 18"/>
            <p:cNvSpPr/>
            <p:nvPr/>
          </p:nvSpPr>
          <p:spPr>
            <a:xfrm>
              <a:off x="2743" y="2704"/>
              <a:ext cx="0" cy="298"/>
            </a:xfrm>
            <a:prstGeom prst="line">
              <a:avLst/>
            </a:prstGeom>
            <a:ln w="28575" cap="flat" cmpd="sng">
              <a:solidFill>
                <a:srgbClr val="FFCC00"/>
              </a:solidFill>
              <a:prstDash val="solid"/>
              <a:headEnd type="none" w="med" len="med"/>
              <a:tailEnd type="none" w="med" len="med"/>
            </a:ln>
          </p:spPr>
        </p:sp>
        <p:sp>
          <p:nvSpPr>
            <p:cNvPr id="52241" name="Line 19"/>
            <p:cNvSpPr/>
            <p:nvPr/>
          </p:nvSpPr>
          <p:spPr>
            <a:xfrm flipV="1">
              <a:off x="2743" y="3657"/>
              <a:ext cx="1407" cy="0"/>
            </a:xfrm>
            <a:prstGeom prst="line">
              <a:avLst/>
            </a:prstGeom>
            <a:ln w="28575" cap="flat" cmpd="sng">
              <a:solidFill>
                <a:srgbClr val="FFCC00"/>
              </a:solidFill>
              <a:prstDash val="solid"/>
              <a:headEnd type="none" w="med" len="med"/>
              <a:tailEnd type="none" w="med" len="med"/>
            </a:ln>
          </p:spPr>
        </p:sp>
        <p:sp>
          <p:nvSpPr>
            <p:cNvPr id="52242" name="Line 20"/>
            <p:cNvSpPr/>
            <p:nvPr/>
          </p:nvSpPr>
          <p:spPr>
            <a:xfrm>
              <a:off x="3742" y="2704"/>
              <a:ext cx="272" cy="0"/>
            </a:xfrm>
            <a:prstGeom prst="line">
              <a:avLst/>
            </a:prstGeom>
            <a:ln w="28575" cap="flat" cmpd="sng">
              <a:solidFill>
                <a:srgbClr val="00FFFF"/>
              </a:solidFill>
              <a:prstDash val="solid"/>
              <a:headEnd type="triangle" w="med" len="med"/>
              <a:tailEnd type="none" w="med" len="med"/>
            </a:ln>
          </p:spPr>
        </p:sp>
        <p:sp>
          <p:nvSpPr>
            <p:cNvPr id="52243" name="Text Box 21"/>
            <p:cNvSpPr txBox="1"/>
            <p:nvPr/>
          </p:nvSpPr>
          <p:spPr>
            <a:xfrm>
              <a:off x="2243" y="2749"/>
              <a:ext cx="228" cy="326"/>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2244" name="Text Box 22"/>
            <p:cNvSpPr txBox="1"/>
            <p:nvPr/>
          </p:nvSpPr>
          <p:spPr>
            <a:xfrm>
              <a:off x="2517" y="2749"/>
              <a:ext cx="214" cy="328"/>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2245" name="Text Box 23"/>
            <p:cNvSpPr txBox="1"/>
            <p:nvPr/>
          </p:nvSpPr>
          <p:spPr>
            <a:xfrm>
              <a:off x="1773" y="3022"/>
              <a:ext cx="533"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2246" name="Line 24"/>
            <p:cNvSpPr/>
            <p:nvPr/>
          </p:nvSpPr>
          <p:spPr>
            <a:xfrm>
              <a:off x="1065" y="2704"/>
              <a:ext cx="272" cy="0"/>
            </a:xfrm>
            <a:prstGeom prst="line">
              <a:avLst/>
            </a:prstGeom>
            <a:ln w="38100" cap="flat" cmpd="sng">
              <a:solidFill>
                <a:srgbClr val="00FFFF"/>
              </a:solidFill>
              <a:prstDash val="solid"/>
              <a:headEnd type="none" w="med" len="med"/>
              <a:tailEnd type="triangle" w="med" len="med"/>
            </a:ln>
          </p:spPr>
        </p:sp>
        <p:sp>
          <p:nvSpPr>
            <p:cNvPr id="52247" name="Arc 25"/>
            <p:cNvSpPr/>
            <p:nvPr/>
          </p:nvSpPr>
          <p:spPr>
            <a:xfrm rot="-10800000" flipV="1">
              <a:off x="2108" y="2523"/>
              <a:ext cx="196" cy="216"/>
            </a:xfrm>
            <a:custGeom>
              <a:avLst/>
              <a:gdLst/>
              <a:ahLst/>
              <a:cxnLst>
                <a:cxn ang="0">
                  <a:pos x="43" y="0"/>
                </a:cxn>
                <a:cxn ang="0">
                  <a:pos x="196" y="155"/>
                </a:cxn>
                <a:cxn ang="0">
                  <a:pos x="0" y="216"/>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52248" name="Arc 26"/>
            <p:cNvSpPr/>
            <p:nvPr/>
          </p:nvSpPr>
          <p:spPr>
            <a:xfrm rot="10800000" flipH="1" flipV="1">
              <a:off x="2743" y="2523"/>
              <a:ext cx="198" cy="215"/>
            </a:xfrm>
            <a:custGeom>
              <a:avLst/>
              <a:gdLst/>
              <a:ahLst/>
              <a:cxnLst>
                <a:cxn ang="0">
                  <a:pos x="44" y="0"/>
                </a:cxn>
                <a:cxn ang="0">
                  <a:pos x="198" y="154"/>
                </a:cxn>
                <a:cxn ang="0">
                  <a:pos x="0" y="21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aphicFrame>
          <p:nvGraphicFramePr>
            <p:cNvPr id="52249" name="Object 27"/>
            <p:cNvGraphicFramePr>
              <a:graphicFrameLocks noChangeAspect="1"/>
            </p:cNvGraphicFramePr>
            <p:nvPr/>
          </p:nvGraphicFramePr>
          <p:xfrm>
            <a:off x="1111" y="2541"/>
            <a:ext cx="211" cy="490"/>
          </p:xfrm>
          <a:graphic>
            <a:graphicData uri="http://schemas.openxmlformats.org/presentationml/2006/ole">
              <mc:AlternateContent xmlns:mc="http://schemas.openxmlformats.org/markup-compatibility/2006">
                <mc:Choice xmlns:v="urn:schemas-microsoft-com:vml" Requires="v">
                  <p:oleObj r:id="rId3" imgW="163830" imgH="319405" progId="Equation.3">
                    <p:embed/>
                  </p:oleObj>
                </mc:Choice>
                <mc:Fallback>
                  <p:oleObj r:id="rId3" imgW="163830" imgH="319405" progId="Equation.3">
                    <p:embed/>
                    <p:pic>
                      <p:nvPicPr>
                        <p:cNvPr id="0" name="图片 3205"/>
                        <p:cNvPicPr/>
                        <p:nvPr/>
                      </p:nvPicPr>
                      <p:blipFill>
                        <a:blip r:embed="rId4">
                          <a:clrChange>
                            <a:clrFrom>
                              <a:srgbClr val="000000"/>
                            </a:clrFrom>
                            <a:clrTo>
                              <a:srgbClr val="FFFFFF"/>
                            </a:clrTo>
                          </a:clrChange>
                        </a:blip>
                        <a:stretch>
                          <a:fillRect/>
                        </a:stretch>
                      </p:blipFill>
                      <p:spPr>
                        <a:xfrm>
                          <a:off x="1111" y="2541"/>
                          <a:ext cx="211" cy="490"/>
                        </a:xfrm>
                        <a:prstGeom prst="rect">
                          <a:avLst/>
                        </a:prstGeom>
                        <a:noFill/>
                        <a:ln w="38100">
                          <a:noFill/>
                          <a:miter/>
                        </a:ln>
                      </p:spPr>
                    </p:pic>
                  </p:oleObj>
                </mc:Fallback>
              </mc:AlternateContent>
            </a:graphicData>
          </a:graphic>
        </p:graphicFrame>
        <p:graphicFrame>
          <p:nvGraphicFramePr>
            <p:cNvPr id="52250" name="Object 28"/>
            <p:cNvGraphicFramePr>
              <a:graphicFrameLocks noChangeAspect="1"/>
            </p:cNvGraphicFramePr>
            <p:nvPr/>
          </p:nvGraphicFramePr>
          <p:xfrm>
            <a:off x="3787" y="2632"/>
            <a:ext cx="247" cy="408"/>
          </p:xfrm>
          <a:graphic>
            <a:graphicData uri="http://schemas.openxmlformats.org/presentationml/2006/ole">
              <mc:AlternateContent xmlns:mc="http://schemas.openxmlformats.org/markup-compatibility/2006">
                <mc:Choice xmlns:v="urn:schemas-microsoft-com:vml" Requires="v">
                  <p:oleObj r:id="rId5" imgW="186055" imgH="297180" progId="Equation.3">
                    <p:embed/>
                  </p:oleObj>
                </mc:Choice>
                <mc:Fallback>
                  <p:oleObj r:id="rId5" imgW="186055" imgH="297180" progId="Equation.3">
                    <p:embed/>
                    <p:pic>
                      <p:nvPicPr>
                        <p:cNvPr id="0" name="图片 3203"/>
                        <p:cNvPicPr/>
                        <p:nvPr/>
                      </p:nvPicPr>
                      <p:blipFill>
                        <a:blip r:embed="rId6">
                          <a:clrChange>
                            <a:clrFrom>
                              <a:srgbClr val="000000"/>
                            </a:clrFrom>
                            <a:clrTo>
                              <a:srgbClr val="FFFFFF"/>
                            </a:clrTo>
                          </a:clrChange>
                        </a:blip>
                        <a:stretch>
                          <a:fillRect/>
                        </a:stretch>
                      </p:blipFill>
                      <p:spPr>
                        <a:xfrm>
                          <a:off x="3787" y="2632"/>
                          <a:ext cx="247" cy="408"/>
                        </a:xfrm>
                        <a:prstGeom prst="rect">
                          <a:avLst/>
                        </a:prstGeom>
                        <a:noFill/>
                        <a:ln w="38100">
                          <a:noFill/>
                          <a:miter/>
                        </a:ln>
                      </p:spPr>
                    </p:pic>
                  </p:oleObj>
                </mc:Fallback>
              </mc:AlternateContent>
            </a:graphicData>
          </a:graphic>
        </p:graphicFrame>
        <p:sp>
          <p:nvSpPr>
            <p:cNvPr id="52251" name="Text Box 29"/>
            <p:cNvSpPr txBox="1"/>
            <p:nvPr/>
          </p:nvSpPr>
          <p:spPr>
            <a:xfrm>
              <a:off x="2744" y="3022"/>
              <a:ext cx="807"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2252" name="Text Box 30"/>
            <p:cNvSpPr txBox="1"/>
            <p:nvPr/>
          </p:nvSpPr>
          <p:spPr>
            <a:xfrm>
              <a:off x="2245" y="2341"/>
              <a:ext cx="57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2253" name="Line 31"/>
            <p:cNvSpPr/>
            <p:nvPr/>
          </p:nvSpPr>
          <p:spPr>
            <a:xfrm flipH="1">
              <a:off x="974" y="3657"/>
              <a:ext cx="1271" cy="0"/>
            </a:xfrm>
            <a:prstGeom prst="line">
              <a:avLst/>
            </a:prstGeom>
            <a:ln w="28575" cap="flat" cmpd="sng">
              <a:solidFill>
                <a:srgbClr val="FFCC00"/>
              </a:solidFill>
              <a:prstDash val="solid"/>
              <a:headEnd type="none" w="med" len="med"/>
              <a:tailEnd type="none" w="med" len="med"/>
            </a:ln>
          </p:spPr>
        </p:sp>
        <p:sp>
          <p:nvSpPr>
            <p:cNvPr id="52254" name="Text Box 32"/>
            <p:cNvSpPr txBox="1"/>
            <p:nvPr/>
          </p:nvSpPr>
          <p:spPr>
            <a:xfrm>
              <a:off x="755" y="2671"/>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2255" name="Text Box 33"/>
            <p:cNvSpPr txBox="1"/>
            <p:nvPr/>
          </p:nvSpPr>
          <p:spPr>
            <a:xfrm>
              <a:off x="702" y="3294"/>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52256" name="Object 34"/>
            <p:cNvGraphicFramePr>
              <a:graphicFrameLocks noChangeAspect="1"/>
            </p:cNvGraphicFramePr>
            <p:nvPr/>
          </p:nvGraphicFramePr>
          <p:xfrm>
            <a:off x="476" y="2895"/>
            <a:ext cx="274" cy="464"/>
          </p:xfrm>
          <a:graphic>
            <a:graphicData uri="http://schemas.openxmlformats.org/presentationml/2006/ole">
              <mc:AlternateContent xmlns:mc="http://schemas.openxmlformats.org/markup-compatibility/2006">
                <mc:Choice xmlns:v="urn:schemas-microsoft-com:vml" Requires="v">
                  <p:oleObj r:id="rId7" imgW="222885" imgH="312420" progId="Equation.3">
                    <p:embed/>
                  </p:oleObj>
                </mc:Choice>
                <mc:Fallback>
                  <p:oleObj r:id="rId7" imgW="222885" imgH="312420" progId="Equation.3">
                    <p:embed/>
                    <p:pic>
                      <p:nvPicPr>
                        <p:cNvPr id="0" name="图片 3204"/>
                        <p:cNvPicPr/>
                        <p:nvPr/>
                      </p:nvPicPr>
                      <p:blipFill>
                        <a:blip r:embed="rId8">
                          <a:clrChange>
                            <a:clrFrom>
                              <a:srgbClr val="000000"/>
                            </a:clrFrom>
                            <a:clrTo>
                              <a:srgbClr val="FFFFFF"/>
                            </a:clrTo>
                          </a:clrChange>
                        </a:blip>
                        <a:stretch>
                          <a:fillRect/>
                        </a:stretch>
                      </p:blipFill>
                      <p:spPr>
                        <a:xfrm>
                          <a:off x="476" y="2895"/>
                          <a:ext cx="274" cy="464"/>
                        </a:xfrm>
                        <a:prstGeom prst="rect">
                          <a:avLst/>
                        </a:prstGeom>
                        <a:noFill/>
                        <a:ln w="38100">
                          <a:noFill/>
                          <a:miter/>
                        </a:ln>
                      </p:spPr>
                    </p:pic>
                  </p:oleObj>
                </mc:Fallback>
              </mc:AlternateContent>
            </a:graphicData>
          </a:graphic>
        </p:graphicFrame>
        <p:sp>
          <p:nvSpPr>
            <p:cNvPr id="52257" name="Line 35"/>
            <p:cNvSpPr/>
            <p:nvPr/>
          </p:nvSpPr>
          <p:spPr>
            <a:xfrm>
              <a:off x="972" y="2694"/>
              <a:ext cx="2" cy="963"/>
            </a:xfrm>
            <a:prstGeom prst="line">
              <a:avLst/>
            </a:prstGeom>
            <a:ln w="28575" cap="flat" cmpd="sng">
              <a:solidFill>
                <a:srgbClr val="FFCC00"/>
              </a:solidFill>
              <a:prstDash val="solid"/>
              <a:headEnd type="none" w="med" len="med"/>
              <a:tailEnd type="none" w="med" len="med"/>
            </a:ln>
          </p:spPr>
        </p:sp>
        <p:sp>
          <p:nvSpPr>
            <p:cNvPr id="52258" name="Line 37"/>
            <p:cNvSpPr/>
            <p:nvPr/>
          </p:nvSpPr>
          <p:spPr>
            <a:xfrm flipV="1">
              <a:off x="4150" y="2704"/>
              <a:ext cx="7" cy="953"/>
            </a:xfrm>
            <a:prstGeom prst="line">
              <a:avLst/>
            </a:prstGeom>
            <a:ln w="28575" cap="flat" cmpd="sng">
              <a:solidFill>
                <a:srgbClr val="FFCC00"/>
              </a:solidFill>
              <a:prstDash val="solid"/>
              <a:headEnd type="none" w="med" len="med"/>
              <a:tailEnd type="none" w="med" len="med"/>
            </a:ln>
          </p:spPr>
        </p:sp>
        <p:sp>
          <p:nvSpPr>
            <p:cNvPr id="52259" name="Text Box 39"/>
            <p:cNvSpPr txBox="1"/>
            <p:nvPr/>
          </p:nvSpPr>
          <p:spPr>
            <a:xfrm>
              <a:off x="1555" y="2713"/>
              <a:ext cx="515"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2260" name="Text Box 40"/>
            <p:cNvSpPr txBox="1"/>
            <p:nvPr/>
          </p:nvSpPr>
          <p:spPr>
            <a:xfrm>
              <a:off x="3171" y="2714"/>
              <a:ext cx="54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2261" name="Rectangle 43"/>
            <p:cNvSpPr/>
            <p:nvPr/>
          </p:nvSpPr>
          <p:spPr>
            <a:xfrm>
              <a:off x="3153" y="264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2262" name="Rectangle 52"/>
            <p:cNvSpPr/>
            <p:nvPr/>
          </p:nvSpPr>
          <p:spPr>
            <a:xfrm>
              <a:off x="1564" y="264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52263" name="Group 63"/>
            <p:cNvGrpSpPr/>
            <p:nvPr/>
          </p:nvGrpSpPr>
          <p:grpSpPr>
            <a:xfrm>
              <a:off x="2662" y="2994"/>
              <a:ext cx="91" cy="363"/>
              <a:chOff x="1565" y="2614"/>
              <a:chExt cx="90" cy="486"/>
            </a:xfrm>
          </p:grpSpPr>
          <p:sp>
            <p:nvSpPr>
              <p:cNvPr id="52269" name="Arc 6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2270" name="Arc 6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2271" name="Arc 6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2272" name="Arc 6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52264" name="Group 68"/>
            <p:cNvGrpSpPr/>
            <p:nvPr/>
          </p:nvGrpSpPr>
          <p:grpSpPr>
            <a:xfrm rot="10800000">
              <a:off x="2245" y="2976"/>
              <a:ext cx="90" cy="363"/>
              <a:chOff x="1565" y="2614"/>
              <a:chExt cx="90" cy="486"/>
            </a:xfrm>
          </p:grpSpPr>
          <p:sp>
            <p:nvSpPr>
              <p:cNvPr id="52265" name="Arc 6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2266" name="Arc 7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2267" name="Arc 7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2268" name="Arc 7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additive="base">
                                        <p:cTn id="7" dur="500" fill="hold"/>
                                        <p:tgtEl>
                                          <p:spTgt spid="109570"/>
                                        </p:tgtEl>
                                        <p:attrNameLst>
                                          <p:attrName>ppt_x</p:attrName>
                                        </p:attrNameLst>
                                      </p:cBhvr>
                                      <p:tavLst>
                                        <p:tav tm="0">
                                          <p:val>
                                            <p:strVal val="0-#ppt_w/2"/>
                                          </p:val>
                                        </p:tav>
                                        <p:tav tm="100000">
                                          <p:val>
                                            <p:strVal val="#ppt_x"/>
                                          </p:val>
                                        </p:tav>
                                      </p:tavLst>
                                    </p:anim>
                                    <p:anim calcmode="lin" valueType="num">
                                      <p:cBhvr additive="base">
                                        <p:cTn id="8" dur="500" fill="hold"/>
                                        <p:tgtEl>
                                          <p:spTgt spid="10957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lt">
                                    <p:tmPct val="100000"/>
                                  </p:iterate>
                                  <p:childTnLst>
                                    <p:set>
                                      <p:cBhvr>
                                        <p:cTn id="12" dur="1" fill="hold">
                                          <p:stCondLst>
                                            <p:cond delay="0"/>
                                          </p:stCondLst>
                                        </p:cTn>
                                        <p:tgtEl>
                                          <p:spTgt spid="109571"/>
                                        </p:tgtEl>
                                        <p:attrNameLst>
                                          <p:attrName>style.visibility</p:attrName>
                                        </p:attrNameLst>
                                      </p:cBhvr>
                                      <p:to>
                                        <p:strVal val="visible"/>
                                      </p:to>
                                    </p:set>
                                    <p:animEffect transition="in" filter="wipe(left)">
                                      <p:cBhvr>
                                        <p:cTn id="13" dur="100"/>
                                        <p:tgtEl>
                                          <p:spTgt spid="109571"/>
                                        </p:tgtEl>
                                      </p:cBhvr>
                                    </p:animEffect>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109621"/>
                                        </p:tgtEl>
                                        <p:attrNameLst>
                                          <p:attrName>style.visibility</p:attrName>
                                        </p:attrNameLst>
                                      </p:cBhvr>
                                      <p:to>
                                        <p:strVal val="visible"/>
                                      </p:to>
                                    </p:set>
                                    <p:anim calcmode="lin" valueType="num">
                                      <p:cBhvr>
                                        <p:cTn id="18" dur="1000" fill="hold"/>
                                        <p:tgtEl>
                                          <p:spTgt spid="109621"/>
                                        </p:tgtEl>
                                        <p:attrNameLst>
                                          <p:attrName>ppt_w</p:attrName>
                                        </p:attrNameLst>
                                      </p:cBhvr>
                                      <p:tavLst>
                                        <p:tav tm="0">
                                          <p:val>
                                            <p:fltVal val="0"/>
                                          </p:val>
                                        </p:tav>
                                        <p:tav tm="100000">
                                          <p:val>
                                            <p:strVal val="#ppt_w"/>
                                          </p:val>
                                        </p:tav>
                                      </p:tavLst>
                                    </p:anim>
                                    <p:anim calcmode="lin" valueType="num">
                                      <p:cBhvr>
                                        <p:cTn id="19" dur="1000" fill="hold"/>
                                        <p:tgtEl>
                                          <p:spTgt spid="109621"/>
                                        </p:tgtEl>
                                        <p:attrNameLst>
                                          <p:attrName>ppt_h</p:attrName>
                                        </p:attrNameLst>
                                      </p:cBhvr>
                                      <p:tavLst>
                                        <p:tav tm="0">
                                          <p:val>
                                            <p:fltVal val="0"/>
                                          </p:val>
                                        </p:tav>
                                        <p:tav tm="100000">
                                          <p:val>
                                            <p:strVal val="#ppt_h"/>
                                          </p:val>
                                        </p:tav>
                                      </p:tavLst>
                                    </p:anim>
                                    <p:anim calcmode="lin" valueType="num">
                                      <p:cBhvr>
                                        <p:cTn id="20" dur="1000" fill="hold"/>
                                        <p:tgtEl>
                                          <p:spTgt spid="109621"/>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109621"/>
                                        </p:tgtEl>
                                        <p:attrNameLst>
                                          <p:attrName>ppt_y</p:attrName>
                                        </p:attrNameLst>
                                      </p:cBhvr>
                                      <p:tavLst>
                                        <p:tav tm="0" fmla="#ppt_y+(sin(-2*pi*(1-$))*-#ppt_x+cos(-2*pi*(1-$))*(1-#ppt_y))*(1-$)">
                                          <p:val>
                                            <p:fltVal val="0"/>
                                          </p:val>
                                        </p:tav>
                                        <p:tav tm="100000">
                                          <p:val>
                                            <p:fltVal val="1"/>
                                          </p:val>
                                        </p:tav>
                                      </p:tavLst>
                                    </p:anim>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109641"/>
                                        </p:tgtEl>
                                        <p:attrNameLst>
                                          <p:attrName>style.visibility</p:attrName>
                                        </p:attrNameLst>
                                      </p:cBhvr>
                                      <p:to>
                                        <p:strVal val="visible"/>
                                      </p:to>
                                    </p:set>
                                    <p:animEffect transition="in" filter="blinds(horizontal)">
                                      <p:cBhvr>
                                        <p:cTn id="25" dur="500"/>
                                        <p:tgtEl>
                                          <p:spTgt spid="109641"/>
                                        </p:tgtEl>
                                      </p:cBhvr>
                                    </p:animEffect>
                                  </p:childTnLst>
                                </p:cTn>
                              </p:par>
                            </p:childTnLst>
                          </p:cTn>
                        </p:par>
                        <p:par>
                          <p:cTn id="26" fill="hold">
                            <p:stCondLst>
                              <p:cond delay="1500"/>
                            </p:stCondLst>
                            <p:childTnLst>
                              <p:par>
                                <p:cTn id="27" presetID="3" presetClass="entr" presetSubtype="10" fill="hold" grpId="0" nodeType="afterEffect">
                                  <p:stCondLst>
                                    <p:cond delay="0"/>
                                  </p:stCondLst>
                                  <p:childTnLst>
                                    <p:set>
                                      <p:cBhvr>
                                        <p:cTn id="28" dur="1" fill="hold">
                                          <p:stCondLst>
                                            <p:cond delay="0"/>
                                          </p:stCondLst>
                                        </p:cTn>
                                        <p:tgtEl>
                                          <p:spTgt spid="109623"/>
                                        </p:tgtEl>
                                        <p:attrNameLst>
                                          <p:attrName>style.visibility</p:attrName>
                                        </p:attrNameLst>
                                      </p:cBhvr>
                                      <p:to>
                                        <p:strVal val="visible"/>
                                      </p:to>
                                    </p:set>
                                    <p:animEffect transition="in" filter="blinds(horizontal)">
                                      <p:cBhvr>
                                        <p:cTn id="29" dur="500"/>
                                        <p:tgtEl>
                                          <p:spTgt spid="109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71" grpId="0"/>
      <p:bldP spid="109621" grpId="0"/>
      <p:bldP spid="10962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6" name="Object 4"/>
          <p:cNvGraphicFramePr>
            <a:graphicFrameLocks noChangeAspect="1"/>
          </p:cNvGraphicFramePr>
          <p:nvPr/>
        </p:nvGraphicFramePr>
        <p:xfrm>
          <a:off x="1697038" y="2782888"/>
          <a:ext cx="4725987" cy="715962"/>
        </p:xfrm>
        <a:graphic>
          <a:graphicData uri="http://schemas.openxmlformats.org/presentationml/2006/ole">
            <mc:AlternateContent xmlns:mc="http://schemas.openxmlformats.org/markup-compatibility/2006">
              <mc:Choice xmlns:v="urn:schemas-microsoft-com:vml" Requires="v">
                <p:oleObj r:id="rId2" imgW="1880870" imgH="319405" progId="Equation.3">
                  <p:embed/>
                </p:oleObj>
              </mc:Choice>
              <mc:Fallback>
                <p:oleObj r:id="rId2" imgW="1880870" imgH="319405" progId="Equation.3">
                  <p:embed/>
                  <p:pic>
                    <p:nvPicPr>
                      <p:cNvPr id="0" name="图片 3188"/>
                      <p:cNvPicPr/>
                      <p:nvPr/>
                    </p:nvPicPr>
                    <p:blipFill>
                      <a:blip r:embed="rId3">
                        <a:clrChange>
                          <a:clrFrom>
                            <a:srgbClr val="000000"/>
                          </a:clrFrom>
                          <a:clrTo>
                            <a:srgbClr val="FFFFFF"/>
                          </a:clrTo>
                        </a:clrChange>
                      </a:blip>
                      <a:stretch>
                        <a:fillRect/>
                      </a:stretch>
                    </p:blipFill>
                    <p:spPr>
                      <a:xfrm>
                        <a:off x="1697038" y="2782888"/>
                        <a:ext cx="4725987" cy="715962"/>
                      </a:xfrm>
                      <a:prstGeom prst="rect">
                        <a:avLst/>
                      </a:prstGeom>
                      <a:noFill/>
                      <a:ln w="38100">
                        <a:noFill/>
                        <a:miter/>
                      </a:ln>
                    </p:spPr>
                  </p:pic>
                </p:oleObj>
              </mc:Fallback>
            </mc:AlternateContent>
          </a:graphicData>
        </a:graphic>
      </p:graphicFrame>
      <p:graphicFrame>
        <p:nvGraphicFramePr>
          <p:cNvPr id="110597" name="Object 5"/>
          <p:cNvGraphicFramePr>
            <a:graphicFrameLocks noChangeAspect="1"/>
          </p:cNvGraphicFramePr>
          <p:nvPr/>
        </p:nvGraphicFramePr>
        <p:xfrm>
          <a:off x="1903413" y="3575050"/>
          <a:ext cx="4384675" cy="593725"/>
        </p:xfrm>
        <a:graphic>
          <a:graphicData uri="http://schemas.openxmlformats.org/presentationml/2006/ole">
            <mc:AlternateContent xmlns:mc="http://schemas.openxmlformats.org/markup-compatibility/2006">
              <mc:Choice xmlns:v="urn:schemas-microsoft-com:vml" Requires="v">
                <p:oleObj r:id="rId4" imgW="1821180" imgH="260350" progId="Equation.3">
                  <p:embed/>
                </p:oleObj>
              </mc:Choice>
              <mc:Fallback>
                <p:oleObj r:id="rId4" imgW="1821180" imgH="260350" progId="Equation.3">
                  <p:embed/>
                  <p:pic>
                    <p:nvPicPr>
                      <p:cNvPr id="0" name="图片 3192"/>
                      <p:cNvPicPr/>
                      <p:nvPr/>
                    </p:nvPicPr>
                    <p:blipFill>
                      <a:blip r:embed="rId5">
                        <a:clrChange>
                          <a:clrFrom>
                            <a:srgbClr val="000000"/>
                          </a:clrFrom>
                          <a:clrTo>
                            <a:srgbClr val="FFFFFF"/>
                          </a:clrTo>
                        </a:clrChange>
                      </a:blip>
                      <a:stretch>
                        <a:fillRect/>
                      </a:stretch>
                    </p:blipFill>
                    <p:spPr>
                      <a:xfrm>
                        <a:off x="1903413" y="3575050"/>
                        <a:ext cx="4384675" cy="593725"/>
                      </a:xfrm>
                      <a:prstGeom prst="rect">
                        <a:avLst/>
                      </a:prstGeom>
                      <a:noFill/>
                      <a:ln w="38100">
                        <a:noFill/>
                        <a:miter/>
                      </a:ln>
                    </p:spPr>
                  </p:pic>
                </p:oleObj>
              </mc:Fallback>
            </mc:AlternateContent>
          </a:graphicData>
        </a:graphic>
      </p:graphicFrame>
      <p:sp>
        <p:nvSpPr>
          <p:cNvPr id="110598" name="AutoShape 6"/>
          <p:cNvSpPr/>
          <p:nvPr/>
        </p:nvSpPr>
        <p:spPr>
          <a:xfrm>
            <a:off x="1171575" y="3130550"/>
            <a:ext cx="133350" cy="1009650"/>
          </a:xfrm>
          <a:prstGeom prst="leftBrace">
            <a:avLst>
              <a:gd name="adj1" fmla="val 63095"/>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53253" name="Group 12"/>
          <p:cNvGrpSpPr/>
          <p:nvPr/>
        </p:nvGrpSpPr>
        <p:grpSpPr>
          <a:xfrm>
            <a:off x="8316913" y="6446838"/>
            <a:ext cx="792162" cy="366712"/>
            <a:chOff x="5193" y="4020"/>
            <a:chExt cx="499" cy="231"/>
          </a:xfrm>
        </p:grpSpPr>
        <p:pic>
          <p:nvPicPr>
            <p:cNvPr id="53304" name="Picture 13"/>
            <p:cNvPicPr>
              <a:picLocks noChangeAspect="1"/>
            </p:cNvPicPr>
            <p:nvPr/>
          </p:nvPicPr>
          <p:blipFill>
            <a:blip r:embed="rId6"/>
            <a:stretch>
              <a:fillRect/>
            </a:stretch>
          </p:blipFill>
          <p:spPr>
            <a:xfrm>
              <a:off x="5193" y="4066"/>
              <a:ext cx="499" cy="181"/>
            </a:xfrm>
            <a:prstGeom prst="rect">
              <a:avLst/>
            </a:prstGeom>
            <a:noFill/>
            <a:ln w="9525">
              <a:noFill/>
            </a:ln>
          </p:spPr>
        </p:pic>
        <p:sp>
          <p:nvSpPr>
            <p:cNvPr id="53305" name="Text Box 1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3254" name="Group 15"/>
          <p:cNvGrpSpPr/>
          <p:nvPr/>
        </p:nvGrpSpPr>
        <p:grpSpPr>
          <a:xfrm>
            <a:off x="7453313" y="6446838"/>
            <a:ext cx="792162" cy="366712"/>
            <a:chOff x="4649" y="4020"/>
            <a:chExt cx="499" cy="231"/>
          </a:xfrm>
        </p:grpSpPr>
        <p:pic>
          <p:nvPicPr>
            <p:cNvPr id="53302" name="Picture 16"/>
            <p:cNvPicPr>
              <a:picLocks noChangeAspect="1"/>
            </p:cNvPicPr>
            <p:nvPr/>
          </p:nvPicPr>
          <p:blipFill>
            <a:blip r:embed="rId6"/>
            <a:stretch>
              <a:fillRect/>
            </a:stretch>
          </p:blipFill>
          <p:spPr>
            <a:xfrm>
              <a:off x="4649" y="4066"/>
              <a:ext cx="499" cy="181"/>
            </a:xfrm>
            <a:prstGeom prst="rect">
              <a:avLst/>
            </a:prstGeom>
            <a:noFill/>
            <a:ln w="9525">
              <a:noFill/>
            </a:ln>
          </p:spPr>
        </p:pic>
        <p:sp>
          <p:nvSpPr>
            <p:cNvPr id="53303" name="Text Box 1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aphicFrame>
        <p:nvGraphicFramePr>
          <p:cNvPr id="110689" name="Object 97"/>
          <p:cNvGraphicFramePr>
            <a:graphicFrameLocks noChangeAspect="1"/>
          </p:cNvGraphicFramePr>
          <p:nvPr/>
        </p:nvGraphicFramePr>
        <p:xfrm>
          <a:off x="1331913" y="5157788"/>
          <a:ext cx="5832475" cy="687387"/>
        </p:xfrm>
        <a:graphic>
          <a:graphicData uri="http://schemas.openxmlformats.org/presentationml/2006/ole">
            <mc:AlternateContent xmlns:mc="http://schemas.openxmlformats.org/markup-compatibility/2006">
              <mc:Choice xmlns:v="urn:schemas-microsoft-com:vml" Requires="v">
                <p:oleObj r:id="rId7" imgW="2059305" imgH="245110" progId="Equation.3">
                  <p:embed/>
                </p:oleObj>
              </mc:Choice>
              <mc:Fallback>
                <p:oleObj r:id="rId7" imgW="2059305" imgH="245110" progId="Equation.3">
                  <p:embed/>
                  <p:pic>
                    <p:nvPicPr>
                      <p:cNvPr id="0" name="图片 3189"/>
                      <p:cNvPicPr/>
                      <p:nvPr/>
                    </p:nvPicPr>
                    <p:blipFill>
                      <a:blip r:embed="rId8">
                        <a:clrChange>
                          <a:clrFrom>
                            <a:srgbClr val="000000"/>
                          </a:clrFrom>
                          <a:clrTo>
                            <a:srgbClr val="FFFFFF"/>
                          </a:clrTo>
                        </a:clrChange>
                      </a:blip>
                      <a:stretch>
                        <a:fillRect/>
                      </a:stretch>
                    </p:blipFill>
                    <p:spPr>
                      <a:xfrm>
                        <a:off x="1331913" y="5157788"/>
                        <a:ext cx="5832475" cy="687387"/>
                      </a:xfrm>
                      <a:prstGeom prst="rect">
                        <a:avLst/>
                      </a:prstGeom>
                      <a:noFill/>
                      <a:ln w="38100">
                        <a:noFill/>
                        <a:miter/>
                      </a:ln>
                    </p:spPr>
                  </p:pic>
                </p:oleObj>
              </mc:Fallback>
            </mc:AlternateContent>
          </a:graphicData>
        </a:graphic>
      </p:graphicFrame>
      <p:grpSp>
        <p:nvGrpSpPr>
          <p:cNvPr id="53256" name="Group 106"/>
          <p:cNvGrpSpPr/>
          <p:nvPr/>
        </p:nvGrpSpPr>
        <p:grpSpPr>
          <a:xfrm>
            <a:off x="6588125" y="6446838"/>
            <a:ext cx="792163" cy="366712"/>
            <a:chOff x="4649" y="4020"/>
            <a:chExt cx="499" cy="231"/>
          </a:xfrm>
        </p:grpSpPr>
        <p:pic>
          <p:nvPicPr>
            <p:cNvPr id="53300" name="Picture 107"/>
            <p:cNvPicPr>
              <a:picLocks noChangeAspect="1"/>
            </p:cNvPicPr>
            <p:nvPr/>
          </p:nvPicPr>
          <p:blipFill>
            <a:blip r:embed="rId6"/>
            <a:stretch>
              <a:fillRect/>
            </a:stretch>
          </p:blipFill>
          <p:spPr>
            <a:xfrm>
              <a:off x="4649" y="4066"/>
              <a:ext cx="499" cy="181"/>
            </a:xfrm>
            <a:prstGeom prst="rect">
              <a:avLst/>
            </a:prstGeom>
            <a:noFill/>
            <a:ln w="9525">
              <a:noFill/>
            </a:ln>
          </p:spPr>
        </p:pic>
        <p:sp>
          <p:nvSpPr>
            <p:cNvPr id="53301" name="Text Box 108">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10701" name="Group 109"/>
          <p:cNvGrpSpPr/>
          <p:nvPr/>
        </p:nvGrpSpPr>
        <p:grpSpPr>
          <a:xfrm>
            <a:off x="971550" y="476250"/>
            <a:ext cx="5843588" cy="2089150"/>
            <a:chOff x="476" y="2341"/>
            <a:chExt cx="3681" cy="1316"/>
          </a:xfrm>
        </p:grpSpPr>
        <p:sp>
          <p:nvSpPr>
            <p:cNvPr id="53261" name="Line 110"/>
            <p:cNvSpPr/>
            <p:nvPr/>
          </p:nvSpPr>
          <p:spPr>
            <a:xfrm flipV="1">
              <a:off x="2744" y="2704"/>
              <a:ext cx="1407" cy="0"/>
            </a:xfrm>
            <a:prstGeom prst="line">
              <a:avLst/>
            </a:prstGeom>
            <a:ln w="28575" cap="flat" cmpd="sng">
              <a:solidFill>
                <a:srgbClr val="FFCC00"/>
              </a:solidFill>
              <a:prstDash val="solid"/>
              <a:headEnd type="none" w="med" len="med"/>
              <a:tailEnd type="none" w="med" len="med"/>
            </a:ln>
          </p:spPr>
        </p:sp>
        <p:sp>
          <p:nvSpPr>
            <p:cNvPr id="53262" name="Line 111"/>
            <p:cNvSpPr/>
            <p:nvPr/>
          </p:nvSpPr>
          <p:spPr>
            <a:xfrm flipH="1" flipV="1">
              <a:off x="975" y="2704"/>
              <a:ext cx="1271" cy="0"/>
            </a:xfrm>
            <a:prstGeom prst="line">
              <a:avLst/>
            </a:prstGeom>
            <a:ln w="28575" cap="flat" cmpd="sng">
              <a:solidFill>
                <a:srgbClr val="FFCC00"/>
              </a:solidFill>
              <a:prstDash val="solid"/>
              <a:headEnd type="none" w="med" len="med"/>
              <a:tailEnd type="none" w="med" len="med"/>
            </a:ln>
          </p:spPr>
        </p:sp>
        <p:sp>
          <p:nvSpPr>
            <p:cNvPr id="53263" name="Oval 112"/>
            <p:cNvSpPr/>
            <p:nvPr/>
          </p:nvSpPr>
          <p:spPr>
            <a:xfrm>
              <a:off x="793" y="297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53264" name="Line 113"/>
            <p:cNvSpPr/>
            <p:nvPr/>
          </p:nvSpPr>
          <p:spPr>
            <a:xfrm flipH="1">
              <a:off x="2245" y="3339"/>
              <a:ext cx="0" cy="318"/>
            </a:xfrm>
            <a:prstGeom prst="line">
              <a:avLst/>
            </a:prstGeom>
            <a:ln w="28575" cap="flat" cmpd="sng">
              <a:solidFill>
                <a:srgbClr val="FFCC00"/>
              </a:solidFill>
              <a:prstDash val="solid"/>
              <a:headEnd type="none" w="med" len="med"/>
              <a:tailEnd type="none" w="med" len="med"/>
            </a:ln>
          </p:spPr>
        </p:sp>
        <p:sp>
          <p:nvSpPr>
            <p:cNvPr id="53265" name="Line 114"/>
            <p:cNvSpPr/>
            <p:nvPr/>
          </p:nvSpPr>
          <p:spPr>
            <a:xfrm>
              <a:off x="2245" y="2704"/>
              <a:ext cx="0" cy="272"/>
            </a:xfrm>
            <a:prstGeom prst="line">
              <a:avLst/>
            </a:prstGeom>
            <a:ln w="28575" cap="flat" cmpd="sng">
              <a:solidFill>
                <a:srgbClr val="FFCC00"/>
              </a:solidFill>
              <a:prstDash val="solid"/>
              <a:headEnd type="none" w="med" len="med"/>
              <a:tailEnd type="none" w="med" len="med"/>
            </a:ln>
          </p:spPr>
        </p:sp>
        <p:sp>
          <p:nvSpPr>
            <p:cNvPr id="53266" name="Line 115"/>
            <p:cNvSpPr/>
            <p:nvPr/>
          </p:nvSpPr>
          <p:spPr>
            <a:xfrm>
              <a:off x="2743" y="3339"/>
              <a:ext cx="0" cy="318"/>
            </a:xfrm>
            <a:prstGeom prst="line">
              <a:avLst/>
            </a:prstGeom>
            <a:ln w="28575" cap="flat" cmpd="sng">
              <a:solidFill>
                <a:srgbClr val="FFCC00"/>
              </a:solidFill>
              <a:prstDash val="solid"/>
              <a:headEnd type="none" w="med" len="med"/>
              <a:tailEnd type="none" w="med" len="med"/>
            </a:ln>
          </p:spPr>
        </p:sp>
        <p:sp>
          <p:nvSpPr>
            <p:cNvPr id="53267" name="Line 116"/>
            <p:cNvSpPr/>
            <p:nvPr/>
          </p:nvSpPr>
          <p:spPr>
            <a:xfrm>
              <a:off x="2743" y="2704"/>
              <a:ext cx="0" cy="298"/>
            </a:xfrm>
            <a:prstGeom prst="line">
              <a:avLst/>
            </a:prstGeom>
            <a:ln w="28575" cap="flat" cmpd="sng">
              <a:solidFill>
                <a:srgbClr val="FFCC00"/>
              </a:solidFill>
              <a:prstDash val="solid"/>
              <a:headEnd type="none" w="med" len="med"/>
              <a:tailEnd type="none" w="med" len="med"/>
            </a:ln>
          </p:spPr>
        </p:sp>
        <p:sp>
          <p:nvSpPr>
            <p:cNvPr id="53268" name="Line 117"/>
            <p:cNvSpPr/>
            <p:nvPr/>
          </p:nvSpPr>
          <p:spPr>
            <a:xfrm flipV="1">
              <a:off x="2743" y="3657"/>
              <a:ext cx="1407" cy="0"/>
            </a:xfrm>
            <a:prstGeom prst="line">
              <a:avLst/>
            </a:prstGeom>
            <a:ln w="28575" cap="flat" cmpd="sng">
              <a:solidFill>
                <a:srgbClr val="FFCC00"/>
              </a:solidFill>
              <a:prstDash val="solid"/>
              <a:headEnd type="none" w="med" len="med"/>
              <a:tailEnd type="none" w="med" len="med"/>
            </a:ln>
          </p:spPr>
        </p:sp>
        <p:sp>
          <p:nvSpPr>
            <p:cNvPr id="53269" name="Line 118"/>
            <p:cNvSpPr/>
            <p:nvPr/>
          </p:nvSpPr>
          <p:spPr>
            <a:xfrm>
              <a:off x="3742" y="2704"/>
              <a:ext cx="272" cy="0"/>
            </a:xfrm>
            <a:prstGeom prst="line">
              <a:avLst/>
            </a:prstGeom>
            <a:ln w="28575" cap="flat" cmpd="sng">
              <a:solidFill>
                <a:srgbClr val="00FFFF"/>
              </a:solidFill>
              <a:prstDash val="solid"/>
              <a:headEnd type="triangle" w="med" len="med"/>
              <a:tailEnd type="none" w="med" len="med"/>
            </a:ln>
          </p:spPr>
        </p:sp>
        <p:sp>
          <p:nvSpPr>
            <p:cNvPr id="53270" name="Text Box 119"/>
            <p:cNvSpPr txBox="1"/>
            <p:nvPr/>
          </p:nvSpPr>
          <p:spPr>
            <a:xfrm>
              <a:off x="2243" y="2749"/>
              <a:ext cx="228" cy="326"/>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3271" name="Text Box 120"/>
            <p:cNvSpPr txBox="1"/>
            <p:nvPr/>
          </p:nvSpPr>
          <p:spPr>
            <a:xfrm>
              <a:off x="2517" y="2749"/>
              <a:ext cx="214" cy="328"/>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3272" name="Text Box 121"/>
            <p:cNvSpPr txBox="1"/>
            <p:nvPr/>
          </p:nvSpPr>
          <p:spPr>
            <a:xfrm>
              <a:off x="1773" y="3022"/>
              <a:ext cx="533"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3273" name="Line 122"/>
            <p:cNvSpPr/>
            <p:nvPr/>
          </p:nvSpPr>
          <p:spPr>
            <a:xfrm>
              <a:off x="1065" y="2704"/>
              <a:ext cx="272" cy="0"/>
            </a:xfrm>
            <a:prstGeom prst="line">
              <a:avLst/>
            </a:prstGeom>
            <a:ln w="38100" cap="flat" cmpd="sng">
              <a:solidFill>
                <a:srgbClr val="00FFFF"/>
              </a:solidFill>
              <a:prstDash val="solid"/>
              <a:headEnd type="none" w="med" len="med"/>
              <a:tailEnd type="triangle" w="med" len="med"/>
            </a:ln>
          </p:spPr>
        </p:sp>
        <p:sp>
          <p:nvSpPr>
            <p:cNvPr id="53274" name="Arc 123"/>
            <p:cNvSpPr/>
            <p:nvPr/>
          </p:nvSpPr>
          <p:spPr>
            <a:xfrm rot="-10800000" flipV="1">
              <a:off x="2108" y="2523"/>
              <a:ext cx="196" cy="216"/>
            </a:xfrm>
            <a:custGeom>
              <a:avLst/>
              <a:gdLst/>
              <a:ahLst/>
              <a:cxnLst>
                <a:cxn ang="0">
                  <a:pos x="43" y="0"/>
                </a:cxn>
                <a:cxn ang="0">
                  <a:pos x="196" y="155"/>
                </a:cxn>
                <a:cxn ang="0">
                  <a:pos x="0" y="216"/>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53275" name="Arc 124"/>
            <p:cNvSpPr/>
            <p:nvPr/>
          </p:nvSpPr>
          <p:spPr>
            <a:xfrm rot="10800000" flipH="1" flipV="1">
              <a:off x="2743" y="2523"/>
              <a:ext cx="198" cy="215"/>
            </a:xfrm>
            <a:custGeom>
              <a:avLst/>
              <a:gdLst/>
              <a:ahLst/>
              <a:cxnLst>
                <a:cxn ang="0">
                  <a:pos x="44" y="0"/>
                </a:cxn>
                <a:cxn ang="0">
                  <a:pos x="198" y="154"/>
                </a:cxn>
                <a:cxn ang="0">
                  <a:pos x="0" y="21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aphicFrame>
          <p:nvGraphicFramePr>
            <p:cNvPr id="53276" name="Object 125"/>
            <p:cNvGraphicFramePr>
              <a:graphicFrameLocks noChangeAspect="1"/>
            </p:cNvGraphicFramePr>
            <p:nvPr/>
          </p:nvGraphicFramePr>
          <p:xfrm>
            <a:off x="1111" y="2541"/>
            <a:ext cx="211" cy="490"/>
          </p:xfrm>
          <a:graphic>
            <a:graphicData uri="http://schemas.openxmlformats.org/presentationml/2006/ole">
              <mc:AlternateContent xmlns:mc="http://schemas.openxmlformats.org/markup-compatibility/2006">
                <mc:Choice xmlns:v="urn:schemas-microsoft-com:vml" Requires="v">
                  <p:oleObj r:id="rId9" imgW="163830" imgH="319405" progId="Equation.3">
                    <p:embed/>
                  </p:oleObj>
                </mc:Choice>
                <mc:Fallback>
                  <p:oleObj r:id="rId9" imgW="163830" imgH="319405" progId="Equation.3">
                    <p:embed/>
                    <p:pic>
                      <p:nvPicPr>
                        <p:cNvPr id="0" name="图片 3190"/>
                        <p:cNvPicPr/>
                        <p:nvPr/>
                      </p:nvPicPr>
                      <p:blipFill>
                        <a:blip r:embed="rId10">
                          <a:clrChange>
                            <a:clrFrom>
                              <a:srgbClr val="000000"/>
                            </a:clrFrom>
                            <a:clrTo>
                              <a:srgbClr val="FFFFFF"/>
                            </a:clrTo>
                          </a:clrChange>
                        </a:blip>
                        <a:stretch>
                          <a:fillRect/>
                        </a:stretch>
                      </p:blipFill>
                      <p:spPr>
                        <a:xfrm>
                          <a:off x="1111" y="2541"/>
                          <a:ext cx="211" cy="490"/>
                        </a:xfrm>
                        <a:prstGeom prst="rect">
                          <a:avLst/>
                        </a:prstGeom>
                        <a:noFill/>
                        <a:ln w="38100">
                          <a:noFill/>
                          <a:miter/>
                        </a:ln>
                      </p:spPr>
                    </p:pic>
                  </p:oleObj>
                </mc:Fallback>
              </mc:AlternateContent>
            </a:graphicData>
          </a:graphic>
        </p:graphicFrame>
        <p:graphicFrame>
          <p:nvGraphicFramePr>
            <p:cNvPr id="53277" name="Object 126"/>
            <p:cNvGraphicFramePr>
              <a:graphicFrameLocks noChangeAspect="1"/>
            </p:cNvGraphicFramePr>
            <p:nvPr/>
          </p:nvGraphicFramePr>
          <p:xfrm>
            <a:off x="3787" y="2632"/>
            <a:ext cx="247" cy="408"/>
          </p:xfrm>
          <a:graphic>
            <a:graphicData uri="http://schemas.openxmlformats.org/presentationml/2006/ole">
              <mc:AlternateContent xmlns:mc="http://schemas.openxmlformats.org/markup-compatibility/2006">
                <mc:Choice xmlns:v="urn:schemas-microsoft-com:vml" Requires="v">
                  <p:oleObj r:id="rId11" imgW="186055" imgH="297180" progId="Equation.3">
                    <p:embed/>
                  </p:oleObj>
                </mc:Choice>
                <mc:Fallback>
                  <p:oleObj r:id="rId11" imgW="186055" imgH="297180" progId="Equation.3">
                    <p:embed/>
                    <p:pic>
                      <p:nvPicPr>
                        <p:cNvPr id="0" name="图片 3191"/>
                        <p:cNvPicPr/>
                        <p:nvPr/>
                      </p:nvPicPr>
                      <p:blipFill>
                        <a:blip r:embed="rId12">
                          <a:clrChange>
                            <a:clrFrom>
                              <a:srgbClr val="000000"/>
                            </a:clrFrom>
                            <a:clrTo>
                              <a:srgbClr val="FFFFFF"/>
                            </a:clrTo>
                          </a:clrChange>
                        </a:blip>
                        <a:stretch>
                          <a:fillRect/>
                        </a:stretch>
                      </p:blipFill>
                      <p:spPr>
                        <a:xfrm>
                          <a:off x="3787" y="2632"/>
                          <a:ext cx="247" cy="408"/>
                        </a:xfrm>
                        <a:prstGeom prst="rect">
                          <a:avLst/>
                        </a:prstGeom>
                        <a:noFill/>
                        <a:ln w="38100">
                          <a:noFill/>
                          <a:miter/>
                        </a:ln>
                      </p:spPr>
                    </p:pic>
                  </p:oleObj>
                </mc:Fallback>
              </mc:AlternateContent>
            </a:graphicData>
          </a:graphic>
        </p:graphicFrame>
        <p:sp>
          <p:nvSpPr>
            <p:cNvPr id="53278" name="Text Box 127"/>
            <p:cNvSpPr txBox="1"/>
            <p:nvPr/>
          </p:nvSpPr>
          <p:spPr>
            <a:xfrm>
              <a:off x="2744" y="3022"/>
              <a:ext cx="807"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3279" name="Text Box 128"/>
            <p:cNvSpPr txBox="1"/>
            <p:nvPr/>
          </p:nvSpPr>
          <p:spPr>
            <a:xfrm>
              <a:off x="2245" y="2341"/>
              <a:ext cx="57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3280" name="Line 129"/>
            <p:cNvSpPr/>
            <p:nvPr/>
          </p:nvSpPr>
          <p:spPr>
            <a:xfrm flipH="1">
              <a:off x="974" y="3657"/>
              <a:ext cx="1271" cy="0"/>
            </a:xfrm>
            <a:prstGeom prst="line">
              <a:avLst/>
            </a:prstGeom>
            <a:ln w="28575" cap="flat" cmpd="sng">
              <a:solidFill>
                <a:srgbClr val="FFCC00"/>
              </a:solidFill>
              <a:prstDash val="solid"/>
              <a:headEnd type="none" w="med" len="med"/>
              <a:tailEnd type="none" w="med" len="med"/>
            </a:ln>
          </p:spPr>
        </p:sp>
        <p:sp>
          <p:nvSpPr>
            <p:cNvPr id="53281" name="Text Box 130"/>
            <p:cNvSpPr txBox="1"/>
            <p:nvPr/>
          </p:nvSpPr>
          <p:spPr>
            <a:xfrm>
              <a:off x="755" y="2671"/>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3282" name="Text Box 131"/>
            <p:cNvSpPr txBox="1"/>
            <p:nvPr/>
          </p:nvSpPr>
          <p:spPr>
            <a:xfrm>
              <a:off x="702" y="3294"/>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53283" name="Object 132"/>
            <p:cNvGraphicFramePr>
              <a:graphicFrameLocks noChangeAspect="1"/>
            </p:cNvGraphicFramePr>
            <p:nvPr/>
          </p:nvGraphicFramePr>
          <p:xfrm>
            <a:off x="476" y="2895"/>
            <a:ext cx="274" cy="464"/>
          </p:xfrm>
          <a:graphic>
            <a:graphicData uri="http://schemas.openxmlformats.org/presentationml/2006/ole">
              <mc:AlternateContent xmlns:mc="http://schemas.openxmlformats.org/markup-compatibility/2006">
                <mc:Choice xmlns:v="urn:schemas-microsoft-com:vml" Requires="v">
                  <p:oleObj r:id="rId13" imgW="222885" imgH="312420" progId="Equation.3">
                    <p:embed/>
                  </p:oleObj>
                </mc:Choice>
                <mc:Fallback>
                  <p:oleObj r:id="rId13" imgW="222885" imgH="312420" progId="Equation.3">
                    <p:embed/>
                    <p:pic>
                      <p:nvPicPr>
                        <p:cNvPr id="0" name="图片 3225"/>
                        <p:cNvPicPr/>
                        <p:nvPr/>
                      </p:nvPicPr>
                      <p:blipFill>
                        <a:blip r:embed="rId14">
                          <a:clrChange>
                            <a:clrFrom>
                              <a:srgbClr val="000000"/>
                            </a:clrFrom>
                            <a:clrTo>
                              <a:srgbClr val="FFFFFF"/>
                            </a:clrTo>
                          </a:clrChange>
                        </a:blip>
                        <a:stretch>
                          <a:fillRect/>
                        </a:stretch>
                      </p:blipFill>
                      <p:spPr>
                        <a:xfrm>
                          <a:off x="476" y="2895"/>
                          <a:ext cx="274" cy="464"/>
                        </a:xfrm>
                        <a:prstGeom prst="rect">
                          <a:avLst/>
                        </a:prstGeom>
                        <a:noFill/>
                        <a:ln w="38100">
                          <a:noFill/>
                          <a:miter/>
                        </a:ln>
                      </p:spPr>
                    </p:pic>
                  </p:oleObj>
                </mc:Fallback>
              </mc:AlternateContent>
            </a:graphicData>
          </a:graphic>
        </p:graphicFrame>
        <p:sp>
          <p:nvSpPr>
            <p:cNvPr id="53284" name="Line 133"/>
            <p:cNvSpPr/>
            <p:nvPr/>
          </p:nvSpPr>
          <p:spPr>
            <a:xfrm>
              <a:off x="972" y="2694"/>
              <a:ext cx="2" cy="963"/>
            </a:xfrm>
            <a:prstGeom prst="line">
              <a:avLst/>
            </a:prstGeom>
            <a:ln w="28575" cap="flat" cmpd="sng">
              <a:solidFill>
                <a:srgbClr val="FFCC00"/>
              </a:solidFill>
              <a:prstDash val="solid"/>
              <a:headEnd type="none" w="med" len="med"/>
              <a:tailEnd type="none" w="med" len="med"/>
            </a:ln>
          </p:spPr>
        </p:sp>
        <p:sp>
          <p:nvSpPr>
            <p:cNvPr id="53285" name="Line 134"/>
            <p:cNvSpPr/>
            <p:nvPr/>
          </p:nvSpPr>
          <p:spPr>
            <a:xfrm flipV="1">
              <a:off x="4150" y="2704"/>
              <a:ext cx="7" cy="953"/>
            </a:xfrm>
            <a:prstGeom prst="line">
              <a:avLst/>
            </a:prstGeom>
            <a:ln w="28575" cap="flat" cmpd="sng">
              <a:solidFill>
                <a:srgbClr val="FFCC00"/>
              </a:solidFill>
              <a:prstDash val="solid"/>
              <a:headEnd type="none" w="med" len="med"/>
              <a:tailEnd type="none" w="med" len="med"/>
            </a:ln>
          </p:spPr>
        </p:sp>
        <p:sp>
          <p:nvSpPr>
            <p:cNvPr id="53286" name="Text Box 135"/>
            <p:cNvSpPr txBox="1"/>
            <p:nvPr/>
          </p:nvSpPr>
          <p:spPr>
            <a:xfrm>
              <a:off x="1555" y="2713"/>
              <a:ext cx="515"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3287" name="Text Box 136"/>
            <p:cNvSpPr txBox="1"/>
            <p:nvPr/>
          </p:nvSpPr>
          <p:spPr>
            <a:xfrm>
              <a:off x="3171" y="2714"/>
              <a:ext cx="54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3288" name="Rectangle 137"/>
            <p:cNvSpPr/>
            <p:nvPr/>
          </p:nvSpPr>
          <p:spPr>
            <a:xfrm>
              <a:off x="3153" y="264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3289" name="Rectangle 138"/>
            <p:cNvSpPr/>
            <p:nvPr/>
          </p:nvSpPr>
          <p:spPr>
            <a:xfrm>
              <a:off x="1564" y="264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53290" name="Group 139"/>
            <p:cNvGrpSpPr/>
            <p:nvPr/>
          </p:nvGrpSpPr>
          <p:grpSpPr>
            <a:xfrm>
              <a:off x="2662" y="2994"/>
              <a:ext cx="91" cy="363"/>
              <a:chOff x="1565" y="2614"/>
              <a:chExt cx="90" cy="486"/>
            </a:xfrm>
          </p:grpSpPr>
          <p:sp>
            <p:nvSpPr>
              <p:cNvPr id="53296" name="Arc 14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3297" name="Arc 14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3298" name="Arc 14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3299" name="Arc 14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53291" name="Group 144"/>
            <p:cNvGrpSpPr/>
            <p:nvPr/>
          </p:nvGrpSpPr>
          <p:grpSpPr>
            <a:xfrm rot="10800000">
              <a:off x="2245" y="2976"/>
              <a:ext cx="90" cy="363"/>
              <a:chOff x="1565" y="2614"/>
              <a:chExt cx="90" cy="486"/>
            </a:xfrm>
          </p:grpSpPr>
          <p:sp>
            <p:nvSpPr>
              <p:cNvPr id="53292" name="Arc 14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3293" name="Arc 14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3294" name="Arc 14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3295" name="Arc 14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110742" name="Group 150"/>
          <p:cNvGrpSpPr/>
          <p:nvPr/>
        </p:nvGrpSpPr>
        <p:grpSpPr>
          <a:xfrm>
            <a:off x="1403350" y="4437063"/>
            <a:ext cx="5761038" cy="614362"/>
            <a:chOff x="884" y="2795"/>
            <a:chExt cx="3629" cy="387"/>
          </a:xfrm>
        </p:grpSpPr>
        <p:graphicFrame>
          <p:nvGraphicFramePr>
            <p:cNvPr id="53259" name="Object 98"/>
            <p:cNvGraphicFramePr>
              <a:graphicFrameLocks noChangeAspect="1"/>
            </p:cNvGraphicFramePr>
            <p:nvPr/>
          </p:nvGraphicFramePr>
          <p:xfrm>
            <a:off x="1837" y="2795"/>
            <a:ext cx="2676" cy="387"/>
          </p:xfrm>
          <a:graphic>
            <a:graphicData uri="http://schemas.openxmlformats.org/presentationml/2006/ole">
              <mc:AlternateContent xmlns:mc="http://schemas.openxmlformats.org/markup-compatibility/2006">
                <mc:Choice xmlns:v="urn:schemas-microsoft-com:vml" Requires="v">
                  <p:oleObj r:id="rId15" imgW="2245360" imgH="245110" progId="Equation.3">
                    <p:embed/>
                  </p:oleObj>
                </mc:Choice>
                <mc:Fallback>
                  <p:oleObj r:id="rId15" imgW="2245360" imgH="245110" progId="Equation.3">
                    <p:embed/>
                    <p:pic>
                      <p:nvPicPr>
                        <p:cNvPr id="0" name="图片 3221"/>
                        <p:cNvPicPr/>
                        <p:nvPr/>
                      </p:nvPicPr>
                      <p:blipFill>
                        <a:blip r:embed="rId16">
                          <a:clrChange>
                            <a:clrFrom>
                              <a:srgbClr val="000000"/>
                            </a:clrFrom>
                            <a:clrTo>
                              <a:srgbClr val="FFFFFF"/>
                            </a:clrTo>
                          </a:clrChange>
                        </a:blip>
                        <a:srcRect l="27164" t="6068"/>
                        <a:stretch>
                          <a:fillRect/>
                        </a:stretch>
                      </p:blipFill>
                      <p:spPr>
                        <a:xfrm>
                          <a:off x="1837" y="2795"/>
                          <a:ext cx="2676" cy="387"/>
                        </a:xfrm>
                        <a:prstGeom prst="rect">
                          <a:avLst/>
                        </a:prstGeom>
                        <a:noFill/>
                        <a:ln w="38100">
                          <a:noFill/>
                          <a:miter/>
                        </a:ln>
                      </p:spPr>
                    </p:pic>
                  </p:oleObj>
                </mc:Fallback>
              </mc:AlternateContent>
            </a:graphicData>
          </a:graphic>
        </p:graphicFrame>
        <p:graphicFrame>
          <p:nvGraphicFramePr>
            <p:cNvPr id="53260" name="Object 149"/>
            <p:cNvGraphicFramePr>
              <a:graphicFrameLocks noChangeAspect="1"/>
            </p:cNvGraphicFramePr>
            <p:nvPr/>
          </p:nvGraphicFramePr>
          <p:xfrm>
            <a:off x="884" y="2795"/>
            <a:ext cx="977" cy="374"/>
          </p:xfrm>
          <a:graphic>
            <a:graphicData uri="http://schemas.openxmlformats.org/presentationml/2006/ole">
              <mc:AlternateContent xmlns:mc="http://schemas.openxmlformats.org/markup-compatibility/2006">
                <mc:Choice xmlns:v="urn:schemas-microsoft-com:vml" Requires="v">
                  <p:oleObj r:id="rId17" imgW="647065" imgH="260350" progId="Equation.3">
                    <p:embed/>
                  </p:oleObj>
                </mc:Choice>
                <mc:Fallback>
                  <p:oleObj r:id="rId17" imgW="647065" imgH="260350" progId="Equation.3">
                    <p:embed/>
                    <p:pic>
                      <p:nvPicPr>
                        <p:cNvPr id="0" name="图片 3222"/>
                        <p:cNvPicPr/>
                        <p:nvPr/>
                      </p:nvPicPr>
                      <p:blipFill>
                        <a:blip r:embed="rId18">
                          <a:clrChange>
                            <a:clrFrom>
                              <a:srgbClr val="000000"/>
                            </a:clrFrom>
                            <a:clrTo>
                              <a:srgbClr val="FFFFFF"/>
                            </a:clrTo>
                          </a:clrChange>
                        </a:blip>
                        <a:stretch>
                          <a:fillRect/>
                        </a:stretch>
                      </p:blipFill>
                      <p:spPr>
                        <a:xfrm>
                          <a:off x="884" y="2795"/>
                          <a:ext cx="977" cy="374"/>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10701"/>
                                        </p:tgtEl>
                                        <p:attrNameLst>
                                          <p:attrName>style.visibility</p:attrName>
                                        </p:attrNameLst>
                                      </p:cBhvr>
                                      <p:to>
                                        <p:strVal val="visible"/>
                                      </p:to>
                                    </p:set>
                                    <p:animEffect transition="in" filter="blinds(horizontal)">
                                      <p:cBhvr>
                                        <p:cTn id="7" dur="500"/>
                                        <p:tgtEl>
                                          <p:spTgt spid="1107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0596"/>
                                        </p:tgtEl>
                                        <p:attrNameLst>
                                          <p:attrName>style.visibility</p:attrName>
                                        </p:attrNameLst>
                                      </p:cBhvr>
                                      <p:to>
                                        <p:strVal val="visible"/>
                                      </p:to>
                                    </p:set>
                                    <p:animEffect transition="in" filter="wipe(left)">
                                      <p:cBhvr>
                                        <p:cTn id="12" dur="2000"/>
                                        <p:tgtEl>
                                          <p:spTgt spid="110596"/>
                                        </p:tgtEl>
                                      </p:cBhvr>
                                    </p:animEffect>
                                  </p:childTnLst>
                                </p:cTn>
                              </p:par>
                            </p:childTnLst>
                          </p:cTn>
                        </p:par>
                        <p:par>
                          <p:cTn id="13" fill="hold">
                            <p:stCondLst>
                              <p:cond delay="2000"/>
                            </p:stCondLst>
                            <p:childTnLst>
                              <p:par>
                                <p:cTn id="14" presetID="1" presetClass="entr" presetSubtype="0" fill="hold" nodeType="afterEffect">
                                  <p:stCondLst>
                                    <p:cond delay="0"/>
                                  </p:stCondLst>
                                  <p:childTnLst>
                                    <p:set>
                                      <p:cBhvr>
                                        <p:cTn id="15" dur="1" fill="hold">
                                          <p:stCondLst>
                                            <p:cond delay="499"/>
                                          </p:stCondLst>
                                        </p:cTn>
                                        <p:tgtEl>
                                          <p:spTgt spid="11059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10597"/>
                                        </p:tgtEl>
                                        <p:attrNameLst>
                                          <p:attrName>style.visibility</p:attrName>
                                        </p:attrNameLst>
                                      </p:cBhvr>
                                      <p:to>
                                        <p:strVal val="visible"/>
                                      </p:to>
                                    </p:set>
                                    <p:animEffect transition="in" filter="wipe(left)">
                                      <p:cBhvr>
                                        <p:cTn id="20" dur="2000"/>
                                        <p:tgtEl>
                                          <p:spTgt spid="110597"/>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10742"/>
                                        </p:tgtEl>
                                        <p:attrNameLst>
                                          <p:attrName>style.visibility</p:attrName>
                                        </p:attrNameLst>
                                      </p:cBhvr>
                                      <p:to>
                                        <p:strVal val="visible"/>
                                      </p:to>
                                    </p:set>
                                    <p:anim calcmode="lin" valueType="num">
                                      <p:cBhvr>
                                        <p:cTn id="25" dur="1000" fill="hold"/>
                                        <p:tgtEl>
                                          <p:spTgt spid="110742"/>
                                        </p:tgtEl>
                                        <p:attrNameLst>
                                          <p:attrName>ppt_w</p:attrName>
                                        </p:attrNameLst>
                                      </p:cBhvr>
                                      <p:tavLst>
                                        <p:tav tm="0">
                                          <p:val>
                                            <p:strVal val="#ppt_w*0.70"/>
                                          </p:val>
                                        </p:tav>
                                        <p:tav tm="100000">
                                          <p:val>
                                            <p:strVal val="#ppt_w"/>
                                          </p:val>
                                        </p:tav>
                                      </p:tavLst>
                                    </p:anim>
                                    <p:anim calcmode="lin" valueType="num">
                                      <p:cBhvr>
                                        <p:cTn id="26" dur="1000" fill="hold"/>
                                        <p:tgtEl>
                                          <p:spTgt spid="110742"/>
                                        </p:tgtEl>
                                        <p:attrNameLst>
                                          <p:attrName>ppt_h</p:attrName>
                                        </p:attrNameLst>
                                      </p:cBhvr>
                                      <p:tavLst>
                                        <p:tav tm="0">
                                          <p:val>
                                            <p:strVal val="#ppt_h"/>
                                          </p:val>
                                        </p:tav>
                                        <p:tav tm="100000">
                                          <p:val>
                                            <p:strVal val="#ppt_h"/>
                                          </p:val>
                                        </p:tav>
                                      </p:tavLst>
                                    </p:anim>
                                    <p:animEffect transition="in" filter="fade">
                                      <p:cBhvr>
                                        <p:cTn id="27" dur="1000"/>
                                        <p:tgtEl>
                                          <p:spTgt spid="110742"/>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110689"/>
                                        </p:tgtEl>
                                        <p:attrNameLst>
                                          <p:attrName>style.visibility</p:attrName>
                                        </p:attrNameLst>
                                      </p:cBhvr>
                                      <p:to>
                                        <p:strVal val="visible"/>
                                      </p:to>
                                    </p:set>
                                    <p:animEffect transition="in" filter="wipe(left)">
                                      <p:cBhvr>
                                        <p:cTn id="31" dur="1000"/>
                                        <p:tgtEl>
                                          <p:spTgt spid="110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5"/>
          <p:cNvGrpSpPr/>
          <p:nvPr/>
        </p:nvGrpSpPr>
        <p:grpSpPr>
          <a:xfrm>
            <a:off x="8316913" y="6446838"/>
            <a:ext cx="792162" cy="366712"/>
            <a:chOff x="5193" y="4020"/>
            <a:chExt cx="499" cy="231"/>
          </a:xfrm>
        </p:grpSpPr>
        <p:pic>
          <p:nvPicPr>
            <p:cNvPr id="54293" name="Picture 6"/>
            <p:cNvPicPr>
              <a:picLocks noChangeAspect="1"/>
            </p:cNvPicPr>
            <p:nvPr/>
          </p:nvPicPr>
          <p:blipFill>
            <a:blip r:embed="rId2"/>
            <a:stretch>
              <a:fillRect/>
            </a:stretch>
          </p:blipFill>
          <p:spPr>
            <a:xfrm>
              <a:off x="5193" y="4066"/>
              <a:ext cx="499" cy="181"/>
            </a:xfrm>
            <a:prstGeom prst="rect">
              <a:avLst/>
            </a:prstGeom>
            <a:noFill/>
            <a:ln w="9525">
              <a:noFill/>
            </a:ln>
          </p:spPr>
        </p:pic>
        <p:sp>
          <p:nvSpPr>
            <p:cNvPr id="54294" name="Text Box 7">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4275" name="Group 8"/>
          <p:cNvGrpSpPr/>
          <p:nvPr/>
        </p:nvGrpSpPr>
        <p:grpSpPr>
          <a:xfrm>
            <a:off x="7453313" y="6446838"/>
            <a:ext cx="792162" cy="366712"/>
            <a:chOff x="4649" y="4020"/>
            <a:chExt cx="499" cy="231"/>
          </a:xfrm>
        </p:grpSpPr>
        <p:pic>
          <p:nvPicPr>
            <p:cNvPr id="54291" name="Picture 9"/>
            <p:cNvPicPr>
              <a:picLocks noChangeAspect="1"/>
            </p:cNvPicPr>
            <p:nvPr/>
          </p:nvPicPr>
          <p:blipFill>
            <a:blip r:embed="rId2"/>
            <a:stretch>
              <a:fillRect/>
            </a:stretch>
          </p:blipFill>
          <p:spPr>
            <a:xfrm>
              <a:off x="4649" y="4066"/>
              <a:ext cx="499" cy="181"/>
            </a:xfrm>
            <a:prstGeom prst="rect">
              <a:avLst/>
            </a:prstGeom>
            <a:noFill/>
            <a:ln w="9525">
              <a:noFill/>
            </a:ln>
          </p:spPr>
        </p:pic>
        <p:sp>
          <p:nvSpPr>
            <p:cNvPr id="54292" name="Text Box 10">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111677" name="Group 61"/>
          <p:cNvGrpSpPr/>
          <p:nvPr/>
        </p:nvGrpSpPr>
        <p:grpSpPr>
          <a:xfrm>
            <a:off x="611188" y="355600"/>
            <a:ext cx="7432675" cy="1427163"/>
            <a:chOff x="295" y="315"/>
            <a:chExt cx="4682" cy="899"/>
          </a:xfrm>
        </p:grpSpPr>
        <p:graphicFrame>
          <p:nvGraphicFramePr>
            <p:cNvPr id="54285" name="Object 54"/>
            <p:cNvGraphicFramePr>
              <a:graphicFrameLocks noChangeAspect="1"/>
            </p:cNvGraphicFramePr>
            <p:nvPr/>
          </p:nvGraphicFramePr>
          <p:xfrm>
            <a:off x="295" y="709"/>
            <a:ext cx="1127" cy="505"/>
          </p:xfrm>
          <a:graphic>
            <a:graphicData uri="http://schemas.openxmlformats.org/presentationml/2006/ole">
              <mc:AlternateContent xmlns:mc="http://schemas.openxmlformats.org/markup-compatibility/2006">
                <mc:Choice xmlns:v="urn:schemas-microsoft-com:vml" Requires="v">
                  <p:oleObj r:id="rId3" imgW="728345" imgH="349250" progId="Equation.3">
                    <p:embed/>
                  </p:oleObj>
                </mc:Choice>
                <mc:Fallback>
                  <p:oleObj r:id="rId3" imgW="728345" imgH="349250" progId="Equation.3">
                    <p:embed/>
                    <p:pic>
                      <p:nvPicPr>
                        <p:cNvPr id="0" name="图片 3223"/>
                        <p:cNvPicPr/>
                        <p:nvPr/>
                      </p:nvPicPr>
                      <p:blipFill>
                        <a:blip r:embed="rId4">
                          <a:clrChange>
                            <a:clrFrom>
                              <a:srgbClr val="000000"/>
                            </a:clrFrom>
                            <a:clrTo>
                              <a:srgbClr val="FFFFFF"/>
                            </a:clrTo>
                          </a:clrChange>
                        </a:blip>
                        <a:stretch>
                          <a:fillRect/>
                        </a:stretch>
                      </p:blipFill>
                      <p:spPr>
                        <a:xfrm>
                          <a:off x="295" y="709"/>
                          <a:ext cx="1127" cy="505"/>
                        </a:xfrm>
                        <a:prstGeom prst="rect">
                          <a:avLst/>
                        </a:prstGeom>
                        <a:noFill/>
                        <a:ln w="38100">
                          <a:noFill/>
                          <a:miter/>
                        </a:ln>
                      </p:spPr>
                    </p:pic>
                  </p:oleObj>
                </mc:Fallback>
              </mc:AlternateContent>
            </a:graphicData>
          </a:graphic>
        </p:graphicFrame>
        <p:sp>
          <p:nvSpPr>
            <p:cNvPr id="54286" name="Line 55"/>
            <p:cNvSpPr/>
            <p:nvPr/>
          </p:nvSpPr>
          <p:spPr>
            <a:xfrm>
              <a:off x="1429" y="572"/>
              <a:ext cx="317" cy="0"/>
            </a:xfrm>
            <a:prstGeom prst="line">
              <a:avLst/>
            </a:prstGeom>
            <a:ln w="28575" cap="flat" cmpd="sng">
              <a:solidFill>
                <a:schemeClr val="bg1"/>
              </a:solidFill>
              <a:prstDash val="solid"/>
              <a:headEnd type="none" w="med" len="med"/>
              <a:tailEnd type="none" w="med" len="med"/>
            </a:ln>
          </p:spPr>
        </p:sp>
        <p:sp>
          <p:nvSpPr>
            <p:cNvPr id="54287" name="Rectangle 57"/>
            <p:cNvSpPr/>
            <p:nvPr/>
          </p:nvSpPr>
          <p:spPr>
            <a:xfrm>
              <a:off x="1791" y="391"/>
              <a:ext cx="3140" cy="327"/>
            </a:xfrm>
            <a:prstGeom prst="rect">
              <a:avLst/>
            </a:prstGeom>
            <a:noFill/>
            <a:ln w="9525">
              <a:noFill/>
            </a:ln>
          </p:spPr>
          <p:txBody>
            <a:bodyPr wrap="none" anchor="ctr" anchorCtr="0">
              <a:spAutoFit/>
            </a:bodyPr>
            <a:lstStyle/>
            <a:p>
              <a:pPr eaLnBrk="1" hangingPunct="1"/>
              <a:r>
                <a:rPr lang="zh-CN" altLang="en-US" b="1" dirty="0">
                  <a:latin typeface="Arial" panose="020B0604020202020204" pitchFamily="34" charset="0"/>
                </a:rPr>
                <a:t>线圈</a:t>
              </a:r>
              <a:r>
                <a:rPr lang="en-US" altLang="zh-CN" dirty="0">
                  <a:latin typeface="Times New Roman" panose="02020603050405020304" pitchFamily="18" charset="0"/>
                  <a:ea typeface="仿宋_GB2312" pitchFamily="49" charset="-122"/>
                </a:rPr>
                <a:t>1</a:t>
              </a:r>
              <a:r>
                <a:rPr lang="zh-CN" altLang="en-US" b="1" dirty="0">
                  <a:latin typeface="Times New Roman" panose="02020603050405020304" pitchFamily="18" charset="0"/>
                </a:rPr>
                <a:t>中</a:t>
              </a:r>
              <a:r>
                <a:rPr lang="zh-CN" altLang="en-US" b="1" dirty="0">
                  <a:latin typeface="宋体" panose="02010600030101010101" pitchFamily="2" charset="-122"/>
                  <a:cs typeface="Times New Roman" panose="02020603050405020304" pitchFamily="18" charset="0"/>
                </a:rPr>
                <a:t>互感电压耦合的复功率</a:t>
              </a:r>
              <a:endParaRPr lang="zh-CN" altLang="en-US" b="1" dirty="0">
                <a:latin typeface="宋体" panose="02010600030101010101" pitchFamily="2" charset="-122"/>
                <a:ea typeface="Times New Roman" panose="02020603050405020304" pitchFamily="18" charset="0"/>
              </a:endParaRPr>
            </a:p>
          </p:txBody>
        </p:sp>
        <p:graphicFrame>
          <p:nvGraphicFramePr>
            <p:cNvPr id="54288" name="Object 56"/>
            <p:cNvGraphicFramePr>
              <a:graphicFrameLocks noChangeAspect="1"/>
            </p:cNvGraphicFramePr>
            <p:nvPr/>
          </p:nvGraphicFramePr>
          <p:xfrm>
            <a:off x="344" y="315"/>
            <a:ext cx="1036" cy="437"/>
          </p:xfrm>
          <a:graphic>
            <a:graphicData uri="http://schemas.openxmlformats.org/presentationml/2006/ole">
              <mc:AlternateContent xmlns:mc="http://schemas.openxmlformats.org/markup-compatibility/2006">
                <mc:Choice xmlns:v="urn:schemas-microsoft-com:vml" Requires="v">
                  <p:oleObj r:id="rId5" imgW="617220" imgH="260350" progId="Equation.3">
                    <p:embed/>
                  </p:oleObj>
                </mc:Choice>
                <mc:Fallback>
                  <p:oleObj r:id="rId5" imgW="617220" imgH="260350" progId="Equation.3">
                    <p:embed/>
                    <p:pic>
                      <p:nvPicPr>
                        <p:cNvPr id="0" name="图片 3224"/>
                        <p:cNvPicPr/>
                        <p:nvPr/>
                      </p:nvPicPr>
                      <p:blipFill>
                        <a:blip r:embed="rId6">
                          <a:clrChange>
                            <a:clrFrom>
                              <a:srgbClr val="000000"/>
                            </a:clrFrom>
                            <a:clrTo>
                              <a:srgbClr val="FFFFFF"/>
                            </a:clrTo>
                          </a:clrChange>
                        </a:blip>
                        <a:stretch>
                          <a:fillRect/>
                        </a:stretch>
                      </p:blipFill>
                      <p:spPr>
                        <a:xfrm>
                          <a:off x="344" y="315"/>
                          <a:ext cx="1036" cy="437"/>
                        </a:xfrm>
                        <a:prstGeom prst="rect">
                          <a:avLst/>
                        </a:prstGeom>
                        <a:noFill/>
                        <a:ln w="38100">
                          <a:noFill/>
                          <a:miter/>
                        </a:ln>
                      </p:spPr>
                    </p:pic>
                  </p:oleObj>
                </mc:Fallback>
              </mc:AlternateContent>
            </a:graphicData>
          </a:graphic>
        </p:graphicFrame>
        <p:sp>
          <p:nvSpPr>
            <p:cNvPr id="54289" name="Line 59"/>
            <p:cNvSpPr/>
            <p:nvPr/>
          </p:nvSpPr>
          <p:spPr>
            <a:xfrm>
              <a:off x="1429" y="1071"/>
              <a:ext cx="317" cy="0"/>
            </a:xfrm>
            <a:prstGeom prst="line">
              <a:avLst/>
            </a:prstGeom>
            <a:ln w="28575" cap="flat" cmpd="sng">
              <a:solidFill>
                <a:schemeClr val="bg1"/>
              </a:solidFill>
              <a:prstDash val="solid"/>
              <a:headEnd type="none" w="med" len="med"/>
              <a:tailEnd type="none" w="med" len="med"/>
            </a:ln>
          </p:spPr>
        </p:sp>
        <p:sp>
          <p:nvSpPr>
            <p:cNvPr id="54290" name="Rectangle 60"/>
            <p:cNvSpPr/>
            <p:nvPr/>
          </p:nvSpPr>
          <p:spPr>
            <a:xfrm>
              <a:off x="1837" y="845"/>
              <a:ext cx="3140" cy="327"/>
            </a:xfrm>
            <a:prstGeom prst="rect">
              <a:avLst/>
            </a:prstGeom>
            <a:noFill/>
            <a:ln w="9525">
              <a:noFill/>
            </a:ln>
          </p:spPr>
          <p:txBody>
            <a:bodyPr wrap="none" anchor="ctr" anchorCtr="0">
              <a:spAutoFit/>
            </a:bodyPr>
            <a:lstStyle/>
            <a:p>
              <a:pPr eaLnBrk="1" hangingPunct="1"/>
              <a:r>
                <a:rPr lang="zh-CN" altLang="en-US" b="1" dirty="0">
                  <a:latin typeface="Arial" panose="020B0604020202020204" pitchFamily="34" charset="0"/>
                </a:rPr>
                <a:t>线圈</a:t>
              </a:r>
              <a:r>
                <a:rPr lang="en-US" altLang="zh-CN" dirty="0">
                  <a:latin typeface="Times New Roman" panose="02020603050405020304" pitchFamily="18" charset="0"/>
                  <a:ea typeface="仿宋_GB2312" pitchFamily="49" charset="-122"/>
                </a:rPr>
                <a:t>2</a:t>
              </a:r>
              <a:r>
                <a:rPr lang="zh-CN" altLang="en-US" b="1" dirty="0">
                  <a:latin typeface="Times New Roman" panose="02020603050405020304" pitchFamily="18" charset="0"/>
                </a:rPr>
                <a:t>中</a:t>
              </a:r>
              <a:r>
                <a:rPr lang="zh-CN" altLang="en-US" b="1" dirty="0">
                  <a:latin typeface="宋体" panose="02010600030101010101" pitchFamily="2" charset="-122"/>
                  <a:cs typeface="Times New Roman" panose="02020603050405020304" pitchFamily="18" charset="0"/>
                </a:rPr>
                <a:t>互感电压耦合的复功率</a:t>
              </a:r>
              <a:endParaRPr lang="zh-CN" altLang="en-US" b="1" dirty="0">
                <a:latin typeface="宋体" panose="02010600030101010101" pitchFamily="2" charset="-122"/>
                <a:ea typeface="Times New Roman" panose="02020603050405020304" pitchFamily="18" charset="0"/>
              </a:endParaRPr>
            </a:p>
          </p:txBody>
        </p:sp>
      </p:grpSp>
      <p:grpSp>
        <p:nvGrpSpPr>
          <p:cNvPr id="111678" name="Group 62"/>
          <p:cNvGrpSpPr/>
          <p:nvPr/>
        </p:nvGrpSpPr>
        <p:grpSpPr>
          <a:xfrm>
            <a:off x="395288" y="1628775"/>
            <a:ext cx="1847850" cy="850900"/>
            <a:chOff x="385" y="3022"/>
            <a:chExt cx="1164" cy="536"/>
          </a:xfrm>
        </p:grpSpPr>
        <p:pic>
          <p:nvPicPr>
            <p:cNvPr id="54283" name="Picture 63"/>
            <p:cNvPicPr>
              <a:picLocks noChangeAspect="1"/>
            </p:cNvPicPr>
            <p:nvPr/>
          </p:nvPicPr>
          <p:blipFill>
            <a:blip r:embed="rId7"/>
            <a:stretch>
              <a:fillRect/>
            </a:stretch>
          </p:blipFill>
          <p:spPr>
            <a:xfrm>
              <a:off x="385" y="3022"/>
              <a:ext cx="590" cy="536"/>
            </a:xfrm>
            <a:prstGeom prst="rect">
              <a:avLst/>
            </a:prstGeom>
            <a:noFill/>
            <a:ln w="9525">
              <a:noFill/>
            </a:ln>
          </p:spPr>
        </p:pic>
        <p:sp>
          <p:nvSpPr>
            <p:cNvPr id="54284" name="Text Box 64"/>
            <p:cNvSpPr txBox="1"/>
            <p:nvPr/>
          </p:nvSpPr>
          <p:spPr>
            <a:xfrm>
              <a:off x="793" y="3116"/>
              <a:ext cx="756"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sp>
        <p:nvSpPr>
          <p:cNvPr id="111681" name="Rectangle 65"/>
          <p:cNvSpPr/>
          <p:nvPr/>
        </p:nvSpPr>
        <p:spPr>
          <a:xfrm>
            <a:off x="468313" y="2349500"/>
            <a:ext cx="7850187" cy="1630363"/>
          </a:xfrm>
          <a:prstGeom prst="rect">
            <a:avLst/>
          </a:prstGeom>
          <a:noFill/>
          <a:ln w="9525">
            <a:noFill/>
          </a:ln>
        </p:spPr>
        <p:txBody>
          <a:bodyPr anchor="ctr" anchorCtr="0">
            <a:spAutoFit/>
          </a:bodyPr>
          <a:lstStyle/>
          <a:p>
            <a:pPr marL="342900" indent="-342900" eaLnBrk="1" hangingPunct="1">
              <a:lnSpc>
                <a:spcPct val="120000"/>
              </a:lnSpc>
              <a:buAutoNum type="circleNumDbPlain"/>
            </a:pPr>
            <a:r>
              <a:rPr lang="zh-CN" altLang="en-US" b="1" dirty="0">
                <a:latin typeface="Times New Roman" panose="02020603050405020304" pitchFamily="18" charset="0"/>
              </a:rPr>
              <a:t>两个互感电压耦合的复功率为虚部同号、实部异号，这一特点是耦合电感本身的电磁特性所决定的</a:t>
            </a:r>
            <a:r>
              <a:rPr lang="zh-CN" altLang="en-US" dirty="0">
                <a:latin typeface="Times New Roman" panose="02020603050405020304" pitchFamily="18" charset="0"/>
              </a:rPr>
              <a:t>。</a:t>
            </a:r>
          </a:p>
        </p:txBody>
      </p:sp>
      <p:sp>
        <p:nvSpPr>
          <p:cNvPr id="111682" name="Rectangle 66"/>
          <p:cNvSpPr/>
          <p:nvPr/>
        </p:nvSpPr>
        <p:spPr>
          <a:xfrm>
            <a:off x="468313" y="3933825"/>
            <a:ext cx="7848600" cy="1630363"/>
          </a:xfrm>
          <a:prstGeom prst="rect">
            <a:avLst/>
          </a:prstGeom>
          <a:noFill/>
          <a:ln w="9525">
            <a:noFill/>
          </a:ln>
        </p:spPr>
        <p:txBody>
          <a:bodyPr anchor="ctr" anchorCtr="0">
            <a:spAutoFit/>
          </a:bodyPr>
          <a:lstStyle/>
          <a:p>
            <a:pPr marL="342900" indent="-342900" eaLnBrk="1" hangingPunct="1">
              <a:lnSpc>
                <a:spcPct val="120000"/>
              </a:lnSpc>
              <a:buAutoNum type="circleNumDbPlain" startAt="2"/>
            </a:pPr>
            <a:r>
              <a:rPr lang="zh-CN" altLang="en-US" b="1" dirty="0">
                <a:latin typeface="Times New Roman" panose="02020603050405020304" pitchFamily="18" charset="0"/>
              </a:rPr>
              <a:t>耦合功率中的有功功率相互异号，表明有功功率从一个端口进入，必从另一端口输出，这是互感</a:t>
            </a:r>
            <a:r>
              <a:rPr lang="en-US" altLang="zh-CN" i="1" dirty="0">
                <a:solidFill>
                  <a:schemeClr val="bg1"/>
                </a:solidFill>
                <a:latin typeface="Times New Roman" panose="02020603050405020304" pitchFamily="18" charset="0"/>
              </a:rPr>
              <a:t>M</a:t>
            </a:r>
            <a:r>
              <a:rPr lang="zh-CN" altLang="en-US" b="1" dirty="0">
                <a:latin typeface="Times New Roman" panose="02020603050405020304" pitchFamily="18" charset="0"/>
              </a:rPr>
              <a:t>非耗能特性的体现。</a:t>
            </a:r>
          </a:p>
        </p:txBody>
      </p:sp>
      <p:grpSp>
        <p:nvGrpSpPr>
          <p:cNvPr id="54280" name="Group 71"/>
          <p:cNvGrpSpPr/>
          <p:nvPr/>
        </p:nvGrpSpPr>
        <p:grpSpPr>
          <a:xfrm>
            <a:off x="6588125" y="6446838"/>
            <a:ext cx="792163" cy="366712"/>
            <a:chOff x="4649" y="4020"/>
            <a:chExt cx="499" cy="231"/>
          </a:xfrm>
        </p:grpSpPr>
        <p:pic>
          <p:nvPicPr>
            <p:cNvPr id="54281" name="Picture 72"/>
            <p:cNvPicPr>
              <a:picLocks noChangeAspect="1"/>
            </p:cNvPicPr>
            <p:nvPr/>
          </p:nvPicPr>
          <p:blipFill>
            <a:blip r:embed="rId2"/>
            <a:stretch>
              <a:fillRect/>
            </a:stretch>
          </p:blipFill>
          <p:spPr>
            <a:xfrm>
              <a:off x="4649" y="4066"/>
              <a:ext cx="499" cy="181"/>
            </a:xfrm>
            <a:prstGeom prst="rect">
              <a:avLst/>
            </a:prstGeom>
            <a:noFill/>
            <a:ln w="9525">
              <a:noFill/>
            </a:ln>
          </p:spPr>
        </p:pic>
        <p:sp>
          <p:nvSpPr>
            <p:cNvPr id="54282" name="Text Box 73">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11677"/>
                                        </p:tgtEl>
                                        <p:attrNameLst>
                                          <p:attrName>style.visibility</p:attrName>
                                        </p:attrNameLst>
                                      </p:cBhvr>
                                      <p:to>
                                        <p:strVal val="visible"/>
                                      </p:to>
                                    </p:set>
                                    <p:animEffect transition="in" filter="blinds(horizontal)">
                                      <p:cBhvr>
                                        <p:cTn id="7" dur="500"/>
                                        <p:tgtEl>
                                          <p:spTgt spid="1116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1678"/>
                                        </p:tgtEl>
                                        <p:attrNameLst>
                                          <p:attrName>style.visibility</p:attrName>
                                        </p:attrNameLst>
                                      </p:cBhvr>
                                      <p:to>
                                        <p:strVal val="visible"/>
                                      </p:to>
                                    </p:set>
                                    <p:animEffect transition="in" filter="blinds(horizontal)">
                                      <p:cBhvr>
                                        <p:cTn id="12" dur="500"/>
                                        <p:tgtEl>
                                          <p:spTgt spid="11167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11681"/>
                                        </p:tgtEl>
                                        <p:attrNameLst>
                                          <p:attrName>style.visibility</p:attrName>
                                        </p:attrNameLst>
                                      </p:cBhvr>
                                      <p:to>
                                        <p:strVal val="visible"/>
                                      </p:to>
                                    </p:set>
                                    <p:animEffect transition="in" filter="blinds(horizontal)">
                                      <p:cBhvr>
                                        <p:cTn id="16" dur="500"/>
                                        <p:tgtEl>
                                          <p:spTgt spid="11168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11682"/>
                                        </p:tgtEl>
                                        <p:attrNameLst>
                                          <p:attrName>style.visibility</p:attrName>
                                        </p:attrNameLst>
                                      </p:cBhvr>
                                      <p:to>
                                        <p:strVal val="visible"/>
                                      </p:to>
                                    </p:set>
                                    <p:animEffect transition="in" filter="blinds(horizontal)">
                                      <p:cBhvr>
                                        <p:cTn id="21" dur="500"/>
                                        <p:tgtEl>
                                          <p:spTgt spid="111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81" grpId="0"/>
      <p:bldP spid="11168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298" name="Group 2"/>
          <p:cNvGrpSpPr/>
          <p:nvPr/>
        </p:nvGrpSpPr>
        <p:grpSpPr>
          <a:xfrm>
            <a:off x="8316913" y="6446838"/>
            <a:ext cx="792162" cy="366712"/>
            <a:chOff x="5193" y="4020"/>
            <a:chExt cx="499" cy="231"/>
          </a:xfrm>
        </p:grpSpPr>
        <p:pic>
          <p:nvPicPr>
            <p:cNvPr id="55310" name="Picture 3"/>
            <p:cNvPicPr>
              <a:picLocks noChangeAspect="1"/>
            </p:cNvPicPr>
            <p:nvPr/>
          </p:nvPicPr>
          <p:blipFill>
            <a:blip r:embed="rId2"/>
            <a:stretch>
              <a:fillRect/>
            </a:stretch>
          </p:blipFill>
          <p:spPr>
            <a:xfrm>
              <a:off x="5193" y="4066"/>
              <a:ext cx="499" cy="181"/>
            </a:xfrm>
            <a:prstGeom prst="rect">
              <a:avLst/>
            </a:prstGeom>
            <a:noFill/>
            <a:ln w="9525">
              <a:noFill/>
            </a:ln>
          </p:spPr>
        </p:pic>
        <p:sp>
          <p:nvSpPr>
            <p:cNvPr id="55311" name="Text Box 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5299" name="Group 5"/>
          <p:cNvGrpSpPr/>
          <p:nvPr/>
        </p:nvGrpSpPr>
        <p:grpSpPr>
          <a:xfrm>
            <a:off x="7453313" y="6446838"/>
            <a:ext cx="792162" cy="366712"/>
            <a:chOff x="4649" y="4020"/>
            <a:chExt cx="499" cy="231"/>
          </a:xfrm>
        </p:grpSpPr>
        <p:pic>
          <p:nvPicPr>
            <p:cNvPr id="55308" name="Picture 6"/>
            <p:cNvPicPr>
              <a:picLocks noChangeAspect="1"/>
            </p:cNvPicPr>
            <p:nvPr/>
          </p:nvPicPr>
          <p:blipFill>
            <a:blip r:embed="rId2"/>
            <a:stretch>
              <a:fillRect/>
            </a:stretch>
          </p:blipFill>
          <p:spPr>
            <a:xfrm>
              <a:off x="4649" y="4066"/>
              <a:ext cx="499" cy="181"/>
            </a:xfrm>
            <a:prstGeom prst="rect">
              <a:avLst/>
            </a:prstGeom>
            <a:noFill/>
            <a:ln w="9525">
              <a:noFill/>
            </a:ln>
          </p:spPr>
        </p:pic>
        <p:sp>
          <p:nvSpPr>
            <p:cNvPr id="55309"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55300" name="Rectangle 10"/>
          <p:cNvSpPr/>
          <p:nvPr/>
        </p:nvSpPr>
        <p:spPr>
          <a:xfrm>
            <a:off x="0" y="3681413"/>
            <a:ext cx="9144000" cy="0"/>
          </a:xfrm>
          <a:prstGeom prst="rect">
            <a:avLst/>
          </a:prstGeom>
          <a:noFill/>
          <a:ln w="9525">
            <a:noFill/>
          </a:ln>
        </p:spPr>
        <p:txBody>
          <a:bodyPr wrap="none" anchor="ctr" anchorCtr="0">
            <a:spAutoFit/>
          </a:bodyPr>
          <a:lstStyle/>
          <a:p>
            <a:pPr eaLnBrk="1" hangingPunct="1"/>
            <a:endParaRPr lang="zh-CN" altLang="en-US" dirty="0">
              <a:latin typeface="Times New Roman" panose="02020603050405020304" pitchFamily="18" charset="0"/>
            </a:endParaRPr>
          </a:p>
        </p:txBody>
      </p:sp>
      <p:sp>
        <p:nvSpPr>
          <p:cNvPr id="112653" name="Rectangle 13"/>
          <p:cNvSpPr/>
          <p:nvPr/>
        </p:nvSpPr>
        <p:spPr>
          <a:xfrm>
            <a:off x="611188" y="981075"/>
            <a:ext cx="7705725" cy="3681413"/>
          </a:xfrm>
          <a:prstGeom prst="rect">
            <a:avLst/>
          </a:prstGeom>
          <a:noFill/>
          <a:ln w="9525">
            <a:noFill/>
          </a:ln>
        </p:spPr>
        <p:txBody>
          <a:bodyPr anchor="ctr" anchorCtr="0">
            <a:spAutoFit/>
          </a:bodyPr>
          <a:lstStyle/>
          <a:p>
            <a:pPr marL="342900" indent="-342900" eaLnBrk="1" hangingPunct="1">
              <a:lnSpc>
                <a:spcPct val="120000"/>
              </a:lnSpc>
              <a:buAutoNum type="circleNumDbPlain" startAt="3"/>
            </a:pPr>
            <a:r>
              <a:rPr lang="zh-CN" altLang="en-US" b="1" dirty="0">
                <a:latin typeface="Times New Roman" panose="02020603050405020304" pitchFamily="18" charset="0"/>
              </a:rPr>
              <a:t>耦合功率中的无功功率同号，表明两个互感电压耦合功率中的无功功率对两个耦合线圈的影响的性质是相同的，即，当</a:t>
            </a:r>
            <a:r>
              <a:rPr lang="en-US" altLang="zh-CN" i="1" dirty="0">
                <a:solidFill>
                  <a:schemeClr val="bg1"/>
                </a:solidFill>
                <a:latin typeface="Times New Roman" panose="02020603050405020304" pitchFamily="18" charset="0"/>
              </a:rPr>
              <a:t>M</a:t>
            </a:r>
            <a:r>
              <a:rPr lang="zh-CN" altLang="en-US" b="1" dirty="0">
                <a:latin typeface="Times New Roman" panose="02020603050405020304" pitchFamily="18" charset="0"/>
              </a:rPr>
              <a:t>起同向耦合作用时，它的储能特性与电感相同，将使耦合电感中的磁能增加；当</a:t>
            </a:r>
            <a:r>
              <a:rPr lang="en-US" altLang="zh-CN" i="1" dirty="0">
                <a:solidFill>
                  <a:schemeClr val="bg1"/>
                </a:solidFill>
                <a:latin typeface="Times New Roman" panose="02020603050405020304" pitchFamily="18" charset="0"/>
              </a:rPr>
              <a:t>M</a:t>
            </a:r>
            <a:r>
              <a:rPr lang="zh-CN" altLang="en-US" b="1" dirty="0">
                <a:latin typeface="Times New Roman" panose="02020603050405020304" pitchFamily="18" charset="0"/>
              </a:rPr>
              <a:t>起反向耦合作用时，它的储能特性与电容相同，将使耦合电感的储能减少。</a:t>
            </a:r>
          </a:p>
        </p:txBody>
      </p:sp>
      <p:grpSp>
        <p:nvGrpSpPr>
          <p:cNvPr id="112654" name="Group 14"/>
          <p:cNvGrpSpPr/>
          <p:nvPr/>
        </p:nvGrpSpPr>
        <p:grpSpPr>
          <a:xfrm>
            <a:off x="468313" y="404813"/>
            <a:ext cx="1847850" cy="850900"/>
            <a:chOff x="385" y="3022"/>
            <a:chExt cx="1164" cy="536"/>
          </a:xfrm>
        </p:grpSpPr>
        <p:pic>
          <p:nvPicPr>
            <p:cNvPr id="55306" name="Picture 15"/>
            <p:cNvPicPr>
              <a:picLocks noChangeAspect="1"/>
            </p:cNvPicPr>
            <p:nvPr/>
          </p:nvPicPr>
          <p:blipFill>
            <a:blip r:embed="rId3"/>
            <a:stretch>
              <a:fillRect/>
            </a:stretch>
          </p:blipFill>
          <p:spPr>
            <a:xfrm>
              <a:off x="385" y="3022"/>
              <a:ext cx="590" cy="536"/>
            </a:xfrm>
            <a:prstGeom prst="rect">
              <a:avLst/>
            </a:prstGeom>
            <a:noFill/>
            <a:ln w="9525">
              <a:noFill/>
            </a:ln>
          </p:spPr>
        </p:pic>
        <p:sp>
          <p:nvSpPr>
            <p:cNvPr id="55307" name="Text Box 16"/>
            <p:cNvSpPr txBox="1"/>
            <p:nvPr/>
          </p:nvSpPr>
          <p:spPr>
            <a:xfrm>
              <a:off x="793" y="3116"/>
              <a:ext cx="756"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grpSp>
        <p:nvGrpSpPr>
          <p:cNvPr id="55303" name="Group 20"/>
          <p:cNvGrpSpPr/>
          <p:nvPr/>
        </p:nvGrpSpPr>
        <p:grpSpPr>
          <a:xfrm>
            <a:off x="6588125" y="6446838"/>
            <a:ext cx="792163" cy="366712"/>
            <a:chOff x="4649" y="4020"/>
            <a:chExt cx="499" cy="231"/>
          </a:xfrm>
        </p:grpSpPr>
        <p:pic>
          <p:nvPicPr>
            <p:cNvPr id="55304" name="Picture 21"/>
            <p:cNvPicPr>
              <a:picLocks noChangeAspect="1"/>
            </p:cNvPicPr>
            <p:nvPr/>
          </p:nvPicPr>
          <p:blipFill>
            <a:blip r:embed="rId2"/>
            <a:stretch>
              <a:fillRect/>
            </a:stretch>
          </p:blipFill>
          <p:spPr>
            <a:xfrm>
              <a:off x="4649" y="4066"/>
              <a:ext cx="499" cy="181"/>
            </a:xfrm>
            <a:prstGeom prst="rect">
              <a:avLst/>
            </a:prstGeom>
            <a:noFill/>
            <a:ln w="9525">
              <a:noFill/>
            </a:ln>
          </p:spPr>
        </p:pic>
        <p:sp>
          <p:nvSpPr>
            <p:cNvPr id="55305" name="Text Box 22">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12654"/>
                                        </p:tgtEl>
                                        <p:attrNameLst>
                                          <p:attrName>style.visibility</p:attrName>
                                        </p:attrNameLst>
                                      </p:cBhvr>
                                      <p:to>
                                        <p:strVal val="visible"/>
                                      </p:to>
                                    </p:set>
                                    <p:animEffect transition="in" filter="blinds(horizontal)">
                                      <p:cBhvr>
                                        <p:cTn id="7" dur="500"/>
                                        <p:tgtEl>
                                          <p:spTgt spid="11265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2653"/>
                                        </p:tgtEl>
                                        <p:attrNameLst>
                                          <p:attrName>style.visibility</p:attrName>
                                        </p:attrNameLst>
                                      </p:cBhvr>
                                      <p:to>
                                        <p:strVal val="visible"/>
                                      </p:to>
                                    </p:set>
                                    <p:animEffect transition="in" filter="blinds(horizontal)">
                                      <p:cBhvr>
                                        <p:cTn id="11" dur="500"/>
                                        <p:tgtEl>
                                          <p:spTgt spid="112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p:nvPr/>
        </p:nvSpPr>
        <p:spPr>
          <a:xfrm>
            <a:off x="1763713" y="333375"/>
            <a:ext cx="4824412" cy="762000"/>
          </a:xfrm>
          <a:prstGeom prst="rect">
            <a:avLst/>
          </a:prstGeom>
          <a:noFill/>
          <a:ln w="9525">
            <a:noFill/>
          </a:ln>
          <a:effectLst>
            <a:prstShdw prst="shdw17" dist="17961" dir="2699999">
              <a:srgbClr val="995C00"/>
            </a:prstShdw>
          </a:effectLst>
        </p:spPr>
        <p:txBody>
          <a:bodyPr>
            <a:spAutoFit/>
          </a:bodyPr>
          <a:lstStyle/>
          <a:p>
            <a:pPr eaLnBrk="1" hangingPunct="1"/>
            <a:r>
              <a:rPr lang="en-US" altLang="zh-CN" sz="4400" dirty="0">
                <a:solidFill>
                  <a:schemeClr val="bg1"/>
                </a:solidFill>
                <a:latin typeface="Times New Roman" panose="02020603050405020304" pitchFamily="18" charset="0"/>
              </a:rPr>
              <a:t>10-4</a:t>
            </a:r>
            <a:r>
              <a:rPr lang="en-US" altLang="zh-CN" sz="4400" b="1" dirty="0">
                <a:solidFill>
                  <a:schemeClr val="bg1"/>
                </a:solidFill>
                <a:latin typeface="楷体_GB2312" pitchFamily="49" charset="-122"/>
              </a:rPr>
              <a:t>  </a:t>
            </a:r>
            <a:r>
              <a:rPr lang="zh-CN" altLang="en-US" sz="4400" b="1" dirty="0">
                <a:solidFill>
                  <a:schemeClr val="bg1"/>
                </a:solidFill>
                <a:latin typeface="楷体_GB2312" pitchFamily="49" charset="-122"/>
              </a:rPr>
              <a:t>变压器原理</a:t>
            </a:r>
          </a:p>
        </p:txBody>
      </p:sp>
      <p:sp>
        <p:nvSpPr>
          <p:cNvPr id="12360" name="Text Box 72"/>
          <p:cNvSpPr txBox="1"/>
          <p:nvPr/>
        </p:nvSpPr>
        <p:spPr>
          <a:xfrm>
            <a:off x="539750" y="981075"/>
            <a:ext cx="8208963" cy="2441575"/>
          </a:xfrm>
          <a:prstGeom prst="rect">
            <a:avLst/>
          </a:prstGeom>
          <a:noFill/>
          <a:ln w="9525">
            <a:noFill/>
          </a:ln>
        </p:spPr>
        <p:txBody>
          <a:bodyPr>
            <a:spAutoFit/>
          </a:bodyPr>
          <a:lstStyle/>
          <a:p>
            <a:pPr eaLnBrk="1" hangingPunct="1">
              <a:lnSpc>
                <a:spcPct val="110000"/>
              </a:lnSpc>
              <a:spcBef>
                <a:spcPct val="50000"/>
              </a:spcBef>
            </a:pPr>
            <a:r>
              <a:rPr lang="en-US" altLang="zh-CN" b="1" dirty="0">
                <a:latin typeface="楷体_GB2312" pitchFamily="49" charset="-122"/>
              </a:rPr>
              <a:t>    </a:t>
            </a:r>
            <a:r>
              <a:rPr lang="zh-CN" altLang="en-US" b="1" dirty="0">
                <a:latin typeface="楷体_GB2312" pitchFamily="49" charset="-122"/>
              </a:rPr>
              <a:t>变压器由两个具有互感的线圈构成，一个线圈接向电源，另一线圈接向负载，变压器是利用互感来实现从一个电路向另一个电路传输能量或信号的器件。当变压器线圈的心子为非铁磁材料时，称空心变压器。</a:t>
            </a:r>
          </a:p>
        </p:txBody>
      </p:sp>
      <p:sp>
        <p:nvSpPr>
          <p:cNvPr id="12361" name="Text Box 73"/>
          <p:cNvSpPr txBox="1"/>
          <p:nvPr/>
        </p:nvSpPr>
        <p:spPr>
          <a:xfrm>
            <a:off x="468313" y="3500438"/>
            <a:ext cx="6119812" cy="579437"/>
          </a:xfrm>
          <a:prstGeom prst="rect">
            <a:avLst/>
          </a:prstGeom>
          <a:noFill/>
          <a:ln w="9525">
            <a:noFill/>
          </a:ln>
          <a:effectLst>
            <a:prstShdw prst="shdw17" dist="17961" dir="2699999">
              <a:srgbClr val="991F00"/>
            </a:prstShdw>
          </a:effectLst>
        </p:spPr>
        <p:txBody>
          <a:bodyPr>
            <a:spAutoFit/>
          </a:bodyPr>
          <a:lstStyle/>
          <a:p>
            <a:pPr eaLnBrk="1" hangingPunct="1"/>
            <a:r>
              <a:rPr lang="en-US" altLang="zh-CN" sz="3200" b="1" dirty="0">
                <a:solidFill>
                  <a:schemeClr val="bg1"/>
                </a:solidFill>
                <a:latin typeface="楷体_GB2312" pitchFamily="49" charset="-122"/>
              </a:rPr>
              <a:t>1.</a:t>
            </a:r>
            <a:r>
              <a:rPr lang="zh-CN" altLang="en-US" sz="3200" b="1" dirty="0">
                <a:solidFill>
                  <a:schemeClr val="bg1"/>
                </a:solidFill>
                <a:latin typeface="楷体_GB2312" pitchFamily="49" charset="-122"/>
              </a:rPr>
              <a:t>变压器电路（工作在线性段）</a:t>
            </a:r>
          </a:p>
        </p:txBody>
      </p:sp>
      <p:sp>
        <p:nvSpPr>
          <p:cNvPr id="12362" name="AutoShape 74"/>
          <p:cNvSpPr/>
          <p:nvPr/>
        </p:nvSpPr>
        <p:spPr>
          <a:xfrm>
            <a:off x="611188" y="6165850"/>
            <a:ext cx="2089150" cy="504825"/>
          </a:xfrm>
          <a:prstGeom prst="wedgeEllipseCallout">
            <a:avLst>
              <a:gd name="adj1" fmla="val 33815"/>
              <a:gd name="adj2" fmla="val -155032"/>
            </a:avLst>
          </a:prstGeom>
          <a:blipFill rotWithShape="1">
            <a:blip r:embed="rId2"/>
          </a:blipFill>
          <a:ln w="9525">
            <a:noFill/>
          </a:ln>
        </p:spPr>
        <p:txBody>
          <a:bodyPr/>
          <a:lstStyle/>
          <a:p>
            <a:pPr algn="ctr" eaLnBrk="1" hangingPunct="1"/>
            <a:r>
              <a:rPr lang="zh-CN" altLang="en-US" sz="2400" b="1" dirty="0">
                <a:solidFill>
                  <a:schemeClr val="tx1"/>
                </a:solidFill>
                <a:latin typeface="Arial" panose="020B0604020202020204" pitchFamily="34" charset="0"/>
              </a:rPr>
              <a:t>一次回路</a:t>
            </a:r>
          </a:p>
        </p:txBody>
      </p:sp>
      <p:sp>
        <p:nvSpPr>
          <p:cNvPr id="12363" name="AutoShape 75"/>
          <p:cNvSpPr/>
          <p:nvPr/>
        </p:nvSpPr>
        <p:spPr>
          <a:xfrm>
            <a:off x="6227763" y="3357563"/>
            <a:ext cx="2232025" cy="576262"/>
          </a:xfrm>
          <a:prstGeom prst="wedgeEllipseCallout">
            <a:avLst>
              <a:gd name="adj1" fmla="val -53843"/>
              <a:gd name="adj2" fmla="val 194630"/>
            </a:avLst>
          </a:prstGeom>
          <a:blipFill rotWithShape="1">
            <a:blip r:embed="rId2"/>
          </a:blipFill>
          <a:ln w="9525">
            <a:noFill/>
          </a:ln>
        </p:spPr>
        <p:txBody>
          <a:bodyPr/>
          <a:lstStyle/>
          <a:p>
            <a:pPr algn="ctr" eaLnBrk="1" hangingPunct="1"/>
            <a:r>
              <a:rPr lang="zh-CN" altLang="en-US" sz="2400" b="1" dirty="0">
                <a:solidFill>
                  <a:schemeClr val="tx1"/>
                </a:solidFill>
                <a:latin typeface="Arial" panose="020B0604020202020204" pitchFamily="34" charset="0"/>
              </a:rPr>
              <a:t>二次回路</a:t>
            </a:r>
          </a:p>
        </p:txBody>
      </p:sp>
      <p:grpSp>
        <p:nvGrpSpPr>
          <p:cNvPr id="56327" name="Group 80"/>
          <p:cNvGrpSpPr/>
          <p:nvPr/>
        </p:nvGrpSpPr>
        <p:grpSpPr>
          <a:xfrm>
            <a:off x="8316913" y="6446838"/>
            <a:ext cx="792162" cy="366712"/>
            <a:chOff x="5193" y="4020"/>
            <a:chExt cx="499" cy="231"/>
          </a:xfrm>
        </p:grpSpPr>
        <p:pic>
          <p:nvPicPr>
            <p:cNvPr id="56376" name="Picture 81"/>
            <p:cNvPicPr>
              <a:picLocks noChangeAspect="1"/>
            </p:cNvPicPr>
            <p:nvPr/>
          </p:nvPicPr>
          <p:blipFill>
            <a:blip r:embed="rId3"/>
            <a:stretch>
              <a:fillRect/>
            </a:stretch>
          </p:blipFill>
          <p:spPr>
            <a:xfrm>
              <a:off x="5193" y="4066"/>
              <a:ext cx="499" cy="181"/>
            </a:xfrm>
            <a:prstGeom prst="rect">
              <a:avLst/>
            </a:prstGeom>
            <a:noFill/>
            <a:ln w="9525">
              <a:noFill/>
            </a:ln>
          </p:spPr>
        </p:pic>
        <p:sp>
          <p:nvSpPr>
            <p:cNvPr id="56377" name="Text Box 8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6328" name="Group 83"/>
          <p:cNvGrpSpPr/>
          <p:nvPr/>
        </p:nvGrpSpPr>
        <p:grpSpPr>
          <a:xfrm>
            <a:off x="7453313" y="6446838"/>
            <a:ext cx="792162" cy="366712"/>
            <a:chOff x="4649" y="4020"/>
            <a:chExt cx="499" cy="231"/>
          </a:xfrm>
        </p:grpSpPr>
        <p:pic>
          <p:nvPicPr>
            <p:cNvPr id="56374" name="Picture 84"/>
            <p:cNvPicPr>
              <a:picLocks noChangeAspect="1"/>
            </p:cNvPicPr>
            <p:nvPr/>
          </p:nvPicPr>
          <p:blipFill>
            <a:blip r:embed="rId3"/>
            <a:stretch>
              <a:fillRect/>
            </a:stretch>
          </p:blipFill>
          <p:spPr>
            <a:xfrm>
              <a:off x="4649" y="4066"/>
              <a:ext cx="499" cy="181"/>
            </a:xfrm>
            <a:prstGeom prst="rect">
              <a:avLst/>
            </a:prstGeom>
            <a:noFill/>
            <a:ln w="9525">
              <a:noFill/>
            </a:ln>
          </p:spPr>
        </p:pic>
        <p:sp>
          <p:nvSpPr>
            <p:cNvPr id="56375" name="Text Box 8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56329" name="Group 132"/>
          <p:cNvGrpSpPr/>
          <p:nvPr/>
        </p:nvGrpSpPr>
        <p:grpSpPr>
          <a:xfrm>
            <a:off x="6588125" y="6446838"/>
            <a:ext cx="792163" cy="366712"/>
            <a:chOff x="4649" y="4020"/>
            <a:chExt cx="499" cy="231"/>
          </a:xfrm>
        </p:grpSpPr>
        <p:pic>
          <p:nvPicPr>
            <p:cNvPr id="56372" name="Picture 133"/>
            <p:cNvPicPr>
              <a:picLocks noChangeAspect="1"/>
            </p:cNvPicPr>
            <p:nvPr/>
          </p:nvPicPr>
          <p:blipFill>
            <a:blip r:embed="rId3"/>
            <a:stretch>
              <a:fillRect/>
            </a:stretch>
          </p:blipFill>
          <p:spPr>
            <a:xfrm>
              <a:off x="4649" y="4066"/>
              <a:ext cx="499" cy="181"/>
            </a:xfrm>
            <a:prstGeom prst="rect">
              <a:avLst/>
            </a:prstGeom>
            <a:noFill/>
            <a:ln w="9525">
              <a:noFill/>
            </a:ln>
          </p:spPr>
        </p:pic>
        <p:sp>
          <p:nvSpPr>
            <p:cNvPr id="56373" name="Text Box 13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2463" name="Group 175"/>
          <p:cNvGrpSpPr/>
          <p:nvPr/>
        </p:nvGrpSpPr>
        <p:grpSpPr>
          <a:xfrm>
            <a:off x="1258888" y="4005263"/>
            <a:ext cx="7432675" cy="2089150"/>
            <a:chOff x="793" y="2523"/>
            <a:chExt cx="4682" cy="1316"/>
          </a:xfrm>
        </p:grpSpPr>
        <p:sp>
          <p:nvSpPr>
            <p:cNvPr id="56331" name="Text Box 117"/>
            <p:cNvSpPr txBox="1"/>
            <p:nvPr/>
          </p:nvSpPr>
          <p:spPr>
            <a:xfrm>
              <a:off x="4513" y="3203"/>
              <a:ext cx="962" cy="328"/>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Z=R+</a:t>
              </a: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rPr>
                <a:t>X</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6332" name="Line 136"/>
            <p:cNvSpPr/>
            <p:nvPr/>
          </p:nvSpPr>
          <p:spPr>
            <a:xfrm flipV="1">
              <a:off x="3061" y="2886"/>
              <a:ext cx="1407" cy="0"/>
            </a:xfrm>
            <a:prstGeom prst="line">
              <a:avLst/>
            </a:prstGeom>
            <a:ln w="28575" cap="flat" cmpd="sng">
              <a:solidFill>
                <a:srgbClr val="FFCC00"/>
              </a:solidFill>
              <a:prstDash val="solid"/>
              <a:headEnd type="none" w="med" len="med"/>
              <a:tailEnd type="none" w="med" len="med"/>
            </a:ln>
          </p:spPr>
        </p:sp>
        <p:sp>
          <p:nvSpPr>
            <p:cNvPr id="56333" name="Line 137"/>
            <p:cNvSpPr/>
            <p:nvPr/>
          </p:nvSpPr>
          <p:spPr>
            <a:xfrm flipH="1" flipV="1">
              <a:off x="1292" y="2886"/>
              <a:ext cx="1271" cy="0"/>
            </a:xfrm>
            <a:prstGeom prst="line">
              <a:avLst/>
            </a:prstGeom>
            <a:ln w="28575" cap="flat" cmpd="sng">
              <a:solidFill>
                <a:srgbClr val="FFCC00"/>
              </a:solidFill>
              <a:prstDash val="solid"/>
              <a:headEnd type="none" w="med" len="med"/>
              <a:tailEnd type="none" w="med" len="med"/>
            </a:ln>
          </p:spPr>
        </p:sp>
        <p:sp>
          <p:nvSpPr>
            <p:cNvPr id="56334" name="Oval 138"/>
            <p:cNvSpPr/>
            <p:nvPr/>
          </p:nvSpPr>
          <p:spPr>
            <a:xfrm>
              <a:off x="1110" y="315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56335" name="Line 139"/>
            <p:cNvSpPr/>
            <p:nvPr/>
          </p:nvSpPr>
          <p:spPr>
            <a:xfrm flipH="1">
              <a:off x="2562" y="3521"/>
              <a:ext cx="0" cy="318"/>
            </a:xfrm>
            <a:prstGeom prst="line">
              <a:avLst/>
            </a:prstGeom>
            <a:ln w="28575" cap="flat" cmpd="sng">
              <a:solidFill>
                <a:srgbClr val="FFCC00"/>
              </a:solidFill>
              <a:prstDash val="solid"/>
              <a:headEnd type="none" w="med" len="med"/>
              <a:tailEnd type="none" w="med" len="med"/>
            </a:ln>
          </p:spPr>
        </p:sp>
        <p:sp>
          <p:nvSpPr>
            <p:cNvPr id="56336" name="Line 140"/>
            <p:cNvSpPr/>
            <p:nvPr/>
          </p:nvSpPr>
          <p:spPr>
            <a:xfrm>
              <a:off x="2562" y="2886"/>
              <a:ext cx="0" cy="272"/>
            </a:xfrm>
            <a:prstGeom prst="line">
              <a:avLst/>
            </a:prstGeom>
            <a:ln w="28575" cap="flat" cmpd="sng">
              <a:solidFill>
                <a:srgbClr val="FFCC00"/>
              </a:solidFill>
              <a:prstDash val="solid"/>
              <a:headEnd type="none" w="med" len="med"/>
              <a:tailEnd type="none" w="med" len="med"/>
            </a:ln>
          </p:spPr>
        </p:sp>
        <p:sp>
          <p:nvSpPr>
            <p:cNvPr id="56337" name="Line 141"/>
            <p:cNvSpPr/>
            <p:nvPr/>
          </p:nvSpPr>
          <p:spPr>
            <a:xfrm>
              <a:off x="3060" y="3521"/>
              <a:ext cx="0" cy="318"/>
            </a:xfrm>
            <a:prstGeom prst="line">
              <a:avLst/>
            </a:prstGeom>
            <a:ln w="28575" cap="flat" cmpd="sng">
              <a:solidFill>
                <a:srgbClr val="FFCC00"/>
              </a:solidFill>
              <a:prstDash val="solid"/>
              <a:headEnd type="none" w="med" len="med"/>
              <a:tailEnd type="none" w="med" len="med"/>
            </a:ln>
          </p:spPr>
        </p:sp>
        <p:sp>
          <p:nvSpPr>
            <p:cNvPr id="56338" name="Line 142"/>
            <p:cNvSpPr/>
            <p:nvPr/>
          </p:nvSpPr>
          <p:spPr>
            <a:xfrm>
              <a:off x="3060" y="2886"/>
              <a:ext cx="0" cy="298"/>
            </a:xfrm>
            <a:prstGeom prst="line">
              <a:avLst/>
            </a:prstGeom>
            <a:ln w="28575" cap="flat" cmpd="sng">
              <a:solidFill>
                <a:srgbClr val="FFCC00"/>
              </a:solidFill>
              <a:prstDash val="solid"/>
              <a:headEnd type="none" w="med" len="med"/>
              <a:tailEnd type="none" w="med" len="med"/>
            </a:ln>
          </p:spPr>
        </p:sp>
        <p:sp>
          <p:nvSpPr>
            <p:cNvPr id="56339" name="Line 143"/>
            <p:cNvSpPr/>
            <p:nvPr/>
          </p:nvSpPr>
          <p:spPr>
            <a:xfrm flipV="1">
              <a:off x="3060" y="3839"/>
              <a:ext cx="1407" cy="0"/>
            </a:xfrm>
            <a:prstGeom prst="line">
              <a:avLst/>
            </a:prstGeom>
            <a:ln w="28575" cap="flat" cmpd="sng">
              <a:solidFill>
                <a:srgbClr val="FFCC00"/>
              </a:solidFill>
              <a:prstDash val="solid"/>
              <a:headEnd type="none" w="med" len="med"/>
              <a:tailEnd type="none" w="med" len="med"/>
            </a:ln>
          </p:spPr>
        </p:sp>
        <p:sp>
          <p:nvSpPr>
            <p:cNvPr id="56340" name="Line 144"/>
            <p:cNvSpPr/>
            <p:nvPr/>
          </p:nvSpPr>
          <p:spPr>
            <a:xfrm>
              <a:off x="4059" y="2886"/>
              <a:ext cx="272" cy="0"/>
            </a:xfrm>
            <a:prstGeom prst="line">
              <a:avLst/>
            </a:prstGeom>
            <a:ln w="28575" cap="flat" cmpd="sng">
              <a:solidFill>
                <a:srgbClr val="00FFFF"/>
              </a:solidFill>
              <a:prstDash val="solid"/>
              <a:headEnd type="none" w="med" len="med"/>
              <a:tailEnd type="triangle" w="med" len="med"/>
            </a:ln>
          </p:spPr>
        </p:sp>
        <p:sp>
          <p:nvSpPr>
            <p:cNvPr id="56341" name="Text Box 145"/>
            <p:cNvSpPr txBox="1"/>
            <p:nvPr/>
          </p:nvSpPr>
          <p:spPr>
            <a:xfrm>
              <a:off x="2560" y="2931"/>
              <a:ext cx="228" cy="326"/>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6342" name="Text Box 146"/>
            <p:cNvSpPr txBox="1"/>
            <p:nvPr/>
          </p:nvSpPr>
          <p:spPr>
            <a:xfrm>
              <a:off x="2834" y="2931"/>
              <a:ext cx="214" cy="328"/>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6343" name="Text Box 147"/>
            <p:cNvSpPr txBox="1"/>
            <p:nvPr/>
          </p:nvSpPr>
          <p:spPr>
            <a:xfrm>
              <a:off x="2090" y="3204"/>
              <a:ext cx="533"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6344" name="Line 148"/>
            <p:cNvSpPr/>
            <p:nvPr/>
          </p:nvSpPr>
          <p:spPr>
            <a:xfrm>
              <a:off x="1382" y="2886"/>
              <a:ext cx="272" cy="0"/>
            </a:xfrm>
            <a:prstGeom prst="line">
              <a:avLst/>
            </a:prstGeom>
            <a:ln w="38100" cap="flat" cmpd="sng">
              <a:solidFill>
                <a:srgbClr val="00FFFF"/>
              </a:solidFill>
              <a:prstDash val="solid"/>
              <a:headEnd type="none" w="med" len="med"/>
              <a:tailEnd type="triangle" w="med" len="med"/>
            </a:ln>
          </p:spPr>
        </p:sp>
        <p:sp>
          <p:nvSpPr>
            <p:cNvPr id="56345" name="Arc 149"/>
            <p:cNvSpPr/>
            <p:nvPr/>
          </p:nvSpPr>
          <p:spPr>
            <a:xfrm rot="-10800000" flipV="1">
              <a:off x="2425" y="2705"/>
              <a:ext cx="196" cy="216"/>
            </a:xfrm>
            <a:custGeom>
              <a:avLst/>
              <a:gdLst/>
              <a:ahLst/>
              <a:cxnLst>
                <a:cxn ang="0">
                  <a:pos x="43" y="0"/>
                </a:cxn>
                <a:cxn ang="0">
                  <a:pos x="196" y="155"/>
                </a:cxn>
                <a:cxn ang="0">
                  <a:pos x="0" y="216"/>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56346" name="Arc 150"/>
            <p:cNvSpPr/>
            <p:nvPr/>
          </p:nvSpPr>
          <p:spPr>
            <a:xfrm rot="10800000" flipH="1" flipV="1">
              <a:off x="3060" y="2705"/>
              <a:ext cx="198" cy="215"/>
            </a:xfrm>
            <a:custGeom>
              <a:avLst/>
              <a:gdLst/>
              <a:ahLst/>
              <a:cxnLst>
                <a:cxn ang="0">
                  <a:pos x="44" y="0"/>
                </a:cxn>
                <a:cxn ang="0">
                  <a:pos x="198" y="154"/>
                </a:cxn>
                <a:cxn ang="0">
                  <a:pos x="0" y="21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aphicFrame>
          <p:nvGraphicFramePr>
            <p:cNvPr id="56347" name="Object 151"/>
            <p:cNvGraphicFramePr>
              <a:graphicFrameLocks noChangeAspect="1"/>
            </p:cNvGraphicFramePr>
            <p:nvPr/>
          </p:nvGraphicFramePr>
          <p:xfrm>
            <a:off x="1428" y="2723"/>
            <a:ext cx="211" cy="490"/>
          </p:xfrm>
          <a:graphic>
            <a:graphicData uri="http://schemas.openxmlformats.org/presentationml/2006/ole">
              <mc:AlternateContent xmlns:mc="http://schemas.openxmlformats.org/markup-compatibility/2006">
                <mc:Choice xmlns:v="urn:schemas-microsoft-com:vml" Requires="v">
                  <p:oleObj r:id="rId4" imgW="163830" imgH="319405" progId="Equation.3">
                    <p:embed/>
                  </p:oleObj>
                </mc:Choice>
                <mc:Fallback>
                  <p:oleObj r:id="rId4" imgW="163830" imgH="319405" progId="Equation.3">
                    <p:embed/>
                    <p:pic>
                      <p:nvPicPr>
                        <p:cNvPr id="0" name="图片 3226"/>
                        <p:cNvPicPr/>
                        <p:nvPr/>
                      </p:nvPicPr>
                      <p:blipFill>
                        <a:blip r:embed="rId5">
                          <a:clrChange>
                            <a:clrFrom>
                              <a:srgbClr val="000000"/>
                            </a:clrFrom>
                            <a:clrTo>
                              <a:srgbClr val="FFFFFF"/>
                            </a:clrTo>
                          </a:clrChange>
                        </a:blip>
                        <a:stretch>
                          <a:fillRect/>
                        </a:stretch>
                      </p:blipFill>
                      <p:spPr>
                        <a:xfrm>
                          <a:off x="1428" y="2723"/>
                          <a:ext cx="211" cy="490"/>
                        </a:xfrm>
                        <a:prstGeom prst="rect">
                          <a:avLst/>
                        </a:prstGeom>
                        <a:noFill/>
                        <a:ln w="38100">
                          <a:noFill/>
                          <a:miter/>
                        </a:ln>
                      </p:spPr>
                    </p:pic>
                  </p:oleObj>
                </mc:Fallback>
              </mc:AlternateContent>
            </a:graphicData>
          </a:graphic>
        </p:graphicFrame>
        <p:graphicFrame>
          <p:nvGraphicFramePr>
            <p:cNvPr id="56348" name="Object 152"/>
            <p:cNvGraphicFramePr>
              <a:graphicFrameLocks noChangeAspect="1"/>
            </p:cNvGraphicFramePr>
            <p:nvPr/>
          </p:nvGraphicFramePr>
          <p:xfrm>
            <a:off x="4059" y="2841"/>
            <a:ext cx="247" cy="408"/>
          </p:xfrm>
          <a:graphic>
            <a:graphicData uri="http://schemas.openxmlformats.org/presentationml/2006/ole">
              <mc:AlternateContent xmlns:mc="http://schemas.openxmlformats.org/markup-compatibility/2006">
                <mc:Choice xmlns:v="urn:schemas-microsoft-com:vml" Requires="v">
                  <p:oleObj r:id="rId6" imgW="186055" imgH="297180" progId="Equation.3">
                    <p:embed/>
                  </p:oleObj>
                </mc:Choice>
                <mc:Fallback>
                  <p:oleObj r:id="rId6" imgW="186055" imgH="297180" progId="Equation.3">
                    <p:embed/>
                    <p:pic>
                      <p:nvPicPr>
                        <p:cNvPr id="0" name="图片 3227"/>
                        <p:cNvPicPr/>
                        <p:nvPr/>
                      </p:nvPicPr>
                      <p:blipFill>
                        <a:blip r:embed="rId7">
                          <a:clrChange>
                            <a:clrFrom>
                              <a:srgbClr val="000000"/>
                            </a:clrFrom>
                            <a:clrTo>
                              <a:srgbClr val="FFFFFF"/>
                            </a:clrTo>
                          </a:clrChange>
                        </a:blip>
                        <a:stretch>
                          <a:fillRect/>
                        </a:stretch>
                      </p:blipFill>
                      <p:spPr>
                        <a:xfrm>
                          <a:off x="4059" y="2841"/>
                          <a:ext cx="247" cy="408"/>
                        </a:xfrm>
                        <a:prstGeom prst="rect">
                          <a:avLst/>
                        </a:prstGeom>
                        <a:noFill/>
                        <a:ln w="38100">
                          <a:noFill/>
                          <a:miter/>
                        </a:ln>
                      </p:spPr>
                    </p:pic>
                  </p:oleObj>
                </mc:Fallback>
              </mc:AlternateContent>
            </a:graphicData>
          </a:graphic>
        </p:graphicFrame>
        <p:sp>
          <p:nvSpPr>
            <p:cNvPr id="56349" name="Text Box 153"/>
            <p:cNvSpPr txBox="1"/>
            <p:nvPr/>
          </p:nvSpPr>
          <p:spPr>
            <a:xfrm>
              <a:off x="3061" y="3204"/>
              <a:ext cx="807"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6350" name="Text Box 154"/>
            <p:cNvSpPr txBox="1"/>
            <p:nvPr/>
          </p:nvSpPr>
          <p:spPr>
            <a:xfrm>
              <a:off x="2562" y="2523"/>
              <a:ext cx="57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6351" name="Line 155"/>
            <p:cNvSpPr/>
            <p:nvPr/>
          </p:nvSpPr>
          <p:spPr>
            <a:xfrm flipH="1">
              <a:off x="1291" y="3839"/>
              <a:ext cx="1271" cy="0"/>
            </a:xfrm>
            <a:prstGeom prst="line">
              <a:avLst/>
            </a:prstGeom>
            <a:ln w="28575" cap="flat" cmpd="sng">
              <a:solidFill>
                <a:srgbClr val="FFCC00"/>
              </a:solidFill>
              <a:prstDash val="solid"/>
              <a:headEnd type="none" w="med" len="med"/>
              <a:tailEnd type="none" w="med" len="med"/>
            </a:ln>
          </p:spPr>
        </p:sp>
        <p:sp>
          <p:nvSpPr>
            <p:cNvPr id="56352" name="Text Box 156"/>
            <p:cNvSpPr txBox="1"/>
            <p:nvPr/>
          </p:nvSpPr>
          <p:spPr>
            <a:xfrm>
              <a:off x="1072" y="2853"/>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6353" name="Text Box 157"/>
            <p:cNvSpPr txBox="1"/>
            <p:nvPr/>
          </p:nvSpPr>
          <p:spPr>
            <a:xfrm>
              <a:off x="1019" y="3476"/>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56354" name="Object 158"/>
            <p:cNvGraphicFramePr>
              <a:graphicFrameLocks noChangeAspect="1"/>
            </p:cNvGraphicFramePr>
            <p:nvPr/>
          </p:nvGraphicFramePr>
          <p:xfrm>
            <a:off x="793" y="3077"/>
            <a:ext cx="274" cy="464"/>
          </p:xfrm>
          <a:graphic>
            <a:graphicData uri="http://schemas.openxmlformats.org/presentationml/2006/ole">
              <mc:AlternateContent xmlns:mc="http://schemas.openxmlformats.org/markup-compatibility/2006">
                <mc:Choice xmlns:v="urn:schemas-microsoft-com:vml" Requires="v">
                  <p:oleObj r:id="rId8" imgW="222885" imgH="312420" progId="Equation.3">
                    <p:embed/>
                  </p:oleObj>
                </mc:Choice>
                <mc:Fallback>
                  <p:oleObj r:id="rId8" imgW="222885" imgH="312420" progId="Equation.3">
                    <p:embed/>
                    <p:pic>
                      <p:nvPicPr>
                        <p:cNvPr id="0" name="图片 3228"/>
                        <p:cNvPicPr/>
                        <p:nvPr/>
                      </p:nvPicPr>
                      <p:blipFill>
                        <a:blip r:embed="rId9">
                          <a:clrChange>
                            <a:clrFrom>
                              <a:srgbClr val="000000"/>
                            </a:clrFrom>
                            <a:clrTo>
                              <a:srgbClr val="FFFFFF"/>
                            </a:clrTo>
                          </a:clrChange>
                        </a:blip>
                        <a:stretch>
                          <a:fillRect/>
                        </a:stretch>
                      </p:blipFill>
                      <p:spPr>
                        <a:xfrm>
                          <a:off x="793" y="3077"/>
                          <a:ext cx="274" cy="464"/>
                        </a:xfrm>
                        <a:prstGeom prst="rect">
                          <a:avLst/>
                        </a:prstGeom>
                        <a:noFill/>
                        <a:ln w="38100">
                          <a:noFill/>
                          <a:miter/>
                        </a:ln>
                      </p:spPr>
                    </p:pic>
                  </p:oleObj>
                </mc:Fallback>
              </mc:AlternateContent>
            </a:graphicData>
          </a:graphic>
        </p:graphicFrame>
        <p:sp>
          <p:nvSpPr>
            <p:cNvPr id="56355" name="Line 159"/>
            <p:cNvSpPr/>
            <p:nvPr/>
          </p:nvSpPr>
          <p:spPr>
            <a:xfrm>
              <a:off x="1289" y="2876"/>
              <a:ext cx="2" cy="963"/>
            </a:xfrm>
            <a:prstGeom prst="line">
              <a:avLst/>
            </a:prstGeom>
            <a:ln w="28575" cap="flat" cmpd="sng">
              <a:solidFill>
                <a:srgbClr val="FFCC00"/>
              </a:solidFill>
              <a:prstDash val="solid"/>
              <a:headEnd type="none" w="med" len="med"/>
              <a:tailEnd type="none" w="med" len="med"/>
            </a:ln>
          </p:spPr>
        </p:sp>
        <p:sp>
          <p:nvSpPr>
            <p:cNvPr id="56356" name="Line 160"/>
            <p:cNvSpPr/>
            <p:nvPr/>
          </p:nvSpPr>
          <p:spPr>
            <a:xfrm flipV="1">
              <a:off x="4467" y="2886"/>
              <a:ext cx="7" cy="953"/>
            </a:xfrm>
            <a:prstGeom prst="line">
              <a:avLst/>
            </a:prstGeom>
            <a:ln w="28575" cap="flat" cmpd="sng">
              <a:solidFill>
                <a:srgbClr val="FFCC00"/>
              </a:solidFill>
              <a:prstDash val="solid"/>
              <a:headEnd type="none" w="med" len="med"/>
              <a:tailEnd type="none" w="med" len="med"/>
            </a:ln>
          </p:spPr>
        </p:sp>
        <p:sp>
          <p:nvSpPr>
            <p:cNvPr id="56357" name="Text Box 161"/>
            <p:cNvSpPr txBox="1"/>
            <p:nvPr/>
          </p:nvSpPr>
          <p:spPr>
            <a:xfrm>
              <a:off x="1872" y="2895"/>
              <a:ext cx="515"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6358" name="Text Box 162"/>
            <p:cNvSpPr txBox="1"/>
            <p:nvPr/>
          </p:nvSpPr>
          <p:spPr>
            <a:xfrm>
              <a:off x="3488" y="2896"/>
              <a:ext cx="54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6359" name="Rectangle 163"/>
            <p:cNvSpPr/>
            <p:nvPr/>
          </p:nvSpPr>
          <p:spPr>
            <a:xfrm>
              <a:off x="3470" y="282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6360" name="Rectangle 164"/>
            <p:cNvSpPr/>
            <p:nvPr/>
          </p:nvSpPr>
          <p:spPr>
            <a:xfrm>
              <a:off x="1881" y="282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56361" name="Group 165"/>
            <p:cNvGrpSpPr/>
            <p:nvPr/>
          </p:nvGrpSpPr>
          <p:grpSpPr>
            <a:xfrm>
              <a:off x="2979" y="3176"/>
              <a:ext cx="91" cy="363"/>
              <a:chOff x="1565" y="2614"/>
              <a:chExt cx="90" cy="486"/>
            </a:xfrm>
          </p:grpSpPr>
          <p:sp>
            <p:nvSpPr>
              <p:cNvPr id="56368" name="Arc 16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6369" name="Arc 16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6370" name="Arc 16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6371" name="Arc 16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56362" name="Group 170"/>
            <p:cNvGrpSpPr/>
            <p:nvPr/>
          </p:nvGrpSpPr>
          <p:grpSpPr>
            <a:xfrm rot="10800000">
              <a:off x="2562" y="3158"/>
              <a:ext cx="90" cy="363"/>
              <a:chOff x="1565" y="2614"/>
              <a:chExt cx="90" cy="486"/>
            </a:xfrm>
          </p:grpSpPr>
          <p:sp>
            <p:nvSpPr>
              <p:cNvPr id="56364" name="Arc 17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6365" name="Arc 17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6366" name="Arc 17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6367" name="Arc 17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56363" name="Rectangle 118"/>
            <p:cNvSpPr/>
            <p:nvPr/>
          </p:nvSpPr>
          <p:spPr>
            <a:xfrm>
              <a:off x="4404" y="321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0-#ppt_w/2"/>
                                          </p:val>
                                        </p:tav>
                                        <p:tav tm="100000">
                                          <p:val>
                                            <p:strVal val="#ppt_x"/>
                                          </p:val>
                                        </p:tav>
                                      </p:tavLst>
                                    </p:anim>
                                    <p:anim calcmode="lin" valueType="num">
                                      <p:cBhvr additive="base">
                                        <p:cTn id="8" dur="500" fill="hold"/>
                                        <p:tgtEl>
                                          <p:spTgt spid="1229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lt">
                                    <p:tmPct val="100000"/>
                                  </p:iterate>
                                  <p:childTnLst>
                                    <p:set>
                                      <p:cBhvr>
                                        <p:cTn id="12" dur="1" fill="hold">
                                          <p:stCondLst>
                                            <p:cond delay="0"/>
                                          </p:stCondLst>
                                        </p:cTn>
                                        <p:tgtEl>
                                          <p:spTgt spid="12360"/>
                                        </p:tgtEl>
                                        <p:attrNameLst>
                                          <p:attrName>style.visibility</p:attrName>
                                        </p:attrNameLst>
                                      </p:cBhvr>
                                      <p:to>
                                        <p:strVal val="visible"/>
                                      </p:to>
                                    </p:set>
                                    <p:animEffect transition="in" filter="wipe(left)">
                                      <p:cBhvr>
                                        <p:cTn id="13" dur="100"/>
                                        <p:tgtEl>
                                          <p:spTgt spid="1236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2361"/>
                                        </p:tgtEl>
                                        <p:attrNameLst>
                                          <p:attrName>style.visibility</p:attrName>
                                        </p:attrNameLst>
                                      </p:cBhvr>
                                      <p:to>
                                        <p:strVal val="visible"/>
                                      </p:to>
                                    </p:set>
                                    <p:anim calcmode="lin" valueType="num">
                                      <p:cBhvr additive="base">
                                        <p:cTn id="18" dur="500" fill="hold"/>
                                        <p:tgtEl>
                                          <p:spTgt spid="12361"/>
                                        </p:tgtEl>
                                        <p:attrNameLst>
                                          <p:attrName>ppt_x</p:attrName>
                                        </p:attrNameLst>
                                      </p:cBhvr>
                                      <p:tavLst>
                                        <p:tav tm="0">
                                          <p:val>
                                            <p:strVal val="0-#ppt_w/2"/>
                                          </p:val>
                                        </p:tav>
                                        <p:tav tm="100000">
                                          <p:val>
                                            <p:strVal val="#ppt_x"/>
                                          </p:val>
                                        </p:tav>
                                      </p:tavLst>
                                    </p:anim>
                                    <p:anim calcmode="lin" valueType="num">
                                      <p:cBhvr additive="base">
                                        <p:cTn id="19" dur="500" fill="hold"/>
                                        <p:tgtEl>
                                          <p:spTgt spid="1236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2463"/>
                                        </p:tgtEl>
                                        <p:attrNameLst>
                                          <p:attrName>style.visibility</p:attrName>
                                        </p:attrNameLst>
                                      </p:cBhvr>
                                      <p:to>
                                        <p:strVal val="visible"/>
                                      </p:to>
                                    </p:set>
                                    <p:animEffect transition="in" filter="blinds(horizontal)">
                                      <p:cBhvr>
                                        <p:cTn id="24" dur="500"/>
                                        <p:tgtEl>
                                          <p:spTgt spid="12463"/>
                                        </p:tgtEl>
                                      </p:cBhvr>
                                    </p:animEffect>
                                  </p:childTnLst>
                                </p:cTn>
                              </p:par>
                            </p:childTnLst>
                          </p:cTn>
                        </p:par>
                      </p:childTnLst>
                    </p:cTn>
                  </p:par>
                  <p:par>
                    <p:cTn id="25" fill="hold">
                      <p:stCondLst>
                        <p:cond delay="indefinite"/>
                      </p:stCondLst>
                      <p:childTnLst>
                        <p:par>
                          <p:cTn id="26" fill="hold">
                            <p:stCondLst>
                              <p:cond delay="0"/>
                            </p:stCondLst>
                            <p:childTnLst>
                              <p:par>
                                <p:cTn id="27" presetID="20" presetClass="entr" presetSubtype="0" fill="hold" grpId="0" nodeType="clickEffect">
                                  <p:stCondLst>
                                    <p:cond delay="0"/>
                                  </p:stCondLst>
                                  <p:childTnLst>
                                    <p:set>
                                      <p:cBhvr>
                                        <p:cTn id="28" dur="1" fill="hold">
                                          <p:stCondLst>
                                            <p:cond delay="0"/>
                                          </p:stCondLst>
                                        </p:cTn>
                                        <p:tgtEl>
                                          <p:spTgt spid="12362"/>
                                        </p:tgtEl>
                                        <p:attrNameLst>
                                          <p:attrName>style.visibility</p:attrName>
                                        </p:attrNameLst>
                                      </p:cBhvr>
                                      <p:to>
                                        <p:strVal val="visible"/>
                                      </p:to>
                                    </p:set>
                                    <p:animEffect transition="in" filter="wedge">
                                      <p:cBhvr>
                                        <p:cTn id="29" dur="2000"/>
                                        <p:tgtEl>
                                          <p:spTgt spid="12362"/>
                                        </p:tgtEl>
                                      </p:cBhvr>
                                    </p:animEffect>
                                  </p:childTnLst>
                                </p:cTn>
                              </p:par>
                            </p:childTnLst>
                          </p:cTn>
                        </p:par>
                      </p:childTnLst>
                    </p:cTn>
                  </p:par>
                  <p:par>
                    <p:cTn id="30" fill="hold">
                      <p:stCondLst>
                        <p:cond delay="indefinite"/>
                      </p:stCondLst>
                      <p:childTnLst>
                        <p:par>
                          <p:cTn id="31" fill="hold">
                            <p:stCondLst>
                              <p:cond delay="0"/>
                            </p:stCondLst>
                            <p:childTnLst>
                              <p:par>
                                <p:cTn id="32" presetID="20" presetClass="entr" presetSubtype="0" fill="hold" grpId="0" nodeType="clickEffect">
                                  <p:stCondLst>
                                    <p:cond delay="0"/>
                                  </p:stCondLst>
                                  <p:childTnLst>
                                    <p:set>
                                      <p:cBhvr>
                                        <p:cTn id="33" dur="1" fill="hold">
                                          <p:stCondLst>
                                            <p:cond delay="0"/>
                                          </p:stCondLst>
                                        </p:cTn>
                                        <p:tgtEl>
                                          <p:spTgt spid="12363"/>
                                        </p:tgtEl>
                                        <p:attrNameLst>
                                          <p:attrName>style.visibility</p:attrName>
                                        </p:attrNameLst>
                                      </p:cBhvr>
                                      <p:to>
                                        <p:strVal val="visible"/>
                                      </p:to>
                                    </p:set>
                                    <p:animEffect transition="in" filter="wedge">
                                      <p:cBhvr>
                                        <p:cTn id="34" dur="2000"/>
                                        <p:tgtEl>
                                          <p:spTgt spid="12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360" grpId="0"/>
      <p:bldP spid="12361" grpId="0"/>
      <p:bldP spid="12362" grpId="0" animBg="1"/>
      <p:bldP spid="1236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p:nvPr/>
        </p:nvSpPr>
        <p:spPr>
          <a:xfrm>
            <a:off x="468313" y="476250"/>
            <a:ext cx="2520950" cy="579438"/>
          </a:xfrm>
          <a:prstGeom prst="rect">
            <a:avLst/>
          </a:prstGeom>
          <a:noFill/>
          <a:ln w="9525">
            <a:noFill/>
          </a:ln>
          <a:effectLst>
            <a:prstShdw prst="shdw17" dist="17961" dir="2699999">
              <a:srgbClr val="991F00"/>
            </a:prstShdw>
          </a:effectLst>
        </p:spPr>
        <p:txBody>
          <a:bodyPr>
            <a:spAutoFit/>
          </a:bodyPr>
          <a:lstStyle/>
          <a:p>
            <a:pPr eaLnBrk="1" hangingPunct="1"/>
            <a:r>
              <a:rPr lang="en-US" altLang="zh-CN" sz="3200" b="1" dirty="0">
                <a:solidFill>
                  <a:schemeClr val="bg1"/>
                </a:solidFill>
                <a:latin typeface="楷体_GB2312" pitchFamily="49" charset="-122"/>
              </a:rPr>
              <a:t>2. </a:t>
            </a:r>
            <a:r>
              <a:rPr lang="zh-CN" altLang="en-US" sz="3200" b="1" dirty="0">
                <a:solidFill>
                  <a:schemeClr val="bg1"/>
                </a:solidFill>
                <a:latin typeface="楷体_GB2312" pitchFamily="49" charset="-122"/>
              </a:rPr>
              <a:t>分析方法</a:t>
            </a:r>
          </a:p>
        </p:txBody>
      </p:sp>
      <p:sp>
        <p:nvSpPr>
          <p:cNvPr id="11267" name="Text Box 3"/>
          <p:cNvSpPr txBox="1">
            <a:spLocks noChangeArrowheads="1"/>
          </p:cNvSpPr>
          <p:nvPr/>
        </p:nvSpPr>
        <p:spPr bwMode="auto">
          <a:xfrm>
            <a:off x="539750" y="1196975"/>
            <a:ext cx="2881313" cy="519113"/>
          </a:xfrm>
          <a:prstGeom prst="rect">
            <a:avLst/>
          </a:prstGeom>
          <a:noFill/>
          <a:ln>
            <a:noFill/>
          </a:ln>
          <a:effectLst>
            <a:prstShdw prst="shdw17" dist="17961" dir="2700000">
              <a:schemeClr val="hlink">
                <a:gamma/>
                <a:shade val="60000"/>
                <a:invGamma/>
              </a:schemeClr>
            </a:prstShdw>
          </a:effec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AutoNum type="circleNumDbPlain"/>
              <a:defRPr/>
            </a:pPr>
            <a:r>
              <a:rPr kumimoji="1" lang="zh-CN" altLang="en-US" sz="2800" b="1" i="0" u="none" strike="noStrike" kern="1200" cap="none" spc="0" normalizeH="0" baseline="0" noProof="0">
                <a:ln>
                  <a:noFill/>
                </a:ln>
                <a:solidFill>
                  <a:srgbClr val="FF9900"/>
                </a:solidFill>
                <a:effectLst/>
                <a:uLnTx/>
                <a:uFillTx/>
                <a:latin typeface="楷体_GB2312" pitchFamily="49" charset="-122"/>
                <a:ea typeface="楷体_GB2312" pitchFamily="49" charset="-122"/>
                <a:cs typeface="+mn-cs"/>
              </a:rPr>
              <a:t>方程法分析</a:t>
            </a:r>
          </a:p>
        </p:txBody>
      </p:sp>
      <p:sp>
        <p:nvSpPr>
          <p:cNvPr id="11315" name="AutoShape 51"/>
          <p:cNvSpPr/>
          <p:nvPr/>
        </p:nvSpPr>
        <p:spPr>
          <a:xfrm>
            <a:off x="755650" y="3141663"/>
            <a:ext cx="133350" cy="1009650"/>
          </a:xfrm>
          <a:prstGeom prst="leftBrace">
            <a:avLst>
              <a:gd name="adj1" fmla="val 63095"/>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11317" name="Text Box 53"/>
          <p:cNvSpPr txBox="1"/>
          <p:nvPr/>
        </p:nvSpPr>
        <p:spPr>
          <a:xfrm>
            <a:off x="395288" y="4292600"/>
            <a:ext cx="7848600" cy="579438"/>
          </a:xfrm>
          <a:prstGeom prst="rect">
            <a:avLst/>
          </a:prstGeom>
          <a:noFill/>
          <a:ln w="19050">
            <a:noFill/>
          </a:ln>
        </p:spPr>
        <p:txBody>
          <a:bodyPr>
            <a:spAutoFit/>
          </a:bodyPr>
          <a:lstStyle/>
          <a:p>
            <a:pPr eaLnBrk="1" hangingPunct="1">
              <a:spcBef>
                <a:spcPct val="50000"/>
              </a:spcBef>
            </a:pPr>
            <a:r>
              <a:rPr lang="zh-CN" altLang="en-US" b="1" dirty="0">
                <a:latin typeface="楷体_GB2312" pitchFamily="49" charset="-122"/>
              </a:rPr>
              <a:t>令</a:t>
            </a:r>
            <a:r>
              <a:rPr lang="zh-CN" altLang="en-US" b="1" dirty="0">
                <a:latin typeface="宋体" panose="02010600030101010101" pitchFamily="2" charset="-122"/>
                <a:ea typeface="宋体" panose="02010600030101010101" pitchFamily="2" charset="-122"/>
              </a:rPr>
              <a:t> </a:t>
            </a:r>
            <a:r>
              <a:rPr lang="zh-CN" altLang="en-US" b="1" i="1" dirty="0">
                <a:solidFill>
                  <a:schemeClr val="bg1"/>
                </a:solidFill>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Z</a:t>
            </a:r>
            <a:r>
              <a:rPr lang="en-US" altLang="zh-CN" sz="3200" baseline="-25000" dirty="0">
                <a:solidFill>
                  <a:schemeClr val="bg1"/>
                </a:solidFill>
                <a:latin typeface="Times New Roman" panose="02020603050405020304" pitchFamily="18" charset="0"/>
                <a:ea typeface="宋体" panose="02010600030101010101" pitchFamily="2" charset="-122"/>
              </a:rPr>
              <a:t>11</a:t>
            </a:r>
            <a:r>
              <a:rPr lang="en-US" altLang="zh-CN" sz="3200" dirty="0">
                <a:solidFill>
                  <a:schemeClr val="bg1"/>
                </a:solidFill>
                <a:latin typeface="Times New Roman" panose="02020603050405020304" pitchFamily="18" charset="0"/>
                <a:ea typeface="宋体" panose="02010600030101010101" pitchFamily="2" charset="-122"/>
              </a:rPr>
              <a:t>=</a:t>
            </a:r>
            <a:r>
              <a:rPr lang="en-US" altLang="zh-CN" sz="3200" i="1" dirty="0">
                <a:solidFill>
                  <a:schemeClr val="bg1"/>
                </a:solidFill>
                <a:latin typeface="Times New Roman" panose="02020603050405020304" pitchFamily="18" charset="0"/>
                <a:ea typeface="宋体" panose="02010600030101010101" pitchFamily="2" charset="-122"/>
              </a:rPr>
              <a:t>R</a:t>
            </a:r>
            <a:r>
              <a:rPr lang="en-US" altLang="zh-CN" sz="3200" baseline="-25000" dirty="0">
                <a:solidFill>
                  <a:schemeClr val="bg1"/>
                </a:solidFill>
                <a:latin typeface="Times New Roman" panose="02020603050405020304" pitchFamily="18" charset="0"/>
                <a:ea typeface="宋体" panose="02010600030101010101" pitchFamily="2" charset="-122"/>
              </a:rPr>
              <a:t>1</a:t>
            </a:r>
            <a:r>
              <a:rPr lang="en-US" altLang="zh-CN" sz="3200" dirty="0">
                <a:solidFill>
                  <a:schemeClr val="bg1"/>
                </a:solidFill>
                <a:latin typeface="Times New Roman" panose="02020603050405020304" pitchFamily="18" charset="0"/>
                <a:ea typeface="宋体" panose="02010600030101010101" pitchFamily="2" charset="-122"/>
              </a:rPr>
              <a:t>+j</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L</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zh-CN" altLang="en-US"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i="1" dirty="0">
                <a:solidFill>
                  <a:schemeClr val="bg1"/>
                </a:solidFill>
                <a:latin typeface="Times New Roman" panose="02020603050405020304" pitchFamily="18" charset="0"/>
                <a:ea typeface="宋体" panose="02010600030101010101" pitchFamily="2" charset="-122"/>
              </a:rPr>
              <a:t>Z</a:t>
            </a:r>
            <a:r>
              <a:rPr lang="en-US" altLang="zh-CN" sz="3200" baseline="-25000" dirty="0">
                <a:solidFill>
                  <a:schemeClr val="bg1"/>
                </a:solidFill>
                <a:latin typeface="Times New Roman" panose="02020603050405020304" pitchFamily="18" charset="0"/>
                <a:ea typeface="宋体" panose="02010600030101010101" pitchFamily="2" charset="-122"/>
              </a:rPr>
              <a:t>22</a:t>
            </a:r>
            <a:r>
              <a:rPr lang="en-US" altLang="zh-CN" sz="3200" dirty="0">
                <a:solidFill>
                  <a:schemeClr val="bg1"/>
                </a:solidFill>
                <a:latin typeface="Times New Roman" panose="02020603050405020304" pitchFamily="18" charset="0"/>
                <a:ea typeface="宋体" panose="02010600030101010101" pitchFamily="2" charset="-122"/>
              </a:rPr>
              <a:t>=(</a:t>
            </a:r>
            <a:r>
              <a:rPr lang="en-US" altLang="zh-CN" sz="3200" i="1" dirty="0">
                <a:solidFill>
                  <a:schemeClr val="bg1"/>
                </a:solidFill>
                <a:latin typeface="Times New Roman" panose="02020603050405020304" pitchFamily="18" charset="0"/>
                <a:ea typeface="宋体" panose="02010600030101010101" pitchFamily="2" charset="-122"/>
              </a:rPr>
              <a:t>R</a:t>
            </a:r>
            <a:r>
              <a:rPr lang="en-US" altLang="zh-CN" sz="3200" baseline="-25000" dirty="0">
                <a:solidFill>
                  <a:schemeClr val="bg1"/>
                </a:solidFill>
                <a:latin typeface="Times New Roman" panose="02020603050405020304" pitchFamily="18" charset="0"/>
                <a:ea typeface="宋体" panose="02010600030101010101" pitchFamily="2" charset="-122"/>
              </a:rPr>
              <a:t>2</a:t>
            </a:r>
            <a:r>
              <a:rPr lang="en-US" altLang="zh-CN" sz="3200" dirty="0">
                <a:solidFill>
                  <a:schemeClr val="bg1"/>
                </a:solidFill>
                <a:latin typeface="Times New Roman" panose="02020603050405020304" pitchFamily="18" charset="0"/>
                <a:ea typeface="宋体" panose="02010600030101010101" pitchFamily="2" charset="-122"/>
              </a:rPr>
              <a:t>+</a:t>
            </a:r>
            <a:r>
              <a:rPr lang="en-US" altLang="zh-CN" sz="3200" i="1" dirty="0">
                <a:solidFill>
                  <a:schemeClr val="bg1"/>
                </a:solidFill>
                <a:latin typeface="Times New Roman" panose="02020603050405020304" pitchFamily="18" charset="0"/>
                <a:ea typeface="宋体" panose="02010600030101010101" pitchFamily="2" charset="-122"/>
              </a:rPr>
              <a:t>R</a:t>
            </a:r>
            <a:r>
              <a:rPr lang="en-US" altLang="zh-CN" sz="3200" dirty="0">
                <a:solidFill>
                  <a:schemeClr val="bg1"/>
                </a:solidFill>
                <a:latin typeface="Times New Roman" panose="02020603050405020304" pitchFamily="18" charset="0"/>
                <a:ea typeface="宋体" panose="02010600030101010101" pitchFamily="2" charset="-122"/>
              </a:rPr>
              <a:t>)+j(</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L</a:t>
            </a:r>
            <a:r>
              <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X</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320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318" name="Text Box 54"/>
          <p:cNvSpPr txBox="1"/>
          <p:nvPr/>
        </p:nvSpPr>
        <p:spPr>
          <a:xfrm>
            <a:off x="755650" y="1989138"/>
            <a:ext cx="2520950" cy="519112"/>
          </a:xfrm>
          <a:prstGeom prst="rect">
            <a:avLst/>
          </a:prstGeom>
          <a:noFill/>
          <a:ln w="9525">
            <a:noFill/>
          </a:ln>
        </p:spPr>
        <p:txBody>
          <a:bodyPr>
            <a:spAutoFit/>
          </a:bodyPr>
          <a:lstStyle/>
          <a:p>
            <a:pPr eaLnBrk="1" hangingPunct="1">
              <a:spcBef>
                <a:spcPct val="50000"/>
              </a:spcBef>
            </a:pPr>
            <a:r>
              <a:rPr lang="zh-CN" altLang="en-US" b="1" dirty="0">
                <a:latin typeface="Arial" panose="020B0604020202020204" pitchFamily="34" charset="0"/>
              </a:rPr>
              <a:t>回路方程：</a:t>
            </a:r>
          </a:p>
        </p:txBody>
      </p:sp>
      <p:graphicFrame>
        <p:nvGraphicFramePr>
          <p:cNvPr id="11319" name="Object 55"/>
          <p:cNvGraphicFramePr>
            <a:graphicFrameLocks noChangeAspect="1"/>
          </p:cNvGraphicFramePr>
          <p:nvPr/>
        </p:nvGraphicFramePr>
        <p:xfrm>
          <a:off x="1331913" y="5013325"/>
          <a:ext cx="3152775" cy="730250"/>
        </p:xfrm>
        <a:graphic>
          <a:graphicData uri="http://schemas.openxmlformats.org/presentationml/2006/ole">
            <mc:AlternateContent xmlns:mc="http://schemas.openxmlformats.org/markup-compatibility/2006">
              <mc:Choice xmlns:v="urn:schemas-microsoft-com:vml" Requires="v">
                <p:oleObj r:id="rId2" imgW="1390015" imgH="319405" progId="Equation.3">
                  <p:embed/>
                </p:oleObj>
              </mc:Choice>
              <mc:Fallback>
                <p:oleObj r:id="rId2" imgW="1390015" imgH="319405" progId="Equation.3">
                  <p:embed/>
                  <p:pic>
                    <p:nvPicPr>
                      <p:cNvPr id="0" name="图片 3230"/>
                      <p:cNvPicPr/>
                      <p:nvPr/>
                    </p:nvPicPr>
                    <p:blipFill>
                      <a:blip r:embed="rId3">
                        <a:clrChange>
                          <a:clrFrom>
                            <a:srgbClr val="000000"/>
                          </a:clrFrom>
                          <a:clrTo>
                            <a:srgbClr val="FFFFFF"/>
                          </a:clrTo>
                        </a:clrChange>
                      </a:blip>
                      <a:stretch>
                        <a:fillRect/>
                      </a:stretch>
                    </p:blipFill>
                    <p:spPr>
                      <a:xfrm>
                        <a:off x="1331913" y="5013325"/>
                        <a:ext cx="3152775" cy="730250"/>
                      </a:xfrm>
                      <a:prstGeom prst="rect">
                        <a:avLst/>
                      </a:prstGeom>
                      <a:noFill/>
                      <a:ln w="38100">
                        <a:noFill/>
                        <a:miter/>
                      </a:ln>
                    </p:spPr>
                  </p:pic>
                </p:oleObj>
              </mc:Fallback>
            </mc:AlternateContent>
          </a:graphicData>
        </a:graphic>
      </p:graphicFrame>
      <p:graphicFrame>
        <p:nvGraphicFramePr>
          <p:cNvPr id="11320" name="Object 56"/>
          <p:cNvGraphicFramePr>
            <a:graphicFrameLocks noChangeAspect="1"/>
          </p:cNvGraphicFramePr>
          <p:nvPr/>
        </p:nvGraphicFramePr>
        <p:xfrm>
          <a:off x="1055688" y="5748338"/>
          <a:ext cx="3286125" cy="735012"/>
        </p:xfrm>
        <a:graphic>
          <a:graphicData uri="http://schemas.openxmlformats.org/presentationml/2006/ole">
            <mc:AlternateContent xmlns:mc="http://schemas.openxmlformats.org/markup-compatibility/2006">
              <mc:Choice xmlns:v="urn:schemas-microsoft-com:vml" Requires="v">
                <p:oleObj r:id="rId4" imgW="1435100" imgH="319405" progId="Equation.3">
                  <p:embed/>
                </p:oleObj>
              </mc:Choice>
              <mc:Fallback>
                <p:oleObj r:id="rId4" imgW="1435100" imgH="319405" progId="Equation.3">
                  <p:embed/>
                  <p:pic>
                    <p:nvPicPr>
                      <p:cNvPr id="0" name="图片 3229"/>
                      <p:cNvPicPr/>
                      <p:nvPr/>
                    </p:nvPicPr>
                    <p:blipFill>
                      <a:blip r:embed="rId5">
                        <a:clrChange>
                          <a:clrFrom>
                            <a:srgbClr val="000000"/>
                          </a:clrFrom>
                          <a:clrTo>
                            <a:srgbClr val="FFFFFF"/>
                          </a:clrTo>
                        </a:clrChange>
                      </a:blip>
                      <a:stretch>
                        <a:fillRect/>
                      </a:stretch>
                    </p:blipFill>
                    <p:spPr>
                      <a:xfrm>
                        <a:off x="1055688" y="5748338"/>
                        <a:ext cx="3286125" cy="735012"/>
                      </a:xfrm>
                      <a:prstGeom prst="rect">
                        <a:avLst/>
                      </a:prstGeom>
                      <a:noFill/>
                      <a:ln w="38100">
                        <a:noFill/>
                        <a:miter/>
                      </a:ln>
                    </p:spPr>
                  </p:pic>
                </p:oleObj>
              </mc:Fallback>
            </mc:AlternateContent>
          </a:graphicData>
        </a:graphic>
      </p:graphicFrame>
      <p:sp>
        <p:nvSpPr>
          <p:cNvPr id="11321" name="AutoShape 57"/>
          <p:cNvSpPr/>
          <p:nvPr/>
        </p:nvSpPr>
        <p:spPr>
          <a:xfrm>
            <a:off x="900113" y="5300663"/>
            <a:ext cx="133350" cy="1009650"/>
          </a:xfrm>
          <a:prstGeom prst="leftBrace">
            <a:avLst>
              <a:gd name="adj1" fmla="val 63095"/>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nvGrpSpPr>
          <p:cNvPr id="57354" name="Group 62"/>
          <p:cNvGrpSpPr/>
          <p:nvPr/>
        </p:nvGrpSpPr>
        <p:grpSpPr>
          <a:xfrm>
            <a:off x="8316913" y="6446838"/>
            <a:ext cx="792162" cy="366712"/>
            <a:chOff x="5193" y="4020"/>
            <a:chExt cx="499" cy="231"/>
          </a:xfrm>
        </p:grpSpPr>
        <p:pic>
          <p:nvPicPr>
            <p:cNvPr id="57406" name="Picture 63"/>
            <p:cNvPicPr>
              <a:picLocks noChangeAspect="1"/>
            </p:cNvPicPr>
            <p:nvPr/>
          </p:nvPicPr>
          <p:blipFill>
            <a:blip r:embed="rId6"/>
            <a:stretch>
              <a:fillRect/>
            </a:stretch>
          </p:blipFill>
          <p:spPr>
            <a:xfrm>
              <a:off x="5193" y="4066"/>
              <a:ext cx="499" cy="181"/>
            </a:xfrm>
            <a:prstGeom prst="rect">
              <a:avLst/>
            </a:prstGeom>
            <a:noFill/>
            <a:ln w="9525">
              <a:noFill/>
            </a:ln>
          </p:spPr>
        </p:pic>
        <p:sp>
          <p:nvSpPr>
            <p:cNvPr id="57407" name="Text Box 6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7355" name="Group 65"/>
          <p:cNvGrpSpPr/>
          <p:nvPr/>
        </p:nvGrpSpPr>
        <p:grpSpPr>
          <a:xfrm>
            <a:off x="7453313" y="6446838"/>
            <a:ext cx="792162" cy="366712"/>
            <a:chOff x="4649" y="4020"/>
            <a:chExt cx="499" cy="231"/>
          </a:xfrm>
        </p:grpSpPr>
        <p:pic>
          <p:nvPicPr>
            <p:cNvPr id="57404" name="Picture 66"/>
            <p:cNvPicPr>
              <a:picLocks noChangeAspect="1"/>
            </p:cNvPicPr>
            <p:nvPr/>
          </p:nvPicPr>
          <p:blipFill>
            <a:blip r:embed="rId6"/>
            <a:stretch>
              <a:fillRect/>
            </a:stretch>
          </p:blipFill>
          <p:spPr>
            <a:xfrm>
              <a:off x="4649" y="4066"/>
              <a:ext cx="499" cy="181"/>
            </a:xfrm>
            <a:prstGeom prst="rect">
              <a:avLst/>
            </a:prstGeom>
            <a:noFill/>
            <a:ln w="9525">
              <a:noFill/>
            </a:ln>
          </p:spPr>
        </p:pic>
        <p:sp>
          <p:nvSpPr>
            <p:cNvPr id="57405" name="Text Box 6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57356" name="Group 116"/>
          <p:cNvGrpSpPr/>
          <p:nvPr/>
        </p:nvGrpSpPr>
        <p:grpSpPr>
          <a:xfrm>
            <a:off x="6588125" y="6446838"/>
            <a:ext cx="792163" cy="366712"/>
            <a:chOff x="4649" y="4020"/>
            <a:chExt cx="499" cy="231"/>
          </a:xfrm>
        </p:grpSpPr>
        <p:pic>
          <p:nvPicPr>
            <p:cNvPr id="57402" name="Picture 117"/>
            <p:cNvPicPr>
              <a:picLocks noChangeAspect="1"/>
            </p:cNvPicPr>
            <p:nvPr/>
          </p:nvPicPr>
          <p:blipFill>
            <a:blip r:embed="rId6"/>
            <a:stretch>
              <a:fillRect/>
            </a:stretch>
          </p:blipFill>
          <p:spPr>
            <a:xfrm>
              <a:off x="4649" y="4066"/>
              <a:ext cx="499" cy="181"/>
            </a:xfrm>
            <a:prstGeom prst="rect">
              <a:avLst/>
            </a:prstGeom>
            <a:noFill/>
            <a:ln w="9525">
              <a:noFill/>
            </a:ln>
          </p:spPr>
        </p:pic>
        <p:sp>
          <p:nvSpPr>
            <p:cNvPr id="57403" name="Text Box 118">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1426" name="Group 162"/>
          <p:cNvGrpSpPr/>
          <p:nvPr/>
        </p:nvGrpSpPr>
        <p:grpSpPr>
          <a:xfrm>
            <a:off x="2987675" y="549275"/>
            <a:ext cx="5738813" cy="2100263"/>
            <a:chOff x="1882" y="346"/>
            <a:chExt cx="3615" cy="1323"/>
          </a:xfrm>
        </p:grpSpPr>
        <p:sp>
          <p:nvSpPr>
            <p:cNvPr id="57360" name="Text Box 139"/>
            <p:cNvSpPr txBox="1"/>
            <p:nvPr/>
          </p:nvSpPr>
          <p:spPr>
            <a:xfrm>
              <a:off x="3606" y="346"/>
              <a:ext cx="519"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57361" name="Group 161"/>
            <p:cNvGrpSpPr/>
            <p:nvPr/>
          </p:nvGrpSpPr>
          <p:grpSpPr>
            <a:xfrm>
              <a:off x="1882" y="527"/>
              <a:ext cx="3615" cy="1142"/>
              <a:chOff x="1446" y="392"/>
              <a:chExt cx="3615" cy="1142"/>
            </a:xfrm>
          </p:grpSpPr>
          <p:sp>
            <p:nvSpPr>
              <p:cNvPr id="57362" name="Text Box 120"/>
              <p:cNvSpPr txBox="1"/>
              <p:nvPr/>
            </p:nvSpPr>
            <p:spPr>
              <a:xfrm rot="-5400000">
                <a:off x="4416" y="889"/>
                <a:ext cx="962" cy="328"/>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Z=R+</a:t>
                </a: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rPr>
                  <a:t>X</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7363" name="Line 121"/>
              <p:cNvSpPr/>
              <p:nvPr/>
            </p:nvSpPr>
            <p:spPr>
              <a:xfrm flipV="1">
                <a:off x="3651" y="572"/>
                <a:ext cx="1089" cy="1"/>
              </a:xfrm>
              <a:prstGeom prst="line">
                <a:avLst/>
              </a:prstGeom>
              <a:ln w="28575" cap="flat" cmpd="sng">
                <a:solidFill>
                  <a:srgbClr val="FFCC00"/>
                </a:solidFill>
                <a:prstDash val="solid"/>
                <a:headEnd type="none" w="med" len="med"/>
                <a:tailEnd type="none" w="med" len="med"/>
              </a:ln>
            </p:spPr>
          </p:sp>
          <p:sp>
            <p:nvSpPr>
              <p:cNvPr id="57364" name="Line 122"/>
              <p:cNvSpPr/>
              <p:nvPr/>
            </p:nvSpPr>
            <p:spPr>
              <a:xfrm flipH="1" flipV="1">
                <a:off x="1882" y="573"/>
                <a:ext cx="1271" cy="0"/>
              </a:xfrm>
              <a:prstGeom prst="line">
                <a:avLst/>
              </a:prstGeom>
              <a:ln w="28575" cap="flat" cmpd="sng">
                <a:solidFill>
                  <a:srgbClr val="FFCC00"/>
                </a:solidFill>
                <a:prstDash val="solid"/>
                <a:headEnd type="none" w="med" len="med"/>
                <a:tailEnd type="none" w="med" len="med"/>
              </a:ln>
            </p:spPr>
          </p:sp>
          <p:sp>
            <p:nvSpPr>
              <p:cNvPr id="57365" name="Oval 123"/>
              <p:cNvSpPr/>
              <p:nvPr/>
            </p:nvSpPr>
            <p:spPr>
              <a:xfrm>
                <a:off x="1700" y="84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57366" name="Line 124"/>
              <p:cNvSpPr/>
              <p:nvPr/>
            </p:nvSpPr>
            <p:spPr>
              <a:xfrm flipH="1">
                <a:off x="3152" y="1208"/>
                <a:ext cx="0" cy="318"/>
              </a:xfrm>
              <a:prstGeom prst="line">
                <a:avLst/>
              </a:prstGeom>
              <a:ln w="28575" cap="flat" cmpd="sng">
                <a:solidFill>
                  <a:srgbClr val="FFCC00"/>
                </a:solidFill>
                <a:prstDash val="solid"/>
                <a:headEnd type="none" w="med" len="med"/>
                <a:tailEnd type="none" w="med" len="med"/>
              </a:ln>
            </p:spPr>
          </p:sp>
          <p:sp>
            <p:nvSpPr>
              <p:cNvPr id="57367" name="Line 125"/>
              <p:cNvSpPr/>
              <p:nvPr/>
            </p:nvSpPr>
            <p:spPr>
              <a:xfrm>
                <a:off x="3152" y="573"/>
                <a:ext cx="0" cy="272"/>
              </a:xfrm>
              <a:prstGeom prst="line">
                <a:avLst/>
              </a:prstGeom>
              <a:ln w="28575" cap="flat" cmpd="sng">
                <a:solidFill>
                  <a:srgbClr val="FFCC00"/>
                </a:solidFill>
                <a:prstDash val="solid"/>
                <a:headEnd type="none" w="med" len="med"/>
                <a:tailEnd type="none" w="med" len="med"/>
              </a:ln>
            </p:spPr>
          </p:sp>
          <p:sp>
            <p:nvSpPr>
              <p:cNvPr id="57368" name="Line 126"/>
              <p:cNvSpPr/>
              <p:nvPr/>
            </p:nvSpPr>
            <p:spPr>
              <a:xfrm>
                <a:off x="3650" y="1208"/>
                <a:ext cx="0" cy="318"/>
              </a:xfrm>
              <a:prstGeom prst="line">
                <a:avLst/>
              </a:prstGeom>
              <a:ln w="28575" cap="flat" cmpd="sng">
                <a:solidFill>
                  <a:srgbClr val="FFCC00"/>
                </a:solidFill>
                <a:prstDash val="solid"/>
                <a:headEnd type="none" w="med" len="med"/>
                <a:tailEnd type="none" w="med" len="med"/>
              </a:ln>
            </p:spPr>
          </p:sp>
          <p:sp>
            <p:nvSpPr>
              <p:cNvPr id="57369" name="Line 127"/>
              <p:cNvSpPr/>
              <p:nvPr/>
            </p:nvSpPr>
            <p:spPr>
              <a:xfrm>
                <a:off x="3650" y="573"/>
                <a:ext cx="0" cy="298"/>
              </a:xfrm>
              <a:prstGeom prst="line">
                <a:avLst/>
              </a:prstGeom>
              <a:ln w="28575" cap="flat" cmpd="sng">
                <a:solidFill>
                  <a:srgbClr val="FFCC00"/>
                </a:solidFill>
                <a:prstDash val="solid"/>
                <a:headEnd type="none" w="med" len="med"/>
                <a:tailEnd type="none" w="med" len="med"/>
              </a:ln>
            </p:spPr>
          </p:sp>
          <p:sp>
            <p:nvSpPr>
              <p:cNvPr id="57370" name="Line 128"/>
              <p:cNvSpPr/>
              <p:nvPr/>
            </p:nvSpPr>
            <p:spPr>
              <a:xfrm flipV="1">
                <a:off x="3650" y="1525"/>
                <a:ext cx="1090" cy="1"/>
              </a:xfrm>
              <a:prstGeom prst="line">
                <a:avLst/>
              </a:prstGeom>
              <a:ln w="28575" cap="flat" cmpd="sng">
                <a:solidFill>
                  <a:srgbClr val="FFCC00"/>
                </a:solidFill>
                <a:prstDash val="solid"/>
                <a:headEnd type="none" w="med" len="med"/>
                <a:tailEnd type="none" w="med" len="med"/>
              </a:ln>
            </p:spPr>
          </p:sp>
          <p:sp>
            <p:nvSpPr>
              <p:cNvPr id="57371" name="Line 129"/>
              <p:cNvSpPr/>
              <p:nvPr/>
            </p:nvSpPr>
            <p:spPr>
              <a:xfrm>
                <a:off x="4377" y="572"/>
                <a:ext cx="272" cy="0"/>
              </a:xfrm>
              <a:prstGeom prst="line">
                <a:avLst/>
              </a:prstGeom>
              <a:ln w="28575" cap="flat" cmpd="sng">
                <a:solidFill>
                  <a:srgbClr val="00FFFF"/>
                </a:solidFill>
                <a:prstDash val="solid"/>
                <a:headEnd type="none" w="med" len="med"/>
                <a:tailEnd type="triangle" w="med" len="med"/>
              </a:ln>
            </p:spPr>
          </p:sp>
          <p:sp>
            <p:nvSpPr>
              <p:cNvPr id="57372" name="Text Box 130"/>
              <p:cNvSpPr txBox="1"/>
              <p:nvPr/>
            </p:nvSpPr>
            <p:spPr>
              <a:xfrm>
                <a:off x="3150" y="618"/>
                <a:ext cx="228" cy="326"/>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7373" name="Text Box 131"/>
              <p:cNvSpPr txBox="1"/>
              <p:nvPr/>
            </p:nvSpPr>
            <p:spPr>
              <a:xfrm>
                <a:off x="3424" y="618"/>
                <a:ext cx="214" cy="328"/>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57374" name="Text Box 132"/>
              <p:cNvSpPr txBox="1"/>
              <p:nvPr/>
            </p:nvSpPr>
            <p:spPr>
              <a:xfrm>
                <a:off x="2680" y="891"/>
                <a:ext cx="533"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7375" name="Line 133"/>
              <p:cNvSpPr/>
              <p:nvPr/>
            </p:nvSpPr>
            <p:spPr>
              <a:xfrm>
                <a:off x="1972" y="573"/>
                <a:ext cx="272" cy="0"/>
              </a:xfrm>
              <a:prstGeom prst="line">
                <a:avLst/>
              </a:prstGeom>
              <a:ln w="38100" cap="flat" cmpd="sng">
                <a:solidFill>
                  <a:srgbClr val="00FFFF"/>
                </a:solidFill>
                <a:prstDash val="solid"/>
                <a:headEnd type="none" w="med" len="med"/>
                <a:tailEnd type="triangle" w="med" len="med"/>
              </a:ln>
            </p:spPr>
          </p:sp>
          <p:sp>
            <p:nvSpPr>
              <p:cNvPr id="57376" name="Arc 134"/>
              <p:cNvSpPr/>
              <p:nvPr/>
            </p:nvSpPr>
            <p:spPr>
              <a:xfrm rot="-10800000" flipV="1">
                <a:off x="3015" y="392"/>
                <a:ext cx="196" cy="216"/>
              </a:xfrm>
              <a:custGeom>
                <a:avLst/>
                <a:gdLst/>
                <a:ahLst/>
                <a:cxnLst>
                  <a:cxn ang="0">
                    <a:pos x="43" y="0"/>
                  </a:cxn>
                  <a:cxn ang="0">
                    <a:pos x="196" y="155"/>
                  </a:cxn>
                  <a:cxn ang="0">
                    <a:pos x="0" y="216"/>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57377" name="Arc 135"/>
              <p:cNvSpPr/>
              <p:nvPr/>
            </p:nvSpPr>
            <p:spPr>
              <a:xfrm rot="10800000" flipH="1" flipV="1">
                <a:off x="3650" y="392"/>
                <a:ext cx="198" cy="215"/>
              </a:xfrm>
              <a:custGeom>
                <a:avLst/>
                <a:gdLst/>
                <a:ahLst/>
                <a:cxnLst>
                  <a:cxn ang="0">
                    <a:pos x="44" y="0"/>
                  </a:cxn>
                  <a:cxn ang="0">
                    <a:pos x="198" y="154"/>
                  </a:cxn>
                  <a:cxn ang="0">
                    <a:pos x="0" y="215"/>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aphicFrame>
            <p:nvGraphicFramePr>
              <p:cNvPr id="57378" name="Object 136"/>
              <p:cNvGraphicFramePr>
                <a:graphicFrameLocks noChangeAspect="1"/>
              </p:cNvGraphicFramePr>
              <p:nvPr/>
            </p:nvGraphicFramePr>
            <p:xfrm>
              <a:off x="2018" y="410"/>
              <a:ext cx="211" cy="490"/>
            </p:xfrm>
            <a:graphic>
              <a:graphicData uri="http://schemas.openxmlformats.org/presentationml/2006/ole">
                <mc:AlternateContent xmlns:mc="http://schemas.openxmlformats.org/markup-compatibility/2006">
                  <mc:Choice xmlns:v="urn:schemas-microsoft-com:vml" Requires="v">
                    <p:oleObj r:id="rId7" imgW="163830" imgH="319405" progId="Equation.3">
                      <p:embed/>
                    </p:oleObj>
                  </mc:Choice>
                  <mc:Fallback>
                    <p:oleObj r:id="rId7" imgW="163830" imgH="319405" progId="Equation.3">
                      <p:embed/>
                      <p:pic>
                        <p:nvPicPr>
                          <p:cNvPr id="0" name="图片 3231"/>
                          <p:cNvPicPr/>
                          <p:nvPr/>
                        </p:nvPicPr>
                        <p:blipFill>
                          <a:blip r:embed="rId8">
                            <a:clrChange>
                              <a:clrFrom>
                                <a:srgbClr val="000000"/>
                              </a:clrFrom>
                              <a:clrTo>
                                <a:srgbClr val="FFFFFF"/>
                              </a:clrTo>
                            </a:clrChange>
                          </a:blip>
                          <a:stretch>
                            <a:fillRect/>
                          </a:stretch>
                        </p:blipFill>
                        <p:spPr>
                          <a:xfrm>
                            <a:off x="2018" y="410"/>
                            <a:ext cx="211" cy="490"/>
                          </a:xfrm>
                          <a:prstGeom prst="rect">
                            <a:avLst/>
                          </a:prstGeom>
                          <a:noFill/>
                          <a:ln w="38100">
                            <a:noFill/>
                            <a:miter/>
                          </a:ln>
                        </p:spPr>
                      </p:pic>
                    </p:oleObj>
                  </mc:Fallback>
                </mc:AlternateContent>
              </a:graphicData>
            </a:graphic>
          </p:graphicFrame>
          <p:graphicFrame>
            <p:nvGraphicFramePr>
              <p:cNvPr id="57379" name="Object 137"/>
              <p:cNvGraphicFramePr>
                <a:graphicFrameLocks noChangeAspect="1"/>
              </p:cNvGraphicFramePr>
              <p:nvPr/>
            </p:nvGraphicFramePr>
            <p:xfrm>
              <a:off x="4377" y="527"/>
              <a:ext cx="247" cy="408"/>
            </p:xfrm>
            <a:graphic>
              <a:graphicData uri="http://schemas.openxmlformats.org/presentationml/2006/ole">
                <mc:AlternateContent xmlns:mc="http://schemas.openxmlformats.org/markup-compatibility/2006">
                  <mc:Choice xmlns:v="urn:schemas-microsoft-com:vml" Requires="v">
                    <p:oleObj r:id="rId9" imgW="186055" imgH="297180" progId="Equation.3">
                      <p:embed/>
                    </p:oleObj>
                  </mc:Choice>
                  <mc:Fallback>
                    <p:oleObj r:id="rId9" imgW="186055" imgH="297180" progId="Equation.3">
                      <p:embed/>
                      <p:pic>
                        <p:nvPicPr>
                          <p:cNvPr id="0" name="图片 3232"/>
                          <p:cNvPicPr/>
                          <p:nvPr/>
                        </p:nvPicPr>
                        <p:blipFill>
                          <a:blip r:embed="rId10">
                            <a:clrChange>
                              <a:clrFrom>
                                <a:srgbClr val="000000"/>
                              </a:clrFrom>
                              <a:clrTo>
                                <a:srgbClr val="FFFFFF"/>
                              </a:clrTo>
                            </a:clrChange>
                          </a:blip>
                          <a:stretch>
                            <a:fillRect/>
                          </a:stretch>
                        </p:blipFill>
                        <p:spPr>
                          <a:xfrm>
                            <a:off x="4377" y="527"/>
                            <a:ext cx="247" cy="408"/>
                          </a:xfrm>
                          <a:prstGeom prst="rect">
                            <a:avLst/>
                          </a:prstGeom>
                          <a:noFill/>
                          <a:ln w="38100">
                            <a:noFill/>
                            <a:miter/>
                          </a:ln>
                        </p:spPr>
                      </p:pic>
                    </p:oleObj>
                  </mc:Fallback>
                </mc:AlternateContent>
              </a:graphicData>
            </a:graphic>
          </p:graphicFrame>
          <p:sp>
            <p:nvSpPr>
              <p:cNvPr id="57380" name="Text Box 138"/>
              <p:cNvSpPr txBox="1"/>
              <p:nvPr/>
            </p:nvSpPr>
            <p:spPr>
              <a:xfrm>
                <a:off x="3651" y="891"/>
                <a:ext cx="807"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7381" name="Line 140"/>
              <p:cNvSpPr/>
              <p:nvPr/>
            </p:nvSpPr>
            <p:spPr>
              <a:xfrm flipH="1">
                <a:off x="1881" y="1526"/>
                <a:ext cx="1271" cy="0"/>
              </a:xfrm>
              <a:prstGeom prst="line">
                <a:avLst/>
              </a:prstGeom>
              <a:ln w="28575" cap="flat" cmpd="sng">
                <a:solidFill>
                  <a:srgbClr val="FFCC00"/>
                </a:solidFill>
                <a:prstDash val="solid"/>
                <a:headEnd type="none" w="med" len="med"/>
                <a:tailEnd type="none" w="med" len="med"/>
              </a:ln>
            </p:spPr>
          </p:sp>
          <p:sp>
            <p:nvSpPr>
              <p:cNvPr id="57382" name="Text Box 141"/>
              <p:cNvSpPr txBox="1"/>
              <p:nvPr/>
            </p:nvSpPr>
            <p:spPr>
              <a:xfrm>
                <a:off x="1662" y="540"/>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7383" name="Text Box 142"/>
              <p:cNvSpPr txBox="1"/>
              <p:nvPr/>
            </p:nvSpPr>
            <p:spPr>
              <a:xfrm>
                <a:off x="1609" y="1163"/>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57384" name="Object 143"/>
              <p:cNvGraphicFramePr>
                <a:graphicFrameLocks noChangeAspect="1"/>
              </p:cNvGraphicFramePr>
              <p:nvPr/>
            </p:nvGraphicFramePr>
            <p:xfrm>
              <a:off x="1446" y="746"/>
              <a:ext cx="274" cy="464"/>
            </p:xfrm>
            <a:graphic>
              <a:graphicData uri="http://schemas.openxmlformats.org/presentationml/2006/ole">
                <mc:AlternateContent xmlns:mc="http://schemas.openxmlformats.org/markup-compatibility/2006">
                  <mc:Choice xmlns:v="urn:schemas-microsoft-com:vml" Requires="v">
                    <p:oleObj r:id="rId11" imgW="222885" imgH="312420" progId="Equation.3">
                      <p:embed/>
                    </p:oleObj>
                  </mc:Choice>
                  <mc:Fallback>
                    <p:oleObj r:id="rId11" imgW="222885" imgH="312420" progId="Equation.3">
                      <p:embed/>
                      <p:pic>
                        <p:nvPicPr>
                          <p:cNvPr id="0" name="图片 3233"/>
                          <p:cNvPicPr/>
                          <p:nvPr/>
                        </p:nvPicPr>
                        <p:blipFill>
                          <a:blip r:embed="rId12">
                            <a:clrChange>
                              <a:clrFrom>
                                <a:srgbClr val="000000"/>
                              </a:clrFrom>
                              <a:clrTo>
                                <a:srgbClr val="FFFFFF"/>
                              </a:clrTo>
                            </a:clrChange>
                          </a:blip>
                          <a:stretch>
                            <a:fillRect/>
                          </a:stretch>
                        </p:blipFill>
                        <p:spPr>
                          <a:xfrm>
                            <a:off x="1446" y="746"/>
                            <a:ext cx="274" cy="464"/>
                          </a:xfrm>
                          <a:prstGeom prst="rect">
                            <a:avLst/>
                          </a:prstGeom>
                          <a:noFill/>
                          <a:ln w="38100">
                            <a:noFill/>
                            <a:miter/>
                          </a:ln>
                        </p:spPr>
                      </p:pic>
                    </p:oleObj>
                  </mc:Fallback>
                </mc:AlternateContent>
              </a:graphicData>
            </a:graphic>
          </p:graphicFrame>
          <p:sp>
            <p:nvSpPr>
              <p:cNvPr id="57385" name="Line 144"/>
              <p:cNvSpPr/>
              <p:nvPr/>
            </p:nvSpPr>
            <p:spPr>
              <a:xfrm>
                <a:off x="1879" y="563"/>
                <a:ext cx="2" cy="963"/>
              </a:xfrm>
              <a:prstGeom prst="line">
                <a:avLst/>
              </a:prstGeom>
              <a:ln w="28575" cap="flat" cmpd="sng">
                <a:solidFill>
                  <a:srgbClr val="FFCC00"/>
                </a:solidFill>
                <a:prstDash val="solid"/>
                <a:headEnd type="none" w="med" len="med"/>
                <a:tailEnd type="none" w="med" len="med"/>
              </a:ln>
            </p:spPr>
          </p:sp>
          <p:sp>
            <p:nvSpPr>
              <p:cNvPr id="57386" name="Line 145"/>
              <p:cNvSpPr/>
              <p:nvPr/>
            </p:nvSpPr>
            <p:spPr>
              <a:xfrm flipV="1">
                <a:off x="4733" y="573"/>
                <a:ext cx="7" cy="953"/>
              </a:xfrm>
              <a:prstGeom prst="line">
                <a:avLst/>
              </a:prstGeom>
              <a:ln w="28575" cap="flat" cmpd="sng">
                <a:solidFill>
                  <a:srgbClr val="FFCC00"/>
                </a:solidFill>
                <a:prstDash val="solid"/>
                <a:headEnd type="none" w="med" len="med"/>
                <a:tailEnd type="none" w="med" len="med"/>
              </a:ln>
            </p:spPr>
          </p:sp>
          <p:sp>
            <p:nvSpPr>
              <p:cNvPr id="57387" name="Text Box 146"/>
              <p:cNvSpPr txBox="1"/>
              <p:nvPr/>
            </p:nvSpPr>
            <p:spPr>
              <a:xfrm>
                <a:off x="2462" y="582"/>
                <a:ext cx="515"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7388" name="Text Box 147"/>
              <p:cNvSpPr txBox="1"/>
              <p:nvPr/>
            </p:nvSpPr>
            <p:spPr>
              <a:xfrm>
                <a:off x="3969" y="572"/>
                <a:ext cx="54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7389" name="Rectangle 148"/>
              <p:cNvSpPr/>
              <p:nvPr/>
            </p:nvSpPr>
            <p:spPr>
              <a:xfrm>
                <a:off x="3988" y="51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7390" name="Rectangle 149"/>
              <p:cNvSpPr/>
              <p:nvPr/>
            </p:nvSpPr>
            <p:spPr>
              <a:xfrm>
                <a:off x="2471" y="51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57391" name="Group 150"/>
              <p:cNvGrpSpPr/>
              <p:nvPr/>
            </p:nvGrpSpPr>
            <p:grpSpPr>
              <a:xfrm>
                <a:off x="3569" y="863"/>
                <a:ext cx="91" cy="363"/>
                <a:chOff x="1565" y="2614"/>
                <a:chExt cx="90" cy="486"/>
              </a:xfrm>
            </p:grpSpPr>
            <p:sp>
              <p:nvSpPr>
                <p:cNvPr id="57398" name="Arc 15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7399" name="Arc 15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7400" name="Arc 15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7401" name="Arc 15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57392" name="Group 155"/>
              <p:cNvGrpSpPr/>
              <p:nvPr/>
            </p:nvGrpSpPr>
            <p:grpSpPr>
              <a:xfrm rot="10800000">
                <a:off x="3152" y="845"/>
                <a:ext cx="90" cy="363"/>
                <a:chOff x="1565" y="2614"/>
                <a:chExt cx="90" cy="486"/>
              </a:xfrm>
            </p:grpSpPr>
            <p:sp>
              <p:nvSpPr>
                <p:cNvPr id="57394" name="Arc 15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7395" name="Arc 15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7396" name="Arc 15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57397" name="Arc 15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57393" name="Rectangle 160"/>
              <p:cNvSpPr/>
              <p:nvPr/>
            </p:nvSpPr>
            <p:spPr>
              <a:xfrm>
                <a:off x="4670" y="90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grpSp>
      <p:graphicFrame>
        <p:nvGraphicFramePr>
          <p:cNvPr id="11427" name="Object 163"/>
          <p:cNvGraphicFramePr>
            <a:graphicFrameLocks noChangeAspect="1"/>
          </p:cNvGraphicFramePr>
          <p:nvPr/>
        </p:nvGraphicFramePr>
        <p:xfrm>
          <a:off x="1157288" y="2865438"/>
          <a:ext cx="4352925" cy="688975"/>
        </p:xfrm>
        <a:graphic>
          <a:graphicData uri="http://schemas.openxmlformats.org/presentationml/2006/ole">
            <mc:AlternateContent xmlns:mc="http://schemas.openxmlformats.org/markup-compatibility/2006">
              <mc:Choice xmlns:v="urn:schemas-microsoft-com:vml" Requires="v">
                <p:oleObj r:id="rId13" imgW="1732280" imgH="312420" progId="Equation.DSMT4">
                  <p:embed/>
                </p:oleObj>
              </mc:Choice>
              <mc:Fallback>
                <p:oleObj r:id="rId13" imgW="1732280" imgH="312420" progId="Equation.DSMT4">
                  <p:embed/>
                  <p:pic>
                    <p:nvPicPr>
                      <p:cNvPr id="0" name="图片 3235"/>
                      <p:cNvPicPr/>
                      <p:nvPr/>
                    </p:nvPicPr>
                    <p:blipFill>
                      <a:blip r:embed="rId14">
                        <a:clrChange>
                          <a:clrFrom>
                            <a:srgbClr val="000000"/>
                          </a:clrFrom>
                          <a:clrTo>
                            <a:srgbClr val="FFFFFF"/>
                          </a:clrTo>
                        </a:clrChange>
                      </a:blip>
                      <a:stretch>
                        <a:fillRect/>
                      </a:stretch>
                    </p:blipFill>
                    <p:spPr>
                      <a:xfrm>
                        <a:off x="1157288" y="2865438"/>
                        <a:ext cx="4352925" cy="688975"/>
                      </a:xfrm>
                      <a:prstGeom prst="rect">
                        <a:avLst/>
                      </a:prstGeom>
                      <a:noFill/>
                      <a:ln w="38100">
                        <a:noFill/>
                        <a:miter/>
                      </a:ln>
                    </p:spPr>
                  </p:pic>
                </p:oleObj>
              </mc:Fallback>
            </mc:AlternateContent>
          </a:graphicData>
        </a:graphic>
      </p:graphicFrame>
      <p:graphicFrame>
        <p:nvGraphicFramePr>
          <p:cNvPr id="11428" name="Object 164"/>
          <p:cNvGraphicFramePr>
            <a:graphicFrameLocks noChangeAspect="1"/>
          </p:cNvGraphicFramePr>
          <p:nvPr/>
        </p:nvGraphicFramePr>
        <p:xfrm>
          <a:off x="971550" y="3644900"/>
          <a:ext cx="5367338" cy="593725"/>
        </p:xfrm>
        <a:graphic>
          <a:graphicData uri="http://schemas.openxmlformats.org/presentationml/2006/ole">
            <mc:AlternateContent xmlns:mc="http://schemas.openxmlformats.org/markup-compatibility/2006">
              <mc:Choice xmlns:v="urn:schemas-microsoft-com:vml" Requires="v">
                <p:oleObj r:id="rId15" imgW="2230120" imgH="260350" progId="Equation.3">
                  <p:embed/>
                </p:oleObj>
              </mc:Choice>
              <mc:Fallback>
                <p:oleObj r:id="rId15" imgW="2230120" imgH="260350" progId="Equation.3">
                  <p:embed/>
                  <p:pic>
                    <p:nvPicPr>
                      <p:cNvPr id="0" name="图片 3238"/>
                      <p:cNvPicPr/>
                      <p:nvPr/>
                    </p:nvPicPr>
                    <p:blipFill>
                      <a:blip r:embed="rId16">
                        <a:clrChange>
                          <a:clrFrom>
                            <a:srgbClr val="000000"/>
                          </a:clrFrom>
                          <a:clrTo>
                            <a:srgbClr val="FFFFFF"/>
                          </a:clrTo>
                        </a:clrChange>
                      </a:blip>
                      <a:stretch>
                        <a:fillRect/>
                      </a:stretch>
                    </p:blipFill>
                    <p:spPr>
                      <a:xfrm>
                        <a:off x="971550" y="3644900"/>
                        <a:ext cx="5367338" cy="5937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0-#ppt_w/2"/>
                                          </p:val>
                                        </p:tav>
                                        <p:tav tm="100000">
                                          <p:val>
                                            <p:strVal val="#ppt_x"/>
                                          </p:val>
                                        </p:tav>
                                      </p:tavLst>
                                    </p:anim>
                                    <p:anim calcmode="lin" valueType="num">
                                      <p:cBhvr additive="base">
                                        <p:cTn id="8" dur="500" fill="hold"/>
                                        <p:tgtEl>
                                          <p:spTgt spid="112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1426"/>
                                        </p:tgtEl>
                                        <p:attrNameLst>
                                          <p:attrName>style.visibility</p:attrName>
                                        </p:attrNameLst>
                                      </p:cBhvr>
                                      <p:to>
                                        <p:strVal val="visible"/>
                                      </p:to>
                                    </p:set>
                                    <p:animEffect transition="in" filter="blinds(horizontal)">
                                      <p:cBhvr>
                                        <p:cTn id="13" dur="500"/>
                                        <p:tgtEl>
                                          <p:spTgt spid="1142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1267"/>
                                        </p:tgtEl>
                                        <p:attrNameLst>
                                          <p:attrName>style.visibility</p:attrName>
                                        </p:attrNameLst>
                                      </p:cBhvr>
                                      <p:to>
                                        <p:strVal val="visible"/>
                                      </p:to>
                                    </p:set>
                                    <p:anim calcmode="lin" valueType="num">
                                      <p:cBhvr additive="base">
                                        <p:cTn id="18" dur="500" fill="hold"/>
                                        <p:tgtEl>
                                          <p:spTgt spid="11267"/>
                                        </p:tgtEl>
                                        <p:attrNameLst>
                                          <p:attrName>ppt_x</p:attrName>
                                        </p:attrNameLst>
                                      </p:cBhvr>
                                      <p:tavLst>
                                        <p:tav tm="0">
                                          <p:val>
                                            <p:strVal val="0-#ppt_w/2"/>
                                          </p:val>
                                        </p:tav>
                                        <p:tav tm="100000">
                                          <p:val>
                                            <p:strVal val="#ppt_x"/>
                                          </p:val>
                                        </p:tav>
                                      </p:tavLst>
                                    </p:anim>
                                    <p:anim calcmode="lin" valueType="num">
                                      <p:cBhvr additive="base">
                                        <p:cTn id="19" dur="500" fill="hold"/>
                                        <p:tgtEl>
                                          <p:spTgt spid="1126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11318"/>
                                        </p:tgtEl>
                                        <p:attrNameLst>
                                          <p:attrName>style.visibility</p:attrName>
                                        </p:attrNameLst>
                                      </p:cBhvr>
                                      <p:to>
                                        <p:strVal val="visible"/>
                                      </p:to>
                                    </p:set>
                                    <p:animEffect transition="in" filter="slide(fromLeft)">
                                      <p:cBhvr>
                                        <p:cTn id="24" dur="500"/>
                                        <p:tgtEl>
                                          <p:spTgt spid="1131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11315"/>
                                        </p:tgtEl>
                                        <p:attrNameLst>
                                          <p:attrName>style.visibility</p:attrName>
                                        </p:attrNameLst>
                                      </p:cBhvr>
                                      <p:to>
                                        <p:strVal val="visible"/>
                                      </p:to>
                                    </p:se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11427"/>
                                        </p:tgtEl>
                                        <p:attrNameLst>
                                          <p:attrName>style.visibility</p:attrName>
                                        </p:attrNameLst>
                                      </p:cBhvr>
                                      <p:to>
                                        <p:strVal val="visible"/>
                                      </p:to>
                                    </p:set>
                                    <p:animEffect transition="in" filter="wipe(left)">
                                      <p:cBhvr>
                                        <p:cTn id="32" dur="2000"/>
                                        <p:tgtEl>
                                          <p:spTgt spid="114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428"/>
                                        </p:tgtEl>
                                        <p:attrNameLst>
                                          <p:attrName>style.visibility</p:attrName>
                                        </p:attrNameLst>
                                      </p:cBhvr>
                                      <p:to>
                                        <p:strVal val="visible"/>
                                      </p:to>
                                    </p:set>
                                    <p:animEffect transition="in" filter="wipe(left)">
                                      <p:cBhvr>
                                        <p:cTn id="37" dur="2000"/>
                                        <p:tgtEl>
                                          <p:spTgt spid="114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317"/>
                                        </p:tgtEl>
                                        <p:attrNameLst>
                                          <p:attrName>style.visibility</p:attrName>
                                        </p:attrNameLst>
                                      </p:cBhvr>
                                      <p:to>
                                        <p:strVal val="visible"/>
                                      </p:to>
                                    </p:set>
                                    <p:animEffect transition="in" filter="wipe(left)">
                                      <p:cBhvr>
                                        <p:cTn id="42" dur="2000"/>
                                        <p:tgtEl>
                                          <p:spTgt spid="113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319"/>
                                        </p:tgtEl>
                                        <p:attrNameLst>
                                          <p:attrName>style.visibility</p:attrName>
                                        </p:attrNameLst>
                                      </p:cBhvr>
                                      <p:to>
                                        <p:strVal val="visible"/>
                                      </p:to>
                                    </p:set>
                                    <p:animEffect transition="in" filter="wipe(left)">
                                      <p:cBhvr>
                                        <p:cTn id="47" dur="2000"/>
                                        <p:tgtEl>
                                          <p:spTgt spid="11319"/>
                                        </p:tgtEl>
                                      </p:cBhvr>
                                    </p:animEffect>
                                  </p:childTnLst>
                                </p:cTn>
                              </p:par>
                            </p:childTnLst>
                          </p:cTn>
                        </p:par>
                        <p:par>
                          <p:cTn id="48" fill="hold">
                            <p:stCondLst>
                              <p:cond delay="2000"/>
                            </p:stCondLst>
                            <p:childTnLst>
                              <p:par>
                                <p:cTn id="49" presetID="1" presetClass="entr" presetSubtype="0" fill="hold" nodeType="afterEffect">
                                  <p:stCondLst>
                                    <p:cond delay="0"/>
                                  </p:stCondLst>
                                  <p:childTnLst>
                                    <p:set>
                                      <p:cBhvr>
                                        <p:cTn id="50" dur="1" fill="hold">
                                          <p:stCondLst>
                                            <p:cond delay="499"/>
                                          </p:stCondLst>
                                        </p:cTn>
                                        <p:tgtEl>
                                          <p:spTgt spid="113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1320"/>
                                        </p:tgtEl>
                                        <p:attrNameLst>
                                          <p:attrName>style.visibility</p:attrName>
                                        </p:attrNameLst>
                                      </p:cBhvr>
                                      <p:to>
                                        <p:strVal val="visible"/>
                                      </p:to>
                                    </p:set>
                                    <p:animEffect transition="in" filter="wipe(left)">
                                      <p:cBhvr>
                                        <p:cTn id="55" dur="2000"/>
                                        <p:tgtEl>
                                          <p:spTgt spid="11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7" grpId="0"/>
      <p:bldP spid="11317" grpId="0"/>
      <p:bldP spid="1131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p:cNvGraphicFramePr>
            <a:graphicFrameLocks noChangeAspect="1"/>
          </p:cNvGraphicFramePr>
          <p:nvPr/>
        </p:nvGraphicFramePr>
        <p:xfrm>
          <a:off x="684213" y="260350"/>
          <a:ext cx="3444875" cy="1749425"/>
        </p:xfrm>
        <a:graphic>
          <a:graphicData uri="http://schemas.openxmlformats.org/presentationml/2006/ole">
            <mc:AlternateContent xmlns:mc="http://schemas.openxmlformats.org/markup-compatibility/2006">
              <mc:Choice xmlns:v="urn:schemas-microsoft-com:vml" Requires="v">
                <p:oleObj r:id="rId2" imgW="1612900" imgH="817880" progId="Equation.3">
                  <p:embed/>
                </p:oleObj>
              </mc:Choice>
              <mc:Fallback>
                <p:oleObj r:id="rId2" imgW="1612900" imgH="817880" progId="Equation.3">
                  <p:embed/>
                  <p:pic>
                    <p:nvPicPr>
                      <p:cNvPr id="0" name="图片 3236"/>
                      <p:cNvPicPr/>
                      <p:nvPr/>
                    </p:nvPicPr>
                    <p:blipFill>
                      <a:blip r:embed="rId3">
                        <a:clrChange>
                          <a:clrFrom>
                            <a:srgbClr val="000000"/>
                          </a:clrFrom>
                          <a:clrTo>
                            <a:srgbClr val="FFFFFF"/>
                          </a:clrTo>
                        </a:clrChange>
                      </a:blip>
                      <a:stretch>
                        <a:fillRect/>
                      </a:stretch>
                    </p:blipFill>
                    <p:spPr>
                      <a:xfrm>
                        <a:off x="684213" y="260350"/>
                        <a:ext cx="3444875" cy="1749425"/>
                      </a:xfrm>
                      <a:prstGeom prst="rect">
                        <a:avLst/>
                      </a:prstGeom>
                      <a:noFill/>
                      <a:ln w="38100">
                        <a:noFill/>
                        <a:miter/>
                      </a:ln>
                    </p:spPr>
                  </p:pic>
                </p:oleObj>
              </mc:Fallback>
            </mc:AlternateContent>
          </a:graphicData>
        </a:graphic>
      </p:graphicFrame>
      <p:graphicFrame>
        <p:nvGraphicFramePr>
          <p:cNvPr id="10243" name="Object 3"/>
          <p:cNvGraphicFramePr>
            <a:graphicFrameLocks noChangeAspect="1"/>
          </p:cNvGraphicFramePr>
          <p:nvPr/>
        </p:nvGraphicFramePr>
        <p:xfrm>
          <a:off x="3708400" y="333375"/>
          <a:ext cx="3497263" cy="1327150"/>
        </p:xfrm>
        <a:graphic>
          <a:graphicData uri="http://schemas.openxmlformats.org/presentationml/2006/ole">
            <mc:AlternateContent xmlns:mc="http://schemas.openxmlformats.org/markup-compatibility/2006">
              <mc:Choice xmlns:v="urn:schemas-microsoft-com:vml" Requires="v">
                <p:oleObj r:id="rId4" imgW="1635760" imgH="617220" progId="Equation.3">
                  <p:embed/>
                </p:oleObj>
              </mc:Choice>
              <mc:Fallback>
                <p:oleObj r:id="rId4" imgW="1635760" imgH="617220" progId="Equation.3">
                  <p:embed/>
                  <p:pic>
                    <p:nvPicPr>
                      <p:cNvPr id="0" name="图片 3237"/>
                      <p:cNvPicPr/>
                      <p:nvPr/>
                    </p:nvPicPr>
                    <p:blipFill>
                      <a:blip r:embed="rId5">
                        <a:clrChange>
                          <a:clrFrom>
                            <a:srgbClr val="000000"/>
                          </a:clrFrom>
                          <a:clrTo>
                            <a:srgbClr val="FFFFFF"/>
                          </a:clrTo>
                        </a:clrChange>
                      </a:blip>
                      <a:stretch>
                        <a:fillRect/>
                      </a:stretch>
                    </p:blipFill>
                    <p:spPr>
                      <a:xfrm>
                        <a:off x="3708400" y="333375"/>
                        <a:ext cx="3497263" cy="1327150"/>
                      </a:xfrm>
                      <a:prstGeom prst="rect">
                        <a:avLst/>
                      </a:prstGeom>
                      <a:noFill/>
                      <a:ln w="38100">
                        <a:noFill/>
                        <a:miter/>
                      </a:ln>
                    </p:spPr>
                  </p:pic>
                </p:oleObj>
              </mc:Fallback>
            </mc:AlternateContent>
          </a:graphicData>
        </a:graphic>
      </p:graphicFrame>
      <p:graphicFrame>
        <p:nvGraphicFramePr>
          <p:cNvPr id="10244" name="Object 4"/>
          <p:cNvGraphicFramePr>
            <a:graphicFrameLocks noChangeAspect="1"/>
          </p:cNvGraphicFramePr>
          <p:nvPr/>
        </p:nvGraphicFramePr>
        <p:xfrm>
          <a:off x="539750" y="1844675"/>
          <a:ext cx="3890963" cy="3084513"/>
        </p:xfrm>
        <a:graphic>
          <a:graphicData uri="http://schemas.openxmlformats.org/presentationml/2006/ole">
            <mc:AlternateContent xmlns:mc="http://schemas.openxmlformats.org/markup-compatibility/2006">
              <mc:Choice xmlns:v="urn:schemas-microsoft-com:vml" Requires="v">
                <p:oleObj r:id="rId6" imgW="1955165" imgH="1546225" progId="Equation.3">
                  <p:embed/>
                </p:oleObj>
              </mc:Choice>
              <mc:Fallback>
                <p:oleObj r:id="rId6" imgW="1955165" imgH="1546225" progId="Equation.3">
                  <p:embed/>
                  <p:pic>
                    <p:nvPicPr>
                      <p:cNvPr id="0" name="图片 3234"/>
                      <p:cNvPicPr/>
                      <p:nvPr/>
                    </p:nvPicPr>
                    <p:blipFill>
                      <a:blip r:embed="rId7">
                        <a:clrChange>
                          <a:clrFrom>
                            <a:srgbClr val="000000"/>
                          </a:clrFrom>
                          <a:clrTo>
                            <a:srgbClr val="FFFFFF"/>
                          </a:clrTo>
                        </a:clrChange>
                      </a:blip>
                      <a:stretch>
                        <a:fillRect/>
                      </a:stretch>
                    </p:blipFill>
                    <p:spPr>
                      <a:xfrm>
                        <a:off x="539750" y="1844675"/>
                        <a:ext cx="3890963" cy="3084513"/>
                      </a:xfrm>
                      <a:prstGeom prst="rect">
                        <a:avLst/>
                      </a:prstGeom>
                      <a:noFill/>
                      <a:ln w="38100">
                        <a:noFill/>
                        <a:miter/>
                      </a:ln>
                    </p:spPr>
                  </p:pic>
                </p:oleObj>
              </mc:Fallback>
            </mc:AlternateContent>
          </a:graphicData>
        </a:graphic>
      </p:graphicFrame>
      <p:sp>
        <p:nvSpPr>
          <p:cNvPr id="10281" name="Text Box 41"/>
          <p:cNvSpPr txBox="1">
            <a:spLocks noChangeArrowheads="1"/>
          </p:cNvSpPr>
          <p:nvPr/>
        </p:nvSpPr>
        <p:spPr bwMode="auto">
          <a:xfrm>
            <a:off x="611188" y="4868863"/>
            <a:ext cx="3455988" cy="519113"/>
          </a:xfrm>
          <a:prstGeom prst="rect">
            <a:avLst/>
          </a:prstGeom>
          <a:noFill/>
          <a:ln>
            <a:noFill/>
          </a:ln>
          <a:effectLst>
            <a:prstShdw prst="shdw17" dist="17961" dir="2700000">
              <a:schemeClr val="hlink">
                <a:gamma/>
                <a:shade val="60000"/>
                <a:invGamma/>
              </a:schemeClr>
            </a:prstShdw>
          </a:effec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AutoNum type="circleNumDbPlain" startAt="2"/>
              <a:defRPr/>
            </a:pPr>
            <a:r>
              <a:rPr kumimoji="1" lang="zh-CN" altLang="en-US" sz="2800" b="1" i="0" u="none" strike="noStrike" kern="1200" cap="none" spc="0" normalizeH="0" baseline="0" noProof="0">
                <a:ln>
                  <a:noFill/>
                </a:ln>
                <a:solidFill>
                  <a:srgbClr val="FF9900"/>
                </a:solidFill>
                <a:effectLst/>
                <a:uLnTx/>
                <a:uFillTx/>
                <a:latin typeface="楷体_GB2312" pitchFamily="49" charset="-122"/>
                <a:ea typeface="楷体_GB2312" pitchFamily="49" charset="-122"/>
                <a:cs typeface="+mn-cs"/>
              </a:rPr>
              <a:t>等效电路法分析</a:t>
            </a:r>
          </a:p>
        </p:txBody>
      </p:sp>
      <p:grpSp>
        <p:nvGrpSpPr>
          <p:cNvPr id="58374" name="Group 46"/>
          <p:cNvGrpSpPr/>
          <p:nvPr/>
        </p:nvGrpSpPr>
        <p:grpSpPr>
          <a:xfrm>
            <a:off x="8316913" y="6446838"/>
            <a:ext cx="792162" cy="366712"/>
            <a:chOff x="5193" y="4020"/>
            <a:chExt cx="499" cy="231"/>
          </a:xfrm>
        </p:grpSpPr>
        <p:pic>
          <p:nvPicPr>
            <p:cNvPr id="58408" name="Picture 47"/>
            <p:cNvPicPr>
              <a:picLocks noChangeAspect="1"/>
            </p:cNvPicPr>
            <p:nvPr/>
          </p:nvPicPr>
          <p:blipFill>
            <a:blip r:embed="rId8"/>
            <a:stretch>
              <a:fillRect/>
            </a:stretch>
          </p:blipFill>
          <p:spPr>
            <a:xfrm>
              <a:off x="5193" y="4066"/>
              <a:ext cx="499" cy="181"/>
            </a:xfrm>
            <a:prstGeom prst="rect">
              <a:avLst/>
            </a:prstGeom>
            <a:noFill/>
            <a:ln w="9525">
              <a:noFill/>
            </a:ln>
          </p:spPr>
        </p:pic>
        <p:sp>
          <p:nvSpPr>
            <p:cNvPr id="58409" name="Text Box 48">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8375" name="Group 49"/>
          <p:cNvGrpSpPr/>
          <p:nvPr/>
        </p:nvGrpSpPr>
        <p:grpSpPr>
          <a:xfrm>
            <a:off x="7453313" y="6446838"/>
            <a:ext cx="792162" cy="366712"/>
            <a:chOff x="4649" y="4020"/>
            <a:chExt cx="499" cy="231"/>
          </a:xfrm>
        </p:grpSpPr>
        <p:pic>
          <p:nvPicPr>
            <p:cNvPr id="58406" name="Picture 50"/>
            <p:cNvPicPr>
              <a:picLocks noChangeAspect="1"/>
            </p:cNvPicPr>
            <p:nvPr/>
          </p:nvPicPr>
          <p:blipFill>
            <a:blip r:embed="rId8"/>
            <a:stretch>
              <a:fillRect/>
            </a:stretch>
          </p:blipFill>
          <p:spPr>
            <a:xfrm>
              <a:off x="4649" y="4066"/>
              <a:ext cx="499" cy="181"/>
            </a:xfrm>
            <a:prstGeom prst="rect">
              <a:avLst/>
            </a:prstGeom>
            <a:noFill/>
            <a:ln w="9525">
              <a:noFill/>
            </a:ln>
          </p:spPr>
        </p:pic>
        <p:sp>
          <p:nvSpPr>
            <p:cNvPr id="58407" name="Text Box 51">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10329" name="Group 89"/>
          <p:cNvGrpSpPr/>
          <p:nvPr/>
        </p:nvGrpSpPr>
        <p:grpSpPr>
          <a:xfrm>
            <a:off x="4373563" y="1730375"/>
            <a:ext cx="3557587" cy="1698625"/>
            <a:chOff x="2755" y="1090"/>
            <a:chExt cx="2241" cy="1070"/>
          </a:xfrm>
        </p:grpSpPr>
        <p:sp>
          <p:nvSpPr>
            <p:cNvPr id="58395" name="Oval 56"/>
            <p:cNvSpPr/>
            <p:nvPr/>
          </p:nvSpPr>
          <p:spPr>
            <a:xfrm>
              <a:off x="3061" y="147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58396" name="Rectangle 57"/>
            <p:cNvSpPr/>
            <p:nvPr/>
          </p:nvSpPr>
          <p:spPr>
            <a:xfrm>
              <a:off x="3242" y="1207"/>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58397" name="Line 58"/>
            <p:cNvSpPr/>
            <p:nvPr/>
          </p:nvSpPr>
          <p:spPr>
            <a:xfrm>
              <a:off x="3288" y="1207"/>
              <a:ext cx="230" cy="0"/>
            </a:xfrm>
            <a:prstGeom prst="line">
              <a:avLst/>
            </a:prstGeom>
            <a:ln w="28575" cap="flat" cmpd="sng">
              <a:solidFill>
                <a:srgbClr val="00FFFF"/>
              </a:solidFill>
              <a:prstDash val="solid"/>
              <a:headEnd type="none" w="med" len="med"/>
              <a:tailEnd type="triangle" w="med" len="med"/>
            </a:ln>
          </p:spPr>
        </p:sp>
        <p:graphicFrame>
          <p:nvGraphicFramePr>
            <p:cNvPr id="58398" name="Object 59"/>
            <p:cNvGraphicFramePr>
              <a:graphicFrameLocks noChangeAspect="1"/>
            </p:cNvGraphicFramePr>
            <p:nvPr/>
          </p:nvGraphicFramePr>
          <p:xfrm>
            <a:off x="3307" y="1090"/>
            <a:ext cx="208" cy="387"/>
          </p:xfrm>
          <a:graphic>
            <a:graphicData uri="http://schemas.openxmlformats.org/presentationml/2006/ole">
              <mc:AlternateContent xmlns:mc="http://schemas.openxmlformats.org/markup-compatibility/2006">
                <mc:Choice xmlns:v="urn:schemas-microsoft-com:vml" Requires="v">
                  <p:oleObj r:id="rId9" imgW="163830" imgH="319405" progId="Equation.3">
                    <p:embed/>
                  </p:oleObj>
                </mc:Choice>
                <mc:Fallback>
                  <p:oleObj r:id="rId9" imgW="163830" imgH="319405" progId="Equation.3">
                    <p:embed/>
                    <p:pic>
                      <p:nvPicPr>
                        <p:cNvPr id="0" name="图片 3243"/>
                        <p:cNvPicPr/>
                        <p:nvPr/>
                      </p:nvPicPr>
                      <p:blipFill>
                        <a:blip r:embed="rId10">
                          <a:clrChange>
                            <a:clrFrom>
                              <a:srgbClr val="000000"/>
                            </a:clrFrom>
                            <a:clrTo>
                              <a:srgbClr val="FFFFFF"/>
                            </a:clrTo>
                          </a:clrChange>
                        </a:blip>
                        <a:stretch>
                          <a:fillRect/>
                        </a:stretch>
                      </p:blipFill>
                      <p:spPr>
                        <a:xfrm>
                          <a:off x="3307" y="1090"/>
                          <a:ext cx="208" cy="387"/>
                        </a:xfrm>
                        <a:prstGeom prst="rect">
                          <a:avLst/>
                        </a:prstGeom>
                        <a:noFill/>
                        <a:ln w="38100">
                          <a:noFill/>
                          <a:miter/>
                        </a:ln>
                      </p:spPr>
                    </p:pic>
                  </p:oleObj>
                </mc:Fallback>
              </mc:AlternateContent>
            </a:graphicData>
          </a:graphic>
        </p:graphicFrame>
        <p:sp>
          <p:nvSpPr>
            <p:cNvPr id="58399" name="Text Box 60"/>
            <p:cNvSpPr txBox="1"/>
            <p:nvPr/>
          </p:nvSpPr>
          <p:spPr>
            <a:xfrm>
              <a:off x="2925" y="1207"/>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8400" name="Text Box 61"/>
            <p:cNvSpPr txBox="1"/>
            <p:nvPr/>
          </p:nvSpPr>
          <p:spPr>
            <a:xfrm>
              <a:off x="2970" y="1797"/>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58401" name="Object 62"/>
            <p:cNvGraphicFramePr>
              <a:graphicFrameLocks noChangeAspect="1"/>
            </p:cNvGraphicFramePr>
            <p:nvPr/>
          </p:nvGraphicFramePr>
          <p:xfrm>
            <a:off x="2755" y="1434"/>
            <a:ext cx="287" cy="436"/>
          </p:xfrm>
          <a:graphic>
            <a:graphicData uri="http://schemas.openxmlformats.org/presentationml/2006/ole">
              <mc:AlternateContent xmlns:mc="http://schemas.openxmlformats.org/markup-compatibility/2006">
                <mc:Choice xmlns:v="urn:schemas-microsoft-com:vml" Requires="v">
                  <p:oleObj r:id="rId11" imgW="222885" imgH="312420" progId="Equation.3">
                    <p:embed/>
                  </p:oleObj>
                </mc:Choice>
                <mc:Fallback>
                  <p:oleObj r:id="rId11" imgW="222885" imgH="312420" progId="Equation.3">
                    <p:embed/>
                    <p:pic>
                      <p:nvPicPr>
                        <p:cNvPr id="0" name="图片 3244"/>
                        <p:cNvPicPr/>
                        <p:nvPr/>
                      </p:nvPicPr>
                      <p:blipFill>
                        <a:blip r:embed="rId12">
                          <a:clrChange>
                            <a:clrFrom>
                              <a:srgbClr val="000000"/>
                            </a:clrFrom>
                            <a:clrTo>
                              <a:srgbClr val="FFFFFF"/>
                            </a:clrTo>
                          </a:clrChange>
                        </a:blip>
                        <a:stretch>
                          <a:fillRect/>
                        </a:stretch>
                      </p:blipFill>
                      <p:spPr>
                        <a:xfrm>
                          <a:off x="2755" y="1434"/>
                          <a:ext cx="287" cy="436"/>
                        </a:xfrm>
                        <a:prstGeom prst="rect">
                          <a:avLst/>
                        </a:prstGeom>
                        <a:noFill/>
                        <a:ln w="38100">
                          <a:noFill/>
                          <a:miter/>
                        </a:ln>
                      </p:spPr>
                    </p:pic>
                  </p:oleObj>
                </mc:Fallback>
              </mc:AlternateContent>
            </a:graphicData>
          </a:graphic>
        </p:graphicFrame>
        <p:sp>
          <p:nvSpPr>
            <p:cNvPr id="58402" name="Text Box 63"/>
            <p:cNvSpPr txBox="1"/>
            <p:nvPr/>
          </p:nvSpPr>
          <p:spPr>
            <a:xfrm>
              <a:off x="3632" y="1226"/>
              <a:ext cx="394" cy="327"/>
            </a:xfrm>
            <a:prstGeom prst="rect">
              <a:avLst/>
            </a:prstGeom>
            <a:noFill/>
            <a:ln w="2857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r>
                <a:rPr lang="en-US" altLang="zh-CN" baseline="-25000" dirty="0">
                  <a:solidFill>
                    <a:schemeClr val="bg1"/>
                  </a:solidFill>
                  <a:latin typeface="Times New Roman" panose="02020603050405020304" pitchFamily="18" charset="0"/>
                  <a:ea typeface="宋体" panose="02010600030101010101" pitchFamily="2" charset="-122"/>
                </a:rPr>
                <a:t>11</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58403" name="Object 64"/>
            <p:cNvGraphicFramePr>
              <a:graphicFrameLocks noChangeAspect="1"/>
            </p:cNvGraphicFramePr>
            <p:nvPr/>
          </p:nvGraphicFramePr>
          <p:xfrm>
            <a:off x="4376" y="1389"/>
            <a:ext cx="620" cy="566"/>
          </p:xfrm>
          <a:graphic>
            <a:graphicData uri="http://schemas.openxmlformats.org/presentationml/2006/ole">
              <mc:AlternateContent xmlns:mc="http://schemas.openxmlformats.org/markup-compatibility/2006">
                <mc:Choice xmlns:v="urn:schemas-microsoft-com:vml" Requires="v">
                  <p:oleObj r:id="rId13" imgW="542925" imgH="497840" progId="Equation.3">
                    <p:embed/>
                  </p:oleObj>
                </mc:Choice>
                <mc:Fallback>
                  <p:oleObj r:id="rId13" imgW="542925" imgH="497840" progId="Equation.3">
                    <p:embed/>
                    <p:pic>
                      <p:nvPicPr>
                        <p:cNvPr id="0" name="图片 3245"/>
                        <p:cNvPicPr/>
                        <p:nvPr/>
                      </p:nvPicPr>
                      <p:blipFill>
                        <a:blip r:embed="rId14">
                          <a:clrChange>
                            <a:clrFrom>
                              <a:srgbClr val="000000"/>
                            </a:clrFrom>
                            <a:clrTo>
                              <a:srgbClr val="FFFFFF"/>
                            </a:clrTo>
                          </a:clrChange>
                        </a:blip>
                        <a:stretch>
                          <a:fillRect/>
                        </a:stretch>
                      </p:blipFill>
                      <p:spPr>
                        <a:xfrm>
                          <a:off x="4376" y="1389"/>
                          <a:ext cx="620" cy="566"/>
                        </a:xfrm>
                        <a:prstGeom prst="rect">
                          <a:avLst/>
                        </a:prstGeom>
                        <a:noFill/>
                        <a:ln w="38100">
                          <a:noFill/>
                          <a:miter/>
                        </a:ln>
                      </p:spPr>
                    </p:pic>
                  </p:oleObj>
                </mc:Fallback>
              </mc:AlternateContent>
            </a:graphicData>
          </a:graphic>
        </p:graphicFrame>
        <p:sp>
          <p:nvSpPr>
            <p:cNvPr id="58404" name="Rectangle 65"/>
            <p:cNvSpPr/>
            <p:nvPr/>
          </p:nvSpPr>
          <p:spPr>
            <a:xfrm>
              <a:off x="4267" y="147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8405" name="Rectangle 66"/>
            <p:cNvSpPr/>
            <p:nvPr/>
          </p:nvSpPr>
          <p:spPr>
            <a:xfrm>
              <a:off x="3651" y="114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10330" name="Group 90"/>
          <p:cNvGrpSpPr/>
          <p:nvPr/>
        </p:nvGrpSpPr>
        <p:grpSpPr>
          <a:xfrm>
            <a:off x="4932363" y="3644900"/>
            <a:ext cx="3173412" cy="2522538"/>
            <a:chOff x="3107" y="2296"/>
            <a:chExt cx="1999" cy="1589"/>
          </a:xfrm>
        </p:grpSpPr>
        <p:sp>
          <p:nvSpPr>
            <p:cNvPr id="58384" name="Oval 68"/>
            <p:cNvSpPr/>
            <p:nvPr/>
          </p:nvSpPr>
          <p:spPr>
            <a:xfrm>
              <a:off x="3407" y="320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58385" name="Rectangle 69"/>
            <p:cNvSpPr/>
            <p:nvPr/>
          </p:nvSpPr>
          <p:spPr>
            <a:xfrm>
              <a:off x="3588" y="2932"/>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58386" name="Text Box 70"/>
            <p:cNvSpPr txBox="1"/>
            <p:nvPr/>
          </p:nvSpPr>
          <p:spPr>
            <a:xfrm>
              <a:off x="3271" y="2932"/>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8387" name="Text Box 71"/>
            <p:cNvSpPr txBox="1"/>
            <p:nvPr/>
          </p:nvSpPr>
          <p:spPr>
            <a:xfrm>
              <a:off x="3316" y="3522"/>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58388" name="Object 72"/>
            <p:cNvGraphicFramePr>
              <a:graphicFrameLocks noChangeAspect="1"/>
            </p:cNvGraphicFramePr>
            <p:nvPr/>
          </p:nvGraphicFramePr>
          <p:xfrm>
            <a:off x="3107" y="3204"/>
            <a:ext cx="309" cy="399"/>
          </p:xfrm>
          <a:graphic>
            <a:graphicData uri="http://schemas.openxmlformats.org/presentationml/2006/ole">
              <mc:AlternateContent xmlns:mc="http://schemas.openxmlformats.org/markup-compatibility/2006">
                <mc:Choice xmlns:v="urn:schemas-microsoft-com:vml" Requires="v">
                  <p:oleObj r:id="rId15" imgW="274955" imgH="319405" progId="Equation.3">
                    <p:embed/>
                  </p:oleObj>
                </mc:Choice>
                <mc:Fallback>
                  <p:oleObj r:id="rId15" imgW="274955" imgH="319405" progId="Equation.3">
                    <p:embed/>
                    <p:pic>
                      <p:nvPicPr>
                        <p:cNvPr id="0" name="图片 3242"/>
                        <p:cNvPicPr/>
                        <p:nvPr/>
                      </p:nvPicPr>
                      <p:blipFill>
                        <a:blip r:embed="rId16">
                          <a:clrChange>
                            <a:clrFrom>
                              <a:srgbClr val="000000"/>
                            </a:clrFrom>
                            <a:clrTo>
                              <a:srgbClr val="FFFFFF"/>
                            </a:clrTo>
                          </a:clrChange>
                        </a:blip>
                        <a:stretch>
                          <a:fillRect/>
                        </a:stretch>
                      </p:blipFill>
                      <p:spPr>
                        <a:xfrm>
                          <a:off x="3107" y="3204"/>
                          <a:ext cx="309" cy="399"/>
                        </a:xfrm>
                        <a:prstGeom prst="rect">
                          <a:avLst/>
                        </a:prstGeom>
                        <a:noFill/>
                        <a:ln w="38100">
                          <a:noFill/>
                          <a:miter/>
                        </a:ln>
                      </p:spPr>
                    </p:pic>
                  </p:oleObj>
                </mc:Fallback>
              </mc:AlternateContent>
            </a:graphicData>
          </a:graphic>
        </p:graphicFrame>
        <p:sp>
          <p:nvSpPr>
            <p:cNvPr id="58389" name="Rectangle 73"/>
            <p:cNvSpPr/>
            <p:nvPr/>
          </p:nvSpPr>
          <p:spPr>
            <a:xfrm>
              <a:off x="4622" y="320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8390" name="Rectangle 74"/>
            <p:cNvSpPr/>
            <p:nvPr/>
          </p:nvSpPr>
          <p:spPr>
            <a:xfrm>
              <a:off x="3997" y="286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8391" name="Line 75"/>
            <p:cNvSpPr/>
            <p:nvPr/>
          </p:nvSpPr>
          <p:spPr>
            <a:xfrm rot="5400000">
              <a:off x="4561" y="3046"/>
              <a:ext cx="230" cy="0"/>
            </a:xfrm>
            <a:prstGeom prst="line">
              <a:avLst/>
            </a:prstGeom>
            <a:ln w="28575" cap="flat" cmpd="sng">
              <a:solidFill>
                <a:srgbClr val="00FFFF"/>
              </a:solidFill>
              <a:prstDash val="solid"/>
              <a:headEnd type="none" w="med" len="med"/>
              <a:tailEnd type="triangle" w="med" len="med"/>
            </a:ln>
          </p:spPr>
        </p:sp>
        <p:graphicFrame>
          <p:nvGraphicFramePr>
            <p:cNvPr id="58392" name="Object 76"/>
            <p:cNvGraphicFramePr>
              <a:graphicFrameLocks noChangeAspect="1"/>
            </p:cNvGraphicFramePr>
            <p:nvPr/>
          </p:nvGraphicFramePr>
          <p:xfrm>
            <a:off x="4694" y="2795"/>
            <a:ext cx="252" cy="405"/>
          </p:xfrm>
          <a:graphic>
            <a:graphicData uri="http://schemas.openxmlformats.org/presentationml/2006/ole">
              <mc:AlternateContent xmlns:mc="http://schemas.openxmlformats.org/markup-compatibility/2006">
                <mc:Choice xmlns:v="urn:schemas-microsoft-com:vml" Requires="v">
                  <p:oleObj r:id="rId17" imgW="186055" imgH="319405" progId="Equation.3">
                    <p:embed/>
                  </p:oleObj>
                </mc:Choice>
                <mc:Fallback>
                  <p:oleObj r:id="rId17" imgW="186055" imgH="319405" progId="Equation.3">
                    <p:embed/>
                    <p:pic>
                      <p:nvPicPr>
                        <p:cNvPr id="0" name="图片 3240"/>
                        <p:cNvPicPr/>
                        <p:nvPr/>
                      </p:nvPicPr>
                      <p:blipFill>
                        <a:blip r:embed="rId18">
                          <a:clrChange>
                            <a:clrFrom>
                              <a:srgbClr val="000000"/>
                            </a:clrFrom>
                            <a:clrTo>
                              <a:srgbClr val="FFFFFF"/>
                            </a:clrTo>
                          </a:clrChange>
                        </a:blip>
                        <a:stretch>
                          <a:fillRect/>
                        </a:stretch>
                      </p:blipFill>
                      <p:spPr>
                        <a:xfrm>
                          <a:off x="4694" y="2795"/>
                          <a:ext cx="252" cy="405"/>
                        </a:xfrm>
                        <a:prstGeom prst="rect">
                          <a:avLst/>
                        </a:prstGeom>
                        <a:noFill/>
                        <a:ln w="38100">
                          <a:noFill/>
                          <a:miter/>
                        </a:ln>
                      </p:spPr>
                    </p:pic>
                  </p:oleObj>
                </mc:Fallback>
              </mc:AlternateContent>
            </a:graphicData>
          </a:graphic>
        </p:graphicFrame>
        <p:sp>
          <p:nvSpPr>
            <p:cNvPr id="58393" name="Text Box 77"/>
            <p:cNvSpPr txBox="1"/>
            <p:nvPr/>
          </p:nvSpPr>
          <p:spPr>
            <a:xfrm>
              <a:off x="4712" y="3203"/>
              <a:ext cx="394" cy="288"/>
            </a:xfrm>
            <a:prstGeom prst="rect">
              <a:avLst/>
            </a:prstGeom>
            <a:noFill/>
            <a:ln w="28575">
              <a:noFill/>
            </a:ln>
          </p:spPr>
          <p:txBody>
            <a:bodyPr>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Z</a:t>
              </a:r>
              <a:r>
                <a:rPr lang="en-US" altLang="zh-CN" sz="2400" baseline="-25000" dirty="0">
                  <a:solidFill>
                    <a:schemeClr val="bg1"/>
                  </a:solidFill>
                  <a:latin typeface="Times New Roman" panose="02020603050405020304" pitchFamily="18" charset="0"/>
                  <a:ea typeface="宋体" panose="02010600030101010101" pitchFamily="2" charset="-122"/>
                </a:rPr>
                <a:t>22</a:t>
              </a:r>
              <a:endParaRPr lang="en-US" altLang="zh-CN" sz="2400" dirty="0">
                <a:solidFill>
                  <a:schemeClr val="bg1"/>
                </a:solidFill>
                <a:latin typeface="Times New Roman" panose="02020603050405020304" pitchFamily="18" charset="0"/>
                <a:ea typeface="宋体" panose="02010600030101010101" pitchFamily="2" charset="-122"/>
              </a:endParaRPr>
            </a:p>
          </p:txBody>
        </p:sp>
        <p:graphicFrame>
          <p:nvGraphicFramePr>
            <p:cNvPr id="58394" name="Object 78"/>
            <p:cNvGraphicFramePr>
              <a:graphicFrameLocks noChangeAspect="1"/>
            </p:cNvGraphicFramePr>
            <p:nvPr/>
          </p:nvGraphicFramePr>
          <p:xfrm>
            <a:off x="3787" y="2296"/>
            <a:ext cx="726" cy="594"/>
          </p:xfrm>
          <a:graphic>
            <a:graphicData uri="http://schemas.openxmlformats.org/presentationml/2006/ole">
              <mc:AlternateContent xmlns:mc="http://schemas.openxmlformats.org/markup-compatibility/2006">
                <mc:Choice xmlns:v="urn:schemas-microsoft-com:vml" Requires="v">
                  <p:oleObj r:id="rId19" imgW="535305" imgH="497840" progId="Equation.3">
                    <p:embed/>
                  </p:oleObj>
                </mc:Choice>
                <mc:Fallback>
                  <p:oleObj r:id="rId19" imgW="535305" imgH="497840" progId="Equation.3">
                    <p:embed/>
                    <p:pic>
                      <p:nvPicPr>
                        <p:cNvPr id="0" name="图片 3239"/>
                        <p:cNvPicPr/>
                        <p:nvPr/>
                      </p:nvPicPr>
                      <p:blipFill>
                        <a:blip r:embed="rId20">
                          <a:clrChange>
                            <a:clrFrom>
                              <a:srgbClr val="000000"/>
                            </a:clrFrom>
                            <a:clrTo>
                              <a:srgbClr val="FFFFFF"/>
                            </a:clrTo>
                          </a:clrChange>
                        </a:blip>
                        <a:stretch>
                          <a:fillRect/>
                        </a:stretch>
                      </p:blipFill>
                      <p:spPr>
                        <a:xfrm>
                          <a:off x="3787" y="2296"/>
                          <a:ext cx="726" cy="594"/>
                        </a:xfrm>
                        <a:prstGeom prst="rect">
                          <a:avLst/>
                        </a:prstGeom>
                        <a:noFill/>
                        <a:ln w="38100">
                          <a:noFill/>
                          <a:miter/>
                        </a:ln>
                      </p:spPr>
                    </p:pic>
                  </p:oleObj>
                </mc:Fallback>
              </mc:AlternateContent>
            </a:graphicData>
          </a:graphic>
        </p:graphicFrame>
      </p:grpSp>
      <p:sp>
        <p:nvSpPr>
          <p:cNvPr id="10319" name="AutoShape 79"/>
          <p:cNvSpPr/>
          <p:nvPr/>
        </p:nvSpPr>
        <p:spPr>
          <a:xfrm>
            <a:off x="7596188" y="692150"/>
            <a:ext cx="1368425" cy="1439863"/>
          </a:xfrm>
          <a:prstGeom prst="wedgeRoundRectCallout">
            <a:avLst>
              <a:gd name="adj1" fmla="val -117866"/>
              <a:gd name="adj2" fmla="val 59481"/>
              <a:gd name="adj3" fmla="val 16667"/>
            </a:avLst>
          </a:prstGeom>
          <a:blipFill rotWithShape="1">
            <a:blip r:embed="rId21"/>
          </a:blipFill>
          <a:ln w="9525">
            <a:noFill/>
          </a:ln>
        </p:spPr>
        <p:txBody>
          <a:bodyPr/>
          <a:lstStyle/>
          <a:p>
            <a:pPr eaLnBrk="1" hangingPunct="1"/>
            <a:r>
              <a:rPr lang="zh-CN" altLang="en-US" b="1" dirty="0">
                <a:solidFill>
                  <a:schemeClr val="tx1"/>
                </a:solidFill>
                <a:latin typeface="Arial" panose="020B0604020202020204" pitchFamily="34" charset="0"/>
              </a:rPr>
              <a:t>一次侧等效电路</a:t>
            </a:r>
          </a:p>
        </p:txBody>
      </p:sp>
      <p:sp>
        <p:nvSpPr>
          <p:cNvPr id="10320" name="AutoShape 80"/>
          <p:cNvSpPr/>
          <p:nvPr/>
        </p:nvSpPr>
        <p:spPr>
          <a:xfrm>
            <a:off x="7524750" y="3141663"/>
            <a:ext cx="1403350" cy="1441450"/>
          </a:xfrm>
          <a:prstGeom prst="wedgeRoundRectCallout">
            <a:avLst>
              <a:gd name="adj1" fmla="val -94569"/>
              <a:gd name="adj2" fmla="val 59801"/>
              <a:gd name="adj3" fmla="val 16667"/>
            </a:avLst>
          </a:prstGeom>
          <a:blipFill rotWithShape="1">
            <a:blip r:embed="rId21"/>
          </a:blipFill>
          <a:ln w="9525">
            <a:noFill/>
          </a:ln>
        </p:spPr>
        <p:txBody>
          <a:bodyPr/>
          <a:lstStyle/>
          <a:p>
            <a:pPr eaLnBrk="1" hangingPunct="1"/>
            <a:r>
              <a:rPr lang="zh-CN" altLang="en-US" b="1" dirty="0">
                <a:solidFill>
                  <a:schemeClr val="tx1"/>
                </a:solidFill>
                <a:latin typeface="Arial" panose="020B0604020202020204" pitchFamily="34" charset="0"/>
              </a:rPr>
              <a:t>二次侧等效电路</a:t>
            </a:r>
          </a:p>
        </p:txBody>
      </p:sp>
      <p:grpSp>
        <p:nvGrpSpPr>
          <p:cNvPr id="58380" name="Group 85"/>
          <p:cNvGrpSpPr/>
          <p:nvPr/>
        </p:nvGrpSpPr>
        <p:grpSpPr>
          <a:xfrm>
            <a:off x="6588125" y="6446838"/>
            <a:ext cx="792163" cy="366712"/>
            <a:chOff x="4649" y="4020"/>
            <a:chExt cx="499" cy="231"/>
          </a:xfrm>
        </p:grpSpPr>
        <p:pic>
          <p:nvPicPr>
            <p:cNvPr id="58382" name="Picture 86"/>
            <p:cNvPicPr>
              <a:picLocks noChangeAspect="1"/>
            </p:cNvPicPr>
            <p:nvPr/>
          </p:nvPicPr>
          <p:blipFill>
            <a:blip r:embed="rId8"/>
            <a:stretch>
              <a:fillRect/>
            </a:stretch>
          </p:blipFill>
          <p:spPr>
            <a:xfrm>
              <a:off x="4649" y="4066"/>
              <a:ext cx="499" cy="181"/>
            </a:xfrm>
            <a:prstGeom prst="rect">
              <a:avLst/>
            </a:prstGeom>
            <a:noFill/>
            <a:ln w="9525">
              <a:noFill/>
            </a:ln>
          </p:spPr>
        </p:pic>
        <p:sp>
          <p:nvSpPr>
            <p:cNvPr id="58383" name="Text Box 8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
        <p:nvSpPr>
          <p:cNvPr id="10328" name="Text Box 88"/>
          <p:cNvSpPr txBox="1"/>
          <p:nvPr/>
        </p:nvSpPr>
        <p:spPr>
          <a:xfrm>
            <a:off x="466725" y="5516563"/>
            <a:ext cx="5184775" cy="519112"/>
          </a:xfrm>
          <a:prstGeom prst="rect">
            <a:avLst/>
          </a:prstGeom>
          <a:noFill/>
          <a:ln w="9525">
            <a:noFill/>
          </a:ln>
        </p:spPr>
        <p:txBody>
          <a:bodyPr>
            <a:spAutoFit/>
          </a:bodyPr>
          <a:lstStyle/>
          <a:p>
            <a:pPr eaLnBrk="1" hangingPunct="1">
              <a:spcBef>
                <a:spcPct val="50000"/>
              </a:spcBef>
            </a:pPr>
            <a:r>
              <a:rPr lang="zh-CN" altLang="en-US" b="1" dirty="0">
                <a:latin typeface="Times New Roman" panose="02020603050405020304" pitchFamily="18" charset="0"/>
              </a:rPr>
              <a:t>根据以上表示式得等效电路。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strips(downRight)">
                                      <p:cBhvr>
                                        <p:cTn id="7" dur="20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strips(downRight)">
                                      <p:cBhvr>
                                        <p:cTn id="12" dur="2000"/>
                                        <p:tgtEl>
                                          <p:spTgt spid="102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4"/>
                                        </p:tgtEl>
                                        <p:attrNameLst>
                                          <p:attrName>style.visibility</p:attrName>
                                        </p:attrNameLst>
                                      </p:cBhvr>
                                      <p:to>
                                        <p:strVal val="visible"/>
                                      </p:to>
                                    </p:set>
                                    <p:animEffect transition="in" filter="wipe(left)">
                                      <p:cBhvr>
                                        <p:cTn id="17" dur="2000"/>
                                        <p:tgtEl>
                                          <p:spTgt spid="1024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0281"/>
                                        </p:tgtEl>
                                        <p:attrNameLst>
                                          <p:attrName>style.visibility</p:attrName>
                                        </p:attrNameLst>
                                      </p:cBhvr>
                                      <p:to>
                                        <p:strVal val="visible"/>
                                      </p:to>
                                    </p:set>
                                    <p:anim calcmode="lin" valueType="num">
                                      <p:cBhvr additive="base">
                                        <p:cTn id="22" dur="500" fill="hold"/>
                                        <p:tgtEl>
                                          <p:spTgt spid="10281"/>
                                        </p:tgtEl>
                                        <p:attrNameLst>
                                          <p:attrName>ppt_x</p:attrName>
                                        </p:attrNameLst>
                                      </p:cBhvr>
                                      <p:tavLst>
                                        <p:tav tm="0">
                                          <p:val>
                                            <p:strVal val="0-#ppt_w/2"/>
                                          </p:val>
                                        </p:tav>
                                        <p:tav tm="100000">
                                          <p:val>
                                            <p:strVal val="#ppt_x"/>
                                          </p:val>
                                        </p:tav>
                                      </p:tavLst>
                                    </p:anim>
                                    <p:anim calcmode="lin" valueType="num">
                                      <p:cBhvr additive="base">
                                        <p:cTn id="23" dur="500" fill="hold"/>
                                        <p:tgtEl>
                                          <p:spTgt spid="10281"/>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328"/>
                                        </p:tgtEl>
                                        <p:attrNameLst>
                                          <p:attrName>style.visibility</p:attrName>
                                        </p:attrNameLst>
                                      </p:cBhvr>
                                      <p:to>
                                        <p:strVal val="visible"/>
                                      </p:to>
                                    </p:set>
                                    <p:animEffect transition="in" filter="wipe(left)">
                                      <p:cBhvr>
                                        <p:cTn id="28" dur="500"/>
                                        <p:tgtEl>
                                          <p:spTgt spid="1032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0329"/>
                                        </p:tgtEl>
                                        <p:attrNameLst>
                                          <p:attrName>style.visibility</p:attrName>
                                        </p:attrNameLst>
                                      </p:cBhvr>
                                      <p:to>
                                        <p:strVal val="visible"/>
                                      </p:to>
                                    </p:set>
                                    <p:animEffect transition="in" filter="blinds(horizontal)">
                                      <p:cBhvr>
                                        <p:cTn id="33" dur="500"/>
                                        <p:tgtEl>
                                          <p:spTgt spid="10329"/>
                                        </p:tgtEl>
                                      </p:cBhvr>
                                    </p:animEffect>
                                  </p:childTnLst>
                                </p:cTn>
                              </p:par>
                            </p:childTnLst>
                          </p:cTn>
                        </p:par>
                        <p:par>
                          <p:cTn id="34" fill="hold">
                            <p:stCondLst>
                              <p:cond delay="500"/>
                            </p:stCondLst>
                            <p:childTnLst>
                              <p:par>
                                <p:cTn id="35" presetID="20" presetClass="entr" presetSubtype="0" fill="hold" grpId="0" nodeType="afterEffect">
                                  <p:stCondLst>
                                    <p:cond delay="0"/>
                                  </p:stCondLst>
                                  <p:childTnLst>
                                    <p:set>
                                      <p:cBhvr>
                                        <p:cTn id="36" dur="1" fill="hold">
                                          <p:stCondLst>
                                            <p:cond delay="0"/>
                                          </p:stCondLst>
                                        </p:cTn>
                                        <p:tgtEl>
                                          <p:spTgt spid="10319"/>
                                        </p:tgtEl>
                                        <p:attrNameLst>
                                          <p:attrName>style.visibility</p:attrName>
                                        </p:attrNameLst>
                                      </p:cBhvr>
                                      <p:to>
                                        <p:strVal val="visible"/>
                                      </p:to>
                                    </p:set>
                                    <p:animEffect transition="in" filter="wedge">
                                      <p:cBhvr>
                                        <p:cTn id="37" dur="2000"/>
                                        <p:tgtEl>
                                          <p:spTgt spid="103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0330"/>
                                        </p:tgtEl>
                                        <p:attrNameLst>
                                          <p:attrName>style.visibility</p:attrName>
                                        </p:attrNameLst>
                                      </p:cBhvr>
                                      <p:to>
                                        <p:strVal val="visible"/>
                                      </p:to>
                                    </p:set>
                                    <p:animEffect transition="in" filter="blinds(horizontal)">
                                      <p:cBhvr>
                                        <p:cTn id="42" dur="500"/>
                                        <p:tgtEl>
                                          <p:spTgt spid="10330"/>
                                        </p:tgtEl>
                                      </p:cBhvr>
                                    </p:animEffect>
                                  </p:childTnLst>
                                </p:cTn>
                              </p:par>
                            </p:childTnLst>
                          </p:cTn>
                        </p:par>
                        <p:par>
                          <p:cTn id="43" fill="hold">
                            <p:stCondLst>
                              <p:cond delay="500"/>
                            </p:stCondLst>
                            <p:childTnLst>
                              <p:par>
                                <p:cTn id="44" presetID="20" presetClass="entr" presetSubtype="0" fill="hold" grpId="0" nodeType="afterEffect">
                                  <p:stCondLst>
                                    <p:cond delay="0"/>
                                  </p:stCondLst>
                                  <p:childTnLst>
                                    <p:set>
                                      <p:cBhvr>
                                        <p:cTn id="45" dur="1" fill="hold">
                                          <p:stCondLst>
                                            <p:cond delay="0"/>
                                          </p:stCondLst>
                                        </p:cTn>
                                        <p:tgtEl>
                                          <p:spTgt spid="10320"/>
                                        </p:tgtEl>
                                        <p:attrNameLst>
                                          <p:attrName>style.visibility</p:attrName>
                                        </p:attrNameLst>
                                      </p:cBhvr>
                                      <p:to>
                                        <p:strVal val="visible"/>
                                      </p:to>
                                    </p:set>
                                    <p:animEffect transition="in" filter="wedge">
                                      <p:cBhvr>
                                        <p:cTn id="46" dur="2000"/>
                                        <p:tgtEl>
                                          <p:spTgt spid="10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1" grpId="0"/>
      <p:bldP spid="10319" grpId="0" animBg="1"/>
      <p:bldP spid="10320" grpId="0" animBg="1"/>
      <p:bldP spid="1032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p:cNvGraphicFramePr>
            <a:graphicFrameLocks noChangeAspect="1"/>
          </p:cNvGraphicFramePr>
          <p:nvPr/>
        </p:nvGraphicFramePr>
        <p:xfrm>
          <a:off x="539750" y="476250"/>
          <a:ext cx="5391150" cy="2185988"/>
        </p:xfrm>
        <a:graphic>
          <a:graphicData uri="http://schemas.openxmlformats.org/presentationml/2006/ole">
            <mc:AlternateContent xmlns:mc="http://schemas.openxmlformats.org/markup-compatibility/2006">
              <mc:Choice xmlns:v="urn:schemas-microsoft-com:vml" Requires="v">
                <p:oleObj r:id="rId2" imgW="2475865" imgH="1003300" progId="Equation.3">
                  <p:embed/>
                </p:oleObj>
              </mc:Choice>
              <mc:Fallback>
                <p:oleObj r:id="rId2" imgW="2475865" imgH="1003300" progId="Equation.3">
                  <p:embed/>
                  <p:pic>
                    <p:nvPicPr>
                      <p:cNvPr id="0" name="图片 3241"/>
                      <p:cNvPicPr/>
                      <p:nvPr/>
                    </p:nvPicPr>
                    <p:blipFill>
                      <a:blip r:embed="rId3">
                        <a:clrChange>
                          <a:clrFrom>
                            <a:srgbClr val="000000"/>
                          </a:clrFrom>
                          <a:clrTo>
                            <a:srgbClr val="FFFFFF"/>
                          </a:clrTo>
                        </a:clrChange>
                      </a:blip>
                      <a:stretch>
                        <a:fillRect/>
                      </a:stretch>
                    </p:blipFill>
                    <p:spPr>
                      <a:xfrm>
                        <a:off x="539750" y="476250"/>
                        <a:ext cx="5391150" cy="2185988"/>
                      </a:xfrm>
                      <a:prstGeom prst="rect">
                        <a:avLst/>
                      </a:prstGeom>
                      <a:noFill/>
                      <a:ln w="38100">
                        <a:noFill/>
                        <a:miter/>
                      </a:ln>
                    </p:spPr>
                  </p:pic>
                </p:oleObj>
              </mc:Fallback>
            </mc:AlternateContent>
          </a:graphicData>
        </a:graphic>
      </p:graphicFrame>
      <p:graphicFrame>
        <p:nvGraphicFramePr>
          <p:cNvPr id="9220" name="Object 4"/>
          <p:cNvGraphicFramePr>
            <a:graphicFrameLocks noChangeAspect="1"/>
          </p:cNvGraphicFramePr>
          <p:nvPr/>
        </p:nvGraphicFramePr>
        <p:xfrm>
          <a:off x="539750" y="3571875"/>
          <a:ext cx="400050" cy="504825"/>
        </p:xfrm>
        <a:graphic>
          <a:graphicData uri="http://schemas.openxmlformats.org/presentationml/2006/ole">
            <mc:AlternateContent xmlns:mc="http://schemas.openxmlformats.org/markup-compatibility/2006">
              <mc:Choice xmlns:v="urn:schemas-microsoft-com:vml" Requires="v">
                <p:oleObj r:id="rId4" imgW="186055" imgH="238125" progId="Equation.3">
                  <p:embed/>
                </p:oleObj>
              </mc:Choice>
              <mc:Fallback>
                <p:oleObj r:id="rId4" imgW="186055" imgH="238125" progId="Equation.3">
                  <p:embed/>
                  <p:pic>
                    <p:nvPicPr>
                      <p:cNvPr id="0" name="图片 3248"/>
                      <p:cNvPicPr/>
                      <p:nvPr/>
                    </p:nvPicPr>
                    <p:blipFill>
                      <a:blip r:embed="rId5">
                        <a:clrChange>
                          <a:clrFrom>
                            <a:srgbClr val="000000"/>
                          </a:clrFrom>
                          <a:clrTo>
                            <a:srgbClr val="FFFFFF"/>
                          </a:clrTo>
                        </a:clrChange>
                      </a:blip>
                      <a:stretch>
                        <a:fillRect/>
                      </a:stretch>
                    </p:blipFill>
                    <p:spPr>
                      <a:xfrm>
                        <a:off x="539750" y="3571875"/>
                        <a:ext cx="400050" cy="504825"/>
                      </a:xfrm>
                      <a:prstGeom prst="rect">
                        <a:avLst/>
                      </a:prstGeom>
                      <a:noFill/>
                      <a:ln w="38100">
                        <a:noFill/>
                        <a:miter/>
                      </a:ln>
                    </p:spPr>
                  </p:pic>
                </p:oleObj>
              </mc:Fallback>
            </mc:AlternateContent>
          </a:graphicData>
        </a:graphic>
      </p:graphicFrame>
      <p:graphicFrame>
        <p:nvGraphicFramePr>
          <p:cNvPr id="9221" name="Object 5"/>
          <p:cNvGraphicFramePr>
            <a:graphicFrameLocks noChangeAspect="1"/>
          </p:cNvGraphicFramePr>
          <p:nvPr/>
        </p:nvGraphicFramePr>
        <p:xfrm>
          <a:off x="539750" y="4581525"/>
          <a:ext cx="449263" cy="501650"/>
        </p:xfrm>
        <a:graphic>
          <a:graphicData uri="http://schemas.openxmlformats.org/presentationml/2006/ole">
            <mc:AlternateContent xmlns:mc="http://schemas.openxmlformats.org/markup-compatibility/2006">
              <mc:Choice xmlns:v="urn:schemas-microsoft-com:vml" Requires="v">
                <p:oleObj r:id="rId6" imgW="208280" imgH="238125" progId="Equation.3">
                  <p:embed/>
                </p:oleObj>
              </mc:Choice>
              <mc:Fallback>
                <p:oleObj r:id="rId6" imgW="208280" imgH="238125" progId="Equation.3">
                  <p:embed/>
                  <p:pic>
                    <p:nvPicPr>
                      <p:cNvPr id="0" name="图片 3252"/>
                      <p:cNvPicPr/>
                      <p:nvPr/>
                    </p:nvPicPr>
                    <p:blipFill>
                      <a:blip r:embed="rId7">
                        <a:clrChange>
                          <a:clrFrom>
                            <a:srgbClr val="000000"/>
                          </a:clrFrom>
                          <a:clrTo>
                            <a:srgbClr val="FFFFFF"/>
                          </a:clrTo>
                        </a:clrChange>
                      </a:blip>
                      <a:stretch>
                        <a:fillRect/>
                      </a:stretch>
                    </p:blipFill>
                    <p:spPr>
                      <a:xfrm>
                        <a:off x="539750" y="4581525"/>
                        <a:ext cx="449263" cy="501650"/>
                      </a:xfrm>
                      <a:prstGeom prst="rect">
                        <a:avLst/>
                      </a:prstGeom>
                      <a:noFill/>
                      <a:ln w="38100">
                        <a:noFill/>
                        <a:miter/>
                      </a:ln>
                    </p:spPr>
                  </p:pic>
                </p:oleObj>
              </mc:Fallback>
            </mc:AlternateContent>
          </a:graphicData>
        </a:graphic>
      </p:graphicFrame>
      <p:graphicFrame>
        <p:nvGraphicFramePr>
          <p:cNvPr id="9223" name="Object 7"/>
          <p:cNvGraphicFramePr>
            <a:graphicFrameLocks noChangeAspect="1"/>
          </p:cNvGraphicFramePr>
          <p:nvPr/>
        </p:nvGraphicFramePr>
        <p:xfrm>
          <a:off x="2393950" y="5775325"/>
          <a:ext cx="4335463" cy="474663"/>
        </p:xfrm>
        <a:graphic>
          <a:graphicData uri="http://schemas.openxmlformats.org/presentationml/2006/ole">
            <mc:AlternateContent xmlns:mc="http://schemas.openxmlformats.org/markup-compatibility/2006">
              <mc:Choice xmlns:v="urn:schemas-microsoft-com:vml" Requires="v">
                <p:oleObj r:id="rId8" imgW="1932940" imgH="208280" progId="Equation.3">
                  <p:embed/>
                </p:oleObj>
              </mc:Choice>
              <mc:Fallback>
                <p:oleObj r:id="rId8" imgW="1932940" imgH="208280" progId="Equation.3">
                  <p:embed/>
                  <p:pic>
                    <p:nvPicPr>
                      <p:cNvPr id="0" name="图片 3247"/>
                      <p:cNvPicPr/>
                      <p:nvPr/>
                    </p:nvPicPr>
                    <p:blipFill>
                      <a:blip r:embed="rId9">
                        <a:clrChange>
                          <a:clrFrom>
                            <a:srgbClr val="000000"/>
                          </a:clrFrom>
                          <a:clrTo>
                            <a:srgbClr val="FFFFFF"/>
                          </a:clrTo>
                        </a:clrChange>
                      </a:blip>
                      <a:stretch>
                        <a:fillRect/>
                      </a:stretch>
                    </p:blipFill>
                    <p:spPr>
                      <a:xfrm>
                        <a:off x="2393950" y="5775325"/>
                        <a:ext cx="4335463" cy="474663"/>
                      </a:xfrm>
                      <a:prstGeom prst="rect">
                        <a:avLst/>
                      </a:prstGeom>
                      <a:noFill/>
                      <a:ln w="38100">
                        <a:noFill/>
                        <a:miter/>
                      </a:ln>
                    </p:spPr>
                  </p:pic>
                </p:oleObj>
              </mc:Fallback>
            </mc:AlternateContent>
          </a:graphicData>
        </a:graphic>
      </p:graphicFrame>
      <p:sp>
        <p:nvSpPr>
          <p:cNvPr id="9241" name="Text Box 25"/>
          <p:cNvSpPr txBox="1"/>
          <p:nvPr/>
        </p:nvSpPr>
        <p:spPr>
          <a:xfrm>
            <a:off x="1692275" y="2924175"/>
            <a:ext cx="5257800" cy="519113"/>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二次侧对一次侧的引入阻抗。</a:t>
            </a:r>
            <a:endParaRPr lang="zh-CN" altLang="en-US" b="1" i="1" baseline="-25000" dirty="0">
              <a:latin typeface="Times New Roman" panose="02020603050405020304" pitchFamily="18" charset="0"/>
            </a:endParaRPr>
          </a:p>
        </p:txBody>
      </p:sp>
      <p:sp>
        <p:nvSpPr>
          <p:cNvPr id="9242" name="Line 26"/>
          <p:cNvSpPr/>
          <p:nvPr/>
        </p:nvSpPr>
        <p:spPr>
          <a:xfrm flipV="1">
            <a:off x="1116013" y="3213100"/>
            <a:ext cx="647700" cy="0"/>
          </a:xfrm>
          <a:prstGeom prst="line">
            <a:avLst/>
          </a:prstGeom>
          <a:ln w="76200" cap="flat" cmpd="sng">
            <a:solidFill>
              <a:srgbClr val="3399FF"/>
            </a:solidFill>
            <a:prstDash val="solid"/>
            <a:headEnd type="none" w="med" len="med"/>
            <a:tailEnd type="triangle" w="med" len="med"/>
          </a:ln>
        </p:spPr>
      </p:sp>
      <p:sp>
        <p:nvSpPr>
          <p:cNvPr id="9243" name="Text Box 27"/>
          <p:cNvSpPr txBox="1"/>
          <p:nvPr/>
        </p:nvSpPr>
        <p:spPr>
          <a:xfrm>
            <a:off x="1763713" y="3429000"/>
            <a:ext cx="6553200" cy="1117600"/>
          </a:xfrm>
          <a:prstGeom prst="rect">
            <a:avLst/>
          </a:prstGeom>
          <a:noFill/>
          <a:ln w="19050">
            <a:noFill/>
          </a:ln>
        </p:spPr>
        <p:txBody>
          <a:bodyPr>
            <a:spAutoFit/>
          </a:bodyPr>
          <a:lstStyle/>
          <a:p>
            <a:pPr eaLnBrk="1" hangingPunct="1">
              <a:lnSpc>
                <a:spcPct val="120000"/>
              </a:lnSpc>
              <a:spcBef>
                <a:spcPct val="50000"/>
              </a:spcBef>
            </a:pPr>
            <a:r>
              <a:rPr lang="zh-CN" altLang="en-US" b="1" dirty="0">
                <a:latin typeface="楷体_GB2312" pitchFamily="49" charset="-122"/>
              </a:rPr>
              <a:t>引入电阻。恒为正 </a:t>
            </a:r>
            <a:r>
              <a:rPr lang="en-US" altLang="zh-CN" b="1" dirty="0">
                <a:latin typeface="楷体_GB2312" pitchFamily="49" charset="-122"/>
              </a:rPr>
              <a:t>, </a:t>
            </a:r>
            <a:r>
              <a:rPr lang="zh-CN" altLang="en-US" b="1" dirty="0">
                <a:latin typeface="楷体_GB2312" pitchFamily="49" charset="-122"/>
              </a:rPr>
              <a:t>表示二次回路吸收的功率是靠一次回路供给的。</a:t>
            </a:r>
            <a:endParaRPr lang="zh-CN" altLang="en-US" b="1" i="1" baseline="-25000" dirty="0">
              <a:latin typeface="楷体_GB2312" pitchFamily="49" charset="-122"/>
            </a:endParaRPr>
          </a:p>
        </p:txBody>
      </p:sp>
      <p:sp>
        <p:nvSpPr>
          <p:cNvPr id="9244" name="Line 28"/>
          <p:cNvSpPr/>
          <p:nvPr/>
        </p:nvSpPr>
        <p:spPr>
          <a:xfrm flipV="1">
            <a:off x="1116013" y="3789363"/>
            <a:ext cx="649287" cy="0"/>
          </a:xfrm>
          <a:prstGeom prst="line">
            <a:avLst/>
          </a:prstGeom>
          <a:ln w="76200" cap="flat" cmpd="sng">
            <a:solidFill>
              <a:srgbClr val="3399FF"/>
            </a:solidFill>
            <a:prstDash val="solid"/>
            <a:headEnd type="none" w="med" len="med"/>
            <a:tailEnd type="triangle" w="med" len="med"/>
          </a:ln>
        </p:spPr>
      </p:sp>
      <p:sp>
        <p:nvSpPr>
          <p:cNvPr id="9245" name="Text Box 29"/>
          <p:cNvSpPr txBox="1"/>
          <p:nvPr/>
        </p:nvSpPr>
        <p:spPr>
          <a:xfrm>
            <a:off x="1692275" y="4508500"/>
            <a:ext cx="6480175" cy="1117600"/>
          </a:xfrm>
          <a:prstGeom prst="rect">
            <a:avLst/>
          </a:prstGeom>
          <a:noFill/>
          <a:ln w="19050">
            <a:noFill/>
          </a:ln>
        </p:spPr>
        <p:txBody>
          <a:bodyPr>
            <a:spAutoFit/>
          </a:bodyPr>
          <a:lstStyle/>
          <a:p>
            <a:pPr eaLnBrk="1" hangingPunct="1">
              <a:lnSpc>
                <a:spcPct val="120000"/>
              </a:lnSpc>
            </a:pPr>
            <a:r>
              <a:rPr lang="zh-CN" altLang="en-US" b="1" dirty="0">
                <a:latin typeface="Times New Roman" panose="02020603050405020304" pitchFamily="18" charset="0"/>
              </a:rPr>
              <a:t>引入电抗。</a:t>
            </a:r>
            <a:r>
              <a:rPr lang="zh-CN" altLang="en-US" b="1" dirty="0">
                <a:latin typeface="Arial" panose="020B0604020202020204" pitchFamily="34" charset="0"/>
              </a:rPr>
              <a:t>负号反映了引入电抗与二次回路电抗的性质相反。 </a:t>
            </a:r>
            <a:endParaRPr lang="zh-CN" altLang="en-US" b="1" i="1" baseline="-25000" dirty="0">
              <a:latin typeface="Times New Roman" panose="02020603050405020304" pitchFamily="18" charset="0"/>
            </a:endParaRPr>
          </a:p>
        </p:txBody>
      </p:sp>
      <p:sp>
        <p:nvSpPr>
          <p:cNvPr id="9246" name="Line 30"/>
          <p:cNvSpPr/>
          <p:nvPr/>
        </p:nvSpPr>
        <p:spPr>
          <a:xfrm flipV="1">
            <a:off x="1116013" y="4868863"/>
            <a:ext cx="576262" cy="0"/>
          </a:xfrm>
          <a:prstGeom prst="line">
            <a:avLst/>
          </a:prstGeom>
          <a:ln w="76200" cap="flat" cmpd="sng">
            <a:solidFill>
              <a:srgbClr val="3399FF"/>
            </a:solidFill>
            <a:prstDash val="solid"/>
            <a:headEnd type="none" w="med" len="med"/>
            <a:tailEnd type="triangle" w="med" len="med"/>
          </a:ln>
        </p:spPr>
      </p:sp>
      <p:grpSp>
        <p:nvGrpSpPr>
          <p:cNvPr id="59404" name="Group 37"/>
          <p:cNvGrpSpPr/>
          <p:nvPr/>
        </p:nvGrpSpPr>
        <p:grpSpPr>
          <a:xfrm>
            <a:off x="8316913" y="6446838"/>
            <a:ext cx="792162" cy="366712"/>
            <a:chOff x="5193" y="4020"/>
            <a:chExt cx="499" cy="231"/>
          </a:xfrm>
        </p:grpSpPr>
        <p:pic>
          <p:nvPicPr>
            <p:cNvPr id="59429" name="Picture 38"/>
            <p:cNvPicPr>
              <a:picLocks noChangeAspect="1"/>
            </p:cNvPicPr>
            <p:nvPr/>
          </p:nvPicPr>
          <p:blipFill>
            <a:blip r:embed="rId10"/>
            <a:stretch>
              <a:fillRect/>
            </a:stretch>
          </p:blipFill>
          <p:spPr>
            <a:xfrm>
              <a:off x="5193" y="4066"/>
              <a:ext cx="499" cy="181"/>
            </a:xfrm>
            <a:prstGeom prst="rect">
              <a:avLst/>
            </a:prstGeom>
            <a:noFill/>
            <a:ln w="9525">
              <a:noFill/>
            </a:ln>
          </p:spPr>
        </p:pic>
        <p:sp>
          <p:nvSpPr>
            <p:cNvPr id="59430" name="Text Box 39">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59405" name="Group 40"/>
          <p:cNvGrpSpPr/>
          <p:nvPr/>
        </p:nvGrpSpPr>
        <p:grpSpPr>
          <a:xfrm>
            <a:off x="7453313" y="6446838"/>
            <a:ext cx="792162" cy="366712"/>
            <a:chOff x="4649" y="4020"/>
            <a:chExt cx="499" cy="231"/>
          </a:xfrm>
        </p:grpSpPr>
        <p:pic>
          <p:nvPicPr>
            <p:cNvPr id="59427" name="Picture 41"/>
            <p:cNvPicPr>
              <a:picLocks noChangeAspect="1"/>
            </p:cNvPicPr>
            <p:nvPr/>
          </p:nvPicPr>
          <p:blipFill>
            <a:blip r:embed="rId10"/>
            <a:stretch>
              <a:fillRect/>
            </a:stretch>
          </p:blipFill>
          <p:spPr>
            <a:xfrm>
              <a:off x="4649" y="4066"/>
              <a:ext cx="499" cy="181"/>
            </a:xfrm>
            <a:prstGeom prst="rect">
              <a:avLst/>
            </a:prstGeom>
            <a:noFill/>
            <a:ln w="9525">
              <a:noFill/>
            </a:ln>
          </p:spPr>
        </p:pic>
        <p:sp>
          <p:nvSpPr>
            <p:cNvPr id="59428" name="Text Box 42">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aphicFrame>
        <p:nvGraphicFramePr>
          <p:cNvPr id="9274" name="Object 58"/>
          <p:cNvGraphicFramePr>
            <a:graphicFrameLocks noChangeAspect="1"/>
          </p:cNvGraphicFramePr>
          <p:nvPr/>
        </p:nvGraphicFramePr>
        <p:xfrm>
          <a:off x="539750" y="2924175"/>
          <a:ext cx="403225" cy="512763"/>
        </p:xfrm>
        <a:graphic>
          <a:graphicData uri="http://schemas.openxmlformats.org/presentationml/2006/ole">
            <mc:AlternateContent xmlns:mc="http://schemas.openxmlformats.org/markup-compatibility/2006">
              <mc:Choice xmlns:v="urn:schemas-microsoft-com:vml" Requires="v">
                <p:oleObj r:id="rId11" imgW="186055" imgH="238125" progId="Equation.3">
                  <p:embed/>
                </p:oleObj>
              </mc:Choice>
              <mc:Fallback>
                <p:oleObj r:id="rId11" imgW="186055" imgH="238125" progId="Equation.3">
                  <p:embed/>
                  <p:pic>
                    <p:nvPicPr>
                      <p:cNvPr id="0" name="图片 3246"/>
                      <p:cNvPicPr/>
                      <p:nvPr/>
                    </p:nvPicPr>
                    <p:blipFill>
                      <a:blip r:embed="rId12">
                        <a:clrChange>
                          <a:clrFrom>
                            <a:srgbClr val="000000"/>
                          </a:clrFrom>
                          <a:clrTo>
                            <a:srgbClr val="FFFFFF"/>
                          </a:clrTo>
                        </a:clrChange>
                      </a:blip>
                      <a:stretch>
                        <a:fillRect/>
                      </a:stretch>
                    </p:blipFill>
                    <p:spPr>
                      <a:xfrm>
                        <a:off x="539750" y="2924175"/>
                        <a:ext cx="403225" cy="512763"/>
                      </a:xfrm>
                      <a:prstGeom prst="rect">
                        <a:avLst/>
                      </a:prstGeom>
                      <a:noFill/>
                      <a:ln w="38100">
                        <a:noFill/>
                        <a:miter/>
                      </a:ln>
                    </p:spPr>
                  </p:pic>
                </p:oleObj>
              </mc:Fallback>
            </mc:AlternateContent>
          </a:graphicData>
        </a:graphic>
      </p:graphicFrame>
      <p:grpSp>
        <p:nvGrpSpPr>
          <p:cNvPr id="9288" name="Group 72"/>
          <p:cNvGrpSpPr/>
          <p:nvPr/>
        </p:nvGrpSpPr>
        <p:grpSpPr>
          <a:xfrm>
            <a:off x="5940425" y="404813"/>
            <a:ext cx="2987675" cy="2795587"/>
            <a:chOff x="3742" y="182"/>
            <a:chExt cx="1882" cy="1761"/>
          </a:xfrm>
        </p:grpSpPr>
        <p:grpSp>
          <p:nvGrpSpPr>
            <p:cNvPr id="59414" name="Group 71"/>
            <p:cNvGrpSpPr/>
            <p:nvPr/>
          </p:nvGrpSpPr>
          <p:grpSpPr>
            <a:xfrm>
              <a:off x="3742" y="182"/>
              <a:ext cx="1650" cy="1344"/>
              <a:chOff x="3742" y="182"/>
              <a:chExt cx="1650" cy="1344"/>
            </a:xfrm>
          </p:grpSpPr>
          <p:sp>
            <p:nvSpPr>
              <p:cNvPr id="59416" name="Oval 47"/>
              <p:cNvSpPr/>
              <p:nvPr/>
            </p:nvSpPr>
            <p:spPr>
              <a:xfrm>
                <a:off x="4059" y="84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59417" name="Rectangle 48"/>
              <p:cNvSpPr/>
              <p:nvPr/>
            </p:nvSpPr>
            <p:spPr>
              <a:xfrm>
                <a:off x="4241" y="573"/>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59418" name="Line 49"/>
              <p:cNvSpPr/>
              <p:nvPr/>
            </p:nvSpPr>
            <p:spPr>
              <a:xfrm>
                <a:off x="4249" y="573"/>
                <a:ext cx="230" cy="0"/>
              </a:xfrm>
              <a:prstGeom prst="line">
                <a:avLst/>
              </a:prstGeom>
              <a:ln w="28575" cap="flat" cmpd="sng">
                <a:solidFill>
                  <a:srgbClr val="00FFFF"/>
                </a:solidFill>
                <a:prstDash val="solid"/>
                <a:headEnd type="none" w="med" len="med"/>
                <a:tailEnd type="triangle" w="med" len="med"/>
              </a:ln>
            </p:spPr>
          </p:sp>
          <p:graphicFrame>
            <p:nvGraphicFramePr>
              <p:cNvPr id="59419" name="Object 50"/>
              <p:cNvGraphicFramePr>
                <a:graphicFrameLocks noChangeAspect="1"/>
              </p:cNvGraphicFramePr>
              <p:nvPr/>
            </p:nvGraphicFramePr>
            <p:xfrm>
              <a:off x="4268" y="455"/>
              <a:ext cx="208" cy="387"/>
            </p:xfrm>
            <a:graphic>
              <a:graphicData uri="http://schemas.openxmlformats.org/presentationml/2006/ole">
                <mc:AlternateContent xmlns:mc="http://schemas.openxmlformats.org/markup-compatibility/2006">
                  <mc:Choice xmlns:v="urn:schemas-microsoft-com:vml" Requires="v">
                    <p:oleObj r:id="rId13" imgW="163830" imgH="319405" progId="Equation.3">
                      <p:embed/>
                    </p:oleObj>
                  </mc:Choice>
                  <mc:Fallback>
                    <p:oleObj r:id="rId13" imgW="163830" imgH="319405" progId="Equation.3">
                      <p:embed/>
                      <p:pic>
                        <p:nvPicPr>
                          <p:cNvPr id="0" name="图片 3251"/>
                          <p:cNvPicPr/>
                          <p:nvPr/>
                        </p:nvPicPr>
                        <p:blipFill>
                          <a:blip r:embed="rId14">
                            <a:clrChange>
                              <a:clrFrom>
                                <a:srgbClr val="000000"/>
                              </a:clrFrom>
                              <a:clrTo>
                                <a:srgbClr val="FFFFFF"/>
                              </a:clrTo>
                            </a:clrChange>
                          </a:blip>
                          <a:stretch>
                            <a:fillRect/>
                          </a:stretch>
                        </p:blipFill>
                        <p:spPr>
                          <a:xfrm>
                            <a:off x="4268" y="455"/>
                            <a:ext cx="208" cy="387"/>
                          </a:xfrm>
                          <a:prstGeom prst="rect">
                            <a:avLst/>
                          </a:prstGeom>
                          <a:noFill/>
                          <a:ln w="38100">
                            <a:noFill/>
                            <a:miter/>
                          </a:ln>
                        </p:spPr>
                      </p:pic>
                    </p:oleObj>
                  </mc:Fallback>
                </mc:AlternateContent>
              </a:graphicData>
            </a:graphic>
          </p:graphicFrame>
          <p:sp>
            <p:nvSpPr>
              <p:cNvPr id="59420" name="Text Box 51"/>
              <p:cNvSpPr txBox="1"/>
              <p:nvPr/>
            </p:nvSpPr>
            <p:spPr>
              <a:xfrm>
                <a:off x="3923" y="57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59421" name="Text Box 52"/>
              <p:cNvSpPr txBox="1"/>
              <p:nvPr/>
            </p:nvSpPr>
            <p:spPr>
              <a:xfrm>
                <a:off x="3968" y="116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59422" name="Object 53"/>
              <p:cNvGraphicFramePr>
                <a:graphicFrameLocks noChangeAspect="1"/>
              </p:cNvGraphicFramePr>
              <p:nvPr/>
            </p:nvGraphicFramePr>
            <p:xfrm>
              <a:off x="3742" y="754"/>
              <a:ext cx="289" cy="437"/>
            </p:xfrm>
            <a:graphic>
              <a:graphicData uri="http://schemas.openxmlformats.org/presentationml/2006/ole">
                <mc:AlternateContent xmlns:mc="http://schemas.openxmlformats.org/markup-compatibility/2006">
                  <mc:Choice xmlns:v="urn:schemas-microsoft-com:vml" Requires="v">
                    <p:oleObj r:id="rId15" imgW="222885" imgH="312420" progId="Equation.3">
                      <p:embed/>
                    </p:oleObj>
                  </mc:Choice>
                  <mc:Fallback>
                    <p:oleObj r:id="rId15" imgW="222885" imgH="312420" progId="Equation.3">
                      <p:embed/>
                      <p:pic>
                        <p:nvPicPr>
                          <p:cNvPr id="0" name="图片 3249"/>
                          <p:cNvPicPr/>
                          <p:nvPr/>
                        </p:nvPicPr>
                        <p:blipFill>
                          <a:blip r:embed="rId16">
                            <a:clrChange>
                              <a:clrFrom>
                                <a:srgbClr val="000000"/>
                              </a:clrFrom>
                              <a:clrTo>
                                <a:srgbClr val="FFFFFF"/>
                              </a:clrTo>
                            </a:clrChange>
                          </a:blip>
                          <a:stretch>
                            <a:fillRect/>
                          </a:stretch>
                        </p:blipFill>
                        <p:spPr>
                          <a:xfrm>
                            <a:off x="3742" y="754"/>
                            <a:ext cx="289" cy="437"/>
                          </a:xfrm>
                          <a:prstGeom prst="rect">
                            <a:avLst/>
                          </a:prstGeom>
                          <a:noFill/>
                          <a:ln w="38100">
                            <a:noFill/>
                            <a:miter/>
                          </a:ln>
                        </p:spPr>
                      </p:pic>
                    </p:oleObj>
                  </mc:Fallback>
                </mc:AlternateContent>
              </a:graphicData>
            </a:graphic>
          </p:graphicFrame>
          <p:sp>
            <p:nvSpPr>
              <p:cNvPr id="59423" name="Text Box 54"/>
              <p:cNvSpPr txBox="1"/>
              <p:nvPr/>
            </p:nvSpPr>
            <p:spPr>
              <a:xfrm>
                <a:off x="4604" y="182"/>
                <a:ext cx="394" cy="327"/>
              </a:xfrm>
              <a:prstGeom prst="rect">
                <a:avLst/>
              </a:prstGeom>
              <a:noFill/>
              <a:ln w="2857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r>
                  <a:rPr lang="en-US" altLang="zh-CN" baseline="-25000" dirty="0">
                    <a:solidFill>
                      <a:schemeClr val="bg1"/>
                    </a:solidFill>
                    <a:latin typeface="Times New Roman" panose="02020603050405020304" pitchFamily="18" charset="0"/>
                    <a:ea typeface="宋体" panose="02010600030101010101" pitchFamily="2" charset="-122"/>
                  </a:rPr>
                  <a:t>11</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59424" name="Object 55"/>
              <p:cNvGraphicFramePr>
                <a:graphicFrameLocks noChangeAspect="1"/>
              </p:cNvGraphicFramePr>
              <p:nvPr/>
            </p:nvGraphicFramePr>
            <p:xfrm>
              <a:off x="4604" y="754"/>
              <a:ext cx="620" cy="566"/>
            </p:xfrm>
            <a:graphic>
              <a:graphicData uri="http://schemas.openxmlformats.org/presentationml/2006/ole">
                <mc:AlternateContent xmlns:mc="http://schemas.openxmlformats.org/markup-compatibility/2006">
                  <mc:Choice xmlns:v="urn:schemas-microsoft-com:vml" Requires="v">
                    <p:oleObj r:id="rId17" imgW="542925" imgH="497840" progId="Equation.3">
                      <p:embed/>
                    </p:oleObj>
                  </mc:Choice>
                  <mc:Fallback>
                    <p:oleObj r:id="rId17" imgW="542925" imgH="497840" progId="Equation.3">
                      <p:embed/>
                      <p:pic>
                        <p:nvPicPr>
                          <p:cNvPr id="0" name="图片 3250"/>
                          <p:cNvPicPr/>
                          <p:nvPr/>
                        </p:nvPicPr>
                        <p:blipFill>
                          <a:blip r:embed="rId18">
                            <a:clrChange>
                              <a:clrFrom>
                                <a:srgbClr val="000000"/>
                              </a:clrFrom>
                              <a:clrTo>
                                <a:srgbClr val="FFFFFF"/>
                              </a:clrTo>
                            </a:clrChange>
                          </a:blip>
                          <a:stretch>
                            <a:fillRect/>
                          </a:stretch>
                        </p:blipFill>
                        <p:spPr>
                          <a:xfrm>
                            <a:off x="4604" y="754"/>
                            <a:ext cx="620" cy="566"/>
                          </a:xfrm>
                          <a:prstGeom prst="rect">
                            <a:avLst/>
                          </a:prstGeom>
                          <a:noFill/>
                          <a:ln w="38100">
                            <a:noFill/>
                            <a:miter/>
                          </a:ln>
                        </p:spPr>
                      </p:pic>
                    </p:oleObj>
                  </mc:Fallback>
                </mc:AlternateContent>
              </a:graphicData>
            </a:graphic>
          </p:graphicFrame>
          <p:sp>
            <p:nvSpPr>
              <p:cNvPr id="59425" name="Rectangle 56"/>
              <p:cNvSpPr/>
              <p:nvPr/>
            </p:nvSpPr>
            <p:spPr>
              <a:xfrm>
                <a:off x="5265" y="84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59426" name="Rectangle 57"/>
              <p:cNvSpPr/>
              <p:nvPr/>
            </p:nvSpPr>
            <p:spPr>
              <a:xfrm>
                <a:off x="4649" y="51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sp>
          <p:nvSpPr>
            <p:cNvPr id="59415" name="Text Box 60"/>
            <p:cNvSpPr txBox="1"/>
            <p:nvPr/>
          </p:nvSpPr>
          <p:spPr>
            <a:xfrm>
              <a:off x="3878" y="1616"/>
              <a:ext cx="1746" cy="327"/>
            </a:xfrm>
            <a:prstGeom prst="rect">
              <a:avLst/>
            </a:prstGeom>
            <a:blipFill rotWithShape="1">
              <a:blip r:embed="rId19"/>
            </a:blipFill>
            <a:ln w="9525">
              <a:noFill/>
            </a:ln>
          </p:spPr>
          <p:txBody>
            <a:bodyPr>
              <a:spAutoFit/>
            </a:bodyPr>
            <a:lstStyle/>
            <a:p>
              <a:pPr eaLnBrk="1" hangingPunct="1">
                <a:spcBef>
                  <a:spcPct val="50000"/>
                </a:spcBef>
              </a:pPr>
              <a:r>
                <a:rPr lang="zh-CN" altLang="en-US" b="1" dirty="0">
                  <a:solidFill>
                    <a:schemeClr val="tx1"/>
                  </a:solidFill>
                  <a:latin typeface="Arial" panose="020B0604020202020204" pitchFamily="34" charset="0"/>
                </a:rPr>
                <a:t>一次侧等效电路</a:t>
              </a:r>
            </a:p>
          </p:txBody>
        </p:sp>
      </p:grpSp>
      <p:grpSp>
        <p:nvGrpSpPr>
          <p:cNvPr id="9278" name="Group 62"/>
          <p:cNvGrpSpPr/>
          <p:nvPr/>
        </p:nvGrpSpPr>
        <p:grpSpPr>
          <a:xfrm>
            <a:off x="611188" y="5516563"/>
            <a:ext cx="1847850" cy="850900"/>
            <a:chOff x="385" y="3022"/>
            <a:chExt cx="1164" cy="536"/>
          </a:xfrm>
        </p:grpSpPr>
        <p:pic>
          <p:nvPicPr>
            <p:cNvPr id="59412" name="Picture 63"/>
            <p:cNvPicPr>
              <a:picLocks noChangeAspect="1"/>
            </p:cNvPicPr>
            <p:nvPr/>
          </p:nvPicPr>
          <p:blipFill>
            <a:blip r:embed="rId20"/>
            <a:stretch>
              <a:fillRect/>
            </a:stretch>
          </p:blipFill>
          <p:spPr>
            <a:xfrm>
              <a:off x="385" y="3022"/>
              <a:ext cx="590" cy="536"/>
            </a:xfrm>
            <a:prstGeom prst="rect">
              <a:avLst/>
            </a:prstGeom>
            <a:noFill/>
            <a:ln w="9525">
              <a:noFill/>
            </a:ln>
          </p:spPr>
        </p:pic>
        <p:sp>
          <p:nvSpPr>
            <p:cNvPr id="59413" name="Text Box 64"/>
            <p:cNvSpPr txBox="1"/>
            <p:nvPr/>
          </p:nvSpPr>
          <p:spPr>
            <a:xfrm>
              <a:off x="793" y="3116"/>
              <a:ext cx="756"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grpSp>
        <p:nvGrpSpPr>
          <p:cNvPr id="59409" name="Group 68"/>
          <p:cNvGrpSpPr/>
          <p:nvPr/>
        </p:nvGrpSpPr>
        <p:grpSpPr>
          <a:xfrm>
            <a:off x="6588125" y="6446838"/>
            <a:ext cx="792163" cy="366712"/>
            <a:chOff x="4649" y="4020"/>
            <a:chExt cx="499" cy="231"/>
          </a:xfrm>
        </p:grpSpPr>
        <p:pic>
          <p:nvPicPr>
            <p:cNvPr id="59410" name="Picture 69"/>
            <p:cNvPicPr>
              <a:picLocks noChangeAspect="1"/>
            </p:cNvPicPr>
            <p:nvPr/>
          </p:nvPicPr>
          <p:blipFill>
            <a:blip r:embed="rId10"/>
            <a:stretch>
              <a:fillRect/>
            </a:stretch>
          </p:blipFill>
          <p:spPr>
            <a:xfrm>
              <a:off x="4649" y="4066"/>
              <a:ext cx="499" cy="181"/>
            </a:xfrm>
            <a:prstGeom prst="rect">
              <a:avLst/>
            </a:prstGeom>
            <a:noFill/>
            <a:ln w="9525">
              <a:noFill/>
            </a:ln>
          </p:spPr>
        </p:pic>
        <p:sp>
          <p:nvSpPr>
            <p:cNvPr id="59411" name="Text Box 70">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288"/>
                                        </p:tgtEl>
                                        <p:attrNameLst>
                                          <p:attrName>style.visibility</p:attrName>
                                        </p:attrNameLst>
                                      </p:cBhvr>
                                      <p:to>
                                        <p:strVal val="visible"/>
                                      </p:to>
                                    </p:set>
                                    <p:animEffect transition="in" filter="blinds(horizontal)">
                                      <p:cBhvr>
                                        <p:cTn id="7" dur="500"/>
                                        <p:tgtEl>
                                          <p:spTgt spid="928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218"/>
                                        </p:tgtEl>
                                        <p:attrNameLst>
                                          <p:attrName>style.visibility</p:attrName>
                                        </p:attrNameLst>
                                      </p:cBhvr>
                                      <p:to>
                                        <p:strVal val="visible"/>
                                      </p:to>
                                    </p:set>
                                    <p:animEffect transition="in" filter="strips(downRight)">
                                      <p:cBhvr>
                                        <p:cTn id="12" dur="2000"/>
                                        <p:tgtEl>
                                          <p:spTgt spid="921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9274"/>
                                        </p:tgtEl>
                                        <p:attrNameLst>
                                          <p:attrName>style.visibility</p:attrName>
                                        </p:attrNameLst>
                                      </p:cBhvr>
                                      <p:to>
                                        <p:strVal val="visible"/>
                                      </p:to>
                                    </p:set>
                                    <p:animEffect transition="in" filter="strips(downRight)">
                                      <p:cBhvr>
                                        <p:cTn id="17" dur="1000"/>
                                        <p:tgtEl>
                                          <p:spTgt spid="9274"/>
                                        </p:tgtEl>
                                      </p:cBhvr>
                                    </p:animEffect>
                                  </p:childTnLst>
                                </p:cTn>
                              </p:par>
                            </p:childTnLst>
                          </p:cTn>
                        </p:par>
                        <p:par>
                          <p:cTn id="18" fill="hold">
                            <p:stCondLst>
                              <p:cond delay="1000"/>
                            </p:stCondLst>
                            <p:childTnLst>
                              <p:par>
                                <p:cTn id="19" presetID="12" presetClass="entr" presetSubtype="8" fill="hold" nodeType="afterEffect">
                                  <p:stCondLst>
                                    <p:cond delay="0"/>
                                  </p:stCondLst>
                                  <p:childTnLst>
                                    <p:set>
                                      <p:cBhvr>
                                        <p:cTn id="20" dur="1" fill="hold">
                                          <p:stCondLst>
                                            <p:cond delay="0"/>
                                          </p:stCondLst>
                                        </p:cTn>
                                        <p:tgtEl>
                                          <p:spTgt spid="9242"/>
                                        </p:tgtEl>
                                        <p:attrNameLst>
                                          <p:attrName>style.visibility</p:attrName>
                                        </p:attrNameLst>
                                      </p:cBhvr>
                                      <p:to>
                                        <p:strVal val="visible"/>
                                      </p:to>
                                    </p:set>
                                    <p:animEffect transition="in" filter="slide(fromLeft)">
                                      <p:cBhvr>
                                        <p:cTn id="21" dur="500"/>
                                        <p:tgtEl>
                                          <p:spTgt spid="9242"/>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9241"/>
                                        </p:tgtEl>
                                        <p:attrNameLst>
                                          <p:attrName>style.visibility</p:attrName>
                                        </p:attrNameLst>
                                      </p:cBhvr>
                                      <p:to>
                                        <p:strVal val="visible"/>
                                      </p:to>
                                    </p:set>
                                    <p:animEffect transition="in" filter="wipe(left)">
                                      <p:cBhvr>
                                        <p:cTn id="25" dur="2000"/>
                                        <p:tgtEl>
                                          <p:spTgt spid="9241"/>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9220"/>
                                        </p:tgtEl>
                                        <p:attrNameLst>
                                          <p:attrName>style.visibility</p:attrName>
                                        </p:attrNameLst>
                                      </p:cBhvr>
                                      <p:to>
                                        <p:strVal val="visible"/>
                                      </p:to>
                                    </p:set>
                                    <p:animEffect transition="in" filter="strips(downRight)">
                                      <p:cBhvr>
                                        <p:cTn id="30" dur="1000"/>
                                        <p:tgtEl>
                                          <p:spTgt spid="9220"/>
                                        </p:tgtEl>
                                      </p:cBhvr>
                                    </p:animEffect>
                                  </p:childTnLst>
                                </p:cTn>
                              </p:par>
                            </p:childTnLst>
                          </p:cTn>
                        </p:par>
                        <p:par>
                          <p:cTn id="31" fill="hold">
                            <p:stCondLst>
                              <p:cond delay="1000"/>
                            </p:stCondLst>
                            <p:childTnLst>
                              <p:par>
                                <p:cTn id="32" presetID="12" presetClass="entr" presetSubtype="8" fill="hold" nodeType="afterEffect">
                                  <p:stCondLst>
                                    <p:cond delay="0"/>
                                  </p:stCondLst>
                                  <p:childTnLst>
                                    <p:set>
                                      <p:cBhvr>
                                        <p:cTn id="33" dur="1" fill="hold">
                                          <p:stCondLst>
                                            <p:cond delay="0"/>
                                          </p:stCondLst>
                                        </p:cTn>
                                        <p:tgtEl>
                                          <p:spTgt spid="9244"/>
                                        </p:tgtEl>
                                        <p:attrNameLst>
                                          <p:attrName>style.visibility</p:attrName>
                                        </p:attrNameLst>
                                      </p:cBhvr>
                                      <p:to>
                                        <p:strVal val="visible"/>
                                      </p:to>
                                    </p:set>
                                    <p:animEffect transition="in" filter="slide(fromLeft)">
                                      <p:cBhvr>
                                        <p:cTn id="34" dur="500"/>
                                        <p:tgtEl>
                                          <p:spTgt spid="9244"/>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9243"/>
                                        </p:tgtEl>
                                        <p:attrNameLst>
                                          <p:attrName>style.visibility</p:attrName>
                                        </p:attrNameLst>
                                      </p:cBhvr>
                                      <p:to>
                                        <p:strVal val="visible"/>
                                      </p:to>
                                    </p:set>
                                    <p:animEffect transition="in" filter="wipe(left)">
                                      <p:cBhvr>
                                        <p:cTn id="38" dur="2000"/>
                                        <p:tgtEl>
                                          <p:spTgt spid="9243"/>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nodeType="clickEffect">
                                  <p:stCondLst>
                                    <p:cond delay="0"/>
                                  </p:stCondLst>
                                  <p:childTnLst>
                                    <p:set>
                                      <p:cBhvr>
                                        <p:cTn id="42" dur="1" fill="hold">
                                          <p:stCondLst>
                                            <p:cond delay="0"/>
                                          </p:stCondLst>
                                        </p:cTn>
                                        <p:tgtEl>
                                          <p:spTgt spid="9221"/>
                                        </p:tgtEl>
                                        <p:attrNameLst>
                                          <p:attrName>style.visibility</p:attrName>
                                        </p:attrNameLst>
                                      </p:cBhvr>
                                      <p:to>
                                        <p:strVal val="visible"/>
                                      </p:to>
                                    </p:set>
                                    <p:animEffect transition="in" filter="strips(downRight)">
                                      <p:cBhvr>
                                        <p:cTn id="43" dur="1000"/>
                                        <p:tgtEl>
                                          <p:spTgt spid="9221"/>
                                        </p:tgtEl>
                                      </p:cBhvr>
                                    </p:animEffect>
                                  </p:childTnLst>
                                </p:cTn>
                              </p:par>
                            </p:childTnLst>
                          </p:cTn>
                        </p:par>
                        <p:par>
                          <p:cTn id="44" fill="hold">
                            <p:stCondLst>
                              <p:cond delay="1000"/>
                            </p:stCondLst>
                            <p:childTnLst>
                              <p:par>
                                <p:cTn id="45" presetID="12" presetClass="entr" presetSubtype="8" fill="hold" nodeType="afterEffect">
                                  <p:stCondLst>
                                    <p:cond delay="0"/>
                                  </p:stCondLst>
                                  <p:childTnLst>
                                    <p:set>
                                      <p:cBhvr>
                                        <p:cTn id="46" dur="1" fill="hold">
                                          <p:stCondLst>
                                            <p:cond delay="0"/>
                                          </p:stCondLst>
                                        </p:cTn>
                                        <p:tgtEl>
                                          <p:spTgt spid="9246"/>
                                        </p:tgtEl>
                                        <p:attrNameLst>
                                          <p:attrName>style.visibility</p:attrName>
                                        </p:attrNameLst>
                                      </p:cBhvr>
                                      <p:to>
                                        <p:strVal val="visible"/>
                                      </p:to>
                                    </p:set>
                                    <p:animEffect transition="in" filter="slide(fromLeft)">
                                      <p:cBhvr>
                                        <p:cTn id="47" dur="500"/>
                                        <p:tgtEl>
                                          <p:spTgt spid="9246"/>
                                        </p:tgtEl>
                                      </p:cBhvr>
                                    </p:animEffect>
                                  </p:childTnLst>
                                </p:cTn>
                              </p:par>
                            </p:childTnLst>
                          </p:cTn>
                        </p:par>
                        <p:par>
                          <p:cTn id="48" fill="hold">
                            <p:stCondLst>
                              <p:cond delay="1500"/>
                            </p:stCondLst>
                            <p:childTnLst>
                              <p:par>
                                <p:cTn id="49" presetID="22" presetClass="entr" presetSubtype="8" fill="hold" grpId="0" nodeType="afterEffect">
                                  <p:stCondLst>
                                    <p:cond delay="0"/>
                                  </p:stCondLst>
                                  <p:iterate type="lt">
                                    <p:tmPct val="100000"/>
                                  </p:iterate>
                                  <p:childTnLst>
                                    <p:set>
                                      <p:cBhvr>
                                        <p:cTn id="50" dur="1" fill="hold">
                                          <p:stCondLst>
                                            <p:cond delay="0"/>
                                          </p:stCondLst>
                                        </p:cTn>
                                        <p:tgtEl>
                                          <p:spTgt spid="9245"/>
                                        </p:tgtEl>
                                        <p:attrNameLst>
                                          <p:attrName>style.visibility</p:attrName>
                                        </p:attrNameLst>
                                      </p:cBhvr>
                                      <p:to>
                                        <p:strVal val="visible"/>
                                      </p:to>
                                    </p:set>
                                    <p:animEffect transition="in" filter="wipe(left)">
                                      <p:cBhvr>
                                        <p:cTn id="51" dur="100"/>
                                        <p:tgtEl>
                                          <p:spTgt spid="9245"/>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9278"/>
                                        </p:tgtEl>
                                        <p:attrNameLst>
                                          <p:attrName>style.visibility</p:attrName>
                                        </p:attrNameLst>
                                      </p:cBhvr>
                                      <p:to>
                                        <p:strVal val="visible"/>
                                      </p:to>
                                    </p:set>
                                    <p:animEffect transition="in" filter="blinds(horizontal)">
                                      <p:cBhvr>
                                        <p:cTn id="56" dur="500"/>
                                        <p:tgtEl>
                                          <p:spTgt spid="9278"/>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9223"/>
                                        </p:tgtEl>
                                        <p:attrNameLst>
                                          <p:attrName>style.visibility</p:attrName>
                                        </p:attrNameLst>
                                      </p:cBhvr>
                                      <p:to>
                                        <p:strVal val="visible"/>
                                      </p:to>
                                    </p:set>
                                    <p:animEffect transition="in" filter="wipe(left)">
                                      <p:cBhvr>
                                        <p:cTn id="60" dur="2000"/>
                                        <p:tgtEl>
                                          <p:spTgt spid="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1" grpId="0"/>
      <p:bldP spid="9243" grpId="0"/>
      <p:bldP spid="924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p:nvPr/>
        </p:nvSpPr>
        <p:spPr>
          <a:xfrm>
            <a:off x="468313" y="404813"/>
            <a:ext cx="8207375" cy="2143125"/>
          </a:xfrm>
          <a:prstGeom prst="rect">
            <a:avLst/>
          </a:prstGeom>
          <a:noFill/>
          <a:ln w="9525">
            <a:noFill/>
          </a:ln>
        </p:spPr>
        <p:txBody>
          <a:bodyPr>
            <a:spAutoFit/>
          </a:bodyPr>
          <a:lstStyle/>
          <a:p>
            <a:pPr indent="571500" algn="just" eaLnBrk="1" hangingPunct="1">
              <a:lnSpc>
                <a:spcPct val="120000"/>
              </a:lnSpc>
            </a:pPr>
            <a:r>
              <a:rPr lang="zh-CN" altLang="en-US" b="1" dirty="0">
                <a:latin typeface="Times New Roman" panose="02020603050405020304" pitchFamily="18" charset="0"/>
              </a:rPr>
              <a:t>引入阻抗反映了二次回路对一次回路的影响。一、二次回路虽然没有电的连接，但互感的作用使二次回路产生电流，这个电流又影响一次回路的电流、电压。</a:t>
            </a:r>
          </a:p>
        </p:txBody>
      </p:sp>
      <p:sp>
        <p:nvSpPr>
          <p:cNvPr id="8195" name="Text Box 3"/>
          <p:cNvSpPr txBox="1"/>
          <p:nvPr/>
        </p:nvSpPr>
        <p:spPr>
          <a:xfrm>
            <a:off x="608013" y="2622550"/>
            <a:ext cx="1612900" cy="519113"/>
          </a:xfrm>
          <a:prstGeom prst="rect">
            <a:avLst/>
          </a:prstGeom>
          <a:solidFill>
            <a:schemeClr val="hlink"/>
          </a:solidFill>
          <a:ln w="9525">
            <a:noFill/>
          </a:ln>
        </p:spPr>
        <p:txBody>
          <a:bodyPr wrap="none">
            <a:spAutoFit/>
          </a:bodyPr>
          <a:lstStyle/>
          <a:p>
            <a:pPr algn="ctr" eaLnBrk="1" hangingPunct="1"/>
            <a:r>
              <a:rPr lang="zh-CN" altLang="en-US" b="1" dirty="0">
                <a:solidFill>
                  <a:schemeClr val="bg1"/>
                </a:solidFill>
                <a:latin typeface="楷体_GB2312" pitchFamily="49" charset="-122"/>
              </a:rPr>
              <a:t>能量分析</a:t>
            </a:r>
          </a:p>
        </p:txBody>
      </p:sp>
      <p:sp>
        <p:nvSpPr>
          <p:cNvPr id="8199" name="Text Box 7"/>
          <p:cNvSpPr txBox="1"/>
          <p:nvPr/>
        </p:nvSpPr>
        <p:spPr>
          <a:xfrm>
            <a:off x="2555875" y="2636838"/>
            <a:ext cx="6192838" cy="579437"/>
          </a:xfrm>
          <a:prstGeom prst="rect">
            <a:avLst/>
          </a:prstGeom>
          <a:noFill/>
          <a:ln w="9525">
            <a:noFill/>
          </a:ln>
        </p:spPr>
        <p:txBody>
          <a:bodyPr>
            <a:spAutoFit/>
          </a:bodyPr>
          <a:lstStyle/>
          <a:p>
            <a:pPr eaLnBrk="1" hangingPunct="1"/>
            <a:r>
              <a:rPr lang="zh-CN" altLang="en-US" b="1" dirty="0">
                <a:latin typeface="Times New Roman" panose="02020603050405020304" pitchFamily="18" charset="0"/>
              </a:rPr>
              <a:t>电源发出有功功率</a:t>
            </a:r>
            <a:r>
              <a:rPr lang="zh-CN" altLang="en-US" b="1" dirty="0">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P</a:t>
            </a:r>
            <a:r>
              <a:rPr lang="en-US" altLang="zh-CN" sz="3200" dirty="0">
                <a:solidFill>
                  <a:schemeClr val="bg1"/>
                </a:solidFill>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I</a:t>
            </a:r>
            <a:r>
              <a:rPr lang="en-US" altLang="zh-CN" sz="3200" baseline="-25000" dirty="0">
                <a:solidFill>
                  <a:schemeClr val="bg1"/>
                </a:solidFill>
                <a:latin typeface="Times New Roman" panose="02020603050405020304" pitchFamily="18" charset="0"/>
                <a:ea typeface="宋体" panose="02010600030101010101" pitchFamily="2" charset="-122"/>
              </a:rPr>
              <a:t>1</a:t>
            </a:r>
            <a:r>
              <a:rPr lang="en-US" altLang="zh-CN" sz="3200" baseline="40000" dirty="0">
                <a:solidFill>
                  <a:schemeClr val="bg1"/>
                </a:solidFill>
                <a:latin typeface="Times New Roman" panose="02020603050405020304" pitchFamily="18" charset="0"/>
                <a:ea typeface="宋体" panose="02010600030101010101" pitchFamily="2" charset="-122"/>
              </a:rPr>
              <a:t>2</a:t>
            </a:r>
            <a:r>
              <a:rPr lang="en-US" altLang="zh-CN" sz="3200" dirty="0">
                <a:solidFill>
                  <a:schemeClr val="bg1"/>
                </a:solidFill>
                <a:latin typeface="Times New Roman" panose="02020603050405020304" pitchFamily="18" charset="0"/>
                <a:ea typeface="宋体" panose="02010600030101010101" pitchFamily="2" charset="-122"/>
              </a:rPr>
              <a:t>(</a:t>
            </a:r>
            <a:r>
              <a:rPr lang="en-US" altLang="zh-CN" sz="3200" i="1" dirty="0">
                <a:solidFill>
                  <a:schemeClr val="bg1"/>
                </a:solidFill>
                <a:latin typeface="Times New Roman" panose="02020603050405020304" pitchFamily="18" charset="0"/>
                <a:ea typeface="宋体" panose="02010600030101010101" pitchFamily="2" charset="-122"/>
              </a:rPr>
              <a:t>R</a:t>
            </a:r>
            <a:r>
              <a:rPr lang="en-US" altLang="zh-CN" sz="3200" baseline="-25000" dirty="0">
                <a:solidFill>
                  <a:schemeClr val="bg1"/>
                </a:solidFill>
                <a:latin typeface="Times New Roman" panose="02020603050405020304" pitchFamily="18" charset="0"/>
                <a:ea typeface="宋体" panose="02010600030101010101" pitchFamily="2" charset="-122"/>
              </a:rPr>
              <a:t>1</a:t>
            </a:r>
            <a:r>
              <a:rPr lang="en-US" altLang="zh-CN" sz="3200" dirty="0">
                <a:solidFill>
                  <a:schemeClr val="bg1"/>
                </a:solidFill>
                <a:latin typeface="Times New Roman" panose="02020603050405020304" pitchFamily="18" charset="0"/>
                <a:ea typeface="宋体" panose="02010600030101010101" pitchFamily="2" charset="-122"/>
              </a:rPr>
              <a:t>+</a:t>
            </a:r>
            <a:r>
              <a:rPr lang="en-US" altLang="zh-CN" sz="3200" i="1" dirty="0">
                <a:solidFill>
                  <a:schemeClr val="bg1"/>
                </a:solidFill>
                <a:latin typeface="Times New Roman" panose="02020603050405020304" pitchFamily="18" charset="0"/>
                <a:ea typeface="宋体" panose="02010600030101010101" pitchFamily="2" charset="-122"/>
              </a:rPr>
              <a:t>R</a:t>
            </a:r>
            <a:r>
              <a:rPr lang="en-US" altLang="zh-CN" sz="3200" i="1" baseline="-25000" dirty="0">
                <a:solidFill>
                  <a:schemeClr val="bg1"/>
                </a:solidFill>
                <a:latin typeface="Times New Roman" panose="02020603050405020304" pitchFamily="18" charset="0"/>
                <a:ea typeface="宋体" panose="02010600030101010101" pitchFamily="2" charset="-122"/>
              </a:rPr>
              <a:t>l</a:t>
            </a:r>
            <a:r>
              <a:rPr lang="en-US" altLang="zh-CN" sz="3200" dirty="0">
                <a:solidFill>
                  <a:schemeClr val="bg1"/>
                </a:solidFill>
                <a:latin typeface="Times New Roman" panose="02020603050405020304" pitchFamily="18" charset="0"/>
                <a:ea typeface="宋体" panose="02010600030101010101" pitchFamily="2" charset="-122"/>
              </a:rPr>
              <a:t>)</a:t>
            </a:r>
          </a:p>
        </p:txBody>
      </p:sp>
      <p:sp>
        <p:nvSpPr>
          <p:cNvPr id="8200" name="Rectangle 8"/>
          <p:cNvSpPr/>
          <p:nvPr/>
        </p:nvSpPr>
        <p:spPr>
          <a:xfrm>
            <a:off x="684213" y="3284538"/>
            <a:ext cx="4319587" cy="519112"/>
          </a:xfrm>
          <a:prstGeom prst="rect">
            <a:avLst/>
          </a:prstGeom>
          <a:noFill/>
          <a:ln w="9525">
            <a:noFill/>
          </a:ln>
        </p:spPr>
        <p:txBody>
          <a:bodyPr lIns="198000" rIns="198000">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baseline="40000" dirty="0">
                <a:solidFill>
                  <a:schemeClr val="bg1"/>
                </a:solidFill>
                <a:latin typeface="Times New Roman" panose="02020603050405020304" pitchFamily="18" charset="0"/>
                <a:ea typeface="宋体" panose="02010600030101010101" pitchFamily="2" charset="-122"/>
              </a:rPr>
              <a:t>2</a:t>
            </a: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baseline="-25000" dirty="0">
                <a:latin typeface="Times New Roman" panose="02020603050405020304" pitchFamily="18" charset="0"/>
                <a:ea typeface="宋体" panose="02010600030101010101" pitchFamily="2" charset="-122"/>
              </a:rPr>
              <a:t> </a:t>
            </a:r>
            <a:r>
              <a:rPr lang="en-US" altLang="zh-CN" b="1" baseline="-25000"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rPr>
              <a:t>消耗在一次侧；</a:t>
            </a:r>
            <a:endParaRPr lang="zh-CN" altLang="en-US" b="1" baseline="-25000" dirty="0">
              <a:latin typeface="Times New Roman" panose="02020603050405020304" pitchFamily="18" charset="0"/>
            </a:endParaRPr>
          </a:p>
        </p:txBody>
      </p:sp>
      <p:sp>
        <p:nvSpPr>
          <p:cNvPr id="8201" name="Rectangle 9"/>
          <p:cNvSpPr/>
          <p:nvPr/>
        </p:nvSpPr>
        <p:spPr>
          <a:xfrm>
            <a:off x="4500563" y="3357563"/>
            <a:ext cx="3959225" cy="519112"/>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r>
              <a:rPr lang="en-US" altLang="zh-CN" baseline="40000" dirty="0">
                <a:solidFill>
                  <a:schemeClr val="bg1"/>
                </a:solidFill>
                <a:latin typeface="Times New Roman" panose="02020603050405020304" pitchFamily="18" charset="0"/>
                <a:ea typeface="宋体" panose="02010600030101010101" pitchFamily="2" charset="-122"/>
              </a:rPr>
              <a:t>2</a:t>
            </a:r>
            <a:r>
              <a:rPr lang="en-US" altLang="zh-CN" i="1" dirty="0">
                <a:solidFill>
                  <a:schemeClr val="bg1"/>
                </a:solidFill>
                <a:latin typeface="Times New Roman" panose="02020603050405020304" pitchFamily="18" charset="0"/>
                <a:ea typeface="宋体" panose="02010600030101010101" pitchFamily="2" charset="-122"/>
              </a:rPr>
              <a:t>R</a:t>
            </a:r>
            <a:r>
              <a:rPr lang="en-US" altLang="zh-CN" i="1" baseline="-25000"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 </a:t>
            </a:r>
            <a:r>
              <a:rPr lang="en-US" altLang="zh-CN" b="1" baseline="-25000" dirty="0">
                <a:solidFill>
                  <a:schemeClr val="bg1"/>
                </a:solidFill>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rPr>
              <a:t>消耗在二次侧</a:t>
            </a:r>
          </a:p>
        </p:txBody>
      </p:sp>
      <p:graphicFrame>
        <p:nvGraphicFramePr>
          <p:cNvPr id="8202" name="Object 10"/>
          <p:cNvGraphicFramePr>
            <a:graphicFrameLocks noChangeAspect="1"/>
          </p:cNvGraphicFramePr>
          <p:nvPr/>
        </p:nvGraphicFramePr>
        <p:xfrm>
          <a:off x="1258888" y="3860800"/>
          <a:ext cx="2698750" cy="871538"/>
        </p:xfrm>
        <a:graphic>
          <a:graphicData uri="http://schemas.openxmlformats.org/presentationml/2006/ole">
            <mc:AlternateContent xmlns:mc="http://schemas.openxmlformats.org/markup-compatibility/2006">
              <mc:Choice xmlns:v="urn:schemas-microsoft-com:vml" Requires="v">
                <p:oleObj r:id="rId2" imgW="1078230" imgH="356870" progId="Equation.3">
                  <p:embed/>
                </p:oleObj>
              </mc:Choice>
              <mc:Fallback>
                <p:oleObj r:id="rId2" imgW="1078230" imgH="356870" progId="Equation.3">
                  <p:embed/>
                  <p:pic>
                    <p:nvPicPr>
                      <p:cNvPr id="0" name="图片 3255"/>
                      <p:cNvPicPr/>
                      <p:nvPr/>
                    </p:nvPicPr>
                    <p:blipFill>
                      <a:blip r:embed="rId3">
                        <a:clrChange>
                          <a:clrFrom>
                            <a:srgbClr val="000000"/>
                          </a:clrFrom>
                          <a:clrTo>
                            <a:srgbClr val="FFFFFF"/>
                          </a:clrTo>
                        </a:clrChange>
                      </a:blip>
                      <a:stretch>
                        <a:fillRect/>
                      </a:stretch>
                    </p:blipFill>
                    <p:spPr>
                      <a:xfrm>
                        <a:off x="1258888" y="3860800"/>
                        <a:ext cx="2698750" cy="871538"/>
                      </a:xfrm>
                      <a:prstGeom prst="rect">
                        <a:avLst/>
                      </a:prstGeom>
                      <a:noFill/>
                      <a:ln w="38100">
                        <a:noFill/>
                        <a:miter/>
                      </a:ln>
                    </p:spPr>
                  </p:pic>
                </p:oleObj>
              </mc:Fallback>
            </mc:AlternateContent>
          </a:graphicData>
        </a:graphic>
      </p:graphicFrame>
      <p:sp>
        <p:nvSpPr>
          <p:cNvPr id="8203" name="Text Box 11"/>
          <p:cNvSpPr txBox="1"/>
          <p:nvPr/>
        </p:nvSpPr>
        <p:spPr>
          <a:xfrm>
            <a:off x="468313" y="3860800"/>
            <a:ext cx="647700" cy="1066800"/>
          </a:xfrm>
          <a:prstGeom prst="rect">
            <a:avLst/>
          </a:prstGeom>
          <a:solidFill>
            <a:srgbClr val="990033"/>
          </a:solid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ea typeface="宋体" panose="02010600030101010101" pitchFamily="2" charset="-122"/>
              </a:rPr>
              <a:t>证明</a:t>
            </a:r>
          </a:p>
        </p:txBody>
      </p:sp>
      <p:sp>
        <p:nvSpPr>
          <p:cNvPr id="8204" name="Line 12"/>
          <p:cNvSpPr/>
          <p:nvPr/>
        </p:nvSpPr>
        <p:spPr>
          <a:xfrm>
            <a:off x="4067175" y="4437063"/>
            <a:ext cx="503238" cy="0"/>
          </a:xfrm>
          <a:prstGeom prst="line">
            <a:avLst/>
          </a:prstGeom>
          <a:ln w="76200" cap="flat" cmpd="sng">
            <a:solidFill>
              <a:srgbClr val="3399FF"/>
            </a:solidFill>
            <a:prstDash val="solid"/>
            <a:headEnd type="none" w="med" len="med"/>
            <a:tailEnd type="triangle" w="med" len="med"/>
          </a:ln>
        </p:spPr>
      </p:sp>
      <p:graphicFrame>
        <p:nvGraphicFramePr>
          <p:cNvPr id="8205" name="Object 13"/>
          <p:cNvGraphicFramePr>
            <a:graphicFrameLocks noChangeAspect="1"/>
          </p:cNvGraphicFramePr>
          <p:nvPr/>
        </p:nvGraphicFramePr>
        <p:xfrm>
          <a:off x="4643438" y="4149725"/>
          <a:ext cx="4281487" cy="619125"/>
        </p:xfrm>
        <a:graphic>
          <a:graphicData uri="http://schemas.openxmlformats.org/presentationml/2006/ole">
            <mc:AlternateContent xmlns:mc="http://schemas.openxmlformats.org/markup-compatibility/2006">
              <mc:Choice xmlns:v="urn:schemas-microsoft-com:vml" Requires="v">
                <p:oleObj r:id="rId4" imgW="1710055" imgH="245110" progId="Equation.3">
                  <p:embed/>
                </p:oleObj>
              </mc:Choice>
              <mc:Fallback>
                <p:oleObj r:id="rId4" imgW="1710055" imgH="245110" progId="Equation.3">
                  <p:embed/>
                  <p:pic>
                    <p:nvPicPr>
                      <p:cNvPr id="0" name="图片 3256"/>
                      <p:cNvPicPr/>
                      <p:nvPr/>
                    </p:nvPicPr>
                    <p:blipFill>
                      <a:blip r:embed="rId5">
                        <a:clrChange>
                          <a:clrFrom>
                            <a:srgbClr val="000000"/>
                          </a:clrFrom>
                          <a:clrTo>
                            <a:srgbClr val="FFFFFF"/>
                          </a:clrTo>
                        </a:clrChange>
                      </a:blip>
                      <a:stretch>
                        <a:fillRect/>
                      </a:stretch>
                    </p:blipFill>
                    <p:spPr>
                      <a:xfrm>
                        <a:off x="4643438" y="4149725"/>
                        <a:ext cx="4281487" cy="619125"/>
                      </a:xfrm>
                      <a:prstGeom prst="rect">
                        <a:avLst/>
                      </a:prstGeom>
                      <a:noFill/>
                      <a:ln w="38100">
                        <a:noFill/>
                        <a:miter/>
                      </a:ln>
                    </p:spPr>
                  </p:pic>
                </p:oleObj>
              </mc:Fallback>
            </mc:AlternateContent>
          </a:graphicData>
        </a:graphic>
      </p:graphicFrame>
      <p:sp>
        <p:nvSpPr>
          <p:cNvPr id="8206" name="Line 14"/>
          <p:cNvSpPr/>
          <p:nvPr/>
        </p:nvSpPr>
        <p:spPr>
          <a:xfrm>
            <a:off x="1258888" y="5516563"/>
            <a:ext cx="504825" cy="0"/>
          </a:xfrm>
          <a:prstGeom prst="line">
            <a:avLst/>
          </a:prstGeom>
          <a:ln w="76200" cap="flat" cmpd="sng">
            <a:solidFill>
              <a:srgbClr val="3399FF"/>
            </a:solidFill>
            <a:prstDash val="solid"/>
            <a:headEnd type="none" w="med" len="med"/>
            <a:tailEnd type="triangle" w="med" len="med"/>
          </a:ln>
        </p:spPr>
      </p:sp>
      <p:graphicFrame>
        <p:nvGraphicFramePr>
          <p:cNvPr id="8207" name="Object 15"/>
          <p:cNvGraphicFramePr>
            <a:graphicFrameLocks noChangeAspect="1"/>
          </p:cNvGraphicFramePr>
          <p:nvPr/>
        </p:nvGraphicFramePr>
        <p:xfrm>
          <a:off x="1835150" y="4941888"/>
          <a:ext cx="4344988" cy="1238250"/>
        </p:xfrm>
        <a:graphic>
          <a:graphicData uri="http://schemas.openxmlformats.org/presentationml/2006/ole">
            <mc:AlternateContent xmlns:mc="http://schemas.openxmlformats.org/markup-compatibility/2006">
              <mc:Choice xmlns:v="urn:schemas-microsoft-com:vml" Requires="v">
                <p:oleObj r:id="rId6" imgW="1732280" imgH="497840" progId="Equation.3">
                  <p:embed/>
                </p:oleObj>
              </mc:Choice>
              <mc:Fallback>
                <p:oleObj r:id="rId6" imgW="1732280" imgH="497840" progId="Equation.3">
                  <p:embed/>
                  <p:pic>
                    <p:nvPicPr>
                      <p:cNvPr id="0" name="图片 3253"/>
                      <p:cNvPicPr/>
                      <p:nvPr/>
                    </p:nvPicPr>
                    <p:blipFill>
                      <a:blip r:embed="rId7">
                        <a:clrChange>
                          <a:clrFrom>
                            <a:srgbClr val="000000"/>
                          </a:clrFrom>
                          <a:clrTo>
                            <a:srgbClr val="FFFFFF"/>
                          </a:clrTo>
                        </a:clrChange>
                      </a:blip>
                      <a:stretch>
                        <a:fillRect/>
                      </a:stretch>
                    </p:blipFill>
                    <p:spPr>
                      <a:xfrm>
                        <a:off x="1835150" y="4941888"/>
                        <a:ext cx="4344988" cy="1238250"/>
                      </a:xfrm>
                      <a:prstGeom prst="rect">
                        <a:avLst/>
                      </a:prstGeom>
                      <a:noFill/>
                      <a:ln w="38100">
                        <a:noFill/>
                        <a:miter/>
                      </a:ln>
                    </p:spPr>
                  </p:pic>
                </p:oleObj>
              </mc:Fallback>
            </mc:AlternateContent>
          </a:graphicData>
        </a:graphic>
      </p:graphicFrame>
      <p:grpSp>
        <p:nvGrpSpPr>
          <p:cNvPr id="60429" name="Group 20"/>
          <p:cNvGrpSpPr/>
          <p:nvPr/>
        </p:nvGrpSpPr>
        <p:grpSpPr>
          <a:xfrm>
            <a:off x="8316913" y="6446838"/>
            <a:ext cx="792162" cy="366712"/>
            <a:chOff x="5193" y="4020"/>
            <a:chExt cx="499" cy="231"/>
          </a:xfrm>
        </p:grpSpPr>
        <p:pic>
          <p:nvPicPr>
            <p:cNvPr id="60436" name="Picture 21"/>
            <p:cNvPicPr>
              <a:picLocks noChangeAspect="1"/>
            </p:cNvPicPr>
            <p:nvPr/>
          </p:nvPicPr>
          <p:blipFill>
            <a:blip r:embed="rId8"/>
            <a:stretch>
              <a:fillRect/>
            </a:stretch>
          </p:blipFill>
          <p:spPr>
            <a:xfrm>
              <a:off x="5193" y="4066"/>
              <a:ext cx="499" cy="181"/>
            </a:xfrm>
            <a:prstGeom prst="rect">
              <a:avLst/>
            </a:prstGeom>
            <a:noFill/>
            <a:ln w="9525">
              <a:noFill/>
            </a:ln>
          </p:spPr>
        </p:pic>
        <p:sp>
          <p:nvSpPr>
            <p:cNvPr id="60437" name="Text Box 2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0430" name="Group 23"/>
          <p:cNvGrpSpPr/>
          <p:nvPr/>
        </p:nvGrpSpPr>
        <p:grpSpPr>
          <a:xfrm>
            <a:off x="7453313" y="6446838"/>
            <a:ext cx="792162" cy="366712"/>
            <a:chOff x="4649" y="4020"/>
            <a:chExt cx="499" cy="231"/>
          </a:xfrm>
        </p:grpSpPr>
        <p:pic>
          <p:nvPicPr>
            <p:cNvPr id="60434" name="Picture 24"/>
            <p:cNvPicPr>
              <a:picLocks noChangeAspect="1"/>
            </p:cNvPicPr>
            <p:nvPr/>
          </p:nvPicPr>
          <p:blipFill>
            <a:blip r:embed="rId8"/>
            <a:stretch>
              <a:fillRect/>
            </a:stretch>
          </p:blipFill>
          <p:spPr>
            <a:xfrm>
              <a:off x="4649" y="4066"/>
              <a:ext cx="499" cy="181"/>
            </a:xfrm>
            <a:prstGeom prst="rect">
              <a:avLst/>
            </a:prstGeom>
            <a:noFill/>
            <a:ln w="9525">
              <a:noFill/>
            </a:ln>
          </p:spPr>
        </p:pic>
        <p:sp>
          <p:nvSpPr>
            <p:cNvPr id="60435" name="Text Box 2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60431" name="Group 32"/>
          <p:cNvGrpSpPr/>
          <p:nvPr/>
        </p:nvGrpSpPr>
        <p:grpSpPr>
          <a:xfrm>
            <a:off x="6588125" y="6446838"/>
            <a:ext cx="792163" cy="366712"/>
            <a:chOff x="4649" y="4020"/>
            <a:chExt cx="499" cy="231"/>
          </a:xfrm>
        </p:grpSpPr>
        <p:pic>
          <p:nvPicPr>
            <p:cNvPr id="60432" name="Picture 33"/>
            <p:cNvPicPr>
              <a:picLocks noChangeAspect="1"/>
            </p:cNvPicPr>
            <p:nvPr/>
          </p:nvPicPr>
          <p:blipFill>
            <a:blip r:embed="rId8"/>
            <a:stretch>
              <a:fillRect/>
            </a:stretch>
          </p:blipFill>
          <p:spPr>
            <a:xfrm>
              <a:off x="4649" y="4066"/>
              <a:ext cx="499" cy="181"/>
            </a:xfrm>
            <a:prstGeom prst="rect">
              <a:avLst/>
            </a:prstGeom>
            <a:noFill/>
            <a:ln w="9525">
              <a:noFill/>
            </a:ln>
          </p:spPr>
        </p:pic>
        <p:sp>
          <p:nvSpPr>
            <p:cNvPr id="60433" name="Text Box 3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0"/>
                                  </p:iterate>
                                  <p:childTnLst>
                                    <p:set>
                                      <p:cBhvr>
                                        <p:cTn id="6" dur="1" fill="hold">
                                          <p:stCondLst>
                                            <p:cond delay="0"/>
                                          </p:stCondLst>
                                        </p:cTn>
                                        <p:tgtEl>
                                          <p:spTgt spid="8194"/>
                                        </p:tgtEl>
                                        <p:attrNameLst>
                                          <p:attrName>style.visibility</p:attrName>
                                        </p:attrNameLst>
                                      </p:cBhvr>
                                      <p:to>
                                        <p:strVal val="visible"/>
                                      </p:to>
                                    </p:set>
                                    <p:animEffect transition="in" filter="wipe(left)">
                                      <p:cBhvr>
                                        <p:cTn id="7" dur="1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8195"/>
                                        </p:tgtEl>
                                        <p:attrNameLst>
                                          <p:attrName>style.visibility</p:attrName>
                                        </p:attrNameLst>
                                      </p:cBhvr>
                                      <p:to>
                                        <p:strVal val="visible"/>
                                      </p:to>
                                    </p:set>
                                    <p:anim calcmode="lin" valueType="num">
                                      <p:cBhvr additive="base">
                                        <p:cTn id="12" dur="500" fill="hold"/>
                                        <p:tgtEl>
                                          <p:spTgt spid="8195"/>
                                        </p:tgtEl>
                                        <p:attrNameLst>
                                          <p:attrName>ppt_x</p:attrName>
                                        </p:attrNameLst>
                                      </p:cBhvr>
                                      <p:tavLst>
                                        <p:tav tm="0">
                                          <p:val>
                                            <p:strVal val="0-#ppt_w/2"/>
                                          </p:val>
                                        </p:tav>
                                        <p:tav tm="100000">
                                          <p:val>
                                            <p:strVal val="#ppt_x"/>
                                          </p:val>
                                        </p:tav>
                                      </p:tavLst>
                                    </p:anim>
                                    <p:anim calcmode="lin" valueType="num">
                                      <p:cBhvr additive="base">
                                        <p:cTn id="13" dur="500" fill="hold"/>
                                        <p:tgtEl>
                                          <p:spTgt spid="819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199"/>
                                        </p:tgtEl>
                                        <p:attrNameLst>
                                          <p:attrName>style.visibility</p:attrName>
                                        </p:attrNameLst>
                                      </p:cBhvr>
                                      <p:to>
                                        <p:strVal val="visible"/>
                                      </p:to>
                                    </p:set>
                                    <p:animEffect transition="in" filter="wipe(left)">
                                      <p:cBhvr>
                                        <p:cTn id="18" dur="2000"/>
                                        <p:tgtEl>
                                          <p:spTgt spid="819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200"/>
                                        </p:tgtEl>
                                        <p:attrNameLst>
                                          <p:attrName>style.visibility</p:attrName>
                                        </p:attrNameLst>
                                      </p:cBhvr>
                                      <p:to>
                                        <p:strVal val="visible"/>
                                      </p:to>
                                    </p:set>
                                    <p:animEffect transition="in" filter="wipe(left)">
                                      <p:cBhvr>
                                        <p:cTn id="23" dur="2000"/>
                                        <p:tgtEl>
                                          <p:spTgt spid="820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201"/>
                                        </p:tgtEl>
                                        <p:attrNameLst>
                                          <p:attrName>style.visibility</p:attrName>
                                        </p:attrNameLst>
                                      </p:cBhvr>
                                      <p:to>
                                        <p:strVal val="visible"/>
                                      </p:to>
                                    </p:set>
                                    <p:animEffect transition="in" filter="wipe(left)">
                                      <p:cBhvr>
                                        <p:cTn id="28" dur="2000"/>
                                        <p:tgtEl>
                                          <p:spTgt spid="8201"/>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8203"/>
                                        </p:tgtEl>
                                        <p:attrNameLst>
                                          <p:attrName>style.visibility</p:attrName>
                                        </p:attrNameLst>
                                      </p:cBhvr>
                                      <p:to>
                                        <p:strVal val="visible"/>
                                      </p:to>
                                    </p:set>
                                    <p:anim calcmode="lin" valueType="num">
                                      <p:cBhvr>
                                        <p:cTn id="33" dur="1000" fill="hold"/>
                                        <p:tgtEl>
                                          <p:spTgt spid="8203"/>
                                        </p:tgtEl>
                                        <p:attrNameLst>
                                          <p:attrName>ppt_w</p:attrName>
                                        </p:attrNameLst>
                                      </p:cBhvr>
                                      <p:tavLst>
                                        <p:tav tm="0">
                                          <p:val>
                                            <p:fltVal val="0"/>
                                          </p:val>
                                        </p:tav>
                                        <p:tav tm="100000">
                                          <p:val>
                                            <p:strVal val="#ppt_w"/>
                                          </p:val>
                                        </p:tav>
                                      </p:tavLst>
                                    </p:anim>
                                    <p:anim calcmode="lin" valueType="num">
                                      <p:cBhvr>
                                        <p:cTn id="34" dur="1000" fill="hold"/>
                                        <p:tgtEl>
                                          <p:spTgt spid="8203"/>
                                        </p:tgtEl>
                                        <p:attrNameLst>
                                          <p:attrName>ppt_h</p:attrName>
                                        </p:attrNameLst>
                                      </p:cBhvr>
                                      <p:tavLst>
                                        <p:tav tm="0">
                                          <p:val>
                                            <p:fltVal val="0"/>
                                          </p:val>
                                        </p:tav>
                                        <p:tav tm="100000">
                                          <p:val>
                                            <p:strVal val="#ppt_h"/>
                                          </p:val>
                                        </p:tav>
                                      </p:tavLst>
                                    </p:anim>
                                    <p:anim calcmode="lin" valueType="num">
                                      <p:cBhvr>
                                        <p:cTn id="35" dur="1000" fill="hold"/>
                                        <p:tgtEl>
                                          <p:spTgt spid="8203"/>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820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202"/>
                                        </p:tgtEl>
                                        <p:attrNameLst>
                                          <p:attrName>style.visibility</p:attrName>
                                        </p:attrNameLst>
                                      </p:cBhvr>
                                      <p:to>
                                        <p:strVal val="visible"/>
                                      </p:to>
                                    </p:set>
                                    <p:animEffect transition="in" filter="wipe(left)">
                                      <p:cBhvr>
                                        <p:cTn id="41" dur="2000"/>
                                        <p:tgtEl>
                                          <p:spTgt spid="8202"/>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8204"/>
                                        </p:tgtEl>
                                        <p:attrNameLst>
                                          <p:attrName>style.visibility</p:attrName>
                                        </p:attrNameLst>
                                      </p:cBhvr>
                                      <p:to>
                                        <p:strVal val="visible"/>
                                      </p:to>
                                    </p:set>
                                    <p:animEffect transition="in" filter="slide(fromLeft)">
                                      <p:cBhvr>
                                        <p:cTn id="46" dur="500"/>
                                        <p:tgtEl>
                                          <p:spTgt spid="8204"/>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8205"/>
                                        </p:tgtEl>
                                        <p:attrNameLst>
                                          <p:attrName>style.visibility</p:attrName>
                                        </p:attrNameLst>
                                      </p:cBhvr>
                                      <p:to>
                                        <p:strVal val="visible"/>
                                      </p:to>
                                    </p:set>
                                    <p:animEffect transition="in" filter="wipe(left)">
                                      <p:cBhvr>
                                        <p:cTn id="50" dur="2000"/>
                                        <p:tgtEl>
                                          <p:spTgt spid="8205"/>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nodeType="clickEffect">
                                  <p:stCondLst>
                                    <p:cond delay="0"/>
                                  </p:stCondLst>
                                  <p:childTnLst>
                                    <p:set>
                                      <p:cBhvr>
                                        <p:cTn id="54" dur="1" fill="hold">
                                          <p:stCondLst>
                                            <p:cond delay="0"/>
                                          </p:stCondLst>
                                        </p:cTn>
                                        <p:tgtEl>
                                          <p:spTgt spid="8206"/>
                                        </p:tgtEl>
                                        <p:attrNameLst>
                                          <p:attrName>style.visibility</p:attrName>
                                        </p:attrNameLst>
                                      </p:cBhvr>
                                      <p:to>
                                        <p:strVal val="visible"/>
                                      </p:to>
                                    </p:set>
                                    <p:animEffect transition="in" filter="slide(fromLeft)">
                                      <p:cBhvr>
                                        <p:cTn id="55" dur="500"/>
                                        <p:tgtEl>
                                          <p:spTgt spid="8206"/>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8207"/>
                                        </p:tgtEl>
                                        <p:attrNameLst>
                                          <p:attrName>style.visibility</p:attrName>
                                        </p:attrNameLst>
                                      </p:cBhvr>
                                      <p:to>
                                        <p:strVal val="visible"/>
                                      </p:to>
                                    </p:set>
                                    <p:animEffect transition="in" filter="wipe(left)">
                                      <p:cBhvr>
                                        <p:cTn id="59" dur="2000"/>
                                        <p:tgtEl>
                                          <p:spTgt spid="8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8195" grpId="0" animBg="1"/>
      <p:bldP spid="8199" grpId="0"/>
      <p:bldP spid="8200" grpId="0"/>
      <p:bldP spid="8201" grpId="0"/>
      <p:bldP spid="820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87" name="Object 19"/>
          <p:cNvGraphicFramePr>
            <a:graphicFrameLocks noChangeAspect="1"/>
          </p:cNvGraphicFramePr>
          <p:nvPr/>
        </p:nvGraphicFramePr>
        <p:xfrm>
          <a:off x="552450" y="346075"/>
          <a:ext cx="3324225" cy="1181100"/>
        </p:xfrm>
        <a:graphic>
          <a:graphicData uri="http://schemas.openxmlformats.org/presentationml/2006/ole">
            <mc:AlternateContent xmlns:mc="http://schemas.openxmlformats.org/markup-compatibility/2006">
              <mc:Choice xmlns:v="urn:schemas-microsoft-com:vml" Requires="v">
                <p:oleObj r:id="rId2" imgW="1672590" imgH="594995" progId="Equation.3">
                  <p:embed/>
                </p:oleObj>
              </mc:Choice>
              <mc:Fallback>
                <p:oleObj r:id="rId2" imgW="1672590" imgH="594995" progId="Equation.3">
                  <p:embed/>
                  <p:pic>
                    <p:nvPicPr>
                      <p:cNvPr id="0" name="图片 3254"/>
                      <p:cNvPicPr/>
                      <p:nvPr/>
                    </p:nvPicPr>
                    <p:blipFill>
                      <a:blip r:embed="rId3">
                        <a:clrChange>
                          <a:clrFrom>
                            <a:srgbClr val="000000"/>
                          </a:clrFrom>
                          <a:clrTo>
                            <a:srgbClr val="FFFFFF"/>
                          </a:clrTo>
                        </a:clrChange>
                      </a:blip>
                      <a:stretch>
                        <a:fillRect/>
                      </a:stretch>
                    </p:blipFill>
                    <p:spPr>
                      <a:xfrm>
                        <a:off x="552450" y="346075"/>
                        <a:ext cx="3324225" cy="1181100"/>
                      </a:xfrm>
                      <a:prstGeom prst="rect">
                        <a:avLst/>
                      </a:prstGeom>
                      <a:noFill/>
                      <a:ln w="38100">
                        <a:noFill/>
                        <a:miter/>
                      </a:ln>
                    </p:spPr>
                  </p:pic>
                </p:oleObj>
              </mc:Fallback>
            </mc:AlternateContent>
          </a:graphicData>
        </a:graphic>
      </p:graphicFrame>
      <p:graphicFrame>
        <p:nvGraphicFramePr>
          <p:cNvPr id="7188" name="Object 20"/>
          <p:cNvGraphicFramePr>
            <a:graphicFrameLocks noChangeAspect="1"/>
          </p:cNvGraphicFramePr>
          <p:nvPr/>
        </p:nvGraphicFramePr>
        <p:xfrm>
          <a:off x="684213" y="2636838"/>
          <a:ext cx="1152525" cy="1079500"/>
        </p:xfrm>
        <a:graphic>
          <a:graphicData uri="http://schemas.openxmlformats.org/presentationml/2006/ole">
            <mc:AlternateContent xmlns:mc="http://schemas.openxmlformats.org/markup-compatibility/2006">
              <mc:Choice xmlns:v="urn:schemas-microsoft-com:vml" Requires="v">
                <p:oleObj r:id="rId4" imgW="535305" imgH="497840" progId="Equation.3">
                  <p:embed/>
                </p:oleObj>
              </mc:Choice>
              <mc:Fallback>
                <p:oleObj r:id="rId4" imgW="535305" imgH="497840" progId="Equation.3">
                  <p:embed/>
                  <p:pic>
                    <p:nvPicPr>
                      <p:cNvPr id="0" name="图片 3257"/>
                      <p:cNvPicPr/>
                      <p:nvPr/>
                    </p:nvPicPr>
                    <p:blipFill>
                      <a:blip r:embed="rId5">
                        <a:clrChange>
                          <a:clrFrom>
                            <a:srgbClr val="000000"/>
                          </a:clrFrom>
                          <a:clrTo>
                            <a:srgbClr val="FFFFFF"/>
                          </a:clrTo>
                        </a:clrChange>
                      </a:blip>
                      <a:stretch>
                        <a:fillRect/>
                      </a:stretch>
                    </p:blipFill>
                    <p:spPr>
                      <a:xfrm>
                        <a:off x="684213" y="2636838"/>
                        <a:ext cx="1152525" cy="1079500"/>
                      </a:xfrm>
                      <a:prstGeom prst="rect">
                        <a:avLst/>
                      </a:prstGeom>
                      <a:noFill/>
                      <a:ln w="38100">
                        <a:noFill/>
                        <a:miter/>
                      </a:ln>
                    </p:spPr>
                  </p:pic>
                </p:oleObj>
              </mc:Fallback>
            </mc:AlternateContent>
          </a:graphicData>
        </a:graphic>
      </p:graphicFrame>
      <p:sp>
        <p:nvSpPr>
          <p:cNvPr id="7189" name="Text Box 21"/>
          <p:cNvSpPr txBox="1"/>
          <p:nvPr/>
        </p:nvSpPr>
        <p:spPr>
          <a:xfrm>
            <a:off x="2771775" y="2924175"/>
            <a:ext cx="5113338" cy="519113"/>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一次侧对二次侧的引入阻抗。</a:t>
            </a:r>
          </a:p>
        </p:txBody>
      </p:sp>
      <p:sp>
        <p:nvSpPr>
          <p:cNvPr id="7194" name="Text Box 26"/>
          <p:cNvSpPr txBox="1"/>
          <p:nvPr/>
        </p:nvSpPr>
        <p:spPr>
          <a:xfrm>
            <a:off x="755650" y="3789363"/>
            <a:ext cx="7777163" cy="1117600"/>
          </a:xfrm>
          <a:prstGeom prst="rect">
            <a:avLst/>
          </a:prstGeom>
          <a:noFill/>
          <a:ln w="9525">
            <a:noFill/>
          </a:ln>
        </p:spPr>
        <p:txBody>
          <a:bodyPr lIns="198000" rIns="198000">
            <a:spAutoFit/>
          </a:bodyPr>
          <a:lstStyle/>
          <a:p>
            <a:pPr eaLnBrk="1" hangingPunct="1">
              <a:lnSpc>
                <a:spcPct val="120000"/>
              </a:lnSpc>
            </a:pPr>
            <a:r>
              <a:rPr lang="en-US" altLang="zh-CN" b="1" dirty="0">
                <a:latin typeface="楷体_GB2312" pitchFamily="49" charset="-122"/>
              </a:rPr>
              <a:t>        </a:t>
            </a:r>
            <a:r>
              <a:rPr lang="zh-CN" altLang="en-US" b="1" dirty="0">
                <a:latin typeface="楷体_GB2312" pitchFamily="49" charset="-122"/>
              </a:rPr>
              <a:t>利用戴维宁定理可以求得变压器的二次侧等效电路 。</a:t>
            </a:r>
          </a:p>
        </p:txBody>
      </p:sp>
      <p:sp>
        <p:nvSpPr>
          <p:cNvPr id="7196" name="Text Box 28"/>
          <p:cNvSpPr txBox="1"/>
          <p:nvPr/>
        </p:nvSpPr>
        <p:spPr>
          <a:xfrm>
            <a:off x="539750" y="1412875"/>
            <a:ext cx="4895850" cy="1117600"/>
          </a:xfrm>
          <a:prstGeom prst="rect">
            <a:avLst/>
          </a:prstGeom>
          <a:noFill/>
          <a:ln w="19050">
            <a:noFill/>
          </a:ln>
        </p:spPr>
        <p:txBody>
          <a:bodyPr>
            <a:spAutoFit/>
          </a:bodyPr>
          <a:lstStyle/>
          <a:p>
            <a:pPr eaLnBrk="1" hangingPunct="1">
              <a:lnSpc>
                <a:spcPct val="120000"/>
              </a:lnSpc>
            </a:pPr>
            <a:r>
              <a:rPr lang="zh-CN" altLang="en-US" b="1" dirty="0">
                <a:latin typeface="楷体_GB2312" pitchFamily="49" charset="-122"/>
              </a:rPr>
              <a:t>二次侧开路时，一次电流在二次侧产生的互感电压。</a:t>
            </a:r>
          </a:p>
        </p:txBody>
      </p:sp>
      <p:sp>
        <p:nvSpPr>
          <p:cNvPr id="7215" name="Line 47"/>
          <p:cNvSpPr/>
          <p:nvPr/>
        </p:nvSpPr>
        <p:spPr>
          <a:xfrm>
            <a:off x="4067175" y="1052513"/>
            <a:ext cx="576263" cy="0"/>
          </a:xfrm>
          <a:prstGeom prst="line">
            <a:avLst/>
          </a:prstGeom>
          <a:ln w="76200" cap="flat" cmpd="sng">
            <a:solidFill>
              <a:srgbClr val="3399FF"/>
            </a:solidFill>
            <a:prstDash val="solid"/>
            <a:headEnd type="none" w="med" len="med"/>
            <a:tailEnd type="triangle" w="med" len="med"/>
          </a:ln>
        </p:spPr>
      </p:sp>
      <p:sp>
        <p:nvSpPr>
          <p:cNvPr id="7216" name="Line 48"/>
          <p:cNvSpPr/>
          <p:nvPr/>
        </p:nvSpPr>
        <p:spPr>
          <a:xfrm>
            <a:off x="2051050" y="3213100"/>
            <a:ext cx="576263" cy="0"/>
          </a:xfrm>
          <a:prstGeom prst="line">
            <a:avLst/>
          </a:prstGeom>
          <a:ln w="76200" cap="flat" cmpd="sng">
            <a:solidFill>
              <a:srgbClr val="3399FF"/>
            </a:solidFill>
            <a:prstDash val="solid"/>
            <a:headEnd type="none" w="med" len="med"/>
            <a:tailEnd type="triangle" w="med" len="med"/>
          </a:ln>
        </p:spPr>
      </p:sp>
      <p:grpSp>
        <p:nvGrpSpPr>
          <p:cNvPr id="61449" name="Group 101"/>
          <p:cNvGrpSpPr/>
          <p:nvPr/>
        </p:nvGrpSpPr>
        <p:grpSpPr>
          <a:xfrm>
            <a:off x="8316913" y="6446838"/>
            <a:ext cx="792162" cy="366712"/>
            <a:chOff x="5193" y="4020"/>
            <a:chExt cx="499" cy="231"/>
          </a:xfrm>
        </p:grpSpPr>
        <p:pic>
          <p:nvPicPr>
            <p:cNvPr id="61474" name="Picture 102"/>
            <p:cNvPicPr>
              <a:picLocks noChangeAspect="1"/>
            </p:cNvPicPr>
            <p:nvPr/>
          </p:nvPicPr>
          <p:blipFill>
            <a:blip r:embed="rId6"/>
            <a:stretch>
              <a:fillRect/>
            </a:stretch>
          </p:blipFill>
          <p:spPr>
            <a:xfrm>
              <a:off x="5193" y="4066"/>
              <a:ext cx="499" cy="181"/>
            </a:xfrm>
            <a:prstGeom prst="rect">
              <a:avLst/>
            </a:prstGeom>
            <a:noFill/>
            <a:ln w="9525">
              <a:noFill/>
            </a:ln>
          </p:spPr>
        </p:pic>
        <p:sp>
          <p:nvSpPr>
            <p:cNvPr id="61475" name="Text Box 103">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1450" name="Group 104"/>
          <p:cNvGrpSpPr/>
          <p:nvPr/>
        </p:nvGrpSpPr>
        <p:grpSpPr>
          <a:xfrm>
            <a:off x="7453313" y="6446838"/>
            <a:ext cx="792162" cy="366712"/>
            <a:chOff x="4649" y="4020"/>
            <a:chExt cx="499" cy="231"/>
          </a:xfrm>
        </p:grpSpPr>
        <p:pic>
          <p:nvPicPr>
            <p:cNvPr id="61472" name="Picture 105"/>
            <p:cNvPicPr>
              <a:picLocks noChangeAspect="1"/>
            </p:cNvPicPr>
            <p:nvPr/>
          </p:nvPicPr>
          <p:blipFill>
            <a:blip r:embed="rId6"/>
            <a:stretch>
              <a:fillRect/>
            </a:stretch>
          </p:blipFill>
          <p:spPr>
            <a:xfrm>
              <a:off x="4649" y="4066"/>
              <a:ext cx="499" cy="181"/>
            </a:xfrm>
            <a:prstGeom prst="rect">
              <a:avLst/>
            </a:prstGeom>
            <a:noFill/>
            <a:ln w="9525">
              <a:noFill/>
            </a:ln>
          </p:spPr>
        </p:pic>
        <p:sp>
          <p:nvSpPr>
            <p:cNvPr id="61473" name="Text Box 106">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7302" name="Group 134"/>
          <p:cNvGrpSpPr/>
          <p:nvPr/>
        </p:nvGrpSpPr>
        <p:grpSpPr>
          <a:xfrm>
            <a:off x="5508625" y="476250"/>
            <a:ext cx="3311525" cy="2319338"/>
            <a:chOff x="3470" y="300"/>
            <a:chExt cx="2086" cy="1461"/>
          </a:xfrm>
        </p:grpSpPr>
        <p:sp>
          <p:nvSpPr>
            <p:cNvPr id="61460" name="Text Box 46"/>
            <p:cNvSpPr txBox="1"/>
            <p:nvPr/>
          </p:nvSpPr>
          <p:spPr>
            <a:xfrm>
              <a:off x="3651" y="1434"/>
              <a:ext cx="1905" cy="327"/>
            </a:xfrm>
            <a:prstGeom prst="rect">
              <a:avLst/>
            </a:prstGeom>
            <a:blipFill rotWithShape="1">
              <a:blip r:embed="rId7"/>
            </a:blipFill>
            <a:ln w="19050">
              <a:noFill/>
            </a:ln>
          </p:spPr>
          <p:txBody>
            <a:bodyPr lIns="198000" rIns="198000">
              <a:spAutoFit/>
            </a:bodyPr>
            <a:lstStyle/>
            <a:p>
              <a:pPr eaLnBrk="1" hangingPunct="1"/>
              <a:r>
                <a:rPr lang="zh-CN" altLang="en-US" b="1" dirty="0">
                  <a:solidFill>
                    <a:schemeClr val="tx1"/>
                  </a:solidFill>
                  <a:latin typeface="Times New Roman" panose="02020603050405020304" pitchFamily="18" charset="0"/>
                </a:rPr>
                <a:t>二次侧等效电路</a:t>
              </a:r>
            </a:p>
          </p:txBody>
        </p:sp>
        <p:sp>
          <p:nvSpPr>
            <p:cNvPr id="61461" name="Oval 111"/>
            <p:cNvSpPr/>
            <p:nvPr/>
          </p:nvSpPr>
          <p:spPr>
            <a:xfrm>
              <a:off x="3770" y="70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1462" name="Rectangle 112"/>
            <p:cNvSpPr/>
            <p:nvPr/>
          </p:nvSpPr>
          <p:spPr>
            <a:xfrm>
              <a:off x="3951" y="436"/>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61463" name="Text Box 113"/>
            <p:cNvSpPr txBox="1"/>
            <p:nvPr/>
          </p:nvSpPr>
          <p:spPr>
            <a:xfrm>
              <a:off x="3634" y="436"/>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1464" name="Text Box 114"/>
            <p:cNvSpPr txBox="1"/>
            <p:nvPr/>
          </p:nvSpPr>
          <p:spPr>
            <a:xfrm>
              <a:off x="3679" y="1026"/>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1465" name="Object 115"/>
            <p:cNvGraphicFramePr>
              <a:graphicFrameLocks noChangeAspect="1"/>
            </p:cNvGraphicFramePr>
            <p:nvPr/>
          </p:nvGraphicFramePr>
          <p:xfrm>
            <a:off x="3470" y="708"/>
            <a:ext cx="309" cy="399"/>
          </p:xfrm>
          <a:graphic>
            <a:graphicData uri="http://schemas.openxmlformats.org/presentationml/2006/ole">
              <mc:AlternateContent xmlns:mc="http://schemas.openxmlformats.org/markup-compatibility/2006">
                <mc:Choice xmlns:v="urn:schemas-microsoft-com:vml" Requires="v">
                  <p:oleObj r:id="rId8" imgW="274955" imgH="319405" progId="Equation.3">
                    <p:embed/>
                  </p:oleObj>
                </mc:Choice>
                <mc:Fallback>
                  <p:oleObj r:id="rId8" imgW="274955" imgH="319405" progId="Equation.3">
                    <p:embed/>
                    <p:pic>
                      <p:nvPicPr>
                        <p:cNvPr id="0" name="图片 3259"/>
                        <p:cNvPicPr/>
                        <p:nvPr/>
                      </p:nvPicPr>
                      <p:blipFill>
                        <a:blip r:embed="rId9">
                          <a:clrChange>
                            <a:clrFrom>
                              <a:srgbClr val="000000"/>
                            </a:clrFrom>
                            <a:clrTo>
                              <a:srgbClr val="FFFFFF"/>
                            </a:clrTo>
                          </a:clrChange>
                        </a:blip>
                        <a:stretch>
                          <a:fillRect/>
                        </a:stretch>
                      </p:blipFill>
                      <p:spPr>
                        <a:xfrm>
                          <a:off x="3470" y="708"/>
                          <a:ext cx="309" cy="399"/>
                        </a:xfrm>
                        <a:prstGeom prst="rect">
                          <a:avLst/>
                        </a:prstGeom>
                        <a:noFill/>
                        <a:ln w="38100">
                          <a:noFill/>
                          <a:miter/>
                        </a:ln>
                      </p:spPr>
                    </p:pic>
                  </p:oleObj>
                </mc:Fallback>
              </mc:AlternateContent>
            </a:graphicData>
          </a:graphic>
        </p:graphicFrame>
        <p:sp>
          <p:nvSpPr>
            <p:cNvPr id="61466" name="Rectangle 116"/>
            <p:cNvSpPr/>
            <p:nvPr/>
          </p:nvSpPr>
          <p:spPr>
            <a:xfrm>
              <a:off x="4976" y="70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1467" name="Rectangle 117"/>
            <p:cNvSpPr/>
            <p:nvPr/>
          </p:nvSpPr>
          <p:spPr>
            <a:xfrm>
              <a:off x="4360" y="37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1468" name="Line 118"/>
            <p:cNvSpPr/>
            <p:nvPr/>
          </p:nvSpPr>
          <p:spPr>
            <a:xfrm rot="5400000">
              <a:off x="4924" y="551"/>
              <a:ext cx="230" cy="0"/>
            </a:xfrm>
            <a:prstGeom prst="line">
              <a:avLst/>
            </a:prstGeom>
            <a:ln w="28575" cap="flat" cmpd="sng">
              <a:solidFill>
                <a:srgbClr val="00FFFF"/>
              </a:solidFill>
              <a:prstDash val="solid"/>
              <a:headEnd type="none" w="med" len="med"/>
              <a:tailEnd type="triangle" w="med" len="med"/>
            </a:ln>
          </p:spPr>
        </p:sp>
        <p:graphicFrame>
          <p:nvGraphicFramePr>
            <p:cNvPr id="61469" name="Object 119"/>
            <p:cNvGraphicFramePr>
              <a:graphicFrameLocks noChangeAspect="1"/>
            </p:cNvGraphicFramePr>
            <p:nvPr/>
          </p:nvGraphicFramePr>
          <p:xfrm>
            <a:off x="5057" y="300"/>
            <a:ext cx="252" cy="405"/>
          </p:xfrm>
          <a:graphic>
            <a:graphicData uri="http://schemas.openxmlformats.org/presentationml/2006/ole">
              <mc:AlternateContent xmlns:mc="http://schemas.openxmlformats.org/markup-compatibility/2006">
                <mc:Choice xmlns:v="urn:schemas-microsoft-com:vml" Requires="v">
                  <p:oleObj r:id="rId10" imgW="186055" imgH="319405" progId="Equation.3">
                    <p:embed/>
                  </p:oleObj>
                </mc:Choice>
                <mc:Fallback>
                  <p:oleObj r:id="rId10" imgW="186055" imgH="319405" progId="Equation.3">
                    <p:embed/>
                    <p:pic>
                      <p:nvPicPr>
                        <p:cNvPr id="0" name="图片 3260"/>
                        <p:cNvPicPr/>
                        <p:nvPr/>
                      </p:nvPicPr>
                      <p:blipFill>
                        <a:blip r:embed="rId11">
                          <a:clrChange>
                            <a:clrFrom>
                              <a:srgbClr val="000000"/>
                            </a:clrFrom>
                            <a:clrTo>
                              <a:srgbClr val="FFFFFF"/>
                            </a:clrTo>
                          </a:clrChange>
                        </a:blip>
                        <a:stretch>
                          <a:fillRect/>
                        </a:stretch>
                      </p:blipFill>
                      <p:spPr>
                        <a:xfrm>
                          <a:off x="5057" y="300"/>
                          <a:ext cx="252" cy="405"/>
                        </a:xfrm>
                        <a:prstGeom prst="rect">
                          <a:avLst/>
                        </a:prstGeom>
                        <a:noFill/>
                        <a:ln w="38100">
                          <a:noFill/>
                          <a:miter/>
                        </a:ln>
                      </p:spPr>
                    </p:pic>
                  </p:oleObj>
                </mc:Fallback>
              </mc:AlternateContent>
            </a:graphicData>
          </a:graphic>
        </p:graphicFrame>
        <p:sp>
          <p:nvSpPr>
            <p:cNvPr id="61470" name="Text Box 120"/>
            <p:cNvSpPr txBox="1"/>
            <p:nvPr/>
          </p:nvSpPr>
          <p:spPr>
            <a:xfrm>
              <a:off x="5131" y="708"/>
              <a:ext cx="394" cy="288"/>
            </a:xfrm>
            <a:prstGeom prst="rect">
              <a:avLst/>
            </a:prstGeom>
            <a:noFill/>
            <a:ln w="28575">
              <a:noFill/>
            </a:ln>
          </p:spPr>
          <p:txBody>
            <a:bodyPr>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Z</a:t>
              </a:r>
              <a:r>
                <a:rPr lang="en-US" altLang="zh-CN" sz="2400" baseline="-25000" dirty="0">
                  <a:solidFill>
                    <a:schemeClr val="bg1"/>
                  </a:solidFill>
                  <a:latin typeface="Times New Roman" panose="02020603050405020304" pitchFamily="18" charset="0"/>
                  <a:ea typeface="宋体" panose="02010600030101010101" pitchFamily="2" charset="-122"/>
                </a:rPr>
                <a:t>22</a:t>
              </a:r>
              <a:endParaRPr lang="en-US" altLang="zh-CN" sz="2400" dirty="0">
                <a:solidFill>
                  <a:schemeClr val="bg1"/>
                </a:solidFill>
                <a:latin typeface="Times New Roman" panose="02020603050405020304" pitchFamily="18" charset="0"/>
                <a:ea typeface="宋体" panose="02010600030101010101" pitchFamily="2" charset="-122"/>
              </a:endParaRPr>
            </a:p>
          </p:txBody>
        </p:sp>
        <p:graphicFrame>
          <p:nvGraphicFramePr>
            <p:cNvPr id="61471" name="Object 121"/>
            <p:cNvGraphicFramePr>
              <a:graphicFrameLocks noChangeAspect="1"/>
            </p:cNvGraphicFramePr>
            <p:nvPr/>
          </p:nvGraphicFramePr>
          <p:xfrm>
            <a:off x="4151" y="526"/>
            <a:ext cx="726" cy="594"/>
          </p:xfrm>
          <a:graphic>
            <a:graphicData uri="http://schemas.openxmlformats.org/presentationml/2006/ole">
              <mc:AlternateContent xmlns:mc="http://schemas.openxmlformats.org/markup-compatibility/2006">
                <mc:Choice xmlns:v="urn:schemas-microsoft-com:vml" Requires="v">
                  <p:oleObj r:id="rId12" imgW="535305" imgH="497840" progId="Equation.3">
                    <p:embed/>
                  </p:oleObj>
                </mc:Choice>
                <mc:Fallback>
                  <p:oleObj r:id="rId12" imgW="535305" imgH="497840" progId="Equation.3">
                    <p:embed/>
                    <p:pic>
                      <p:nvPicPr>
                        <p:cNvPr id="0" name="图片 3258"/>
                        <p:cNvPicPr/>
                        <p:nvPr/>
                      </p:nvPicPr>
                      <p:blipFill>
                        <a:blip r:embed="rId13">
                          <a:clrChange>
                            <a:clrFrom>
                              <a:srgbClr val="000000"/>
                            </a:clrFrom>
                            <a:clrTo>
                              <a:srgbClr val="FFFFFF"/>
                            </a:clrTo>
                          </a:clrChange>
                        </a:blip>
                        <a:stretch>
                          <a:fillRect/>
                        </a:stretch>
                      </p:blipFill>
                      <p:spPr>
                        <a:xfrm>
                          <a:off x="4151" y="526"/>
                          <a:ext cx="726" cy="594"/>
                        </a:xfrm>
                        <a:prstGeom prst="rect">
                          <a:avLst/>
                        </a:prstGeom>
                        <a:noFill/>
                        <a:ln w="38100">
                          <a:noFill/>
                          <a:miter/>
                        </a:ln>
                      </p:spPr>
                    </p:pic>
                  </p:oleObj>
                </mc:Fallback>
              </mc:AlternateContent>
            </a:graphicData>
          </a:graphic>
        </p:graphicFrame>
      </p:grpSp>
      <p:grpSp>
        <p:nvGrpSpPr>
          <p:cNvPr id="7291" name="Group 123"/>
          <p:cNvGrpSpPr/>
          <p:nvPr/>
        </p:nvGrpSpPr>
        <p:grpSpPr>
          <a:xfrm>
            <a:off x="539750" y="3716338"/>
            <a:ext cx="1847850" cy="850900"/>
            <a:chOff x="385" y="3022"/>
            <a:chExt cx="1164" cy="536"/>
          </a:xfrm>
        </p:grpSpPr>
        <p:pic>
          <p:nvPicPr>
            <p:cNvPr id="61458" name="Picture 124"/>
            <p:cNvPicPr>
              <a:picLocks noChangeAspect="1"/>
            </p:cNvPicPr>
            <p:nvPr/>
          </p:nvPicPr>
          <p:blipFill>
            <a:blip r:embed="rId14"/>
            <a:stretch>
              <a:fillRect/>
            </a:stretch>
          </p:blipFill>
          <p:spPr>
            <a:xfrm>
              <a:off x="385" y="3022"/>
              <a:ext cx="590" cy="536"/>
            </a:xfrm>
            <a:prstGeom prst="rect">
              <a:avLst/>
            </a:prstGeom>
            <a:noFill/>
            <a:ln w="9525">
              <a:noFill/>
            </a:ln>
          </p:spPr>
        </p:pic>
        <p:sp>
          <p:nvSpPr>
            <p:cNvPr id="61459" name="Text Box 125"/>
            <p:cNvSpPr txBox="1"/>
            <p:nvPr/>
          </p:nvSpPr>
          <p:spPr>
            <a:xfrm>
              <a:off x="793" y="3116"/>
              <a:ext cx="756"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sp>
        <p:nvSpPr>
          <p:cNvPr id="7294" name="Text Box 126"/>
          <p:cNvSpPr txBox="1">
            <a:spLocks noChangeArrowheads="1"/>
          </p:cNvSpPr>
          <p:nvPr/>
        </p:nvSpPr>
        <p:spPr bwMode="auto">
          <a:xfrm>
            <a:off x="611188" y="4941888"/>
            <a:ext cx="3600450" cy="519113"/>
          </a:xfrm>
          <a:prstGeom prst="rect">
            <a:avLst/>
          </a:prstGeom>
          <a:noFill/>
          <a:ln>
            <a:noFill/>
          </a:ln>
          <a:effectLst>
            <a:prstShdw prst="shdw17" dist="17961" dir="2700000">
              <a:schemeClr val="hlink">
                <a:gamma/>
                <a:shade val="60000"/>
                <a:invGamma/>
              </a:schemeClr>
            </a:prstShdw>
          </a:effec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AutoNum type="circleNumDbPlain" startAt="3"/>
              <a:defRPr/>
            </a:pPr>
            <a:r>
              <a:rPr kumimoji="1" lang="zh-CN" altLang="en-US" sz="2800" b="1" i="0" u="none" strike="noStrike" kern="1200" cap="none" spc="0" normalizeH="0" baseline="0" noProof="0">
                <a:ln>
                  <a:noFill/>
                </a:ln>
                <a:solidFill>
                  <a:srgbClr val="FF9900"/>
                </a:solidFill>
                <a:effectLst/>
                <a:uLnTx/>
                <a:uFillTx/>
                <a:latin typeface="楷体_GB2312" pitchFamily="49" charset="-122"/>
                <a:ea typeface="楷体_GB2312" pitchFamily="49" charset="-122"/>
                <a:cs typeface="+mn-cs"/>
              </a:rPr>
              <a:t>去耦等效法分析</a:t>
            </a:r>
          </a:p>
        </p:txBody>
      </p:sp>
      <p:sp>
        <p:nvSpPr>
          <p:cNvPr id="7295" name="Text Box 127"/>
          <p:cNvSpPr txBox="1"/>
          <p:nvPr/>
        </p:nvSpPr>
        <p:spPr>
          <a:xfrm>
            <a:off x="539750" y="5516563"/>
            <a:ext cx="7777163" cy="604837"/>
          </a:xfrm>
          <a:prstGeom prst="rect">
            <a:avLst/>
          </a:prstGeom>
          <a:noFill/>
          <a:ln w="9525">
            <a:noFill/>
          </a:ln>
        </p:spPr>
        <p:txBody>
          <a:bodyPr>
            <a:spAutoFit/>
          </a:bodyPr>
          <a:lstStyle/>
          <a:p>
            <a:pPr eaLnBrk="1" hangingPunct="1">
              <a:lnSpc>
                <a:spcPct val="120000"/>
              </a:lnSpc>
              <a:spcBef>
                <a:spcPct val="50000"/>
              </a:spcBef>
            </a:pPr>
            <a:r>
              <a:rPr lang="en-US" altLang="zh-CN" b="1" dirty="0">
                <a:latin typeface="楷体_GB2312" pitchFamily="49" charset="-122"/>
              </a:rPr>
              <a:t> </a:t>
            </a:r>
            <a:r>
              <a:rPr lang="zh-CN" altLang="en-US" b="1" dirty="0">
                <a:latin typeface="楷体_GB2312" pitchFamily="49" charset="-122"/>
              </a:rPr>
              <a:t>对含互感的电路进行去耦等效，再进行分析。</a:t>
            </a:r>
          </a:p>
        </p:txBody>
      </p:sp>
      <p:grpSp>
        <p:nvGrpSpPr>
          <p:cNvPr id="61455" name="Group 131"/>
          <p:cNvGrpSpPr/>
          <p:nvPr/>
        </p:nvGrpSpPr>
        <p:grpSpPr>
          <a:xfrm>
            <a:off x="6588125" y="6446838"/>
            <a:ext cx="792163" cy="366712"/>
            <a:chOff x="4649" y="4020"/>
            <a:chExt cx="499" cy="231"/>
          </a:xfrm>
        </p:grpSpPr>
        <p:pic>
          <p:nvPicPr>
            <p:cNvPr id="61456" name="Picture 132"/>
            <p:cNvPicPr>
              <a:picLocks noChangeAspect="1"/>
            </p:cNvPicPr>
            <p:nvPr/>
          </p:nvPicPr>
          <p:blipFill>
            <a:blip r:embed="rId6"/>
            <a:stretch>
              <a:fillRect/>
            </a:stretch>
          </p:blipFill>
          <p:spPr>
            <a:xfrm>
              <a:off x="4649" y="4066"/>
              <a:ext cx="499" cy="181"/>
            </a:xfrm>
            <a:prstGeom prst="rect">
              <a:avLst/>
            </a:prstGeom>
            <a:noFill/>
            <a:ln w="9525">
              <a:noFill/>
            </a:ln>
          </p:spPr>
        </p:pic>
        <p:sp>
          <p:nvSpPr>
            <p:cNvPr id="61457" name="Text Box 133">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302"/>
                                        </p:tgtEl>
                                        <p:attrNameLst>
                                          <p:attrName>style.visibility</p:attrName>
                                        </p:attrNameLst>
                                      </p:cBhvr>
                                      <p:to>
                                        <p:strVal val="visible"/>
                                      </p:to>
                                    </p:set>
                                    <p:animEffect transition="in" filter="blinds(horizontal)">
                                      <p:cBhvr>
                                        <p:cTn id="7" dur="500"/>
                                        <p:tgtEl>
                                          <p:spTgt spid="730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7187"/>
                                        </p:tgtEl>
                                        <p:attrNameLst>
                                          <p:attrName>style.visibility</p:attrName>
                                        </p:attrNameLst>
                                      </p:cBhvr>
                                      <p:to>
                                        <p:strVal val="visible"/>
                                      </p:to>
                                    </p:set>
                                    <p:animEffect transition="in" filter="strips(downRight)">
                                      <p:cBhvr>
                                        <p:cTn id="12" dur="2000"/>
                                        <p:tgtEl>
                                          <p:spTgt spid="718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7215"/>
                                        </p:tgtEl>
                                        <p:attrNameLst>
                                          <p:attrName>style.visibility</p:attrName>
                                        </p:attrNameLst>
                                      </p:cBhvr>
                                      <p:to>
                                        <p:strVal val="visible"/>
                                      </p:to>
                                    </p:set>
                                    <p:animEffect transition="in" filter="slide(fromLeft)">
                                      <p:cBhvr>
                                        <p:cTn id="17" dur="500"/>
                                        <p:tgtEl>
                                          <p:spTgt spid="7215"/>
                                        </p:tgtEl>
                                      </p:cBhvr>
                                    </p:animEffect>
                                  </p:childTnLst>
                                </p:cTn>
                              </p:par>
                            </p:childTnLst>
                          </p:cTn>
                        </p:par>
                        <p:par>
                          <p:cTn id="18" fill="hold">
                            <p:stCondLst>
                              <p:cond delay="500"/>
                            </p:stCondLst>
                            <p:childTnLst>
                              <p:par>
                                <p:cTn id="19" presetID="12" presetClass="entr" presetSubtype="4" fill="hold" grpId="0" nodeType="afterEffect">
                                  <p:stCondLst>
                                    <p:cond delay="0"/>
                                  </p:stCondLst>
                                  <p:childTnLst>
                                    <p:set>
                                      <p:cBhvr>
                                        <p:cTn id="20" dur="1" fill="hold">
                                          <p:stCondLst>
                                            <p:cond delay="0"/>
                                          </p:stCondLst>
                                        </p:cTn>
                                        <p:tgtEl>
                                          <p:spTgt spid="7196"/>
                                        </p:tgtEl>
                                        <p:attrNameLst>
                                          <p:attrName>style.visibility</p:attrName>
                                        </p:attrNameLst>
                                      </p:cBhvr>
                                      <p:to>
                                        <p:strVal val="visible"/>
                                      </p:to>
                                    </p:set>
                                    <p:animEffect transition="in" filter="slide(fromBottom)">
                                      <p:cBhvr>
                                        <p:cTn id="21" dur="2000"/>
                                        <p:tgtEl>
                                          <p:spTgt spid="7196"/>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7188"/>
                                        </p:tgtEl>
                                        <p:attrNameLst>
                                          <p:attrName>style.visibility</p:attrName>
                                        </p:attrNameLst>
                                      </p:cBhvr>
                                      <p:to>
                                        <p:strVal val="visible"/>
                                      </p:to>
                                    </p:set>
                                    <p:animEffect transition="in" filter="strips(downRight)">
                                      <p:cBhvr>
                                        <p:cTn id="26" dur="2000"/>
                                        <p:tgtEl>
                                          <p:spTgt spid="7188"/>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7216"/>
                                        </p:tgtEl>
                                        <p:attrNameLst>
                                          <p:attrName>style.visibility</p:attrName>
                                        </p:attrNameLst>
                                      </p:cBhvr>
                                      <p:to>
                                        <p:strVal val="visible"/>
                                      </p:to>
                                    </p:set>
                                    <p:animEffect transition="in" filter="slide(fromLeft)">
                                      <p:cBhvr>
                                        <p:cTn id="31" dur="500"/>
                                        <p:tgtEl>
                                          <p:spTgt spid="7216"/>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7189"/>
                                        </p:tgtEl>
                                        <p:attrNameLst>
                                          <p:attrName>style.visibility</p:attrName>
                                        </p:attrNameLst>
                                      </p:cBhvr>
                                      <p:to>
                                        <p:strVal val="visible"/>
                                      </p:to>
                                    </p:set>
                                    <p:animEffect transition="in" filter="wipe(left)">
                                      <p:cBhvr>
                                        <p:cTn id="35" dur="2000"/>
                                        <p:tgtEl>
                                          <p:spTgt spid="718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7291"/>
                                        </p:tgtEl>
                                        <p:attrNameLst>
                                          <p:attrName>style.visibility</p:attrName>
                                        </p:attrNameLst>
                                      </p:cBhvr>
                                      <p:to>
                                        <p:strVal val="visible"/>
                                      </p:to>
                                    </p:set>
                                    <p:animEffect transition="in" filter="blinds(horizontal)">
                                      <p:cBhvr>
                                        <p:cTn id="40" dur="500"/>
                                        <p:tgtEl>
                                          <p:spTgt spid="729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7194"/>
                                        </p:tgtEl>
                                        <p:attrNameLst>
                                          <p:attrName>style.visibility</p:attrName>
                                        </p:attrNameLst>
                                      </p:cBhvr>
                                      <p:to>
                                        <p:strVal val="visible"/>
                                      </p:to>
                                    </p:set>
                                    <p:animEffect transition="in" filter="wipe(left)">
                                      <p:cBhvr>
                                        <p:cTn id="45" dur="2000"/>
                                        <p:tgtEl>
                                          <p:spTgt spid="7194"/>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7294"/>
                                        </p:tgtEl>
                                        <p:attrNameLst>
                                          <p:attrName>style.visibility</p:attrName>
                                        </p:attrNameLst>
                                      </p:cBhvr>
                                      <p:to>
                                        <p:strVal val="visible"/>
                                      </p:to>
                                    </p:set>
                                    <p:anim calcmode="lin" valueType="num">
                                      <p:cBhvr additive="base">
                                        <p:cTn id="50" dur="500" fill="hold"/>
                                        <p:tgtEl>
                                          <p:spTgt spid="7294"/>
                                        </p:tgtEl>
                                        <p:attrNameLst>
                                          <p:attrName>ppt_x</p:attrName>
                                        </p:attrNameLst>
                                      </p:cBhvr>
                                      <p:tavLst>
                                        <p:tav tm="0">
                                          <p:val>
                                            <p:strVal val="0-#ppt_w/2"/>
                                          </p:val>
                                        </p:tav>
                                        <p:tav tm="100000">
                                          <p:val>
                                            <p:strVal val="#ppt_x"/>
                                          </p:val>
                                        </p:tav>
                                      </p:tavLst>
                                    </p:anim>
                                    <p:anim calcmode="lin" valueType="num">
                                      <p:cBhvr additive="base">
                                        <p:cTn id="51" dur="500" fill="hold"/>
                                        <p:tgtEl>
                                          <p:spTgt spid="7294"/>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2" presetClass="entr" presetSubtype="4" fill="hold" grpId="0" nodeType="clickEffect">
                                  <p:stCondLst>
                                    <p:cond delay="0"/>
                                  </p:stCondLst>
                                  <p:childTnLst>
                                    <p:set>
                                      <p:cBhvr>
                                        <p:cTn id="55" dur="1" fill="hold">
                                          <p:stCondLst>
                                            <p:cond delay="0"/>
                                          </p:stCondLst>
                                        </p:cTn>
                                        <p:tgtEl>
                                          <p:spTgt spid="7295"/>
                                        </p:tgtEl>
                                        <p:attrNameLst>
                                          <p:attrName>style.visibility</p:attrName>
                                        </p:attrNameLst>
                                      </p:cBhvr>
                                      <p:to>
                                        <p:strVal val="visible"/>
                                      </p:to>
                                    </p:set>
                                    <p:animEffect transition="in" filter="slide(fromBottom)">
                                      <p:cBhvr>
                                        <p:cTn id="56" dur="2000"/>
                                        <p:tgtEl>
                                          <p:spTgt spid="7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9" grpId="0"/>
      <p:bldP spid="7194" grpId="0"/>
      <p:bldP spid="7196" grpId="0"/>
      <p:bldP spid="7294" grpId="0"/>
      <p:bldP spid="729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p:nvPr/>
        </p:nvSpPr>
        <p:spPr>
          <a:xfrm>
            <a:off x="1547813" y="404813"/>
            <a:ext cx="7596187" cy="519112"/>
          </a:xfrm>
          <a:prstGeom prst="rect">
            <a:avLst/>
          </a:prstGeom>
          <a:noFill/>
          <a:ln w="9525">
            <a:noFill/>
          </a:ln>
        </p:spPr>
        <p:txBody>
          <a:bodyPr>
            <a:spAutoFit/>
          </a:bodyPr>
          <a:lstStyle/>
          <a:p>
            <a:pPr eaLnBrk="1" hangingPunct="1"/>
            <a:r>
              <a:rPr lang="zh-CN" altLang="en-US" b="1" dirty="0">
                <a:latin typeface="Times New Roman" panose="02020603050405020304" pitchFamily="18" charset="0"/>
              </a:rPr>
              <a:t>已知</a:t>
            </a:r>
            <a:r>
              <a:rPr lang="zh-CN" altLang="en-US" b="1" dirty="0">
                <a:latin typeface="Times New Roman" panose="02020603050405020304" pitchFamily="18" charset="0"/>
                <a:ea typeface="宋体" panose="02010600030101010101" pitchFamily="2" charset="-122"/>
              </a:rPr>
              <a:t>  </a:t>
            </a:r>
            <a:r>
              <a:rPr lang="en-US" altLang="zh-CN" i="1" dirty="0">
                <a:solidFill>
                  <a:schemeClr val="bg1"/>
                </a:solidFill>
                <a:latin typeface="Times New Roman" panose="02020603050405020304" pitchFamily="18" charset="0"/>
                <a:ea typeface="宋体" panose="02010600030101010101" pitchFamily="2" charset="-122"/>
              </a:rPr>
              <a:t>U</a:t>
            </a:r>
            <a:r>
              <a:rPr lang="en-US" altLang="zh-CN" sz="2400" baseline="-25000" dirty="0">
                <a:solidFill>
                  <a:schemeClr val="bg1"/>
                </a:solidFill>
                <a:latin typeface="Times New Roman" panose="02020603050405020304" pitchFamily="18" charset="0"/>
                <a:ea typeface="宋体" panose="02010600030101010101" pitchFamily="2" charset="-122"/>
              </a:rPr>
              <a:t>s</a:t>
            </a:r>
            <a:r>
              <a:rPr lang="en-US" altLang="zh-CN" dirty="0">
                <a:solidFill>
                  <a:schemeClr val="bg1"/>
                </a:solidFill>
                <a:latin typeface="Times New Roman" panose="02020603050405020304" pitchFamily="18" charset="0"/>
                <a:ea typeface="宋体" panose="02010600030101010101" pitchFamily="2" charset="-122"/>
              </a:rPr>
              <a:t>=20 V</a:t>
            </a:r>
            <a:r>
              <a:rPr lang="en-US" altLang="zh-CN" b="1" dirty="0">
                <a:latin typeface="Times New Roman" panose="02020603050405020304" pitchFamily="18" charset="0"/>
                <a:ea typeface="宋体" panose="02010600030101010101" pitchFamily="2" charset="-122"/>
              </a:rPr>
              <a:t> , </a:t>
            </a:r>
            <a:r>
              <a:rPr lang="zh-CN" altLang="en-US" b="1" dirty="0">
                <a:latin typeface="Times New Roman" panose="02020603050405020304" pitchFamily="18" charset="0"/>
              </a:rPr>
              <a:t>一次侧引入阻抗</a:t>
            </a:r>
            <a:r>
              <a:rPr lang="zh-CN" altLang="en-US" b="1" dirty="0">
                <a:latin typeface="Times New Roman" panose="02020603050405020304" pitchFamily="18" charset="0"/>
                <a:ea typeface="宋体" panose="02010600030101010101" pitchFamily="2" charset="-122"/>
              </a:rPr>
              <a:t>  </a:t>
            </a:r>
            <a:r>
              <a:rPr lang="en-US" altLang="zh-CN" i="1" dirty="0">
                <a:solidFill>
                  <a:schemeClr val="bg1"/>
                </a:solidFill>
                <a:latin typeface="Times New Roman" panose="02020603050405020304" pitchFamily="18" charset="0"/>
                <a:ea typeface="宋体" panose="02010600030101010101" pitchFamily="2" charset="-122"/>
              </a:rPr>
              <a:t>Z</a:t>
            </a:r>
            <a:r>
              <a:rPr lang="en-US" altLang="zh-CN" i="1" baseline="-25000" dirty="0">
                <a:solidFill>
                  <a:schemeClr val="bg1"/>
                </a:solidFill>
                <a:latin typeface="Times New Roman" panose="02020603050405020304" pitchFamily="18" charset="0"/>
                <a:ea typeface="宋体" panose="02010600030101010101" pitchFamily="2" charset="-122"/>
              </a:rPr>
              <a:t>l</a:t>
            </a:r>
            <a:r>
              <a:rPr lang="en-US" altLang="zh-CN" dirty="0">
                <a:solidFill>
                  <a:schemeClr val="bg1"/>
                </a:solidFill>
                <a:latin typeface="Times New Roman" panose="02020603050405020304" pitchFamily="18" charset="0"/>
                <a:ea typeface="宋体" panose="02010600030101010101" pitchFamily="2" charset="-122"/>
              </a:rPr>
              <a:t>=(10–j10)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6147" name="Rectangle 3"/>
          <p:cNvSpPr/>
          <p:nvPr/>
        </p:nvSpPr>
        <p:spPr>
          <a:xfrm>
            <a:off x="1619250" y="908050"/>
            <a:ext cx="5529263" cy="519113"/>
          </a:xfrm>
          <a:prstGeom prst="rect">
            <a:avLst/>
          </a:prstGeom>
          <a:noFill/>
          <a:ln w="9525">
            <a:noFill/>
          </a:ln>
        </p:spPr>
        <p:txBody>
          <a:bodyPr wrap="none">
            <a:spAutoFit/>
          </a:bodyPr>
          <a:lstStyle/>
          <a:p>
            <a:pPr eaLnBrk="1" hangingPunct="1"/>
            <a:r>
              <a:rPr lang="zh-CN" altLang="en-US" b="1" dirty="0">
                <a:latin typeface="楷体_GB2312" pitchFamily="49" charset="-122"/>
              </a:rPr>
              <a:t>求</a:t>
            </a:r>
            <a:r>
              <a:rPr lang="en-US" altLang="zh-CN" b="1" dirty="0">
                <a:latin typeface="楷体_GB2312" pitchFamily="49" charset="-122"/>
              </a:rPr>
              <a:t>:</a:t>
            </a:r>
            <a:r>
              <a:rPr lang="en-US" altLang="zh-CN" b="1" dirty="0">
                <a:latin typeface="Times New Roman" panose="02020603050405020304" pitchFamily="18" charset="0"/>
                <a:ea typeface="宋体" panose="02010600030101010101" pitchFamily="2" charset="-122"/>
              </a:rPr>
              <a:t> </a:t>
            </a:r>
            <a:r>
              <a:rPr lang="en-US" altLang="zh-CN" i="1" dirty="0">
                <a:solidFill>
                  <a:schemeClr val="bg1"/>
                </a:solidFill>
                <a:latin typeface="Times New Roman" panose="02020603050405020304" pitchFamily="18" charset="0"/>
                <a:ea typeface="宋体" panose="02010600030101010101" pitchFamily="2" charset="-122"/>
              </a:rPr>
              <a:t>Z</a:t>
            </a:r>
            <a:r>
              <a:rPr lang="en-US" altLang="zh-CN" baseline="-25000" dirty="0">
                <a:solidFill>
                  <a:schemeClr val="bg1"/>
                </a:solidFill>
                <a:latin typeface="Times New Roman" panose="02020603050405020304" pitchFamily="18" charset="0"/>
                <a:ea typeface="宋体" panose="02010600030101010101" pitchFamily="2" charset="-122"/>
              </a:rPr>
              <a:t>X</a:t>
            </a:r>
            <a:r>
              <a:rPr lang="en-US" altLang="zh-CN" b="1" baseline="-25000" dirty="0">
                <a:latin typeface="Times New Roman" panose="02020603050405020304" pitchFamily="18" charset="0"/>
                <a:ea typeface="宋体" panose="02010600030101010101" pitchFamily="2" charset="-122"/>
              </a:rPr>
              <a:t> </a:t>
            </a:r>
            <a:r>
              <a:rPr lang="zh-CN" altLang="en-US" b="1" dirty="0">
                <a:latin typeface="楷体_GB2312" pitchFamily="49" charset="-122"/>
              </a:rPr>
              <a:t>并求负载获得的有功功率。</a:t>
            </a:r>
          </a:p>
        </p:txBody>
      </p:sp>
      <p:graphicFrame>
        <p:nvGraphicFramePr>
          <p:cNvPr id="6148" name="Object 4"/>
          <p:cNvGraphicFramePr>
            <a:graphicFrameLocks noChangeAspect="1"/>
          </p:cNvGraphicFramePr>
          <p:nvPr/>
        </p:nvGraphicFramePr>
        <p:xfrm>
          <a:off x="1270000" y="3716338"/>
          <a:ext cx="4391025" cy="812800"/>
        </p:xfrm>
        <a:graphic>
          <a:graphicData uri="http://schemas.openxmlformats.org/presentationml/2006/ole">
            <mc:AlternateContent xmlns:mc="http://schemas.openxmlformats.org/markup-compatibility/2006">
              <mc:Choice xmlns:v="urn:schemas-microsoft-com:vml" Requires="v">
                <p:oleObj r:id="rId2" imgW="2267585" imgH="423545" progId="Equation.3">
                  <p:embed/>
                </p:oleObj>
              </mc:Choice>
              <mc:Fallback>
                <p:oleObj r:id="rId2" imgW="2267585" imgH="423545" progId="Equation.3">
                  <p:embed/>
                  <p:pic>
                    <p:nvPicPr>
                      <p:cNvPr id="0" name="图片 3262"/>
                      <p:cNvPicPr/>
                      <p:nvPr/>
                    </p:nvPicPr>
                    <p:blipFill>
                      <a:blip r:embed="rId3">
                        <a:clrChange>
                          <a:clrFrom>
                            <a:srgbClr val="000000"/>
                          </a:clrFrom>
                          <a:clrTo>
                            <a:srgbClr val="FFFFFF"/>
                          </a:clrTo>
                        </a:clrChange>
                      </a:blip>
                      <a:stretch>
                        <a:fillRect/>
                      </a:stretch>
                    </p:blipFill>
                    <p:spPr>
                      <a:xfrm>
                        <a:off x="1270000" y="3716338"/>
                        <a:ext cx="4391025" cy="812800"/>
                      </a:xfrm>
                      <a:prstGeom prst="rect">
                        <a:avLst/>
                      </a:prstGeom>
                      <a:noFill/>
                      <a:ln w="38100">
                        <a:noFill/>
                        <a:miter/>
                      </a:ln>
                    </p:spPr>
                  </p:pic>
                </p:oleObj>
              </mc:Fallback>
            </mc:AlternateContent>
          </a:graphicData>
        </a:graphic>
      </p:graphicFrame>
      <p:graphicFrame>
        <p:nvGraphicFramePr>
          <p:cNvPr id="6149" name="Object 5"/>
          <p:cNvGraphicFramePr>
            <a:graphicFrameLocks noChangeAspect="1"/>
          </p:cNvGraphicFramePr>
          <p:nvPr/>
        </p:nvGraphicFramePr>
        <p:xfrm>
          <a:off x="6189663" y="3860800"/>
          <a:ext cx="2655887" cy="473075"/>
        </p:xfrm>
        <a:graphic>
          <a:graphicData uri="http://schemas.openxmlformats.org/presentationml/2006/ole">
            <mc:AlternateContent xmlns:mc="http://schemas.openxmlformats.org/markup-compatibility/2006">
              <mc:Choice xmlns:v="urn:schemas-microsoft-com:vml" Requires="v">
                <p:oleObj r:id="rId4" imgW="1323340" imgH="238125" progId="Equation.3">
                  <p:embed/>
                </p:oleObj>
              </mc:Choice>
              <mc:Fallback>
                <p:oleObj r:id="rId4" imgW="1323340" imgH="238125" progId="Equation.3">
                  <p:embed/>
                  <p:pic>
                    <p:nvPicPr>
                      <p:cNvPr id="0" name="图片 3261"/>
                      <p:cNvPicPr/>
                      <p:nvPr/>
                    </p:nvPicPr>
                    <p:blipFill>
                      <a:blip r:embed="rId5">
                        <a:clrChange>
                          <a:clrFrom>
                            <a:srgbClr val="000000"/>
                          </a:clrFrom>
                          <a:clrTo>
                            <a:srgbClr val="FFFFFF"/>
                          </a:clrTo>
                        </a:clrChange>
                      </a:blip>
                      <a:stretch>
                        <a:fillRect/>
                      </a:stretch>
                    </p:blipFill>
                    <p:spPr>
                      <a:xfrm>
                        <a:off x="6189663" y="3860800"/>
                        <a:ext cx="2655887" cy="473075"/>
                      </a:xfrm>
                      <a:prstGeom prst="rect">
                        <a:avLst/>
                      </a:prstGeom>
                      <a:noFill/>
                      <a:ln w="38100">
                        <a:noFill/>
                        <a:miter/>
                      </a:ln>
                    </p:spPr>
                  </p:pic>
                </p:oleObj>
              </mc:Fallback>
            </mc:AlternateContent>
          </a:graphicData>
        </a:graphic>
      </p:graphicFrame>
      <p:sp>
        <p:nvSpPr>
          <p:cNvPr id="6150" name="Text Box 6"/>
          <p:cNvSpPr txBox="1"/>
          <p:nvPr/>
        </p:nvSpPr>
        <p:spPr>
          <a:xfrm>
            <a:off x="468313" y="4652963"/>
            <a:ext cx="2897187" cy="519112"/>
          </a:xfrm>
          <a:prstGeom prst="rect">
            <a:avLst/>
          </a:prstGeom>
          <a:noFill/>
          <a:ln w="9525">
            <a:noFill/>
          </a:ln>
        </p:spPr>
        <p:txBody>
          <a:bodyPr wrap="none" lIns="198000" rIns="198000">
            <a:spAutoFit/>
          </a:bodyPr>
          <a:lstStyle/>
          <a:p>
            <a:pPr eaLnBrk="1" hangingPunct="1"/>
            <a:r>
              <a:rPr lang="zh-CN" altLang="en-US" b="1" dirty="0">
                <a:latin typeface="Times New Roman" panose="02020603050405020304" pitchFamily="18" charset="0"/>
              </a:rPr>
              <a:t>负载获得功率：</a:t>
            </a:r>
          </a:p>
        </p:txBody>
      </p:sp>
      <p:graphicFrame>
        <p:nvGraphicFramePr>
          <p:cNvPr id="6151" name="Object 7"/>
          <p:cNvGraphicFramePr>
            <a:graphicFrameLocks noChangeAspect="1"/>
          </p:cNvGraphicFramePr>
          <p:nvPr/>
        </p:nvGraphicFramePr>
        <p:xfrm>
          <a:off x="3203575" y="4581525"/>
          <a:ext cx="4749800" cy="811213"/>
        </p:xfrm>
        <a:graphic>
          <a:graphicData uri="http://schemas.openxmlformats.org/presentationml/2006/ole">
            <mc:AlternateContent xmlns:mc="http://schemas.openxmlformats.org/markup-compatibility/2006">
              <mc:Choice xmlns:v="urn:schemas-microsoft-com:vml" Requires="v">
                <p:oleObj r:id="rId6" imgW="2096135" imgH="356870" progId="Equation.3">
                  <p:embed/>
                </p:oleObj>
              </mc:Choice>
              <mc:Fallback>
                <p:oleObj r:id="rId6" imgW="2096135" imgH="356870" progId="Equation.3">
                  <p:embed/>
                  <p:pic>
                    <p:nvPicPr>
                      <p:cNvPr id="0" name="图片 3265"/>
                      <p:cNvPicPr/>
                      <p:nvPr/>
                    </p:nvPicPr>
                    <p:blipFill>
                      <a:blip r:embed="rId7">
                        <a:clrChange>
                          <a:clrFrom>
                            <a:srgbClr val="000000"/>
                          </a:clrFrom>
                          <a:clrTo>
                            <a:srgbClr val="FFFFFF"/>
                          </a:clrTo>
                        </a:clrChange>
                      </a:blip>
                      <a:stretch>
                        <a:fillRect/>
                      </a:stretch>
                    </p:blipFill>
                    <p:spPr>
                      <a:xfrm>
                        <a:off x="3203575" y="4581525"/>
                        <a:ext cx="4749800" cy="811213"/>
                      </a:xfrm>
                      <a:prstGeom prst="rect">
                        <a:avLst/>
                      </a:prstGeom>
                      <a:noFill/>
                      <a:ln w="38100">
                        <a:noFill/>
                        <a:miter/>
                      </a:ln>
                    </p:spPr>
                  </p:pic>
                </p:oleObj>
              </mc:Fallback>
            </mc:AlternateContent>
          </a:graphicData>
        </a:graphic>
      </p:graphicFrame>
      <p:graphicFrame>
        <p:nvGraphicFramePr>
          <p:cNvPr id="6152" name="Object 8"/>
          <p:cNvGraphicFramePr>
            <a:graphicFrameLocks noChangeAspect="1"/>
          </p:cNvGraphicFramePr>
          <p:nvPr/>
        </p:nvGraphicFramePr>
        <p:xfrm>
          <a:off x="3563938" y="5300663"/>
          <a:ext cx="4594225" cy="998537"/>
        </p:xfrm>
        <a:graphic>
          <a:graphicData uri="http://schemas.openxmlformats.org/presentationml/2006/ole">
            <mc:AlternateContent xmlns:mc="http://schemas.openxmlformats.org/markup-compatibility/2006">
              <mc:Choice xmlns:v="urn:schemas-microsoft-com:vml" Requires="v">
                <p:oleObj r:id="rId8" imgW="1992630" imgH="431165" progId="Equation.3">
                  <p:embed/>
                </p:oleObj>
              </mc:Choice>
              <mc:Fallback>
                <p:oleObj r:id="rId8" imgW="1992630" imgH="431165" progId="Equation.3">
                  <p:embed/>
                  <p:pic>
                    <p:nvPicPr>
                      <p:cNvPr id="0" name="图片 3264"/>
                      <p:cNvPicPr/>
                      <p:nvPr/>
                    </p:nvPicPr>
                    <p:blipFill>
                      <a:blip r:embed="rId9">
                        <a:clrChange>
                          <a:clrFrom>
                            <a:srgbClr val="000000"/>
                          </a:clrFrom>
                          <a:clrTo>
                            <a:srgbClr val="FFFFFF"/>
                          </a:clrTo>
                        </a:clrChange>
                      </a:blip>
                      <a:stretch>
                        <a:fillRect/>
                      </a:stretch>
                    </p:blipFill>
                    <p:spPr>
                      <a:xfrm>
                        <a:off x="3563938" y="5300663"/>
                        <a:ext cx="4594225" cy="998537"/>
                      </a:xfrm>
                      <a:prstGeom prst="rect">
                        <a:avLst/>
                      </a:prstGeom>
                      <a:noFill/>
                      <a:ln w="38100">
                        <a:noFill/>
                        <a:miter/>
                      </a:ln>
                    </p:spPr>
                  </p:pic>
                </p:oleObj>
              </mc:Fallback>
            </mc:AlternateContent>
          </a:graphicData>
        </a:graphic>
      </p:graphicFrame>
      <p:sp>
        <p:nvSpPr>
          <p:cNvPr id="6153" name="Rectangle 9"/>
          <p:cNvSpPr/>
          <p:nvPr/>
        </p:nvSpPr>
        <p:spPr>
          <a:xfrm>
            <a:off x="395288" y="5589588"/>
            <a:ext cx="3254375" cy="519112"/>
          </a:xfrm>
          <a:prstGeom prst="rect">
            <a:avLst/>
          </a:prstGeom>
          <a:noFill/>
          <a:ln w="9525">
            <a:noFill/>
          </a:ln>
        </p:spPr>
        <p:txBody>
          <a:bodyPr wrap="none" lIns="198000" rIns="198000">
            <a:spAutoFit/>
          </a:bodyPr>
          <a:lstStyle/>
          <a:p>
            <a:pPr eaLnBrk="1" hangingPunct="1"/>
            <a:r>
              <a:rPr lang="zh-CN" altLang="en-US" b="1" dirty="0">
                <a:latin typeface="Times New Roman" panose="02020603050405020304" pitchFamily="18" charset="0"/>
              </a:rPr>
              <a:t>实际是最佳匹配：</a:t>
            </a:r>
          </a:p>
        </p:txBody>
      </p:sp>
      <p:sp>
        <p:nvSpPr>
          <p:cNvPr id="6274" name="Text Box 130"/>
          <p:cNvSpPr txBox="1"/>
          <p:nvPr/>
        </p:nvSpPr>
        <p:spPr>
          <a:xfrm>
            <a:off x="323850" y="476250"/>
            <a:ext cx="1368425" cy="579438"/>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4-1</a:t>
            </a:r>
          </a:p>
        </p:txBody>
      </p:sp>
      <p:sp>
        <p:nvSpPr>
          <p:cNvPr id="6276" name="Text Box 132"/>
          <p:cNvSpPr txBox="1"/>
          <p:nvPr/>
        </p:nvSpPr>
        <p:spPr>
          <a:xfrm>
            <a:off x="395288" y="3789363"/>
            <a:ext cx="576262" cy="519112"/>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a:t>
            </a:r>
          </a:p>
        </p:txBody>
      </p:sp>
      <p:grpSp>
        <p:nvGrpSpPr>
          <p:cNvPr id="62476" name="Group 137"/>
          <p:cNvGrpSpPr/>
          <p:nvPr/>
        </p:nvGrpSpPr>
        <p:grpSpPr>
          <a:xfrm>
            <a:off x="8316913" y="6446838"/>
            <a:ext cx="792162" cy="366712"/>
            <a:chOff x="5193" y="4020"/>
            <a:chExt cx="499" cy="231"/>
          </a:xfrm>
        </p:grpSpPr>
        <p:pic>
          <p:nvPicPr>
            <p:cNvPr id="62532" name="Picture 138"/>
            <p:cNvPicPr>
              <a:picLocks noChangeAspect="1"/>
            </p:cNvPicPr>
            <p:nvPr/>
          </p:nvPicPr>
          <p:blipFill>
            <a:blip r:embed="rId10"/>
            <a:stretch>
              <a:fillRect/>
            </a:stretch>
          </p:blipFill>
          <p:spPr>
            <a:xfrm>
              <a:off x="5193" y="4066"/>
              <a:ext cx="499" cy="181"/>
            </a:xfrm>
            <a:prstGeom prst="rect">
              <a:avLst/>
            </a:prstGeom>
            <a:noFill/>
            <a:ln w="9525">
              <a:noFill/>
            </a:ln>
          </p:spPr>
        </p:pic>
        <p:sp>
          <p:nvSpPr>
            <p:cNvPr id="62533" name="Text Box 139">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2477" name="Group 140"/>
          <p:cNvGrpSpPr/>
          <p:nvPr/>
        </p:nvGrpSpPr>
        <p:grpSpPr>
          <a:xfrm>
            <a:off x="7453313" y="6446838"/>
            <a:ext cx="792162" cy="366712"/>
            <a:chOff x="4649" y="4020"/>
            <a:chExt cx="499" cy="231"/>
          </a:xfrm>
        </p:grpSpPr>
        <p:pic>
          <p:nvPicPr>
            <p:cNvPr id="62530" name="Picture 141"/>
            <p:cNvPicPr>
              <a:picLocks noChangeAspect="1"/>
            </p:cNvPicPr>
            <p:nvPr/>
          </p:nvPicPr>
          <p:blipFill>
            <a:blip r:embed="rId10"/>
            <a:stretch>
              <a:fillRect/>
            </a:stretch>
          </p:blipFill>
          <p:spPr>
            <a:xfrm>
              <a:off x="4649" y="4066"/>
              <a:ext cx="499" cy="181"/>
            </a:xfrm>
            <a:prstGeom prst="rect">
              <a:avLst/>
            </a:prstGeom>
            <a:noFill/>
            <a:ln w="9525">
              <a:noFill/>
            </a:ln>
          </p:spPr>
        </p:pic>
        <p:sp>
          <p:nvSpPr>
            <p:cNvPr id="62531" name="Text Box 142">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6354" name="Group 210"/>
          <p:cNvGrpSpPr/>
          <p:nvPr/>
        </p:nvGrpSpPr>
        <p:grpSpPr>
          <a:xfrm>
            <a:off x="5508625" y="1398588"/>
            <a:ext cx="3413125" cy="2103437"/>
            <a:chOff x="3470" y="881"/>
            <a:chExt cx="2150" cy="1325"/>
          </a:xfrm>
        </p:grpSpPr>
        <p:sp>
          <p:nvSpPr>
            <p:cNvPr id="62521" name="Text Box 183"/>
            <p:cNvSpPr txBox="1"/>
            <p:nvPr/>
          </p:nvSpPr>
          <p:spPr>
            <a:xfrm>
              <a:off x="4077" y="881"/>
              <a:ext cx="1415" cy="327"/>
            </a:xfrm>
            <a:prstGeom prst="rect">
              <a:avLst/>
            </a:prstGeom>
            <a:noFill/>
            <a:ln w="952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(10+j10)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62522" name="Text Box 184"/>
            <p:cNvSpPr txBox="1"/>
            <p:nvPr/>
          </p:nvSpPr>
          <p:spPr>
            <a:xfrm>
              <a:off x="5075" y="1526"/>
              <a:ext cx="545" cy="327"/>
            </a:xfrm>
            <a:prstGeom prst="rect">
              <a:avLst/>
            </a:prstGeom>
            <a:noFill/>
            <a:ln w="952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r>
                <a:rPr lang="en-US" altLang="zh-CN" i="1" baseline="-25000" dirty="0">
                  <a:solidFill>
                    <a:schemeClr val="bg1"/>
                  </a:solidFill>
                  <a:latin typeface="Times New Roman" panose="02020603050405020304" pitchFamily="18" charset="0"/>
                  <a:ea typeface="宋体" panose="02010600030101010101" pitchFamily="2" charset="-122"/>
                </a:rPr>
                <a:t>l</a:t>
              </a:r>
              <a:endPar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2523" name="Oval 185"/>
            <p:cNvSpPr/>
            <p:nvPr/>
          </p:nvSpPr>
          <p:spPr>
            <a:xfrm>
              <a:off x="3742" y="152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2524" name="Rectangle 186"/>
            <p:cNvSpPr/>
            <p:nvPr/>
          </p:nvSpPr>
          <p:spPr>
            <a:xfrm>
              <a:off x="3923" y="1253"/>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62525" name="Text Box 187"/>
            <p:cNvSpPr txBox="1"/>
            <p:nvPr/>
          </p:nvSpPr>
          <p:spPr>
            <a:xfrm>
              <a:off x="3606" y="125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2526" name="Text Box 188"/>
            <p:cNvSpPr txBox="1"/>
            <p:nvPr/>
          </p:nvSpPr>
          <p:spPr>
            <a:xfrm>
              <a:off x="3651" y="184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2527" name="Object 189"/>
            <p:cNvGraphicFramePr>
              <a:graphicFrameLocks noChangeAspect="1"/>
            </p:cNvGraphicFramePr>
            <p:nvPr/>
          </p:nvGraphicFramePr>
          <p:xfrm>
            <a:off x="3470" y="1532"/>
            <a:ext cx="253" cy="384"/>
          </p:xfrm>
          <a:graphic>
            <a:graphicData uri="http://schemas.openxmlformats.org/presentationml/2006/ole">
              <mc:AlternateContent xmlns:mc="http://schemas.openxmlformats.org/markup-compatibility/2006">
                <mc:Choice xmlns:v="urn:schemas-microsoft-com:vml" Requires="v">
                  <p:oleObj r:id="rId11" imgW="222885" imgH="312420" progId="Equation.3">
                    <p:embed/>
                  </p:oleObj>
                </mc:Choice>
                <mc:Fallback>
                  <p:oleObj r:id="rId11" imgW="222885" imgH="312420" progId="Equation.3">
                    <p:embed/>
                    <p:pic>
                      <p:nvPicPr>
                        <p:cNvPr id="0" name="图片 3263"/>
                        <p:cNvPicPr/>
                        <p:nvPr/>
                      </p:nvPicPr>
                      <p:blipFill>
                        <a:blip r:embed="rId12">
                          <a:clrChange>
                            <a:clrFrom>
                              <a:srgbClr val="000000"/>
                            </a:clrFrom>
                            <a:clrTo>
                              <a:srgbClr val="FFFFFF"/>
                            </a:clrTo>
                          </a:clrChange>
                        </a:blip>
                        <a:stretch>
                          <a:fillRect/>
                        </a:stretch>
                      </p:blipFill>
                      <p:spPr>
                        <a:xfrm>
                          <a:off x="3470" y="1532"/>
                          <a:ext cx="253" cy="384"/>
                        </a:xfrm>
                        <a:prstGeom prst="rect">
                          <a:avLst/>
                        </a:prstGeom>
                        <a:noFill/>
                        <a:ln w="38100">
                          <a:noFill/>
                          <a:miter/>
                        </a:ln>
                      </p:spPr>
                    </p:pic>
                  </p:oleObj>
                </mc:Fallback>
              </mc:AlternateContent>
            </a:graphicData>
          </a:graphic>
        </p:graphicFrame>
        <p:sp>
          <p:nvSpPr>
            <p:cNvPr id="62528" name="Rectangle 190"/>
            <p:cNvSpPr/>
            <p:nvPr/>
          </p:nvSpPr>
          <p:spPr>
            <a:xfrm>
              <a:off x="4957" y="152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2529" name="Rectangle 191"/>
            <p:cNvSpPr/>
            <p:nvPr/>
          </p:nvSpPr>
          <p:spPr>
            <a:xfrm>
              <a:off x="4332" y="119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sp>
        <p:nvSpPr>
          <p:cNvPr id="6336" name="Line 192"/>
          <p:cNvSpPr/>
          <p:nvPr/>
        </p:nvSpPr>
        <p:spPr>
          <a:xfrm>
            <a:off x="5724525" y="4076700"/>
            <a:ext cx="431800" cy="0"/>
          </a:xfrm>
          <a:prstGeom prst="line">
            <a:avLst/>
          </a:prstGeom>
          <a:ln w="76200" cap="flat" cmpd="sng">
            <a:solidFill>
              <a:srgbClr val="3399FF"/>
            </a:solidFill>
            <a:prstDash val="solid"/>
            <a:headEnd type="none" w="med" len="med"/>
            <a:tailEnd type="triangle" w="med" len="med"/>
          </a:ln>
        </p:spPr>
      </p:sp>
      <p:grpSp>
        <p:nvGrpSpPr>
          <p:cNvPr id="62480" name="Group 196"/>
          <p:cNvGrpSpPr/>
          <p:nvPr/>
        </p:nvGrpSpPr>
        <p:grpSpPr>
          <a:xfrm>
            <a:off x="6588125" y="6446838"/>
            <a:ext cx="792163" cy="366712"/>
            <a:chOff x="4649" y="4020"/>
            <a:chExt cx="499" cy="231"/>
          </a:xfrm>
        </p:grpSpPr>
        <p:pic>
          <p:nvPicPr>
            <p:cNvPr id="62519" name="Picture 197"/>
            <p:cNvPicPr>
              <a:picLocks noChangeAspect="1"/>
            </p:cNvPicPr>
            <p:nvPr/>
          </p:nvPicPr>
          <p:blipFill>
            <a:blip r:embed="rId10"/>
            <a:stretch>
              <a:fillRect/>
            </a:stretch>
          </p:blipFill>
          <p:spPr>
            <a:xfrm>
              <a:off x="4649" y="4066"/>
              <a:ext cx="499" cy="181"/>
            </a:xfrm>
            <a:prstGeom prst="rect">
              <a:avLst/>
            </a:prstGeom>
            <a:noFill/>
            <a:ln w="9525">
              <a:noFill/>
            </a:ln>
          </p:spPr>
        </p:pic>
        <p:sp>
          <p:nvSpPr>
            <p:cNvPr id="62520" name="Text Box 198">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6353" name="Group 209"/>
          <p:cNvGrpSpPr/>
          <p:nvPr/>
        </p:nvGrpSpPr>
        <p:grpSpPr>
          <a:xfrm>
            <a:off x="611188" y="1370013"/>
            <a:ext cx="5103812" cy="2001837"/>
            <a:chOff x="385" y="863"/>
            <a:chExt cx="3215" cy="1261"/>
          </a:xfrm>
        </p:grpSpPr>
        <p:sp>
          <p:nvSpPr>
            <p:cNvPr id="62482" name="Line 160"/>
            <p:cNvSpPr/>
            <p:nvPr/>
          </p:nvSpPr>
          <p:spPr>
            <a:xfrm>
              <a:off x="2290" y="1298"/>
              <a:ext cx="680" cy="0"/>
            </a:xfrm>
            <a:prstGeom prst="line">
              <a:avLst/>
            </a:prstGeom>
            <a:ln w="28575" cap="flat" cmpd="sng">
              <a:solidFill>
                <a:srgbClr val="FFCC00"/>
              </a:solidFill>
              <a:prstDash val="solid"/>
              <a:headEnd type="none" w="med" len="med"/>
              <a:tailEnd type="none" w="med" len="med"/>
            </a:ln>
          </p:spPr>
        </p:sp>
        <p:sp>
          <p:nvSpPr>
            <p:cNvPr id="62483" name="Oval 147"/>
            <p:cNvSpPr/>
            <p:nvPr/>
          </p:nvSpPr>
          <p:spPr>
            <a:xfrm>
              <a:off x="657" y="148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2484" name="Line 148"/>
            <p:cNvSpPr/>
            <p:nvPr/>
          </p:nvSpPr>
          <p:spPr>
            <a:xfrm flipH="1">
              <a:off x="1880" y="1842"/>
              <a:ext cx="2" cy="227"/>
            </a:xfrm>
            <a:prstGeom prst="line">
              <a:avLst/>
            </a:prstGeom>
            <a:ln w="28575" cap="flat" cmpd="sng">
              <a:solidFill>
                <a:srgbClr val="FFCC00"/>
              </a:solidFill>
              <a:prstDash val="solid"/>
              <a:headEnd type="none" w="med" len="med"/>
              <a:tailEnd type="none" w="med" len="med"/>
            </a:ln>
          </p:spPr>
        </p:sp>
        <p:sp>
          <p:nvSpPr>
            <p:cNvPr id="62485" name="Line 149"/>
            <p:cNvSpPr/>
            <p:nvPr/>
          </p:nvSpPr>
          <p:spPr>
            <a:xfrm>
              <a:off x="1882" y="1298"/>
              <a:ext cx="0" cy="198"/>
            </a:xfrm>
            <a:prstGeom prst="line">
              <a:avLst/>
            </a:prstGeom>
            <a:ln w="28575" cap="flat" cmpd="sng">
              <a:solidFill>
                <a:srgbClr val="FFCC00"/>
              </a:solidFill>
              <a:prstDash val="solid"/>
              <a:headEnd type="none" w="med" len="med"/>
              <a:tailEnd type="none" w="med" len="med"/>
            </a:ln>
          </p:spPr>
        </p:sp>
        <p:sp>
          <p:nvSpPr>
            <p:cNvPr id="62486" name="Line 150"/>
            <p:cNvSpPr/>
            <p:nvPr/>
          </p:nvSpPr>
          <p:spPr>
            <a:xfrm flipH="1">
              <a:off x="2290" y="1842"/>
              <a:ext cx="0" cy="245"/>
            </a:xfrm>
            <a:prstGeom prst="line">
              <a:avLst/>
            </a:prstGeom>
            <a:ln w="28575" cap="flat" cmpd="sng">
              <a:solidFill>
                <a:srgbClr val="FFCC00"/>
              </a:solidFill>
              <a:prstDash val="solid"/>
              <a:headEnd type="none" w="med" len="med"/>
              <a:tailEnd type="none" w="med" len="med"/>
            </a:ln>
          </p:spPr>
        </p:sp>
        <p:sp>
          <p:nvSpPr>
            <p:cNvPr id="62487" name="Line 151"/>
            <p:cNvSpPr/>
            <p:nvPr/>
          </p:nvSpPr>
          <p:spPr>
            <a:xfrm flipH="1">
              <a:off x="2290" y="1298"/>
              <a:ext cx="1" cy="182"/>
            </a:xfrm>
            <a:prstGeom prst="line">
              <a:avLst/>
            </a:prstGeom>
            <a:ln w="28575" cap="flat" cmpd="sng">
              <a:solidFill>
                <a:srgbClr val="FFCC00"/>
              </a:solidFill>
              <a:prstDash val="solid"/>
              <a:headEnd type="none" w="med" len="med"/>
              <a:tailEnd type="none" w="med" len="med"/>
            </a:ln>
          </p:spPr>
        </p:sp>
        <p:sp>
          <p:nvSpPr>
            <p:cNvPr id="62488" name="Line 152"/>
            <p:cNvSpPr/>
            <p:nvPr/>
          </p:nvSpPr>
          <p:spPr>
            <a:xfrm flipV="1">
              <a:off x="839" y="1298"/>
              <a:ext cx="1043" cy="0"/>
            </a:xfrm>
            <a:prstGeom prst="line">
              <a:avLst/>
            </a:prstGeom>
            <a:ln w="28575" cap="flat" cmpd="sng">
              <a:solidFill>
                <a:srgbClr val="FFCC00"/>
              </a:solidFill>
              <a:prstDash val="solid"/>
              <a:headEnd type="none" w="med" len="med"/>
              <a:tailEnd type="none" w="med" len="med"/>
            </a:ln>
          </p:spPr>
        </p:sp>
        <p:sp>
          <p:nvSpPr>
            <p:cNvPr id="62489" name="Line 153"/>
            <p:cNvSpPr/>
            <p:nvPr/>
          </p:nvSpPr>
          <p:spPr>
            <a:xfrm flipV="1">
              <a:off x="2290" y="2069"/>
              <a:ext cx="693" cy="0"/>
            </a:xfrm>
            <a:prstGeom prst="line">
              <a:avLst/>
            </a:prstGeom>
            <a:ln w="28575" cap="flat" cmpd="sng">
              <a:solidFill>
                <a:srgbClr val="FFCC00"/>
              </a:solidFill>
              <a:prstDash val="solid"/>
              <a:headEnd type="none" w="med" len="med"/>
              <a:tailEnd type="none" w="med" len="med"/>
            </a:ln>
          </p:spPr>
        </p:sp>
        <p:sp>
          <p:nvSpPr>
            <p:cNvPr id="62490" name="Line 154"/>
            <p:cNvSpPr/>
            <p:nvPr/>
          </p:nvSpPr>
          <p:spPr>
            <a:xfrm>
              <a:off x="2642" y="1298"/>
              <a:ext cx="227" cy="0"/>
            </a:xfrm>
            <a:prstGeom prst="line">
              <a:avLst/>
            </a:prstGeom>
            <a:ln w="28575" cap="flat" cmpd="sng">
              <a:solidFill>
                <a:srgbClr val="00FFFF"/>
              </a:solidFill>
              <a:prstDash val="solid"/>
              <a:headEnd type="none" w="med" len="med"/>
              <a:tailEnd type="triangle" w="med" len="med"/>
            </a:ln>
          </p:spPr>
        </p:sp>
        <p:sp>
          <p:nvSpPr>
            <p:cNvPr id="62491" name="Text Box 155"/>
            <p:cNvSpPr txBox="1"/>
            <p:nvPr/>
          </p:nvSpPr>
          <p:spPr>
            <a:xfrm>
              <a:off x="1655" y="1344"/>
              <a:ext cx="228" cy="327"/>
            </a:xfrm>
            <a:prstGeom prst="rect">
              <a:avLst/>
            </a:prstGeom>
            <a:noFill/>
            <a:ln w="2857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2492" name="Text Box 156"/>
            <p:cNvSpPr txBox="1"/>
            <p:nvPr/>
          </p:nvSpPr>
          <p:spPr>
            <a:xfrm>
              <a:off x="2245" y="1344"/>
              <a:ext cx="181"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2493" name="Text Box 157"/>
            <p:cNvSpPr txBox="1"/>
            <p:nvPr/>
          </p:nvSpPr>
          <p:spPr>
            <a:xfrm>
              <a:off x="1338" y="1570"/>
              <a:ext cx="574" cy="327"/>
            </a:xfrm>
            <a:prstGeom prst="rect">
              <a:avLst/>
            </a:prstGeom>
            <a:noFill/>
            <a:ln w="2857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62494" name="Arc 158"/>
            <p:cNvSpPr/>
            <p:nvPr/>
          </p:nvSpPr>
          <p:spPr>
            <a:xfrm rot="-10800000" flipV="1">
              <a:off x="1886" y="1204"/>
              <a:ext cx="166" cy="163"/>
            </a:xfrm>
            <a:custGeom>
              <a:avLst/>
              <a:gdLst/>
              <a:ahLst/>
              <a:cxnLst>
                <a:cxn ang="0">
                  <a:pos x="37" y="0"/>
                </a:cxn>
                <a:cxn ang="0">
                  <a:pos x="166" y="117"/>
                </a:cxn>
                <a:cxn ang="0">
                  <a:pos x="0" y="163"/>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62495" name="Arc 159"/>
            <p:cNvSpPr/>
            <p:nvPr/>
          </p:nvSpPr>
          <p:spPr>
            <a:xfrm rot="10800000" flipH="1" flipV="1">
              <a:off x="2112" y="1207"/>
              <a:ext cx="167" cy="162"/>
            </a:xfrm>
            <a:custGeom>
              <a:avLst/>
              <a:gdLst/>
              <a:ahLst/>
              <a:cxnLst>
                <a:cxn ang="0">
                  <a:pos x="37" y="0"/>
                </a:cxn>
                <a:cxn ang="0">
                  <a:pos x="167" y="116"/>
                </a:cxn>
                <a:cxn ang="0">
                  <a:pos x="0" y="162"/>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aphicFrame>
          <p:nvGraphicFramePr>
            <p:cNvPr id="62496" name="Object 161"/>
            <p:cNvGraphicFramePr>
              <a:graphicFrameLocks noChangeAspect="1"/>
            </p:cNvGraphicFramePr>
            <p:nvPr/>
          </p:nvGraphicFramePr>
          <p:xfrm>
            <a:off x="2608" y="863"/>
            <a:ext cx="273" cy="435"/>
          </p:xfrm>
          <a:graphic>
            <a:graphicData uri="http://schemas.openxmlformats.org/presentationml/2006/ole">
              <mc:AlternateContent xmlns:mc="http://schemas.openxmlformats.org/markup-compatibility/2006">
                <mc:Choice xmlns:v="urn:schemas-microsoft-com:vml" Requires="v">
                  <p:oleObj r:id="rId13" imgW="186055" imgH="319405" progId="Equation.3">
                    <p:embed/>
                  </p:oleObj>
                </mc:Choice>
                <mc:Fallback>
                  <p:oleObj r:id="rId13" imgW="186055" imgH="319405" progId="Equation.3">
                    <p:embed/>
                    <p:pic>
                      <p:nvPicPr>
                        <p:cNvPr id="0" name="图片 3266"/>
                        <p:cNvPicPr/>
                        <p:nvPr/>
                      </p:nvPicPr>
                      <p:blipFill>
                        <a:blip r:embed="rId14">
                          <a:clrChange>
                            <a:clrFrom>
                              <a:srgbClr val="000000"/>
                            </a:clrFrom>
                            <a:clrTo>
                              <a:srgbClr val="FFFFFF"/>
                            </a:clrTo>
                          </a:clrChange>
                        </a:blip>
                        <a:stretch>
                          <a:fillRect/>
                        </a:stretch>
                      </p:blipFill>
                      <p:spPr>
                        <a:xfrm>
                          <a:off x="2608" y="863"/>
                          <a:ext cx="273" cy="435"/>
                        </a:xfrm>
                        <a:prstGeom prst="rect">
                          <a:avLst/>
                        </a:prstGeom>
                        <a:noFill/>
                        <a:ln w="38100">
                          <a:noFill/>
                          <a:miter/>
                        </a:ln>
                      </p:spPr>
                    </p:pic>
                  </p:oleObj>
                </mc:Fallback>
              </mc:AlternateContent>
            </a:graphicData>
          </a:graphic>
        </p:graphicFrame>
        <p:sp>
          <p:nvSpPr>
            <p:cNvPr id="62497" name="Text Box 162"/>
            <p:cNvSpPr txBox="1"/>
            <p:nvPr/>
          </p:nvSpPr>
          <p:spPr>
            <a:xfrm>
              <a:off x="2290" y="1570"/>
              <a:ext cx="663"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62498" name="Text Box 163"/>
            <p:cNvSpPr txBox="1"/>
            <p:nvPr/>
          </p:nvSpPr>
          <p:spPr>
            <a:xfrm>
              <a:off x="1973" y="935"/>
              <a:ext cx="290" cy="327"/>
            </a:xfrm>
            <a:prstGeom prst="rect">
              <a:avLst/>
            </a:prstGeom>
            <a:noFill/>
            <a:ln w="2857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2499" name="Line 164"/>
            <p:cNvSpPr/>
            <p:nvPr/>
          </p:nvSpPr>
          <p:spPr>
            <a:xfrm flipH="1">
              <a:off x="839" y="2069"/>
              <a:ext cx="1046" cy="0"/>
            </a:xfrm>
            <a:prstGeom prst="line">
              <a:avLst/>
            </a:prstGeom>
            <a:ln w="28575" cap="flat" cmpd="sng">
              <a:solidFill>
                <a:srgbClr val="FFCC00"/>
              </a:solidFill>
              <a:prstDash val="solid"/>
              <a:headEnd type="none" w="med" len="med"/>
              <a:tailEnd type="none" w="med" len="med"/>
            </a:ln>
          </p:spPr>
        </p:sp>
        <p:sp>
          <p:nvSpPr>
            <p:cNvPr id="62500" name="Text Box 165"/>
            <p:cNvSpPr txBox="1"/>
            <p:nvPr/>
          </p:nvSpPr>
          <p:spPr>
            <a:xfrm>
              <a:off x="567" y="125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2501" name="Text Box 166"/>
            <p:cNvSpPr txBox="1"/>
            <p:nvPr/>
          </p:nvSpPr>
          <p:spPr>
            <a:xfrm>
              <a:off x="567" y="1797"/>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2502" name="Object 167"/>
            <p:cNvGraphicFramePr>
              <a:graphicFrameLocks noChangeAspect="1"/>
            </p:cNvGraphicFramePr>
            <p:nvPr/>
          </p:nvGraphicFramePr>
          <p:xfrm>
            <a:off x="385" y="1389"/>
            <a:ext cx="253" cy="383"/>
          </p:xfrm>
          <a:graphic>
            <a:graphicData uri="http://schemas.openxmlformats.org/presentationml/2006/ole">
              <mc:AlternateContent xmlns:mc="http://schemas.openxmlformats.org/markup-compatibility/2006">
                <mc:Choice xmlns:v="urn:schemas-microsoft-com:vml" Requires="v">
                  <p:oleObj r:id="rId15" imgW="222885" imgH="312420" progId="Equation.3">
                    <p:embed/>
                  </p:oleObj>
                </mc:Choice>
                <mc:Fallback>
                  <p:oleObj r:id="rId15" imgW="222885" imgH="312420" progId="Equation.3">
                    <p:embed/>
                    <p:pic>
                      <p:nvPicPr>
                        <p:cNvPr id="0" name="图片 3267"/>
                        <p:cNvPicPr/>
                        <p:nvPr/>
                      </p:nvPicPr>
                      <p:blipFill>
                        <a:blip r:embed="rId16">
                          <a:clrChange>
                            <a:clrFrom>
                              <a:srgbClr val="000000"/>
                            </a:clrFrom>
                            <a:clrTo>
                              <a:srgbClr val="FFFFFF"/>
                            </a:clrTo>
                          </a:clrChange>
                        </a:blip>
                        <a:stretch>
                          <a:fillRect/>
                        </a:stretch>
                      </p:blipFill>
                      <p:spPr>
                        <a:xfrm>
                          <a:off x="385" y="1389"/>
                          <a:ext cx="253" cy="383"/>
                        </a:xfrm>
                        <a:prstGeom prst="rect">
                          <a:avLst/>
                        </a:prstGeom>
                        <a:noFill/>
                        <a:ln w="38100">
                          <a:noFill/>
                          <a:miter/>
                        </a:ln>
                      </p:spPr>
                    </p:pic>
                  </p:oleObj>
                </mc:Fallback>
              </mc:AlternateContent>
            </a:graphicData>
          </a:graphic>
        </p:graphicFrame>
        <p:sp>
          <p:nvSpPr>
            <p:cNvPr id="62503" name="Line 168"/>
            <p:cNvSpPr/>
            <p:nvPr/>
          </p:nvSpPr>
          <p:spPr>
            <a:xfrm>
              <a:off x="839" y="1298"/>
              <a:ext cx="0" cy="786"/>
            </a:xfrm>
            <a:prstGeom prst="line">
              <a:avLst/>
            </a:prstGeom>
            <a:ln w="28575" cap="flat" cmpd="sng">
              <a:solidFill>
                <a:srgbClr val="FFCC00"/>
              </a:solidFill>
              <a:prstDash val="solid"/>
              <a:headEnd type="none" w="med" len="med"/>
              <a:tailEnd type="none" w="med" len="med"/>
            </a:ln>
          </p:spPr>
        </p:sp>
        <p:sp>
          <p:nvSpPr>
            <p:cNvPr id="62504" name="Line 169"/>
            <p:cNvSpPr/>
            <p:nvPr/>
          </p:nvSpPr>
          <p:spPr>
            <a:xfrm>
              <a:off x="2971" y="1298"/>
              <a:ext cx="0" cy="788"/>
            </a:xfrm>
            <a:prstGeom prst="line">
              <a:avLst/>
            </a:prstGeom>
            <a:ln w="28575" cap="flat" cmpd="sng">
              <a:solidFill>
                <a:srgbClr val="FFCC00"/>
              </a:solidFill>
              <a:prstDash val="solid"/>
              <a:headEnd type="none" w="med" len="med"/>
              <a:tailEnd type="none" w="med" len="med"/>
            </a:ln>
          </p:spPr>
        </p:sp>
        <p:sp>
          <p:nvSpPr>
            <p:cNvPr id="62505" name="Text Box 170"/>
            <p:cNvSpPr txBox="1"/>
            <p:nvPr/>
          </p:nvSpPr>
          <p:spPr>
            <a:xfrm>
              <a:off x="1020" y="953"/>
              <a:ext cx="817"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2506" name="Text Box 171"/>
            <p:cNvSpPr txBox="1"/>
            <p:nvPr/>
          </p:nvSpPr>
          <p:spPr>
            <a:xfrm>
              <a:off x="3016" y="1525"/>
              <a:ext cx="584" cy="327"/>
            </a:xfrm>
            <a:prstGeom prst="rect">
              <a:avLst/>
            </a:prstGeom>
            <a:noFill/>
            <a:ln w="2857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r>
                <a:rPr lang="en-US" altLang="zh-CN" baseline="-25000" dirty="0">
                  <a:solidFill>
                    <a:schemeClr val="bg1"/>
                  </a:solidFill>
                  <a:latin typeface="Times New Roman" panose="02020603050405020304" pitchFamily="18" charset="0"/>
                  <a:ea typeface="宋体" panose="02010600030101010101" pitchFamily="2" charset="-122"/>
                </a:rPr>
                <a:t>X</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2507" name="Rectangle 172"/>
            <p:cNvSpPr/>
            <p:nvPr/>
          </p:nvSpPr>
          <p:spPr>
            <a:xfrm>
              <a:off x="2907" y="152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2508" name="Rectangle 181"/>
            <p:cNvSpPr/>
            <p:nvPr/>
          </p:nvSpPr>
          <p:spPr>
            <a:xfrm>
              <a:off x="1111" y="123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62509" name="Group 199"/>
            <p:cNvGrpSpPr/>
            <p:nvPr/>
          </p:nvGrpSpPr>
          <p:grpSpPr>
            <a:xfrm>
              <a:off x="2200" y="1480"/>
              <a:ext cx="91" cy="363"/>
              <a:chOff x="1565" y="2614"/>
              <a:chExt cx="90" cy="486"/>
            </a:xfrm>
          </p:grpSpPr>
          <p:sp>
            <p:nvSpPr>
              <p:cNvPr id="62515" name="Arc 20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2516" name="Arc 20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2517" name="Arc 20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2518" name="Arc 20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62510" name="Group 204"/>
            <p:cNvGrpSpPr/>
            <p:nvPr/>
          </p:nvGrpSpPr>
          <p:grpSpPr>
            <a:xfrm rot="10800000">
              <a:off x="1882" y="1480"/>
              <a:ext cx="90" cy="363"/>
              <a:chOff x="1565" y="2614"/>
              <a:chExt cx="90" cy="486"/>
            </a:xfrm>
          </p:grpSpPr>
          <p:sp>
            <p:nvSpPr>
              <p:cNvPr id="62511" name="Arc 20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2512" name="Arc 20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2513" name="Arc 20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2514" name="Arc 20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274"/>
                                        </p:tgtEl>
                                        <p:attrNameLst>
                                          <p:attrName>style.visibility</p:attrName>
                                        </p:attrNameLst>
                                      </p:cBhvr>
                                      <p:to>
                                        <p:strVal val="visible"/>
                                      </p:to>
                                    </p:set>
                                    <p:anim calcmode="lin" valueType="num">
                                      <p:cBhvr>
                                        <p:cTn id="7" dur="1000" fill="hold"/>
                                        <p:tgtEl>
                                          <p:spTgt spid="6274"/>
                                        </p:tgtEl>
                                        <p:attrNameLst>
                                          <p:attrName>ppt_w</p:attrName>
                                        </p:attrNameLst>
                                      </p:cBhvr>
                                      <p:tavLst>
                                        <p:tav tm="0">
                                          <p:val>
                                            <p:fltVal val="0"/>
                                          </p:val>
                                        </p:tav>
                                        <p:tav tm="100000">
                                          <p:val>
                                            <p:strVal val="#ppt_w"/>
                                          </p:val>
                                        </p:tav>
                                      </p:tavLst>
                                    </p:anim>
                                    <p:anim calcmode="lin" valueType="num">
                                      <p:cBhvr>
                                        <p:cTn id="8" dur="1000" fill="hold"/>
                                        <p:tgtEl>
                                          <p:spTgt spid="6274"/>
                                        </p:tgtEl>
                                        <p:attrNameLst>
                                          <p:attrName>ppt_h</p:attrName>
                                        </p:attrNameLst>
                                      </p:cBhvr>
                                      <p:tavLst>
                                        <p:tav tm="0">
                                          <p:val>
                                            <p:fltVal val="0"/>
                                          </p:val>
                                        </p:tav>
                                        <p:tav tm="100000">
                                          <p:val>
                                            <p:strVal val="#ppt_h"/>
                                          </p:val>
                                        </p:tav>
                                      </p:tavLst>
                                    </p:anim>
                                    <p:anim calcmode="lin" valueType="num">
                                      <p:cBhvr>
                                        <p:cTn id="9" dur="1000" fill="hold"/>
                                        <p:tgtEl>
                                          <p:spTgt spid="627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27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353"/>
                                        </p:tgtEl>
                                        <p:attrNameLst>
                                          <p:attrName>style.visibility</p:attrName>
                                        </p:attrNameLst>
                                      </p:cBhvr>
                                      <p:to>
                                        <p:strVal val="visible"/>
                                      </p:to>
                                    </p:set>
                                    <p:animEffect transition="in" filter="blinds(horizontal)">
                                      <p:cBhvr>
                                        <p:cTn id="14" dur="500"/>
                                        <p:tgtEl>
                                          <p:spTgt spid="6353"/>
                                        </p:tgtEl>
                                      </p:cBhvr>
                                    </p:animEffect>
                                  </p:childTnLst>
                                </p:cTn>
                              </p:par>
                            </p:childTnLst>
                          </p:cTn>
                        </p:par>
                        <p:par>
                          <p:cTn id="15" fill="hold">
                            <p:stCondLst>
                              <p:cond delay="1500"/>
                            </p:stCondLst>
                            <p:childTnLst>
                              <p:par>
                                <p:cTn id="16" presetID="55" presetClass="entr" presetSubtype="0" fill="hold" grpId="0" nodeType="afterEffect">
                                  <p:stCondLst>
                                    <p:cond delay="0"/>
                                  </p:stCondLst>
                                  <p:childTnLst>
                                    <p:set>
                                      <p:cBhvr>
                                        <p:cTn id="17" dur="1" fill="hold">
                                          <p:stCondLst>
                                            <p:cond delay="0"/>
                                          </p:stCondLst>
                                        </p:cTn>
                                        <p:tgtEl>
                                          <p:spTgt spid="6146"/>
                                        </p:tgtEl>
                                        <p:attrNameLst>
                                          <p:attrName>style.visibility</p:attrName>
                                        </p:attrNameLst>
                                      </p:cBhvr>
                                      <p:to>
                                        <p:strVal val="visible"/>
                                      </p:to>
                                    </p:set>
                                    <p:anim calcmode="lin" valueType="num">
                                      <p:cBhvr>
                                        <p:cTn id="18" dur="1000" fill="hold"/>
                                        <p:tgtEl>
                                          <p:spTgt spid="6146"/>
                                        </p:tgtEl>
                                        <p:attrNameLst>
                                          <p:attrName>ppt_w</p:attrName>
                                        </p:attrNameLst>
                                      </p:cBhvr>
                                      <p:tavLst>
                                        <p:tav tm="0">
                                          <p:val>
                                            <p:strVal val="#ppt_w*0.70"/>
                                          </p:val>
                                        </p:tav>
                                        <p:tav tm="100000">
                                          <p:val>
                                            <p:strVal val="#ppt_w"/>
                                          </p:val>
                                        </p:tav>
                                      </p:tavLst>
                                    </p:anim>
                                    <p:anim calcmode="lin" valueType="num">
                                      <p:cBhvr>
                                        <p:cTn id="19" dur="1000" fill="hold"/>
                                        <p:tgtEl>
                                          <p:spTgt spid="6146"/>
                                        </p:tgtEl>
                                        <p:attrNameLst>
                                          <p:attrName>ppt_h</p:attrName>
                                        </p:attrNameLst>
                                      </p:cBhvr>
                                      <p:tavLst>
                                        <p:tav tm="0">
                                          <p:val>
                                            <p:strVal val="#ppt_h"/>
                                          </p:val>
                                        </p:tav>
                                        <p:tav tm="100000">
                                          <p:val>
                                            <p:strVal val="#ppt_h"/>
                                          </p:val>
                                        </p:tav>
                                      </p:tavLst>
                                    </p:anim>
                                    <p:animEffect transition="in" filter="fade">
                                      <p:cBhvr>
                                        <p:cTn id="20" dur="1000"/>
                                        <p:tgtEl>
                                          <p:spTgt spid="6146"/>
                                        </p:tgtEl>
                                      </p:cBhvr>
                                    </p:animEffect>
                                  </p:childTnLst>
                                </p:cTn>
                              </p:par>
                            </p:childTnLst>
                          </p:cTn>
                        </p:par>
                        <p:par>
                          <p:cTn id="21" fill="hold">
                            <p:stCondLst>
                              <p:cond delay="2500"/>
                            </p:stCondLst>
                            <p:childTnLst>
                              <p:par>
                                <p:cTn id="22" presetID="55" presetClass="entr" presetSubtype="0" fill="hold" grpId="0" nodeType="afterEffect">
                                  <p:stCondLst>
                                    <p:cond delay="0"/>
                                  </p:stCondLst>
                                  <p:childTnLst>
                                    <p:set>
                                      <p:cBhvr>
                                        <p:cTn id="23" dur="1" fill="hold">
                                          <p:stCondLst>
                                            <p:cond delay="0"/>
                                          </p:stCondLst>
                                        </p:cTn>
                                        <p:tgtEl>
                                          <p:spTgt spid="6147"/>
                                        </p:tgtEl>
                                        <p:attrNameLst>
                                          <p:attrName>style.visibility</p:attrName>
                                        </p:attrNameLst>
                                      </p:cBhvr>
                                      <p:to>
                                        <p:strVal val="visible"/>
                                      </p:to>
                                    </p:set>
                                    <p:anim calcmode="lin" valueType="num">
                                      <p:cBhvr>
                                        <p:cTn id="24" dur="1000" fill="hold"/>
                                        <p:tgtEl>
                                          <p:spTgt spid="6147"/>
                                        </p:tgtEl>
                                        <p:attrNameLst>
                                          <p:attrName>ppt_w</p:attrName>
                                        </p:attrNameLst>
                                      </p:cBhvr>
                                      <p:tavLst>
                                        <p:tav tm="0">
                                          <p:val>
                                            <p:strVal val="#ppt_w*0.70"/>
                                          </p:val>
                                        </p:tav>
                                        <p:tav tm="100000">
                                          <p:val>
                                            <p:strVal val="#ppt_w"/>
                                          </p:val>
                                        </p:tav>
                                      </p:tavLst>
                                    </p:anim>
                                    <p:anim calcmode="lin" valueType="num">
                                      <p:cBhvr>
                                        <p:cTn id="25" dur="1000" fill="hold"/>
                                        <p:tgtEl>
                                          <p:spTgt spid="6147"/>
                                        </p:tgtEl>
                                        <p:attrNameLst>
                                          <p:attrName>ppt_h</p:attrName>
                                        </p:attrNameLst>
                                      </p:cBhvr>
                                      <p:tavLst>
                                        <p:tav tm="0">
                                          <p:val>
                                            <p:strVal val="#ppt_h"/>
                                          </p:val>
                                        </p:tav>
                                        <p:tav tm="100000">
                                          <p:val>
                                            <p:strVal val="#ppt_h"/>
                                          </p:val>
                                        </p:tav>
                                      </p:tavLst>
                                    </p:anim>
                                    <p:animEffect transition="in" filter="fade">
                                      <p:cBhvr>
                                        <p:cTn id="26" dur="1000"/>
                                        <p:tgtEl>
                                          <p:spTgt spid="6147"/>
                                        </p:tgtEl>
                                      </p:cBhvr>
                                    </p:animEffect>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6276"/>
                                        </p:tgtEl>
                                        <p:attrNameLst>
                                          <p:attrName>style.visibility</p:attrName>
                                        </p:attrNameLst>
                                      </p:cBhvr>
                                      <p:to>
                                        <p:strVal val="visible"/>
                                      </p:to>
                                    </p:set>
                                    <p:anim calcmode="lin" valueType="num">
                                      <p:cBhvr>
                                        <p:cTn id="31" dur="1000" fill="hold"/>
                                        <p:tgtEl>
                                          <p:spTgt spid="6276"/>
                                        </p:tgtEl>
                                        <p:attrNameLst>
                                          <p:attrName>ppt_w</p:attrName>
                                        </p:attrNameLst>
                                      </p:cBhvr>
                                      <p:tavLst>
                                        <p:tav tm="0">
                                          <p:val>
                                            <p:fltVal val="0"/>
                                          </p:val>
                                        </p:tav>
                                        <p:tav tm="100000">
                                          <p:val>
                                            <p:strVal val="#ppt_w"/>
                                          </p:val>
                                        </p:tav>
                                      </p:tavLst>
                                    </p:anim>
                                    <p:anim calcmode="lin" valueType="num">
                                      <p:cBhvr>
                                        <p:cTn id="32" dur="1000" fill="hold"/>
                                        <p:tgtEl>
                                          <p:spTgt spid="6276"/>
                                        </p:tgtEl>
                                        <p:attrNameLst>
                                          <p:attrName>ppt_h</p:attrName>
                                        </p:attrNameLst>
                                      </p:cBhvr>
                                      <p:tavLst>
                                        <p:tav tm="0">
                                          <p:val>
                                            <p:fltVal val="0"/>
                                          </p:val>
                                        </p:tav>
                                        <p:tav tm="100000">
                                          <p:val>
                                            <p:strVal val="#ppt_h"/>
                                          </p:val>
                                        </p:tav>
                                      </p:tavLst>
                                    </p:anim>
                                    <p:anim calcmode="lin" valueType="num">
                                      <p:cBhvr>
                                        <p:cTn id="33" dur="1000" fill="hold"/>
                                        <p:tgtEl>
                                          <p:spTgt spid="6276"/>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627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6354"/>
                                        </p:tgtEl>
                                        <p:attrNameLst>
                                          <p:attrName>style.visibility</p:attrName>
                                        </p:attrNameLst>
                                      </p:cBhvr>
                                      <p:to>
                                        <p:strVal val="visible"/>
                                      </p:to>
                                    </p:set>
                                    <p:animEffect transition="in" filter="blinds(horizontal)">
                                      <p:cBhvr>
                                        <p:cTn id="39" dur="500"/>
                                        <p:tgtEl>
                                          <p:spTgt spid="635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6148"/>
                                        </p:tgtEl>
                                        <p:attrNameLst>
                                          <p:attrName>style.visibility</p:attrName>
                                        </p:attrNameLst>
                                      </p:cBhvr>
                                      <p:to>
                                        <p:strVal val="visible"/>
                                      </p:to>
                                    </p:set>
                                    <p:animEffect transition="in" filter="wipe(left)">
                                      <p:cBhvr>
                                        <p:cTn id="44" dur="2000"/>
                                        <p:tgtEl>
                                          <p:spTgt spid="6148"/>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8" fill="hold" nodeType="clickEffect">
                                  <p:stCondLst>
                                    <p:cond delay="0"/>
                                  </p:stCondLst>
                                  <p:childTnLst>
                                    <p:set>
                                      <p:cBhvr>
                                        <p:cTn id="48" dur="1" fill="hold">
                                          <p:stCondLst>
                                            <p:cond delay="0"/>
                                          </p:stCondLst>
                                        </p:cTn>
                                        <p:tgtEl>
                                          <p:spTgt spid="6336"/>
                                        </p:tgtEl>
                                        <p:attrNameLst>
                                          <p:attrName>style.visibility</p:attrName>
                                        </p:attrNameLst>
                                      </p:cBhvr>
                                      <p:to>
                                        <p:strVal val="visible"/>
                                      </p:to>
                                    </p:set>
                                    <p:animEffect transition="in" filter="slide(fromLeft)">
                                      <p:cBhvr>
                                        <p:cTn id="49" dur="500"/>
                                        <p:tgtEl>
                                          <p:spTgt spid="6336"/>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6149"/>
                                        </p:tgtEl>
                                        <p:attrNameLst>
                                          <p:attrName>style.visibility</p:attrName>
                                        </p:attrNameLst>
                                      </p:cBhvr>
                                      <p:to>
                                        <p:strVal val="visible"/>
                                      </p:to>
                                    </p:set>
                                    <p:animEffect transition="in" filter="wipe(left)">
                                      <p:cBhvr>
                                        <p:cTn id="53" dur="2000"/>
                                        <p:tgtEl>
                                          <p:spTgt spid="6149"/>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6150"/>
                                        </p:tgtEl>
                                        <p:attrNameLst>
                                          <p:attrName>style.visibility</p:attrName>
                                        </p:attrNameLst>
                                      </p:cBhvr>
                                      <p:to>
                                        <p:strVal val="visible"/>
                                      </p:to>
                                    </p:set>
                                    <p:anim calcmode="lin" valueType="num">
                                      <p:cBhvr additive="base">
                                        <p:cTn id="58" dur="500" fill="hold"/>
                                        <p:tgtEl>
                                          <p:spTgt spid="6150"/>
                                        </p:tgtEl>
                                        <p:attrNameLst>
                                          <p:attrName>ppt_x</p:attrName>
                                        </p:attrNameLst>
                                      </p:cBhvr>
                                      <p:tavLst>
                                        <p:tav tm="0">
                                          <p:val>
                                            <p:strVal val="0-#ppt_w/2"/>
                                          </p:val>
                                        </p:tav>
                                        <p:tav tm="100000">
                                          <p:val>
                                            <p:strVal val="#ppt_x"/>
                                          </p:val>
                                        </p:tav>
                                      </p:tavLst>
                                    </p:anim>
                                    <p:anim calcmode="lin" valueType="num">
                                      <p:cBhvr additive="base">
                                        <p:cTn id="59" dur="500" fill="hold"/>
                                        <p:tgtEl>
                                          <p:spTgt spid="6150"/>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8" presetClass="entr" presetSubtype="6" fill="hold" nodeType="clickEffect">
                                  <p:stCondLst>
                                    <p:cond delay="0"/>
                                  </p:stCondLst>
                                  <p:childTnLst>
                                    <p:set>
                                      <p:cBhvr>
                                        <p:cTn id="63" dur="1" fill="hold">
                                          <p:stCondLst>
                                            <p:cond delay="0"/>
                                          </p:stCondLst>
                                        </p:cTn>
                                        <p:tgtEl>
                                          <p:spTgt spid="6151"/>
                                        </p:tgtEl>
                                        <p:attrNameLst>
                                          <p:attrName>style.visibility</p:attrName>
                                        </p:attrNameLst>
                                      </p:cBhvr>
                                      <p:to>
                                        <p:strVal val="visible"/>
                                      </p:to>
                                    </p:set>
                                    <p:animEffect transition="in" filter="strips(downRight)">
                                      <p:cBhvr>
                                        <p:cTn id="64" dur="2000"/>
                                        <p:tgtEl>
                                          <p:spTgt spid="6151"/>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6153"/>
                                        </p:tgtEl>
                                        <p:attrNameLst>
                                          <p:attrName>style.visibility</p:attrName>
                                        </p:attrNameLst>
                                      </p:cBhvr>
                                      <p:to>
                                        <p:strVal val="visible"/>
                                      </p:to>
                                    </p:set>
                                    <p:anim calcmode="lin" valueType="num">
                                      <p:cBhvr additive="base">
                                        <p:cTn id="69" dur="500" fill="hold"/>
                                        <p:tgtEl>
                                          <p:spTgt spid="6153"/>
                                        </p:tgtEl>
                                        <p:attrNameLst>
                                          <p:attrName>ppt_x</p:attrName>
                                        </p:attrNameLst>
                                      </p:cBhvr>
                                      <p:tavLst>
                                        <p:tav tm="0">
                                          <p:val>
                                            <p:strVal val="0-#ppt_w/2"/>
                                          </p:val>
                                        </p:tav>
                                        <p:tav tm="100000">
                                          <p:val>
                                            <p:strVal val="#ppt_x"/>
                                          </p:val>
                                        </p:tav>
                                      </p:tavLst>
                                    </p:anim>
                                    <p:anim calcmode="lin" valueType="num">
                                      <p:cBhvr additive="base">
                                        <p:cTn id="70" dur="500" fill="hold"/>
                                        <p:tgtEl>
                                          <p:spTgt spid="6153"/>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6152"/>
                                        </p:tgtEl>
                                        <p:attrNameLst>
                                          <p:attrName>style.visibility</p:attrName>
                                        </p:attrNameLst>
                                      </p:cBhvr>
                                      <p:to>
                                        <p:strVal val="visible"/>
                                      </p:to>
                                    </p:set>
                                    <p:animEffect transition="in" filter="wipe(left)">
                                      <p:cBhvr>
                                        <p:cTn id="75" dur="20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p:bldP spid="6150" grpId="0"/>
      <p:bldP spid="6153" grpId="0"/>
      <p:bldP spid="6274" grpId="0"/>
      <p:bldP spid="627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6" name="Text Box 66"/>
          <p:cNvSpPr txBox="1"/>
          <p:nvPr/>
        </p:nvSpPr>
        <p:spPr>
          <a:xfrm>
            <a:off x="539750" y="352425"/>
            <a:ext cx="7391400" cy="1073150"/>
          </a:xfrm>
          <a:prstGeom prst="rect">
            <a:avLst/>
          </a:prstGeom>
          <a:noFill/>
          <a:ln w="9525">
            <a:noFill/>
          </a:ln>
        </p:spPr>
        <p:txBody>
          <a:bodyPr wrap="none">
            <a:spAutoFit/>
          </a:bodyPr>
          <a:lstStyle/>
          <a:p>
            <a:pPr eaLnBrk="1" hangingPunct="1">
              <a:lnSpc>
                <a:spcPct val="115000"/>
              </a:lnSpc>
            </a:pPr>
            <a:r>
              <a:rPr lang="en-US" altLang="zh-CN" i="1" dirty="0">
                <a:latin typeface="Times New Roman" panose="02020603050405020304" pitchFamily="18" charset="0"/>
                <a:ea typeface="宋体" panose="02010600030101010101" pitchFamily="2" charset="-122"/>
              </a:rPr>
              <a:t>          L</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=3.6H , </a:t>
            </a: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=0.06H , </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=0.465H , </a:t>
            </a:r>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=20</a:t>
            </a:r>
            <a:r>
              <a:rPr lang="en-US" altLang="zh-CN" dirty="0">
                <a:latin typeface="Symbol" panose="05050102010706020507" pitchFamily="18" charset="2"/>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a:t>
            </a:r>
          </a:p>
          <a:p>
            <a:pPr eaLnBrk="1" hangingPunct="1">
              <a:lnSpc>
                <a:spcPct val="115000"/>
              </a:lnSpc>
            </a:pP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=0.08</a:t>
            </a:r>
            <a:r>
              <a:rPr lang="en-US" altLang="zh-CN" dirty="0">
                <a:latin typeface="Symbol" panose="05050102010706020507" pitchFamily="18" charset="2"/>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 </a:t>
            </a:r>
          </a:p>
        </p:txBody>
      </p:sp>
      <p:sp>
        <p:nvSpPr>
          <p:cNvPr id="5187" name="Rectangle 67"/>
          <p:cNvSpPr/>
          <p:nvPr/>
        </p:nvSpPr>
        <p:spPr>
          <a:xfrm>
            <a:off x="2411413" y="908050"/>
            <a:ext cx="4391025" cy="519113"/>
          </a:xfrm>
          <a:prstGeom prst="rect">
            <a:avLst/>
          </a:prstGeom>
          <a:noFill/>
          <a:ln w="9525">
            <a:noFill/>
          </a:ln>
        </p:spPr>
        <p:txBody>
          <a:bodyPr>
            <a:spAutoFit/>
          </a:bodyPr>
          <a:lstStyle/>
          <a:p>
            <a:pPr eaLnBrk="1" hangingPunct="1"/>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=42</a:t>
            </a:r>
            <a:r>
              <a:rPr lang="en-US" altLang="zh-CN" dirty="0">
                <a:latin typeface="Symbol" panose="05050102010706020507" pitchFamily="18" charset="2"/>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 </a:t>
            </a:r>
            <a:r>
              <a:rPr lang="en-US" altLang="zh-CN" i="1" dirty="0">
                <a:latin typeface="Symbol" panose="05050102010706020507" pitchFamily="18" charset="2"/>
                <a:ea typeface="宋体" panose="02010600030101010101" pitchFamily="2" charset="-122"/>
              </a:rPr>
              <a:t>w</a:t>
            </a:r>
            <a:r>
              <a:rPr lang="en-US" altLang="zh-CN" dirty="0">
                <a:latin typeface="Symbol" panose="05050102010706020507" pitchFamily="18" charset="2"/>
                <a:ea typeface="宋体" panose="02010600030101010101" pitchFamily="2" charset="-122"/>
              </a:rPr>
              <a:t> =314</a:t>
            </a:r>
            <a:r>
              <a:rPr lang="en-US" altLang="zh-CN" dirty="0">
                <a:latin typeface="Times New Roman" panose="02020603050405020304" pitchFamily="18" charset="0"/>
                <a:ea typeface="宋体" panose="02010600030101010101" pitchFamily="2" charset="-122"/>
              </a:rPr>
              <a:t>rad/s,</a:t>
            </a:r>
          </a:p>
        </p:txBody>
      </p:sp>
      <p:graphicFrame>
        <p:nvGraphicFramePr>
          <p:cNvPr id="5189" name="Object 69"/>
          <p:cNvGraphicFramePr>
            <a:graphicFrameLocks noChangeAspect="1"/>
          </p:cNvGraphicFramePr>
          <p:nvPr/>
        </p:nvGraphicFramePr>
        <p:xfrm>
          <a:off x="755650" y="1484313"/>
          <a:ext cx="1597025" cy="500062"/>
        </p:xfrm>
        <a:graphic>
          <a:graphicData uri="http://schemas.openxmlformats.org/presentationml/2006/ole">
            <mc:AlternateContent xmlns:mc="http://schemas.openxmlformats.org/markup-compatibility/2006">
              <mc:Choice xmlns:v="urn:schemas-microsoft-com:vml" Requires="v">
                <p:oleObj r:id="rId2" imgW="832485" imgH="260350" progId="Equation.3">
                  <p:embed/>
                </p:oleObj>
              </mc:Choice>
              <mc:Fallback>
                <p:oleObj r:id="rId2" imgW="832485" imgH="260350" progId="Equation.3">
                  <p:embed/>
                  <p:pic>
                    <p:nvPicPr>
                      <p:cNvPr id="0" name="图片 3210"/>
                      <p:cNvPicPr/>
                      <p:nvPr/>
                    </p:nvPicPr>
                    <p:blipFill>
                      <a:blip r:embed="rId3">
                        <a:clrChange>
                          <a:clrFrom>
                            <a:srgbClr val="000000"/>
                          </a:clrFrom>
                          <a:clrTo>
                            <a:srgbClr val="FFFF00"/>
                          </a:clrTo>
                        </a:clrChange>
                      </a:blip>
                      <a:stretch>
                        <a:fillRect/>
                      </a:stretch>
                    </p:blipFill>
                    <p:spPr>
                      <a:xfrm>
                        <a:off x="755650" y="1484313"/>
                        <a:ext cx="1597025" cy="500062"/>
                      </a:xfrm>
                      <a:prstGeom prst="rect">
                        <a:avLst/>
                      </a:prstGeom>
                      <a:noFill/>
                      <a:ln w="38100">
                        <a:noFill/>
                        <a:miter/>
                      </a:ln>
                    </p:spPr>
                  </p:pic>
                </p:oleObj>
              </mc:Fallback>
            </mc:AlternateContent>
          </a:graphicData>
        </a:graphic>
      </p:graphicFrame>
      <p:sp>
        <p:nvSpPr>
          <p:cNvPr id="5191" name="Text Box 71"/>
          <p:cNvSpPr txBox="1"/>
          <p:nvPr/>
        </p:nvSpPr>
        <p:spPr>
          <a:xfrm>
            <a:off x="1692275" y="2060575"/>
            <a:ext cx="1943100" cy="946150"/>
          </a:xfrm>
          <a:prstGeom prst="rect">
            <a:avLst/>
          </a:prstGeom>
          <a:noFill/>
          <a:ln w="9525">
            <a:noFill/>
          </a:ln>
        </p:spPr>
        <p:txBody>
          <a:bodyPr>
            <a:spAutoFit/>
          </a:bodyPr>
          <a:lstStyle/>
          <a:p>
            <a:pPr eaLnBrk="1" hangingPunct="1"/>
            <a:r>
              <a:rPr lang="zh-CN" altLang="en-US" b="1" dirty="0">
                <a:latin typeface="Times New Roman" panose="02020603050405020304" pitchFamily="18" charset="0"/>
              </a:rPr>
              <a:t>应用一次等效电路</a:t>
            </a:r>
          </a:p>
        </p:txBody>
      </p:sp>
      <p:graphicFrame>
        <p:nvGraphicFramePr>
          <p:cNvPr id="5192" name="Object 72"/>
          <p:cNvGraphicFramePr>
            <a:graphicFrameLocks noChangeAspect="1"/>
          </p:cNvGraphicFramePr>
          <p:nvPr/>
        </p:nvGraphicFramePr>
        <p:xfrm>
          <a:off x="766763" y="2971800"/>
          <a:ext cx="3217862" cy="998538"/>
        </p:xfrm>
        <a:graphic>
          <a:graphicData uri="http://schemas.openxmlformats.org/presentationml/2006/ole">
            <mc:AlternateContent xmlns:mc="http://schemas.openxmlformats.org/markup-compatibility/2006">
              <mc:Choice xmlns:v="urn:schemas-microsoft-com:vml" Requires="v">
                <p:oleObj r:id="rId4" imgW="1501775" imgH="483235" progId="Equation.3">
                  <p:embed/>
                </p:oleObj>
              </mc:Choice>
              <mc:Fallback>
                <p:oleObj r:id="rId4" imgW="1501775" imgH="483235" progId="Equation.3">
                  <p:embed/>
                  <p:pic>
                    <p:nvPicPr>
                      <p:cNvPr id="0" name="图片 3207"/>
                      <p:cNvPicPr/>
                      <p:nvPr/>
                    </p:nvPicPr>
                    <p:blipFill>
                      <a:blip r:embed="rId5">
                        <a:clrChange>
                          <a:clrFrom>
                            <a:srgbClr val="000000"/>
                          </a:clrFrom>
                          <a:clrTo>
                            <a:srgbClr val="FFFFFF"/>
                          </a:clrTo>
                        </a:clrChange>
                      </a:blip>
                      <a:stretch>
                        <a:fillRect/>
                      </a:stretch>
                    </p:blipFill>
                    <p:spPr>
                      <a:xfrm>
                        <a:off x="766763" y="2971800"/>
                        <a:ext cx="3217862" cy="998538"/>
                      </a:xfrm>
                      <a:prstGeom prst="rect">
                        <a:avLst/>
                      </a:prstGeom>
                      <a:noFill/>
                      <a:ln w="38100">
                        <a:noFill/>
                        <a:miter/>
                      </a:ln>
                    </p:spPr>
                  </p:pic>
                </p:oleObj>
              </mc:Fallback>
            </mc:AlternateContent>
          </a:graphicData>
        </a:graphic>
      </p:graphicFrame>
      <p:graphicFrame>
        <p:nvGraphicFramePr>
          <p:cNvPr id="5193" name="Object 73"/>
          <p:cNvGraphicFramePr>
            <a:graphicFrameLocks noChangeAspect="1"/>
          </p:cNvGraphicFramePr>
          <p:nvPr/>
        </p:nvGraphicFramePr>
        <p:xfrm>
          <a:off x="755650" y="4076700"/>
          <a:ext cx="3581400" cy="1035050"/>
        </p:xfrm>
        <a:graphic>
          <a:graphicData uri="http://schemas.openxmlformats.org/presentationml/2006/ole">
            <mc:AlternateContent xmlns:mc="http://schemas.openxmlformats.org/markup-compatibility/2006">
              <mc:Choice xmlns:v="urn:schemas-microsoft-com:vml" Requires="v">
                <p:oleObj r:id="rId6" imgW="1657985" imgH="483235" progId="Equation.3">
                  <p:embed/>
                </p:oleObj>
              </mc:Choice>
              <mc:Fallback>
                <p:oleObj r:id="rId6" imgW="1657985" imgH="483235" progId="Equation.3">
                  <p:embed/>
                  <p:pic>
                    <p:nvPicPr>
                      <p:cNvPr id="0" name="图片 3212"/>
                      <p:cNvPicPr/>
                      <p:nvPr/>
                    </p:nvPicPr>
                    <p:blipFill>
                      <a:blip r:embed="rId7">
                        <a:clrChange>
                          <a:clrFrom>
                            <a:srgbClr val="000000"/>
                          </a:clrFrom>
                          <a:clrTo>
                            <a:srgbClr val="FFFFFF"/>
                          </a:clrTo>
                        </a:clrChange>
                      </a:blip>
                      <a:stretch>
                        <a:fillRect/>
                      </a:stretch>
                    </p:blipFill>
                    <p:spPr>
                      <a:xfrm>
                        <a:off x="755650" y="4076700"/>
                        <a:ext cx="3581400" cy="1035050"/>
                      </a:xfrm>
                      <a:prstGeom prst="rect">
                        <a:avLst/>
                      </a:prstGeom>
                      <a:noFill/>
                      <a:ln w="38100">
                        <a:noFill/>
                        <a:miter/>
                      </a:ln>
                    </p:spPr>
                  </p:pic>
                </p:oleObj>
              </mc:Fallback>
            </mc:AlternateContent>
          </a:graphicData>
        </a:graphic>
      </p:graphicFrame>
      <p:sp>
        <p:nvSpPr>
          <p:cNvPr id="5258" name="Text Box 138"/>
          <p:cNvSpPr txBox="1"/>
          <p:nvPr/>
        </p:nvSpPr>
        <p:spPr>
          <a:xfrm>
            <a:off x="323850" y="404813"/>
            <a:ext cx="1368425" cy="579437"/>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4-2</a:t>
            </a:r>
          </a:p>
        </p:txBody>
      </p:sp>
      <p:sp>
        <p:nvSpPr>
          <p:cNvPr id="5305" name="Text Box 185"/>
          <p:cNvSpPr txBox="1"/>
          <p:nvPr/>
        </p:nvSpPr>
        <p:spPr>
          <a:xfrm>
            <a:off x="468313" y="2133600"/>
            <a:ext cx="1152525" cy="519113"/>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1</a:t>
            </a:r>
          </a:p>
        </p:txBody>
      </p:sp>
      <p:grpSp>
        <p:nvGrpSpPr>
          <p:cNvPr id="63498" name="Group 190"/>
          <p:cNvGrpSpPr/>
          <p:nvPr/>
        </p:nvGrpSpPr>
        <p:grpSpPr>
          <a:xfrm>
            <a:off x="8316913" y="6446838"/>
            <a:ext cx="792162" cy="366712"/>
            <a:chOff x="5193" y="4020"/>
            <a:chExt cx="499" cy="231"/>
          </a:xfrm>
        </p:grpSpPr>
        <p:pic>
          <p:nvPicPr>
            <p:cNvPr id="63567" name="Picture 191"/>
            <p:cNvPicPr>
              <a:picLocks noChangeAspect="1"/>
            </p:cNvPicPr>
            <p:nvPr/>
          </p:nvPicPr>
          <p:blipFill>
            <a:blip r:embed="rId8"/>
            <a:stretch>
              <a:fillRect/>
            </a:stretch>
          </p:blipFill>
          <p:spPr>
            <a:xfrm>
              <a:off x="5193" y="4066"/>
              <a:ext cx="499" cy="181"/>
            </a:xfrm>
            <a:prstGeom prst="rect">
              <a:avLst/>
            </a:prstGeom>
            <a:noFill/>
            <a:ln w="9525">
              <a:noFill/>
            </a:ln>
          </p:spPr>
        </p:pic>
        <p:sp>
          <p:nvSpPr>
            <p:cNvPr id="63568" name="Text Box 19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3499" name="Group 193"/>
          <p:cNvGrpSpPr/>
          <p:nvPr/>
        </p:nvGrpSpPr>
        <p:grpSpPr>
          <a:xfrm>
            <a:off x="7453313" y="6446838"/>
            <a:ext cx="792162" cy="366712"/>
            <a:chOff x="4649" y="4020"/>
            <a:chExt cx="499" cy="231"/>
          </a:xfrm>
        </p:grpSpPr>
        <p:pic>
          <p:nvPicPr>
            <p:cNvPr id="63565" name="Picture 194"/>
            <p:cNvPicPr>
              <a:picLocks noChangeAspect="1"/>
            </p:cNvPicPr>
            <p:nvPr/>
          </p:nvPicPr>
          <p:blipFill>
            <a:blip r:embed="rId8"/>
            <a:stretch>
              <a:fillRect/>
            </a:stretch>
          </p:blipFill>
          <p:spPr>
            <a:xfrm>
              <a:off x="4649" y="4066"/>
              <a:ext cx="499" cy="181"/>
            </a:xfrm>
            <a:prstGeom prst="rect">
              <a:avLst/>
            </a:prstGeom>
            <a:noFill/>
            <a:ln w="9525">
              <a:noFill/>
            </a:ln>
          </p:spPr>
        </p:pic>
        <p:sp>
          <p:nvSpPr>
            <p:cNvPr id="63566" name="Text Box 19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5379" name="Group 259"/>
          <p:cNvGrpSpPr/>
          <p:nvPr/>
        </p:nvGrpSpPr>
        <p:grpSpPr>
          <a:xfrm>
            <a:off x="5148263" y="3602038"/>
            <a:ext cx="3503612" cy="1700212"/>
            <a:chOff x="3243" y="2269"/>
            <a:chExt cx="2207" cy="1071"/>
          </a:xfrm>
        </p:grpSpPr>
        <p:sp>
          <p:nvSpPr>
            <p:cNvPr id="63554" name="Oval 240"/>
            <p:cNvSpPr/>
            <p:nvPr/>
          </p:nvSpPr>
          <p:spPr>
            <a:xfrm>
              <a:off x="3515" y="265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3555" name="Rectangle 241"/>
            <p:cNvSpPr/>
            <p:nvPr/>
          </p:nvSpPr>
          <p:spPr>
            <a:xfrm>
              <a:off x="3696" y="2387"/>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63556" name="Line 242"/>
            <p:cNvSpPr/>
            <p:nvPr/>
          </p:nvSpPr>
          <p:spPr>
            <a:xfrm>
              <a:off x="3742" y="2387"/>
              <a:ext cx="230" cy="0"/>
            </a:xfrm>
            <a:prstGeom prst="line">
              <a:avLst/>
            </a:prstGeom>
            <a:ln w="28575" cap="flat" cmpd="sng">
              <a:solidFill>
                <a:srgbClr val="00FFFF"/>
              </a:solidFill>
              <a:prstDash val="solid"/>
              <a:headEnd type="none" w="med" len="med"/>
              <a:tailEnd type="triangle" w="med" len="med"/>
            </a:ln>
          </p:spPr>
        </p:sp>
        <p:graphicFrame>
          <p:nvGraphicFramePr>
            <p:cNvPr id="63557" name="Object 243"/>
            <p:cNvGraphicFramePr>
              <a:graphicFrameLocks noChangeAspect="1"/>
            </p:cNvGraphicFramePr>
            <p:nvPr/>
          </p:nvGraphicFramePr>
          <p:xfrm>
            <a:off x="3787" y="2269"/>
            <a:ext cx="208" cy="387"/>
          </p:xfrm>
          <a:graphic>
            <a:graphicData uri="http://schemas.openxmlformats.org/presentationml/2006/ole">
              <mc:AlternateContent xmlns:mc="http://schemas.openxmlformats.org/markup-compatibility/2006">
                <mc:Choice xmlns:v="urn:schemas-microsoft-com:vml" Requires="v">
                  <p:oleObj r:id="rId9" imgW="163830" imgH="319405" progId="Equation.3">
                    <p:embed/>
                  </p:oleObj>
                </mc:Choice>
                <mc:Fallback>
                  <p:oleObj r:id="rId9" imgW="163830" imgH="319405" progId="Equation.3">
                    <p:embed/>
                    <p:pic>
                      <p:nvPicPr>
                        <p:cNvPr id="0" name="图片 3208"/>
                        <p:cNvPicPr/>
                        <p:nvPr/>
                      </p:nvPicPr>
                      <p:blipFill>
                        <a:blip r:embed="rId10">
                          <a:clrChange>
                            <a:clrFrom>
                              <a:srgbClr val="000000"/>
                            </a:clrFrom>
                            <a:clrTo>
                              <a:srgbClr val="FFFFFF"/>
                            </a:clrTo>
                          </a:clrChange>
                        </a:blip>
                        <a:stretch>
                          <a:fillRect/>
                        </a:stretch>
                      </p:blipFill>
                      <p:spPr>
                        <a:xfrm>
                          <a:off x="3787" y="2269"/>
                          <a:ext cx="208" cy="387"/>
                        </a:xfrm>
                        <a:prstGeom prst="rect">
                          <a:avLst/>
                        </a:prstGeom>
                        <a:noFill/>
                        <a:ln w="38100">
                          <a:noFill/>
                          <a:miter/>
                        </a:ln>
                      </p:spPr>
                    </p:pic>
                  </p:oleObj>
                </mc:Fallback>
              </mc:AlternateContent>
            </a:graphicData>
          </a:graphic>
        </p:graphicFrame>
        <p:sp>
          <p:nvSpPr>
            <p:cNvPr id="63558" name="Text Box 244"/>
            <p:cNvSpPr txBox="1"/>
            <p:nvPr/>
          </p:nvSpPr>
          <p:spPr>
            <a:xfrm>
              <a:off x="3379" y="2387"/>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3559" name="Text Box 245"/>
            <p:cNvSpPr txBox="1"/>
            <p:nvPr/>
          </p:nvSpPr>
          <p:spPr>
            <a:xfrm>
              <a:off x="3424" y="2977"/>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3560" name="Object 246"/>
            <p:cNvGraphicFramePr>
              <a:graphicFrameLocks noChangeAspect="1"/>
            </p:cNvGraphicFramePr>
            <p:nvPr/>
          </p:nvGraphicFramePr>
          <p:xfrm>
            <a:off x="3243" y="2667"/>
            <a:ext cx="253" cy="383"/>
          </p:xfrm>
          <a:graphic>
            <a:graphicData uri="http://schemas.openxmlformats.org/presentationml/2006/ole">
              <mc:AlternateContent xmlns:mc="http://schemas.openxmlformats.org/markup-compatibility/2006">
                <mc:Choice xmlns:v="urn:schemas-microsoft-com:vml" Requires="v">
                  <p:oleObj r:id="rId11" imgW="222885" imgH="312420" progId="Equation.3">
                    <p:embed/>
                  </p:oleObj>
                </mc:Choice>
                <mc:Fallback>
                  <p:oleObj r:id="rId11" imgW="222885" imgH="312420" progId="Equation.3">
                    <p:embed/>
                    <p:pic>
                      <p:nvPicPr>
                        <p:cNvPr id="0" name="图片 3206"/>
                        <p:cNvPicPr/>
                        <p:nvPr/>
                      </p:nvPicPr>
                      <p:blipFill>
                        <a:blip r:embed="rId12">
                          <a:clrChange>
                            <a:clrFrom>
                              <a:srgbClr val="000000"/>
                            </a:clrFrom>
                            <a:clrTo>
                              <a:srgbClr val="FFFFFF"/>
                            </a:clrTo>
                          </a:clrChange>
                        </a:blip>
                        <a:stretch>
                          <a:fillRect/>
                        </a:stretch>
                      </p:blipFill>
                      <p:spPr>
                        <a:xfrm>
                          <a:off x="3243" y="2667"/>
                          <a:ext cx="253" cy="383"/>
                        </a:xfrm>
                        <a:prstGeom prst="rect">
                          <a:avLst/>
                        </a:prstGeom>
                        <a:noFill/>
                        <a:ln w="38100">
                          <a:noFill/>
                          <a:miter/>
                        </a:ln>
                      </p:spPr>
                    </p:pic>
                  </p:oleObj>
                </mc:Fallback>
              </mc:AlternateContent>
            </a:graphicData>
          </a:graphic>
        </p:graphicFrame>
        <p:sp>
          <p:nvSpPr>
            <p:cNvPr id="63561" name="Text Box 247"/>
            <p:cNvSpPr txBox="1"/>
            <p:nvPr/>
          </p:nvSpPr>
          <p:spPr>
            <a:xfrm>
              <a:off x="4113" y="2424"/>
              <a:ext cx="394" cy="327"/>
            </a:xfrm>
            <a:prstGeom prst="rect">
              <a:avLst/>
            </a:prstGeom>
            <a:noFill/>
            <a:ln w="2857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r>
                <a:rPr lang="en-US" altLang="zh-CN" baseline="-25000" dirty="0">
                  <a:solidFill>
                    <a:schemeClr val="bg1"/>
                  </a:solidFill>
                  <a:latin typeface="Times New Roman" panose="02020603050405020304" pitchFamily="18" charset="0"/>
                  <a:ea typeface="宋体" panose="02010600030101010101" pitchFamily="2" charset="-122"/>
                </a:rPr>
                <a:t>11</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63562" name="Object 248"/>
            <p:cNvGraphicFramePr>
              <a:graphicFrameLocks noChangeAspect="1"/>
            </p:cNvGraphicFramePr>
            <p:nvPr/>
          </p:nvGraphicFramePr>
          <p:xfrm>
            <a:off x="4830" y="2569"/>
            <a:ext cx="620" cy="566"/>
          </p:xfrm>
          <a:graphic>
            <a:graphicData uri="http://schemas.openxmlformats.org/presentationml/2006/ole">
              <mc:AlternateContent xmlns:mc="http://schemas.openxmlformats.org/markup-compatibility/2006">
                <mc:Choice xmlns:v="urn:schemas-microsoft-com:vml" Requires="v">
                  <p:oleObj r:id="rId13" imgW="542925" imgH="497840" progId="Equation.3">
                    <p:embed/>
                  </p:oleObj>
                </mc:Choice>
                <mc:Fallback>
                  <p:oleObj r:id="rId13" imgW="542925" imgH="497840" progId="Equation.3">
                    <p:embed/>
                    <p:pic>
                      <p:nvPicPr>
                        <p:cNvPr id="0" name="图片 3209"/>
                        <p:cNvPicPr/>
                        <p:nvPr/>
                      </p:nvPicPr>
                      <p:blipFill>
                        <a:blip r:embed="rId14">
                          <a:clrChange>
                            <a:clrFrom>
                              <a:srgbClr val="000000"/>
                            </a:clrFrom>
                            <a:clrTo>
                              <a:srgbClr val="FFFFFF"/>
                            </a:clrTo>
                          </a:clrChange>
                        </a:blip>
                        <a:stretch>
                          <a:fillRect/>
                        </a:stretch>
                      </p:blipFill>
                      <p:spPr>
                        <a:xfrm>
                          <a:off x="4830" y="2569"/>
                          <a:ext cx="620" cy="566"/>
                        </a:xfrm>
                        <a:prstGeom prst="rect">
                          <a:avLst/>
                        </a:prstGeom>
                        <a:noFill/>
                        <a:ln w="38100">
                          <a:noFill/>
                          <a:miter/>
                        </a:ln>
                      </p:spPr>
                    </p:pic>
                  </p:oleObj>
                </mc:Fallback>
              </mc:AlternateContent>
            </a:graphicData>
          </a:graphic>
        </p:graphicFrame>
        <p:sp>
          <p:nvSpPr>
            <p:cNvPr id="63563" name="Rectangle 249"/>
            <p:cNvSpPr/>
            <p:nvPr/>
          </p:nvSpPr>
          <p:spPr>
            <a:xfrm>
              <a:off x="4721" y="265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3564" name="Rectangle 250"/>
            <p:cNvSpPr/>
            <p:nvPr/>
          </p:nvSpPr>
          <p:spPr>
            <a:xfrm>
              <a:off x="4105" y="234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63501" name="Group 254"/>
          <p:cNvGrpSpPr/>
          <p:nvPr/>
        </p:nvGrpSpPr>
        <p:grpSpPr>
          <a:xfrm>
            <a:off x="6588125" y="6446838"/>
            <a:ext cx="792163" cy="366712"/>
            <a:chOff x="4649" y="4020"/>
            <a:chExt cx="499" cy="231"/>
          </a:xfrm>
        </p:grpSpPr>
        <p:pic>
          <p:nvPicPr>
            <p:cNvPr id="63552" name="Picture 255"/>
            <p:cNvPicPr>
              <a:picLocks noChangeAspect="1"/>
            </p:cNvPicPr>
            <p:nvPr/>
          </p:nvPicPr>
          <p:blipFill>
            <a:blip r:embed="rId8"/>
            <a:stretch>
              <a:fillRect/>
            </a:stretch>
          </p:blipFill>
          <p:spPr>
            <a:xfrm>
              <a:off x="4649" y="4066"/>
              <a:ext cx="499" cy="181"/>
            </a:xfrm>
            <a:prstGeom prst="rect">
              <a:avLst/>
            </a:prstGeom>
            <a:noFill/>
            <a:ln w="9525">
              <a:noFill/>
            </a:ln>
          </p:spPr>
        </p:pic>
        <p:sp>
          <p:nvSpPr>
            <p:cNvPr id="63553" name="Text Box 256">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5378" name="Group 258"/>
          <p:cNvGrpSpPr/>
          <p:nvPr/>
        </p:nvGrpSpPr>
        <p:grpSpPr>
          <a:xfrm>
            <a:off x="900113" y="5229225"/>
            <a:ext cx="6300787" cy="1035050"/>
            <a:chOff x="567" y="3294"/>
            <a:chExt cx="3969" cy="652"/>
          </a:xfrm>
        </p:grpSpPr>
        <p:graphicFrame>
          <p:nvGraphicFramePr>
            <p:cNvPr id="63550" name="Object 74"/>
            <p:cNvGraphicFramePr>
              <a:graphicFrameLocks noChangeAspect="1"/>
            </p:cNvGraphicFramePr>
            <p:nvPr/>
          </p:nvGraphicFramePr>
          <p:xfrm>
            <a:off x="567" y="3294"/>
            <a:ext cx="3969" cy="652"/>
          </p:xfrm>
          <a:graphic>
            <a:graphicData uri="http://schemas.openxmlformats.org/presentationml/2006/ole">
              <mc:AlternateContent xmlns:mc="http://schemas.openxmlformats.org/markup-compatibility/2006">
                <mc:Choice xmlns:v="urn:schemas-microsoft-com:vml" Requires="v">
                  <p:oleObj r:id="rId15" imgW="3025775" imgH="497840" progId="Equation.3">
                    <p:embed/>
                  </p:oleObj>
                </mc:Choice>
                <mc:Fallback>
                  <p:oleObj r:id="rId15" imgW="3025775" imgH="497840" progId="Equation.3">
                    <p:embed/>
                    <p:pic>
                      <p:nvPicPr>
                        <p:cNvPr id="0" name="图片 3211"/>
                        <p:cNvPicPr/>
                        <p:nvPr/>
                      </p:nvPicPr>
                      <p:blipFill>
                        <a:blip r:embed="rId16">
                          <a:clrChange>
                            <a:clrFrom>
                              <a:srgbClr val="000000"/>
                            </a:clrFrom>
                            <a:clrTo>
                              <a:srgbClr val="FFFFFF"/>
                            </a:clrTo>
                          </a:clrChange>
                        </a:blip>
                        <a:stretch>
                          <a:fillRect/>
                        </a:stretch>
                      </p:blipFill>
                      <p:spPr>
                        <a:xfrm>
                          <a:off x="567" y="3294"/>
                          <a:ext cx="3969" cy="652"/>
                        </a:xfrm>
                        <a:prstGeom prst="rect">
                          <a:avLst/>
                        </a:prstGeom>
                        <a:noFill/>
                        <a:ln w="38100">
                          <a:noFill/>
                          <a:miter/>
                        </a:ln>
                      </p:spPr>
                    </p:pic>
                  </p:oleObj>
                </mc:Fallback>
              </mc:AlternateContent>
            </a:graphicData>
          </a:graphic>
        </p:graphicFrame>
        <p:sp>
          <p:nvSpPr>
            <p:cNvPr id="63551" name="Line 257"/>
            <p:cNvSpPr/>
            <p:nvPr/>
          </p:nvSpPr>
          <p:spPr>
            <a:xfrm>
              <a:off x="2100" y="3902"/>
              <a:ext cx="499" cy="0"/>
            </a:xfrm>
            <a:prstGeom prst="line">
              <a:avLst/>
            </a:prstGeom>
            <a:ln w="9525" cap="flat" cmpd="sng">
              <a:solidFill>
                <a:schemeClr val="bg1"/>
              </a:solidFill>
              <a:prstDash val="solid"/>
              <a:headEnd type="none" w="med" len="med"/>
              <a:tailEnd type="none" w="med" len="med"/>
            </a:ln>
          </p:spPr>
        </p:sp>
      </p:grpSp>
      <p:grpSp>
        <p:nvGrpSpPr>
          <p:cNvPr id="5390" name="Group 270"/>
          <p:cNvGrpSpPr/>
          <p:nvPr/>
        </p:nvGrpSpPr>
        <p:grpSpPr>
          <a:xfrm>
            <a:off x="3865563" y="1393825"/>
            <a:ext cx="4883150" cy="2103438"/>
            <a:chOff x="2435" y="878"/>
            <a:chExt cx="3076" cy="1325"/>
          </a:xfrm>
        </p:grpSpPr>
        <p:sp>
          <p:nvSpPr>
            <p:cNvPr id="63509" name="Line 222"/>
            <p:cNvSpPr/>
            <p:nvPr/>
          </p:nvSpPr>
          <p:spPr>
            <a:xfrm>
              <a:off x="5102" y="1332"/>
              <a:ext cx="0" cy="862"/>
            </a:xfrm>
            <a:prstGeom prst="line">
              <a:avLst/>
            </a:prstGeom>
            <a:ln w="28575" cap="flat" cmpd="sng">
              <a:solidFill>
                <a:srgbClr val="FFCC00"/>
              </a:solidFill>
              <a:prstDash val="solid"/>
              <a:headEnd type="none" w="med" len="med"/>
              <a:tailEnd type="none" w="med" len="med"/>
            </a:ln>
          </p:spPr>
        </p:sp>
        <p:sp>
          <p:nvSpPr>
            <p:cNvPr id="63510" name="Oval 200"/>
            <p:cNvSpPr/>
            <p:nvPr/>
          </p:nvSpPr>
          <p:spPr>
            <a:xfrm>
              <a:off x="2744" y="151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3511" name="Line 201"/>
            <p:cNvSpPr/>
            <p:nvPr/>
          </p:nvSpPr>
          <p:spPr>
            <a:xfrm flipH="1">
              <a:off x="4014" y="1967"/>
              <a:ext cx="0" cy="232"/>
            </a:xfrm>
            <a:prstGeom prst="line">
              <a:avLst/>
            </a:prstGeom>
            <a:ln w="28575" cap="flat" cmpd="sng">
              <a:solidFill>
                <a:srgbClr val="FFCC00"/>
              </a:solidFill>
              <a:prstDash val="solid"/>
              <a:headEnd type="none" w="med" len="med"/>
              <a:tailEnd type="none" w="med" len="med"/>
            </a:ln>
          </p:spPr>
        </p:sp>
        <p:sp>
          <p:nvSpPr>
            <p:cNvPr id="63512" name="Line 202"/>
            <p:cNvSpPr/>
            <p:nvPr/>
          </p:nvSpPr>
          <p:spPr>
            <a:xfrm>
              <a:off x="4014" y="1332"/>
              <a:ext cx="0" cy="277"/>
            </a:xfrm>
            <a:prstGeom prst="line">
              <a:avLst/>
            </a:prstGeom>
            <a:ln w="28575" cap="flat" cmpd="sng">
              <a:solidFill>
                <a:srgbClr val="FFCC00"/>
              </a:solidFill>
              <a:prstDash val="solid"/>
              <a:headEnd type="none" w="med" len="med"/>
              <a:tailEnd type="none" w="med" len="med"/>
            </a:ln>
          </p:spPr>
        </p:sp>
        <p:sp>
          <p:nvSpPr>
            <p:cNvPr id="63513" name="Line 203"/>
            <p:cNvSpPr/>
            <p:nvPr/>
          </p:nvSpPr>
          <p:spPr>
            <a:xfrm flipH="1">
              <a:off x="4286" y="1967"/>
              <a:ext cx="0" cy="227"/>
            </a:xfrm>
            <a:prstGeom prst="line">
              <a:avLst/>
            </a:prstGeom>
            <a:ln w="28575" cap="flat" cmpd="sng">
              <a:solidFill>
                <a:srgbClr val="FFCC00"/>
              </a:solidFill>
              <a:prstDash val="solid"/>
              <a:headEnd type="none" w="med" len="med"/>
              <a:tailEnd type="none" w="med" len="med"/>
            </a:ln>
          </p:spPr>
        </p:sp>
        <p:sp>
          <p:nvSpPr>
            <p:cNvPr id="63514" name="Line 204"/>
            <p:cNvSpPr/>
            <p:nvPr/>
          </p:nvSpPr>
          <p:spPr>
            <a:xfrm>
              <a:off x="4286" y="1332"/>
              <a:ext cx="0" cy="298"/>
            </a:xfrm>
            <a:prstGeom prst="line">
              <a:avLst/>
            </a:prstGeom>
            <a:ln w="28575" cap="flat" cmpd="sng">
              <a:solidFill>
                <a:srgbClr val="FFCC00"/>
              </a:solidFill>
              <a:prstDash val="solid"/>
              <a:headEnd type="none" w="med" len="med"/>
              <a:tailEnd type="none" w="med" len="med"/>
            </a:ln>
          </p:spPr>
        </p:sp>
        <p:sp>
          <p:nvSpPr>
            <p:cNvPr id="63515" name="Line 205"/>
            <p:cNvSpPr/>
            <p:nvPr/>
          </p:nvSpPr>
          <p:spPr>
            <a:xfrm flipV="1">
              <a:off x="2925" y="1332"/>
              <a:ext cx="1084" cy="0"/>
            </a:xfrm>
            <a:prstGeom prst="line">
              <a:avLst/>
            </a:prstGeom>
            <a:ln w="28575" cap="flat" cmpd="sng">
              <a:solidFill>
                <a:srgbClr val="FFCC00"/>
              </a:solidFill>
              <a:prstDash val="solid"/>
              <a:headEnd type="none" w="med" len="med"/>
              <a:tailEnd type="none" w="med" len="med"/>
            </a:ln>
          </p:spPr>
        </p:sp>
        <p:sp>
          <p:nvSpPr>
            <p:cNvPr id="63516" name="Line 206"/>
            <p:cNvSpPr/>
            <p:nvPr/>
          </p:nvSpPr>
          <p:spPr>
            <a:xfrm flipV="1">
              <a:off x="4286" y="2194"/>
              <a:ext cx="816" cy="0"/>
            </a:xfrm>
            <a:prstGeom prst="line">
              <a:avLst/>
            </a:prstGeom>
            <a:ln w="28575" cap="flat" cmpd="sng">
              <a:solidFill>
                <a:srgbClr val="FFCC00"/>
              </a:solidFill>
              <a:prstDash val="solid"/>
              <a:headEnd type="none" w="med" len="med"/>
              <a:tailEnd type="none" w="med" len="med"/>
            </a:ln>
          </p:spPr>
        </p:sp>
        <p:sp>
          <p:nvSpPr>
            <p:cNvPr id="63517" name="Line 207"/>
            <p:cNvSpPr/>
            <p:nvPr/>
          </p:nvSpPr>
          <p:spPr>
            <a:xfrm>
              <a:off x="5103" y="1821"/>
              <a:ext cx="0" cy="326"/>
            </a:xfrm>
            <a:prstGeom prst="line">
              <a:avLst/>
            </a:prstGeom>
            <a:ln w="28575" cap="flat" cmpd="sng">
              <a:solidFill>
                <a:srgbClr val="00FFFF"/>
              </a:solidFill>
              <a:prstDash val="solid"/>
              <a:headEnd type="none" w="med" len="med"/>
              <a:tailEnd type="triangle" w="med" len="med"/>
            </a:ln>
          </p:spPr>
        </p:sp>
        <p:sp>
          <p:nvSpPr>
            <p:cNvPr id="63518" name="Text Box 208"/>
            <p:cNvSpPr txBox="1"/>
            <p:nvPr/>
          </p:nvSpPr>
          <p:spPr>
            <a:xfrm>
              <a:off x="3787" y="150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3519" name="Text Box 209"/>
            <p:cNvSpPr txBox="1"/>
            <p:nvPr/>
          </p:nvSpPr>
          <p:spPr>
            <a:xfrm>
              <a:off x="4286" y="1468"/>
              <a:ext cx="214"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3520" name="Text Box 210"/>
            <p:cNvSpPr txBox="1"/>
            <p:nvPr/>
          </p:nvSpPr>
          <p:spPr>
            <a:xfrm>
              <a:off x="3425" y="1604"/>
              <a:ext cx="533"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3521" name="Line 211"/>
            <p:cNvSpPr/>
            <p:nvPr/>
          </p:nvSpPr>
          <p:spPr>
            <a:xfrm>
              <a:off x="3016" y="1335"/>
              <a:ext cx="272" cy="0"/>
            </a:xfrm>
            <a:prstGeom prst="line">
              <a:avLst/>
            </a:prstGeom>
            <a:ln w="28575" cap="flat" cmpd="sng">
              <a:solidFill>
                <a:srgbClr val="00FFFF"/>
              </a:solidFill>
              <a:prstDash val="solid"/>
              <a:headEnd type="none" w="med" len="med"/>
              <a:tailEnd type="triangle" w="med" len="med"/>
            </a:ln>
          </p:spPr>
        </p:sp>
        <p:sp>
          <p:nvSpPr>
            <p:cNvPr id="63522" name="Arc 212"/>
            <p:cNvSpPr/>
            <p:nvPr/>
          </p:nvSpPr>
          <p:spPr>
            <a:xfrm rot="-10800000" flipV="1">
              <a:off x="3832" y="1151"/>
              <a:ext cx="196" cy="216"/>
            </a:xfrm>
            <a:custGeom>
              <a:avLst/>
              <a:gdLst/>
              <a:ahLst/>
              <a:cxnLst>
                <a:cxn ang="0">
                  <a:pos x="43" y="0"/>
                </a:cxn>
                <a:cxn ang="0">
                  <a:pos x="196" y="155"/>
                </a:cxn>
                <a:cxn ang="0">
                  <a:pos x="0" y="216"/>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63523" name="Arc 213"/>
            <p:cNvSpPr/>
            <p:nvPr/>
          </p:nvSpPr>
          <p:spPr>
            <a:xfrm rot="10800000" flipH="1" flipV="1">
              <a:off x="4241" y="1151"/>
              <a:ext cx="216" cy="220"/>
            </a:xfrm>
            <a:custGeom>
              <a:avLst/>
              <a:gdLst/>
              <a:ahLst/>
              <a:cxnLst>
                <a:cxn ang="0">
                  <a:pos x="0" y="1"/>
                </a:cxn>
                <a:cxn ang="0">
                  <a:pos x="216" y="158"/>
                </a:cxn>
                <a:cxn ang="0">
                  <a:pos x="19" y="220"/>
                </a:cxn>
              </a:cxnLst>
              <a:rect l="0" t="0" r="0" b="0"/>
              <a:pathLst>
                <a:path w="22659" h="21600" fill="none">
                  <a:moveTo>
                    <a:pt x="-1" y="87"/>
                  </a:moveTo>
                  <a:cubicBezTo>
                    <a:pt x="647" y="29"/>
                    <a:pt x="1297" y="0"/>
                    <a:pt x="1947" y="0"/>
                  </a:cubicBezTo>
                  <a:cubicBezTo>
                    <a:pt x="11515" y="0"/>
                    <a:pt x="19943" y="6295"/>
                    <a:pt x="22658" y="15470"/>
                  </a:cubicBezTo>
                </a:path>
                <a:path w="22659" h="21600" stroke="0">
                  <a:moveTo>
                    <a:pt x="-1" y="87"/>
                  </a:moveTo>
                  <a:cubicBezTo>
                    <a:pt x="647" y="29"/>
                    <a:pt x="1297" y="0"/>
                    <a:pt x="1947" y="0"/>
                  </a:cubicBezTo>
                  <a:cubicBezTo>
                    <a:pt x="11515" y="0"/>
                    <a:pt x="19943" y="6295"/>
                    <a:pt x="22658" y="15470"/>
                  </a:cubicBezTo>
                  <a:lnTo>
                    <a:pt x="1947" y="21600"/>
                  </a:lnTo>
                  <a:lnTo>
                    <a:pt x="-1" y="87"/>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graphicFrame>
          <p:nvGraphicFramePr>
            <p:cNvPr id="63524" name="Object 214"/>
            <p:cNvGraphicFramePr>
              <a:graphicFrameLocks noChangeAspect="1"/>
            </p:cNvGraphicFramePr>
            <p:nvPr/>
          </p:nvGraphicFramePr>
          <p:xfrm>
            <a:off x="3016" y="889"/>
            <a:ext cx="210" cy="442"/>
          </p:xfrm>
          <a:graphic>
            <a:graphicData uri="http://schemas.openxmlformats.org/presentationml/2006/ole">
              <mc:AlternateContent xmlns:mc="http://schemas.openxmlformats.org/markup-compatibility/2006">
                <mc:Choice xmlns:v="urn:schemas-microsoft-com:vml" Requires="v">
                  <p:oleObj r:id="rId17" imgW="163830" imgH="319405" progId="Equation.3">
                    <p:embed/>
                  </p:oleObj>
                </mc:Choice>
                <mc:Fallback>
                  <p:oleObj r:id="rId17" imgW="163830" imgH="319405" progId="Equation.3">
                    <p:embed/>
                    <p:pic>
                      <p:nvPicPr>
                        <p:cNvPr id="0" name="图片 3214"/>
                        <p:cNvPicPr/>
                        <p:nvPr/>
                      </p:nvPicPr>
                      <p:blipFill>
                        <a:blip r:embed="rId18">
                          <a:clrChange>
                            <a:clrFrom>
                              <a:srgbClr val="000000"/>
                            </a:clrFrom>
                            <a:clrTo>
                              <a:srgbClr val="FFFFFF"/>
                            </a:clrTo>
                          </a:clrChange>
                        </a:blip>
                        <a:stretch>
                          <a:fillRect/>
                        </a:stretch>
                      </p:blipFill>
                      <p:spPr>
                        <a:xfrm>
                          <a:off x="3016" y="889"/>
                          <a:ext cx="210" cy="442"/>
                        </a:xfrm>
                        <a:prstGeom prst="rect">
                          <a:avLst/>
                        </a:prstGeom>
                        <a:noFill/>
                        <a:ln w="38100">
                          <a:noFill/>
                          <a:miter/>
                        </a:ln>
                      </p:spPr>
                    </p:pic>
                  </p:oleObj>
                </mc:Fallback>
              </mc:AlternateContent>
            </a:graphicData>
          </a:graphic>
        </p:graphicFrame>
        <p:graphicFrame>
          <p:nvGraphicFramePr>
            <p:cNvPr id="63525" name="Object 215"/>
            <p:cNvGraphicFramePr>
              <a:graphicFrameLocks noChangeAspect="1"/>
            </p:cNvGraphicFramePr>
            <p:nvPr/>
          </p:nvGraphicFramePr>
          <p:xfrm>
            <a:off x="5128" y="1706"/>
            <a:ext cx="247" cy="442"/>
          </p:xfrm>
          <a:graphic>
            <a:graphicData uri="http://schemas.openxmlformats.org/presentationml/2006/ole">
              <mc:AlternateContent xmlns:mc="http://schemas.openxmlformats.org/markup-compatibility/2006">
                <mc:Choice xmlns:v="urn:schemas-microsoft-com:vml" Requires="v">
                  <p:oleObj r:id="rId19" imgW="186055" imgH="319405" progId="Equation.3">
                    <p:embed/>
                  </p:oleObj>
                </mc:Choice>
                <mc:Fallback>
                  <p:oleObj r:id="rId19" imgW="186055" imgH="319405" progId="Equation.3">
                    <p:embed/>
                    <p:pic>
                      <p:nvPicPr>
                        <p:cNvPr id="0" name="图片 3215"/>
                        <p:cNvPicPr/>
                        <p:nvPr/>
                      </p:nvPicPr>
                      <p:blipFill>
                        <a:blip r:embed="rId20">
                          <a:clrChange>
                            <a:clrFrom>
                              <a:srgbClr val="000000"/>
                            </a:clrFrom>
                            <a:clrTo>
                              <a:srgbClr val="FFFFFF"/>
                            </a:clrTo>
                          </a:clrChange>
                        </a:blip>
                        <a:stretch>
                          <a:fillRect/>
                        </a:stretch>
                      </p:blipFill>
                      <p:spPr>
                        <a:xfrm>
                          <a:off x="5128" y="1706"/>
                          <a:ext cx="247" cy="442"/>
                        </a:xfrm>
                        <a:prstGeom prst="rect">
                          <a:avLst/>
                        </a:prstGeom>
                        <a:noFill/>
                        <a:ln w="38100">
                          <a:noFill/>
                          <a:miter/>
                        </a:ln>
                      </p:spPr>
                    </p:pic>
                  </p:oleObj>
                </mc:Fallback>
              </mc:AlternateContent>
            </a:graphicData>
          </a:graphic>
        </p:graphicFrame>
        <p:sp>
          <p:nvSpPr>
            <p:cNvPr id="63526" name="Text Box 216"/>
            <p:cNvSpPr txBox="1"/>
            <p:nvPr/>
          </p:nvSpPr>
          <p:spPr>
            <a:xfrm>
              <a:off x="4332" y="1616"/>
              <a:ext cx="816"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3527" name="Text Box 217"/>
            <p:cNvSpPr txBox="1"/>
            <p:nvPr/>
          </p:nvSpPr>
          <p:spPr>
            <a:xfrm>
              <a:off x="3832" y="878"/>
              <a:ext cx="575"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3528" name="Line 218"/>
            <p:cNvSpPr/>
            <p:nvPr/>
          </p:nvSpPr>
          <p:spPr>
            <a:xfrm flipH="1">
              <a:off x="2925" y="2194"/>
              <a:ext cx="1089" cy="1"/>
            </a:xfrm>
            <a:prstGeom prst="line">
              <a:avLst/>
            </a:prstGeom>
            <a:ln w="28575" cap="flat" cmpd="sng">
              <a:solidFill>
                <a:srgbClr val="FFCC00"/>
              </a:solidFill>
              <a:prstDash val="solid"/>
              <a:headEnd type="none" w="med" len="med"/>
              <a:tailEnd type="none" w="med" len="med"/>
            </a:ln>
          </p:spPr>
        </p:sp>
        <p:sp>
          <p:nvSpPr>
            <p:cNvPr id="63529" name="Text Box 219"/>
            <p:cNvSpPr txBox="1"/>
            <p:nvPr/>
          </p:nvSpPr>
          <p:spPr>
            <a:xfrm>
              <a:off x="2562" y="1332"/>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3530" name="Text Box 220"/>
            <p:cNvSpPr txBox="1"/>
            <p:nvPr/>
          </p:nvSpPr>
          <p:spPr>
            <a:xfrm>
              <a:off x="2562" y="1876"/>
              <a:ext cx="29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3531" name="Line 221"/>
            <p:cNvSpPr/>
            <p:nvPr/>
          </p:nvSpPr>
          <p:spPr>
            <a:xfrm>
              <a:off x="2925" y="1332"/>
              <a:ext cx="0" cy="862"/>
            </a:xfrm>
            <a:prstGeom prst="line">
              <a:avLst/>
            </a:prstGeom>
            <a:ln w="28575" cap="flat" cmpd="sng">
              <a:solidFill>
                <a:srgbClr val="FFCC00"/>
              </a:solidFill>
              <a:prstDash val="solid"/>
              <a:headEnd type="none" w="med" len="med"/>
              <a:tailEnd type="none" w="med" len="med"/>
            </a:ln>
          </p:spPr>
        </p:sp>
        <p:sp>
          <p:nvSpPr>
            <p:cNvPr id="63532" name="Line 223"/>
            <p:cNvSpPr/>
            <p:nvPr/>
          </p:nvSpPr>
          <p:spPr>
            <a:xfrm>
              <a:off x="4286" y="1332"/>
              <a:ext cx="801" cy="0"/>
            </a:xfrm>
            <a:prstGeom prst="line">
              <a:avLst/>
            </a:prstGeom>
            <a:ln w="28575" cap="flat" cmpd="sng">
              <a:solidFill>
                <a:srgbClr val="FFCC00"/>
              </a:solidFill>
              <a:prstDash val="solid"/>
              <a:headEnd type="none" w="med" len="med"/>
              <a:tailEnd type="none" w="med" len="med"/>
            </a:ln>
          </p:spPr>
        </p:sp>
        <p:sp>
          <p:nvSpPr>
            <p:cNvPr id="63533" name="Text Box 224"/>
            <p:cNvSpPr txBox="1"/>
            <p:nvPr/>
          </p:nvSpPr>
          <p:spPr>
            <a:xfrm>
              <a:off x="3407" y="969"/>
              <a:ext cx="561"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3534" name="Text Box 225"/>
            <p:cNvSpPr txBox="1"/>
            <p:nvPr/>
          </p:nvSpPr>
          <p:spPr>
            <a:xfrm>
              <a:off x="4513" y="969"/>
              <a:ext cx="499"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3535" name="Text Box 226"/>
            <p:cNvSpPr txBox="1"/>
            <p:nvPr/>
          </p:nvSpPr>
          <p:spPr>
            <a:xfrm>
              <a:off x="5148" y="1487"/>
              <a:ext cx="363"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L</a:t>
              </a:r>
            </a:p>
          </p:txBody>
        </p:sp>
        <p:sp>
          <p:nvSpPr>
            <p:cNvPr id="63536" name="Rectangle 227"/>
            <p:cNvSpPr/>
            <p:nvPr/>
          </p:nvSpPr>
          <p:spPr>
            <a:xfrm>
              <a:off x="5039" y="151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3537" name="Rectangle 228"/>
            <p:cNvSpPr/>
            <p:nvPr/>
          </p:nvSpPr>
          <p:spPr>
            <a:xfrm>
              <a:off x="4513" y="128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3538" name="Rectangle 237"/>
            <p:cNvSpPr/>
            <p:nvPr/>
          </p:nvSpPr>
          <p:spPr>
            <a:xfrm>
              <a:off x="3424" y="127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63539" name="Object 238"/>
            <p:cNvGraphicFramePr>
              <a:graphicFrameLocks noChangeAspect="1"/>
            </p:cNvGraphicFramePr>
            <p:nvPr/>
          </p:nvGraphicFramePr>
          <p:xfrm>
            <a:off x="2435" y="1559"/>
            <a:ext cx="285" cy="354"/>
          </p:xfrm>
          <a:graphic>
            <a:graphicData uri="http://schemas.openxmlformats.org/presentationml/2006/ole">
              <mc:AlternateContent xmlns:mc="http://schemas.openxmlformats.org/markup-compatibility/2006">
                <mc:Choice xmlns:v="urn:schemas-microsoft-com:vml" Requires="v">
                  <p:oleObj r:id="rId21" imgW="200660" imgH="260350" progId="Equation.3">
                    <p:embed/>
                  </p:oleObj>
                </mc:Choice>
                <mc:Fallback>
                  <p:oleObj r:id="rId21" imgW="200660" imgH="260350" progId="Equation.3">
                    <p:embed/>
                    <p:pic>
                      <p:nvPicPr>
                        <p:cNvPr id="0" name="图片 3213"/>
                        <p:cNvPicPr/>
                        <p:nvPr/>
                      </p:nvPicPr>
                      <p:blipFill>
                        <a:blip r:embed="rId22">
                          <a:clrChange>
                            <a:clrFrom>
                              <a:srgbClr val="000000"/>
                            </a:clrFrom>
                            <a:clrTo>
                              <a:srgbClr val="FFFFFF"/>
                            </a:clrTo>
                          </a:clrChange>
                        </a:blip>
                        <a:stretch>
                          <a:fillRect/>
                        </a:stretch>
                      </p:blipFill>
                      <p:spPr>
                        <a:xfrm>
                          <a:off x="2435" y="1559"/>
                          <a:ext cx="285" cy="354"/>
                        </a:xfrm>
                        <a:prstGeom prst="rect">
                          <a:avLst/>
                        </a:prstGeom>
                        <a:noFill/>
                        <a:ln w="38100">
                          <a:noFill/>
                          <a:miter/>
                        </a:ln>
                      </p:spPr>
                    </p:pic>
                  </p:oleObj>
                </mc:Fallback>
              </mc:AlternateContent>
            </a:graphicData>
          </a:graphic>
        </p:graphicFrame>
        <p:grpSp>
          <p:nvGrpSpPr>
            <p:cNvPr id="63540" name="Group 260"/>
            <p:cNvGrpSpPr/>
            <p:nvPr/>
          </p:nvGrpSpPr>
          <p:grpSpPr>
            <a:xfrm>
              <a:off x="4195" y="1616"/>
              <a:ext cx="91" cy="363"/>
              <a:chOff x="1565" y="2614"/>
              <a:chExt cx="90" cy="486"/>
            </a:xfrm>
          </p:grpSpPr>
          <p:sp>
            <p:nvSpPr>
              <p:cNvPr id="63546" name="Arc 26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3547" name="Arc 26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3548" name="Arc 26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3549" name="Arc 26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63541" name="Group 265"/>
            <p:cNvGrpSpPr/>
            <p:nvPr/>
          </p:nvGrpSpPr>
          <p:grpSpPr>
            <a:xfrm rot="10800000">
              <a:off x="4014" y="1616"/>
              <a:ext cx="90" cy="363"/>
              <a:chOff x="1565" y="2614"/>
              <a:chExt cx="90" cy="486"/>
            </a:xfrm>
          </p:grpSpPr>
          <p:sp>
            <p:nvSpPr>
              <p:cNvPr id="63542" name="Arc 26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3543" name="Arc 26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3544" name="Arc 26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3545" name="Arc 26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5394" name="Group 274"/>
          <p:cNvGrpSpPr/>
          <p:nvPr/>
        </p:nvGrpSpPr>
        <p:grpSpPr>
          <a:xfrm>
            <a:off x="6084888" y="920750"/>
            <a:ext cx="1954212" cy="492125"/>
            <a:chOff x="3872" y="580"/>
            <a:chExt cx="1231" cy="310"/>
          </a:xfrm>
        </p:grpSpPr>
        <p:graphicFrame>
          <p:nvGraphicFramePr>
            <p:cNvPr id="63505" name="Object 68"/>
            <p:cNvGraphicFramePr>
              <a:graphicFrameLocks noChangeAspect="1"/>
            </p:cNvGraphicFramePr>
            <p:nvPr/>
          </p:nvGraphicFramePr>
          <p:xfrm>
            <a:off x="3872" y="580"/>
            <a:ext cx="1231" cy="310"/>
          </p:xfrm>
          <a:graphic>
            <a:graphicData uri="http://schemas.openxmlformats.org/presentationml/2006/ole">
              <mc:AlternateContent xmlns:mc="http://schemas.openxmlformats.org/markup-compatibility/2006">
                <mc:Choice xmlns:v="urn:schemas-microsoft-com:vml" Requires="v">
                  <p:oleObj r:id="rId23" imgW="929005" imgH="238125" progId="Equation.DSMT4">
                    <p:embed/>
                  </p:oleObj>
                </mc:Choice>
                <mc:Fallback>
                  <p:oleObj r:id="rId23" imgW="929005" imgH="238125" progId="Equation.DSMT4">
                    <p:embed/>
                    <p:pic>
                      <p:nvPicPr>
                        <p:cNvPr id="0" name="图片 3216"/>
                        <p:cNvPicPr/>
                        <p:nvPr/>
                      </p:nvPicPr>
                      <p:blipFill>
                        <a:blip r:embed="rId24">
                          <a:clrChange>
                            <a:clrFrom>
                              <a:srgbClr val="000000"/>
                            </a:clrFrom>
                            <a:clrTo>
                              <a:srgbClr val="FFFF00"/>
                            </a:clrTo>
                          </a:clrChange>
                        </a:blip>
                        <a:stretch>
                          <a:fillRect/>
                        </a:stretch>
                      </p:blipFill>
                      <p:spPr>
                        <a:xfrm>
                          <a:off x="3872" y="580"/>
                          <a:ext cx="1231" cy="310"/>
                        </a:xfrm>
                        <a:prstGeom prst="rect">
                          <a:avLst/>
                        </a:prstGeom>
                        <a:noFill/>
                        <a:ln w="38100">
                          <a:noFill/>
                          <a:miter/>
                        </a:ln>
                      </p:spPr>
                    </p:pic>
                  </p:oleObj>
                </mc:Fallback>
              </mc:AlternateContent>
            </a:graphicData>
          </a:graphic>
        </p:graphicFrame>
        <p:grpSp>
          <p:nvGrpSpPr>
            <p:cNvPr id="63506" name="Group 271"/>
            <p:cNvGrpSpPr/>
            <p:nvPr/>
          </p:nvGrpSpPr>
          <p:grpSpPr>
            <a:xfrm>
              <a:off x="4603" y="618"/>
              <a:ext cx="273" cy="227"/>
              <a:chOff x="1156" y="1842"/>
              <a:chExt cx="273" cy="227"/>
            </a:xfrm>
          </p:grpSpPr>
          <p:sp>
            <p:nvSpPr>
              <p:cNvPr id="63507" name="Line 272"/>
              <p:cNvSpPr/>
              <p:nvPr/>
            </p:nvSpPr>
            <p:spPr>
              <a:xfrm flipH="1">
                <a:off x="1156" y="1842"/>
                <a:ext cx="91" cy="227"/>
              </a:xfrm>
              <a:prstGeom prst="line">
                <a:avLst/>
              </a:prstGeom>
              <a:ln w="19050" cap="flat" cmpd="sng">
                <a:solidFill>
                  <a:srgbClr val="FFFF00"/>
                </a:solidFill>
                <a:prstDash val="solid"/>
                <a:headEnd type="none" w="med" len="med"/>
                <a:tailEnd type="none" w="med" len="med"/>
              </a:ln>
            </p:spPr>
          </p:sp>
          <p:sp>
            <p:nvSpPr>
              <p:cNvPr id="63508" name="Line 273"/>
              <p:cNvSpPr/>
              <p:nvPr/>
            </p:nvSpPr>
            <p:spPr>
              <a:xfrm>
                <a:off x="1156" y="2069"/>
                <a:ext cx="273" cy="0"/>
              </a:xfrm>
              <a:prstGeom prst="line">
                <a:avLst/>
              </a:prstGeom>
              <a:ln w="19050" cap="flat" cmpd="sng">
                <a:solidFill>
                  <a:srgbClr val="FFFF00"/>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258"/>
                                        </p:tgtEl>
                                        <p:attrNameLst>
                                          <p:attrName>style.visibility</p:attrName>
                                        </p:attrNameLst>
                                      </p:cBhvr>
                                      <p:to>
                                        <p:strVal val="visible"/>
                                      </p:to>
                                    </p:set>
                                    <p:anim calcmode="lin" valueType="num">
                                      <p:cBhvr>
                                        <p:cTn id="7" dur="1000" fill="hold"/>
                                        <p:tgtEl>
                                          <p:spTgt spid="5258"/>
                                        </p:tgtEl>
                                        <p:attrNameLst>
                                          <p:attrName>ppt_w</p:attrName>
                                        </p:attrNameLst>
                                      </p:cBhvr>
                                      <p:tavLst>
                                        <p:tav tm="0">
                                          <p:val>
                                            <p:fltVal val="0"/>
                                          </p:val>
                                        </p:tav>
                                        <p:tav tm="100000">
                                          <p:val>
                                            <p:strVal val="#ppt_w"/>
                                          </p:val>
                                        </p:tav>
                                      </p:tavLst>
                                    </p:anim>
                                    <p:anim calcmode="lin" valueType="num">
                                      <p:cBhvr>
                                        <p:cTn id="8" dur="1000" fill="hold"/>
                                        <p:tgtEl>
                                          <p:spTgt spid="5258"/>
                                        </p:tgtEl>
                                        <p:attrNameLst>
                                          <p:attrName>ppt_h</p:attrName>
                                        </p:attrNameLst>
                                      </p:cBhvr>
                                      <p:tavLst>
                                        <p:tav tm="0">
                                          <p:val>
                                            <p:fltVal val="0"/>
                                          </p:val>
                                        </p:tav>
                                        <p:tav tm="100000">
                                          <p:val>
                                            <p:strVal val="#ppt_h"/>
                                          </p:val>
                                        </p:tav>
                                      </p:tavLst>
                                    </p:anim>
                                    <p:anim calcmode="lin" valueType="num">
                                      <p:cBhvr>
                                        <p:cTn id="9" dur="1000" fill="hold"/>
                                        <p:tgtEl>
                                          <p:spTgt spid="525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258"/>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390"/>
                                        </p:tgtEl>
                                        <p:attrNameLst>
                                          <p:attrName>style.visibility</p:attrName>
                                        </p:attrNameLst>
                                      </p:cBhvr>
                                      <p:to>
                                        <p:strVal val="visible"/>
                                      </p:to>
                                    </p:set>
                                    <p:animEffect transition="in" filter="blinds(horizontal)">
                                      <p:cBhvr>
                                        <p:cTn id="14" dur="500"/>
                                        <p:tgtEl>
                                          <p:spTgt spid="5390"/>
                                        </p:tgtEl>
                                      </p:cBhvr>
                                    </p:animEffect>
                                  </p:childTnLst>
                                </p:cTn>
                              </p:par>
                            </p:childTnLst>
                          </p:cTn>
                        </p:par>
                        <p:par>
                          <p:cTn id="15" fill="hold">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5186"/>
                                        </p:tgtEl>
                                        <p:attrNameLst>
                                          <p:attrName>style.visibility</p:attrName>
                                        </p:attrNameLst>
                                      </p:cBhvr>
                                      <p:to>
                                        <p:strVal val="visible"/>
                                      </p:to>
                                    </p:set>
                                    <p:animEffect transition="in" filter="blinds(horizontal)">
                                      <p:cBhvr>
                                        <p:cTn id="18" dur="500"/>
                                        <p:tgtEl>
                                          <p:spTgt spid="5186"/>
                                        </p:tgtEl>
                                      </p:cBhvr>
                                    </p:animEffect>
                                  </p:childTnLst>
                                </p:cTn>
                              </p:par>
                            </p:childTnLst>
                          </p:cTn>
                        </p:par>
                        <p:par>
                          <p:cTn id="19" fill="hold">
                            <p:stCondLst>
                              <p:cond delay="2000"/>
                            </p:stCondLst>
                            <p:childTnLst>
                              <p:par>
                                <p:cTn id="20" presetID="3" presetClass="entr" presetSubtype="10" fill="hold" grpId="0" nodeType="afterEffect">
                                  <p:stCondLst>
                                    <p:cond delay="0"/>
                                  </p:stCondLst>
                                  <p:childTnLst>
                                    <p:set>
                                      <p:cBhvr>
                                        <p:cTn id="21" dur="1" fill="hold">
                                          <p:stCondLst>
                                            <p:cond delay="0"/>
                                          </p:stCondLst>
                                        </p:cTn>
                                        <p:tgtEl>
                                          <p:spTgt spid="5187"/>
                                        </p:tgtEl>
                                        <p:attrNameLst>
                                          <p:attrName>style.visibility</p:attrName>
                                        </p:attrNameLst>
                                      </p:cBhvr>
                                      <p:to>
                                        <p:strVal val="visible"/>
                                      </p:to>
                                    </p:set>
                                    <p:animEffect transition="in" filter="blinds(horizontal)">
                                      <p:cBhvr>
                                        <p:cTn id="22" dur="500"/>
                                        <p:tgtEl>
                                          <p:spTgt spid="5187"/>
                                        </p:tgtEl>
                                      </p:cBhvr>
                                    </p:animEffect>
                                  </p:childTnLst>
                                </p:cTn>
                              </p:par>
                            </p:childTnLst>
                          </p:cTn>
                        </p:par>
                        <p:par>
                          <p:cTn id="23" fill="hold">
                            <p:stCondLst>
                              <p:cond delay="2500"/>
                            </p:stCondLst>
                            <p:childTnLst>
                              <p:par>
                                <p:cTn id="24" presetID="3" presetClass="entr" presetSubtype="10" fill="hold" nodeType="afterEffect">
                                  <p:stCondLst>
                                    <p:cond delay="0"/>
                                  </p:stCondLst>
                                  <p:childTnLst>
                                    <p:set>
                                      <p:cBhvr>
                                        <p:cTn id="25" dur="1" fill="hold">
                                          <p:stCondLst>
                                            <p:cond delay="0"/>
                                          </p:stCondLst>
                                        </p:cTn>
                                        <p:tgtEl>
                                          <p:spTgt spid="5394"/>
                                        </p:tgtEl>
                                        <p:attrNameLst>
                                          <p:attrName>style.visibility</p:attrName>
                                        </p:attrNameLst>
                                      </p:cBhvr>
                                      <p:to>
                                        <p:strVal val="visible"/>
                                      </p:to>
                                    </p:set>
                                    <p:animEffect transition="in" filter="blinds(horizontal)">
                                      <p:cBhvr>
                                        <p:cTn id="26" dur="500"/>
                                        <p:tgtEl>
                                          <p:spTgt spid="5394"/>
                                        </p:tgtEl>
                                      </p:cBhvr>
                                    </p:animEffect>
                                  </p:childTnLst>
                                </p:cTn>
                              </p:par>
                            </p:childTnLst>
                          </p:cTn>
                        </p:par>
                        <p:par>
                          <p:cTn id="27" fill="hold">
                            <p:stCondLst>
                              <p:cond delay="3000"/>
                            </p:stCondLst>
                            <p:childTnLst>
                              <p:par>
                                <p:cTn id="28" presetID="3" presetClass="entr" presetSubtype="10" fill="hold" nodeType="afterEffect">
                                  <p:stCondLst>
                                    <p:cond delay="0"/>
                                  </p:stCondLst>
                                  <p:childTnLst>
                                    <p:set>
                                      <p:cBhvr>
                                        <p:cTn id="29" dur="1" fill="hold">
                                          <p:stCondLst>
                                            <p:cond delay="0"/>
                                          </p:stCondLst>
                                        </p:cTn>
                                        <p:tgtEl>
                                          <p:spTgt spid="5189"/>
                                        </p:tgtEl>
                                        <p:attrNameLst>
                                          <p:attrName>style.visibility</p:attrName>
                                        </p:attrNameLst>
                                      </p:cBhvr>
                                      <p:to>
                                        <p:strVal val="visible"/>
                                      </p:to>
                                    </p:set>
                                    <p:animEffect transition="in" filter="blinds(horizontal)">
                                      <p:cBhvr>
                                        <p:cTn id="30" dur="500"/>
                                        <p:tgtEl>
                                          <p:spTgt spid="5189"/>
                                        </p:tgtEl>
                                      </p:cBhvr>
                                    </p:animEffec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grpId="0" nodeType="clickEffect">
                                  <p:stCondLst>
                                    <p:cond delay="0"/>
                                  </p:stCondLst>
                                  <p:childTnLst>
                                    <p:set>
                                      <p:cBhvr>
                                        <p:cTn id="34" dur="1" fill="hold">
                                          <p:stCondLst>
                                            <p:cond delay="0"/>
                                          </p:stCondLst>
                                        </p:cTn>
                                        <p:tgtEl>
                                          <p:spTgt spid="5305"/>
                                        </p:tgtEl>
                                        <p:attrNameLst>
                                          <p:attrName>style.visibility</p:attrName>
                                        </p:attrNameLst>
                                      </p:cBhvr>
                                      <p:to>
                                        <p:strVal val="visible"/>
                                      </p:to>
                                    </p:set>
                                    <p:anim calcmode="lin" valueType="num">
                                      <p:cBhvr>
                                        <p:cTn id="35" dur="1000" fill="hold"/>
                                        <p:tgtEl>
                                          <p:spTgt spid="5305"/>
                                        </p:tgtEl>
                                        <p:attrNameLst>
                                          <p:attrName>ppt_w</p:attrName>
                                        </p:attrNameLst>
                                      </p:cBhvr>
                                      <p:tavLst>
                                        <p:tav tm="0">
                                          <p:val>
                                            <p:fltVal val="0"/>
                                          </p:val>
                                        </p:tav>
                                        <p:tav tm="100000">
                                          <p:val>
                                            <p:strVal val="#ppt_w"/>
                                          </p:val>
                                        </p:tav>
                                      </p:tavLst>
                                    </p:anim>
                                    <p:anim calcmode="lin" valueType="num">
                                      <p:cBhvr>
                                        <p:cTn id="36" dur="1000" fill="hold"/>
                                        <p:tgtEl>
                                          <p:spTgt spid="5305"/>
                                        </p:tgtEl>
                                        <p:attrNameLst>
                                          <p:attrName>ppt_h</p:attrName>
                                        </p:attrNameLst>
                                      </p:cBhvr>
                                      <p:tavLst>
                                        <p:tav tm="0">
                                          <p:val>
                                            <p:fltVal val="0"/>
                                          </p:val>
                                        </p:tav>
                                        <p:tav tm="100000">
                                          <p:val>
                                            <p:strVal val="#ppt_h"/>
                                          </p:val>
                                        </p:tav>
                                      </p:tavLst>
                                    </p:anim>
                                    <p:anim calcmode="lin" valueType="num">
                                      <p:cBhvr>
                                        <p:cTn id="37" dur="1000" fill="hold"/>
                                        <p:tgtEl>
                                          <p:spTgt spid="5305"/>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530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191"/>
                                        </p:tgtEl>
                                        <p:attrNameLst>
                                          <p:attrName>style.visibility</p:attrName>
                                        </p:attrNameLst>
                                      </p:cBhvr>
                                      <p:to>
                                        <p:strVal val="visible"/>
                                      </p:to>
                                    </p:set>
                                    <p:animEffect transition="in" filter="blinds(horizontal)">
                                      <p:cBhvr>
                                        <p:cTn id="43" dur="500"/>
                                        <p:tgtEl>
                                          <p:spTgt spid="5191"/>
                                        </p:tgtEl>
                                      </p:cBhvr>
                                    </p:animEffect>
                                  </p:childTnLst>
                                </p:cTn>
                              </p:par>
                            </p:childTnLst>
                          </p:cTn>
                        </p:par>
                        <p:par>
                          <p:cTn id="44" fill="hold">
                            <p:stCondLst>
                              <p:cond delay="500"/>
                            </p:stCondLst>
                            <p:childTnLst>
                              <p:par>
                                <p:cTn id="45" presetID="3" presetClass="entr" presetSubtype="10" fill="hold" nodeType="afterEffect">
                                  <p:stCondLst>
                                    <p:cond delay="0"/>
                                  </p:stCondLst>
                                  <p:childTnLst>
                                    <p:set>
                                      <p:cBhvr>
                                        <p:cTn id="46" dur="1" fill="hold">
                                          <p:stCondLst>
                                            <p:cond delay="0"/>
                                          </p:stCondLst>
                                        </p:cTn>
                                        <p:tgtEl>
                                          <p:spTgt spid="5379"/>
                                        </p:tgtEl>
                                        <p:attrNameLst>
                                          <p:attrName>style.visibility</p:attrName>
                                        </p:attrNameLst>
                                      </p:cBhvr>
                                      <p:to>
                                        <p:strVal val="visible"/>
                                      </p:to>
                                    </p:set>
                                    <p:animEffect transition="in" filter="blinds(horizontal)">
                                      <p:cBhvr>
                                        <p:cTn id="47" dur="500"/>
                                        <p:tgtEl>
                                          <p:spTgt spid="537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192"/>
                                        </p:tgtEl>
                                        <p:attrNameLst>
                                          <p:attrName>style.visibility</p:attrName>
                                        </p:attrNameLst>
                                      </p:cBhvr>
                                      <p:to>
                                        <p:strVal val="visible"/>
                                      </p:to>
                                    </p:set>
                                    <p:animEffect transition="in" filter="wipe(left)">
                                      <p:cBhvr>
                                        <p:cTn id="52" dur="500"/>
                                        <p:tgtEl>
                                          <p:spTgt spid="519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193"/>
                                        </p:tgtEl>
                                        <p:attrNameLst>
                                          <p:attrName>style.visibility</p:attrName>
                                        </p:attrNameLst>
                                      </p:cBhvr>
                                      <p:to>
                                        <p:strVal val="visible"/>
                                      </p:to>
                                    </p:set>
                                    <p:animEffect transition="in" filter="wipe(left)">
                                      <p:cBhvr>
                                        <p:cTn id="57" dur="500"/>
                                        <p:tgtEl>
                                          <p:spTgt spid="519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378"/>
                                        </p:tgtEl>
                                        <p:attrNameLst>
                                          <p:attrName>style.visibility</p:attrName>
                                        </p:attrNameLst>
                                      </p:cBhvr>
                                      <p:to>
                                        <p:strVal val="visible"/>
                                      </p:to>
                                    </p:set>
                                    <p:animEffect transition="in" filter="wipe(left)">
                                      <p:cBhvr>
                                        <p:cTn id="62" dur="1000"/>
                                        <p:tgtEl>
                                          <p:spTgt spid="5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6" grpId="0"/>
      <p:bldP spid="5187" grpId="0"/>
      <p:bldP spid="5191" grpId="0"/>
      <p:bldP spid="5258" grpId="0"/>
      <p:bldP spid="530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4" name="Group 48"/>
          <p:cNvGrpSpPr/>
          <p:nvPr/>
        </p:nvGrpSpPr>
        <p:grpSpPr>
          <a:xfrm>
            <a:off x="8316913" y="6446838"/>
            <a:ext cx="792162" cy="366712"/>
            <a:chOff x="5193" y="4020"/>
            <a:chExt cx="499" cy="231"/>
          </a:xfrm>
        </p:grpSpPr>
        <p:pic>
          <p:nvPicPr>
            <p:cNvPr id="64543" name="Picture 49"/>
            <p:cNvPicPr>
              <a:picLocks noChangeAspect="1"/>
            </p:cNvPicPr>
            <p:nvPr/>
          </p:nvPicPr>
          <p:blipFill>
            <a:blip r:embed="rId2"/>
            <a:stretch>
              <a:fillRect/>
            </a:stretch>
          </p:blipFill>
          <p:spPr>
            <a:xfrm>
              <a:off x="5193" y="4066"/>
              <a:ext cx="499" cy="181"/>
            </a:xfrm>
            <a:prstGeom prst="rect">
              <a:avLst/>
            </a:prstGeom>
            <a:noFill/>
            <a:ln w="9525">
              <a:noFill/>
            </a:ln>
          </p:spPr>
        </p:pic>
        <p:sp>
          <p:nvSpPr>
            <p:cNvPr id="64544" name="Text Box 50">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4515" name="Group 51"/>
          <p:cNvGrpSpPr/>
          <p:nvPr/>
        </p:nvGrpSpPr>
        <p:grpSpPr>
          <a:xfrm>
            <a:off x="7453313" y="6446838"/>
            <a:ext cx="792162" cy="366712"/>
            <a:chOff x="4649" y="4020"/>
            <a:chExt cx="499" cy="231"/>
          </a:xfrm>
        </p:grpSpPr>
        <p:pic>
          <p:nvPicPr>
            <p:cNvPr id="64541" name="Picture 52"/>
            <p:cNvPicPr>
              <a:picLocks noChangeAspect="1"/>
            </p:cNvPicPr>
            <p:nvPr/>
          </p:nvPicPr>
          <p:blipFill>
            <a:blip r:embed="rId2"/>
            <a:stretch>
              <a:fillRect/>
            </a:stretch>
          </p:blipFill>
          <p:spPr>
            <a:xfrm>
              <a:off x="4649" y="4066"/>
              <a:ext cx="499" cy="181"/>
            </a:xfrm>
            <a:prstGeom prst="rect">
              <a:avLst/>
            </a:prstGeom>
            <a:noFill/>
            <a:ln w="9525">
              <a:noFill/>
            </a:ln>
          </p:spPr>
        </p:pic>
        <p:sp>
          <p:nvSpPr>
            <p:cNvPr id="64542" name="Text Box 53">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64516" name="Group 85"/>
          <p:cNvGrpSpPr/>
          <p:nvPr/>
        </p:nvGrpSpPr>
        <p:grpSpPr>
          <a:xfrm>
            <a:off x="6588125" y="6446838"/>
            <a:ext cx="792163" cy="366712"/>
            <a:chOff x="4649" y="4020"/>
            <a:chExt cx="499" cy="231"/>
          </a:xfrm>
        </p:grpSpPr>
        <p:pic>
          <p:nvPicPr>
            <p:cNvPr id="64539" name="Picture 86"/>
            <p:cNvPicPr>
              <a:picLocks noChangeAspect="1"/>
            </p:cNvPicPr>
            <p:nvPr/>
          </p:nvPicPr>
          <p:blipFill>
            <a:blip r:embed="rId2"/>
            <a:stretch>
              <a:fillRect/>
            </a:stretch>
          </p:blipFill>
          <p:spPr>
            <a:xfrm>
              <a:off x="4649" y="4066"/>
              <a:ext cx="499" cy="181"/>
            </a:xfrm>
            <a:prstGeom prst="rect">
              <a:avLst/>
            </a:prstGeom>
            <a:noFill/>
            <a:ln w="9525">
              <a:noFill/>
            </a:ln>
          </p:spPr>
        </p:pic>
        <p:sp>
          <p:nvSpPr>
            <p:cNvPr id="64540" name="Text Box 8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4184" name="Group 88"/>
          <p:cNvGrpSpPr/>
          <p:nvPr/>
        </p:nvGrpSpPr>
        <p:grpSpPr>
          <a:xfrm>
            <a:off x="4859338" y="692150"/>
            <a:ext cx="3503612" cy="1700213"/>
            <a:chOff x="3243" y="2269"/>
            <a:chExt cx="2207" cy="1071"/>
          </a:xfrm>
        </p:grpSpPr>
        <p:sp>
          <p:nvSpPr>
            <p:cNvPr id="64528" name="Oval 89"/>
            <p:cNvSpPr/>
            <p:nvPr/>
          </p:nvSpPr>
          <p:spPr>
            <a:xfrm>
              <a:off x="3515" y="265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4529" name="Rectangle 90"/>
            <p:cNvSpPr/>
            <p:nvPr/>
          </p:nvSpPr>
          <p:spPr>
            <a:xfrm>
              <a:off x="3696" y="2387"/>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64530" name="Line 91"/>
            <p:cNvSpPr/>
            <p:nvPr/>
          </p:nvSpPr>
          <p:spPr>
            <a:xfrm>
              <a:off x="3742" y="2387"/>
              <a:ext cx="230" cy="0"/>
            </a:xfrm>
            <a:prstGeom prst="line">
              <a:avLst/>
            </a:prstGeom>
            <a:ln w="28575" cap="flat" cmpd="sng">
              <a:solidFill>
                <a:srgbClr val="00FFFF"/>
              </a:solidFill>
              <a:prstDash val="solid"/>
              <a:headEnd type="none" w="med" len="med"/>
              <a:tailEnd type="triangle" w="med" len="med"/>
            </a:ln>
          </p:spPr>
        </p:sp>
        <p:graphicFrame>
          <p:nvGraphicFramePr>
            <p:cNvPr id="64531" name="Object 92"/>
            <p:cNvGraphicFramePr>
              <a:graphicFrameLocks noChangeAspect="1"/>
            </p:cNvGraphicFramePr>
            <p:nvPr/>
          </p:nvGraphicFramePr>
          <p:xfrm>
            <a:off x="3787" y="2269"/>
            <a:ext cx="208" cy="387"/>
          </p:xfrm>
          <a:graphic>
            <a:graphicData uri="http://schemas.openxmlformats.org/presentationml/2006/ole">
              <mc:AlternateContent xmlns:mc="http://schemas.openxmlformats.org/markup-compatibility/2006">
                <mc:Choice xmlns:v="urn:schemas-microsoft-com:vml" Requires="v">
                  <p:oleObj r:id="rId3" imgW="163830" imgH="319405" progId="Equation.3">
                    <p:embed/>
                  </p:oleObj>
                </mc:Choice>
                <mc:Fallback>
                  <p:oleObj r:id="rId3" imgW="163830" imgH="319405" progId="Equation.3">
                    <p:embed/>
                    <p:pic>
                      <p:nvPicPr>
                        <p:cNvPr id="0" name="图片 3218"/>
                        <p:cNvPicPr/>
                        <p:nvPr/>
                      </p:nvPicPr>
                      <p:blipFill>
                        <a:blip r:embed="rId4">
                          <a:clrChange>
                            <a:clrFrom>
                              <a:srgbClr val="000000"/>
                            </a:clrFrom>
                            <a:clrTo>
                              <a:srgbClr val="FFFFFF"/>
                            </a:clrTo>
                          </a:clrChange>
                        </a:blip>
                        <a:stretch>
                          <a:fillRect/>
                        </a:stretch>
                      </p:blipFill>
                      <p:spPr>
                        <a:xfrm>
                          <a:off x="3787" y="2269"/>
                          <a:ext cx="208" cy="387"/>
                        </a:xfrm>
                        <a:prstGeom prst="rect">
                          <a:avLst/>
                        </a:prstGeom>
                        <a:noFill/>
                        <a:ln w="38100">
                          <a:noFill/>
                          <a:miter/>
                        </a:ln>
                      </p:spPr>
                    </p:pic>
                  </p:oleObj>
                </mc:Fallback>
              </mc:AlternateContent>
            </a:graphicData>
          </a:graphic>
        </p:graphicFrame>
        <p:sp>
          <p:nvSpPr>
            <p:cNvPr id="64532" name="Text Box 93"/>
            <p:cNvSpPr txBox="1"/>
            <p:nvPr/>
          </p:nvSpPr>
          <p:spPr>
            <a:xfrm>
              <a:off x="3379" y="2387"/>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4533" name="Text Box 94"/>
            <p:cNvSpPr txBox="1"/>
            <p:nvPr/>
          </p:nvSpPr>
          <p:spPr>
            <a:xfrm>
              <a:off x="3424" y="2977"/>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4534" name="Object 95"/>
            <p:cNvGraphicFramePr>
              <a:graphicFrameLocks noChangeAspect="1"/>
            </p:cNvGraphicFramePr>
            <p:nvPr/>
          </p:nvGraphicFramePr>
          <p:xfrm>
            <a:off x="3243" y="2667"/>
            <a:ext cx="253" cy="383"/>
          </p:xfrm>
          <a:graphic>
            <a:graphicData uri="http://schemas.openxmlformats.org/presentationml/2006/ole">
              <mc:AlternateContent xmlns:mc="http://schemas.openxmlformats.org/markup-compatibility/2006">
                <mc:Choice xmlns:v="urn:schemas-microsoft-com:vml" Requires="v">
                  <p:oleObj r:id="rId5" imgW="222885" imgH="312420" progId="Equation.3">
                    <p:embed/>
                  </p:oleObj>
                </mc:Choice>
                <mc:Fallback>
                  <p:oleObj r:id="rId5" imgW="222885" imgH="312420" progId="Equation.3">
                    <p:embed/>
                    <p:pic>
                      <p:nvPicPr>
                        <p:cNvPr id="0" name="图片 3220"/>
                        <p:cNvPicPr/>
                        <p:nvPr/>
                      </p:nvPicPr>
                      <p:blipFill>
                        <a:blip r:embed="rId6">
                          <a:clrChange>
                            <a:clrFrom>
                              <a:srgbClr val="000000"/>
                            </a:clrFrom>
                            <a:clrTo>
                              <a:srgbClr val="FFFFFF"/>
                            </a:clrTo>
                          </a:clrChange>
                        </a:blip>
                        <a:stretch>
                          <a:fillRect/>
                        </a:stretch>
                      </p:blipFill>
                      <p:spPr>
                        <a:xfrm>
                          <a:off x="3243" y="2667"/>
                          <a:ext cx="253" cy="383"/>
                        </a:xfrm>
                        <a:prstGeom prst="rect">
                          <a:avLst/>
                        </a:prstGeom>
                        <a:noFill/>
                        <a:ln w="38100">
                          <a:noFill/>
                          <a:miter/>
                        </a:ln>
                      </p:spPr>
                    </p:pic>
                  </p:oleObj>
                </mc:Fallback>
              </mc:AlternateContent>
            </a:graphicData>
          </a:graphic>
        </p:graphicFrame>
        <p:sp>
          <p:nvSpPr>
            <p:cNvPr id="64535" name="Text Box 96"/>
            <p:cNvSpPr txBox="1"/>
            <p:nvPr/>
          </p:nvSpPr>
          <p:spPr>
            <a:xfrm>
              <a:off x="4113" y="2424"/>
              <a:ext cx="394" cy="327"/>
            </a:xfrm>
            <a:prstGeom prst="rect">
              <a:avLst/>
            </a:prstGeom>
            <a:noFill/>
            <a:ln w="2857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r>
                <a:rPr lang="en-US" altLang="zh-CN" baseline="-25000" dirty="0">
                  <a:solidFill>
                    <a:schemeClr val="bg1"/>
                  </a:solidFill>
                  <a:latin typeface="Times New Roman" panose="02020603050405020304" pitchFamily="18" charset="0"/>
                  <a:ea typeface="宋体" panose="02010600030101010101" pitchFamily="2" charset="-122"/>
                </a:rPr>
                <a:t>11</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64536" name="Object 97"/>
            <p:cNvGraphicFramePr>
              <a:graphicFrameLocks noChangeAspect="1"/>
            </p:cNvGraphicFramePr>
            <p:nvPr/>
          </p:nvGraphicFramePr>
          <p:xfrm>
            <a:off x="4830" y="2569"/>
            <a:ext cx="620" cy="566"/>
          </p:xfrm>
          <a:graphic>
            <a:graphicData uri="http://schemas.openxmlformats.org/presentationml/2006/ole">
              <mc:AlternateContent xmlns:mc="http://schemas.openxmlformats.org/markup-compatibility/2006">
                <mc:Choice xmlns:v="urn:schemas-microsoft-com:vml" Requires="v">
                  <p:oleObj r:id="rId7" imgW="542925" imgH="497840" progId="Equation.3">
                    <p:embed/>
                  </p:oleObj>
                </mc:Choice>
                <mc:Fallback>
                  <p:oleObj r:id="rId7" imgW="542925" imgH="497840" progId="Equation.3">
                    <p:embed/>
                    <p:pic>
                      <p:nvPicPr>
                        <p:cNvPr id="0" name="图片 3217"/>
                        <p:cNvPicPr/>
                        <p:nvPr/>
                      </p:nvPicPr>
                      <p:blipFill>
                        <a:blip r:embed="rId8">
                          <a:clrChange>
                            <a:clrFrom>
                              <a:srgbClr val="000000"/>
                            </a:clrFrom>
                            <a:clrTo>
                              <a:srgbClr val="FFFFFF"/>
                            </a:clrTo>
                          </a:clrChange>
                        </a:blip>
                        <a:stretch>
                          <a:fillRect/>
                        </a:stretch>
                      </p:blipFill>
                      <p:spPr>
                        <a:xfrm>
                          <a:off x="4830" y="2569"/>
                          <a:ext cx="620" cy="566"/>
                        </a:xfrm>
                        <a:prstGeom prst="rect">
                          <a:avLst/>
                        </a:prstGeom>
                        <a:noFill/>
                        <a:ln w="38100">
                          <a:noFill/>
                          <a:miter/>
                        </a:ln>
                      </p:spPr>
                    </p:pic>
                  </p:oleObj>
                </mc:Fallback>
              </mc:AlternateContent>
            </a:graphicData>
          </a:graphic>
        </p:graphicFrame>
        <p:sp>
          <p:nvSpPr>
            <p:cNvPr id="64537" name="Rectangle 98"/>
            <p:cNvSpPr/>
            <p:nvPr/>
          </p:nvSpPr>
          <p:spPr>
            <a:xfrm>
              <a:off x="4721" y="265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4538" name="Rectangle 99"/>
            <p:cNvSpPr/>
            <p:nvPr/>
          </p:nvSpPr>
          <p:spPr>
            <a:xfrm>
              <a:off x="4105" y="234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4202" name="Group 106"/>
          <p:cNvGrpSpPr/>
          <p:nvPr/>
        </p:nvGrpSpPr>
        <p:grpSpPr>
          <a:xfrm>
            <a:off x="838200" y="1458913"/>
            <a:ext cx="6992938" cy="2006600"/>
            <a:chOff x="528" y="919"/>
            <a:chExt cx="4405" cy="1264"/>
          </a:xfrm>
        </p:grpSpPr>
        <p:graphicFrame>
          <p:nvGraphicFramePr>
            <p:cNvPr id="64525" name="Object 2"/>
            <p:cNvGraphicFramePr>
              <a:graphicFrameLocks noChangeAspect="1"/>
            </p:cNvGraphicFramePr>
            <p:nvPr/>
          </p:nvGraphicFramePr>
          <p:xfrm>
            <a:off x="528" y="919"/>
            <a:ext cx="4405" cy="1264"/>
          </p:xfrm>
          <a:graphic>
            <a:graphicData uri="http://schemas.openxmlformats.org/presentationml/2006/ole">
              <mc:AlternateContent xmlns:mc="http://schemas.openxmlformats.org/markup-compatibility/2006">
                <mc:Choice xmlns:v="urn:schemas-microsoft-com:vml" Requires="v">
                  <p:oleObj r:id="rId9" imgW="3627755" imgH="981075" progId="Equation.3">
                    <p:embed/>
                  </p:oleObj>
                </mc:Choice>
                <mc:Fallback>
                  <p:oleObj r:id="rId9" imgW="3627755" imgH="981075" progId="Equation.3">
                    <p:embed/>
                    <p:pic>
                      <p:nvPicPr>
                        <p:cNvPr id="0" name="图片 3219"/>
                        <p:cNvPicPr/>
                        <p:nvPr/>
                      </p:nvPicPr>
                      <p:blipFill>
                        <a:blip r:embed="rId10">
                          <a:clrChange>
                            <a:clrFrom>
                              <a:srgbClr val="000000"/>
                            </a:clrFrom>
                            <a:clrTo>
                              <a:srgbClr val="FFFFFF"/>
                            </a:clrTo>
                          </a:clrChange>
                        </a:blip>
                        <a:stretch>
                          <a:fillRect/>
                        </a:stretch>
                      </p:blipFill>
                      <p:spPr>
                        <a:xfrm>
                          <a:off x="528" y="919"/>
                          <a:ext cx="4405" cy="1264"/>
                        </a:xfrm>
                        <a:prstGeom prst="rect">
                          <a:avLst/>
                        </a:prstGeom>
                        <a:noFill/>
                        <a:ln w="38100">
                          <a:noFill/>
                          <a:miter/>
                        </a:ln>
                      </p:spPr>
                    </p:pic>
                  </p:oleObj>
                </mc:Fallback>
              </mc:AlternateContent>
            </a:graphicData>
          </a:graphic>
        </p:graphicFrame>
        <p:sp>
          <p:nvSpPr>
            <p:cNvPr id="64526" name="Line 100"/>
            <p:cNvSpPr/>
            <p:nvPr/>
          </p:nvSpPr>
          <p:spPr>
            <a:xfrm>
              <a:off x="2091" y="1833"/>
              <a:ext cx="227" cy="0"/>
            </a:xfrm>
            <a:prstGeom prst="line">
              <a:avLst/>
            </a:prstGeom>
            <a:ln w="9525" cap="flat" cmpd="sng">
              <a:solidFill>
                <a:schemeClr val="bg1"/>
              </a:solidFill>
              <a:prstDash val="solid"/>
              <a:headEnd type="none" w="med" len="med"/>
              <a:tailEnd type="none" w="med" len="med"/>
            </a:ln>
          </p:spPr>
        </p:sp>
        <p:sp>
          <p:nvSpPr>
            <p:cNvPr id="64527" name="Line 102"/>
            <p:cNvSpPr/>
            <p:nvPr/>
          </p:nvSpPr>
          <p:spPr>
            <a:xfrm>
              <a:off x="4059" y="1979"/>
              <a:ext cx="590" cy="0"/>
            </a:xfrm>
            <a:prstGeom prst="line">
              <a:avLst/>
            </a:prstGeom>
            <a:ln w="9525" cap="flat" cmpd="sng">
              <a:solidFill>
                <a:schemeClr val="bg1"/>
              </a:solidFill>
              <a:prstDash val="solid"/>
              <a:headEnd type="none" w="med" len="med"/>
              <a:tailEnd type="none" w="med" len="med"/>
            </a:ln>
          </p:spPr>
        </p:sp>
      </p:grpSp>
      <p:grpSp>
        <p:nvGrpSpPr>
          <p:cNvPr id="4203" name="Group 107"/>
          <p:cNvGrpSpPr/>
          <p:nvPr/>
        </p:nvGrpSpPr>
        <p:grpSpPr>
          <a:xfrm>
            <a:off x="684213" y="3573463"/>
            <a:ext cx="6248400" cy="2049462"/>
            <a:chOff x="431" y="2251"/>
            <a:chExt cx="3936" cy="1291"/>
          </a:xfrm>
        </p:grpSpPr>
        <p:graphicFrame>
          <p:nvGraphicFramePr>
            <p:cNvPr id="64520" name="Object 24"/>
            <p:cNvGraphicFramePr>
              <a:graphicFrameLocks noChangeAspect="1"/>
            </p:cNvGraphicFramePr>
            <p:nvPr/>
          </p:nvGraphicFramePr>
          <p:xfrm>
            <a:off x="431" y="2251"/>
            <a:ext cx="3936" cy="1291"/>
          </p:xfrm>
          <a:graphic>
            <a:graphicData uri="http://schemas.openxmlformats.org/presentationml/2006/ole">
              <mc:AlternateContent xmlns:mc="http://schemas.openxmlformats.org/markup-compatibility/2006">
                <mc:Choice xmlns:v="urn:schemas-microsoft-com:vml" Requires="v">
                  <p:oleObj r:id="rId11" imgW="2825115" imgH="1003300" progId="Equation.3">
                    <p:embed/>
                  </p:oleObj>
                </mc:Choice>
                <mc:Fallback>
                  <p:oleObj r:id="rId11" imgW="2825115" imgH="1003300" progId="Equation.3">
                    <p:embed/>
                    <p:pic>
                      <p:nvPicPr>
                        <p:cNvPr id="0" name="图片 3270"/>
                        <p:cNvPicPr/>
                        <p:nvPr/>
                      </p:nvPicPr>
                      <p:blipFill>
                        <a:blip r:embed="rId12">
                          <a:clrChange>
                            <a:clrFrom>
                              <a:srgbClr val="000000"/>
                            </a:clrFrom>
                            <a:clrTo>
                              <a:srgbClr val="FFFFFF"/>
                            </a:clrTo>
                          </a:clrChange>
                        </a:blip>
                        <a:stretch>
                          <a:fillRect/>
                        </a:stretch>
                      </p:blipFill>
                      <p:spPr>
                        <a:xfrm>
                          <a:off x="431" y="2251"/>
                          <a:ext cx="3936" cy="1291"/>
                        </a:xfrm>
                        <a:prstGeom prst="rect">
                          <a:avLst/>
                        </a:prstGeom>
                        <a:noFill/>
                        <a:ln w="38100">
                          <a:noFill/>
                          <a:miter/>
                        </a:ln>
                      </p:spPr>
                    </p:pic>
                  </p:oleObj>
                </mc:Fallback>
              </mc:AlternateContent>
            </a:graphicData>
          </a:graphic>
        </p:graphicFrame>
        <p:sp>
          <p:nvSpPr>
            <p:cNvPr id="64521" name="Line 101"/>
            <p:cNvSpPr/>
            <p:nvPr/>
          </p:nvSpPr>
          <p:spPr>
            <a:xfrm>
              <a:off x="2263" y="3194"/>
              <a:ext cx="499" cy="0"/>
            </a:xfrm>
            <a:prstGeom prst="line">
              <a:avLst/>
            </a:prstGeom>
            <a:ln w="9525" cap="flat" cmpd="sng">
              <a:solidFill>
                <a:schemeClr val="bg1"/>
              </a:solidFill>
              <a:prstDash val="solid"/>
              <a:headEnd type="none" w="med" len="med"/>
              <a:tailEnd type="none" w="med" len="med"/>
            </a:ln>
          </p:spPr>
        </p:sp>
        <p:sp>
          <p:nvSpPr>
            <p:cNvPr id="64522" name="Line 103"/>
            <p:cNvSpPr/>
            <p:nvPr/>
          </p:nvSpPr>
          <p:spPr>
            <a:xfrm>
              <a:off x="2971" y="2523"/>
              <a:ext cx="680" cy="0"/>
            </a:xfrm>
            <a:prstGeom prst="line">
              <a:avLst/>
            </a:prstGeom>
            <a:ln w="9525" cap="flat" cmpd="sng">
              <a:solidFill>
                <a:schemeClr val="bg1"/>
              </a:solidFill>
              <a:prstDash val="solid"/>
              <a:headEnd type="none" w="med" len="med"/>
              <a:tailEnd type="none" w="med" len="med"/>
            </a:ln>
          </p:spPr>
        </p:sp>
        <p:sp>
          <p:nvSpPr>
            <p:cNvPr id="64523" name="Line 104"/>
            <p:cNvSpPr/>
            <p:nvPr/>
          </p:nvSpPr>
          <p:spPr>
            <a:xfrm>
              <a:off x="3878" y="3339"/>
              <a:ext cx="227" cy="0"/>
            </a:xfrm>
            <a:prstGeom prst="line">
              <a:avLst/>
            </a:prstGeom>
            <a:ln w="9525" cap="flat" cmpd="sng">
              <a:solidFill>
                <a:schemeClr val="bg1"/>
              </a:solidFill>
              <a:prstDash val="solid"/>
              <a:headEnd type="none" w="med" len="med"/>
              <a:tailEnd type="none" w="med" len="med"/>
            </a:ln>
          </p:spPr>
        </p:sp>
        <p:sp>
          <p:nvSpPr>
            <p:cNvPr id="64524" name="Line 105"/>
            <p:cNvSpPr/>
            <p:nvPr/>
          </p:nvSpPr>
          <p:spPr>
            <a:xfrm>
              <a:off x="2327" y="3512"/>
              <a:ext cx="544"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184"/>
                                        </p:tgtEl>
                                        <p:attrNameLst>
                                          <p:attrName>style.visibility</p:attrName>
                                        </p:attrNameLst>
                                      </p:cBhvr>
                                      <p:to>
                                        <p:strVal val="visible"/>
                                      </p:to>
                                    </p:set>
                                    <p:animEffect transition="in" filter="blinds(horizontal)">
                                      <p:cBhvr>
                                        <p:cTn id="7" dur="500"/>
                                        <p:tgtEl>
                                          <p:spTgt spid="41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202"/>
                                        </p:tgtEl>
                                        <p:attrNameLst>
                                          <p:attrName>style.visibility</p:attrName>
                                        </p:attrNameLst>
                                      </p:cBhvr>
                                      <p:to>
                                        <p:strVal val="visible"/>
                                      </p:to>
                                    </p:set>
                                    <p:animEffect transition="in" filter="wipe(up)">
                                      <p:cBhvr>
                                        <p:cTn id="12" dur="1000"/>
                                        <p:tgtEl>
                                          <p:spTgt spid="42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03"/>
                                        </p:tgtEl>
                                        <p:attrNameLst>
                                          <p:attrName>style.visibility</p:attrName>
                                        </p:attrNameLst>
                                      </p:cBhvr>
                                      <p:to>
                                        <p:strVal val="visible"/>
                                      </p:to>
                                    </p:set>
                                    <p:animEffect transition="in" filter="blinds(horizontal)">
                                      <p:cBhvr>
                                        <p:cTn id="17" dur="500"/>
                                        <p:tgtEl>
                                          <p:spTgt spid="4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Text Box 3"/>
          <p:cNvSpPr txBox="1"/>
          <p:nvPr/>
        </p:nvSpPr>
        <p:spPr>
          <a:xfrm>
            <a:off x="1763713" y="692150"/>
            <a:ext cx="3028950" cy="519113"/>
          </a:xfrm>
          <a:prstGeom prst="rect">
            <a:avLst/>
          </a:prstGeom>
          <a:noFill/>
          <a:ln w="19050">
            <a:noFill/>
          </a:ln>
        </p:spPr>
        <p:txBody>
          <a:bodyPr wrap="none">
            <a:spAutoFit/>
          </a:bodyPr>
          <a:lstStyle/>
          <a:p>
            <a:pPr eaLnBrk="1" hangingPunct="1"/>
            <a:r>
              <a:rPr lang="zh-CN" altLang="en-US" b="1" dirty="0">
                <a:latin typeface="Times New Roman" panose="02020603050405020304" pitchFamily="18" charset="0"/>
              </a:rPr>
              <a:t>应用二次等效电路</a:t>
            </a:r>
          </a:p>
        </p:txBody>
      </p:sp>
      <p:sp>
        <p:nvSpPr>
          <p:cNvPr id="94214" name="Text Box 6"/>
          <p:cNvSpPr txBox="1"/>
          <p:nvPr/>
        </p:nvSpPr>
        <p:spPr>
          <a:xfrm>
            <a:off x="539750" y="692150"/>
            <a:ext cx="1223963" cy="519113"/>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2</a:t>
            </a:r>
          </a:p>
        </p:txBody>
      </p:sp>
      <p:grpSp>
        <p:nvGrpSpPr>
          <p:cNvPr id="65540" name="Group 7"/>
          <p:cNvGrpSpPr/>
          <p:nvPr/>
        </p:nvGrpSpPr>
        <p:grpSpPr>
          <a:xfrm>
            <a:off x="8316913" y="6446838"/>
            <a:ext cx="792162" cy="366712"/>
            <a:chOff x="5193" y="4020"/>
            <a:chExt cx="499" cy="231"/>
          </a:xfrm>
        </p:grpSpPr>
        <p:pic>
          <p:nvPicPr>
            <p:cNvPr id="65565" name="Picture 8"/>
            <p:cNvPicPr>
              <a:picLocks noChangeAspect="1"/>
            </p:cNvPicPr>
            <p:nvPr/>
          </p:nvPicPr>
          <p:blipFill>
            <a:blip r:embed="rId2"/>
            <a:stretch>
              <a:fillRect/>
            </a:stretch>
          </p:blipFill>
          <p:spPr>
            <a:xfrm>
              <a:off x="5193" y="4066"/>
              <a:ext cx="499" cy="181"/>
            </a:xfrm>
            <a:prstGeom prst="rect">
              <a:avLst/>
            </a:prstGeom>
            <a:noFill/>
            <a:ln w="9525">
              <a:noFill/>
            </a:ln>
          </p:spPr>
        </p:pic>
        <p:sp>
          <p:nvSpPr>
            <p:cNvPr id="65566" name="Text Box 9">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5541" name="Group 10"/>
          <p:cNvGrpSpPr/>
          <p:nvPr/>
        </p:nvGrpSpPr>
        <p:grpSpPr>
          <a:xfrm>
            <a:off x="7453313" y="6446838"/>
            <a:ext cx="792162" cy="366712"/>
            <a:chOff x="4649" y="4020"/>
            <a:chExt cx="499" cy="231"/>
          </a:xfrm>
        </p:grpSpPr>
        <p:pic>
          <p:nvPicPr>
            <p:cNvPr id="65563" name="Picture 11"/>
            <p:cNvPicPr>
              <a:picLocks noChangeAspect="1"/>
            </p:cNvPicPr>
            <p:nvPr/>
          </p:nvPicPr>
          <p:blipFill>
            <a:blip r:embed="rId2"/>
            <a:stretch>
              <a:fillRect/>
            </a:stretch>
          </p:blipFill>
          <p:spPr>
            <a:xfrm>
              <a:off x="4649" y="4066"/>
              <a:ext cx="499" cy="181"/>
            </a:xfrm>
            <a:prstGeom prst="rect">
              <a:avLst/>
            </a:prstGeom>
            <a:noFill/>
            <a:ln w="9525">
              <a:noFill/>
            </a:ln>
          </p:spPr>
        </p:pic>
        <p:sp>
          <p:nvSpPr>
            <p:cNvPr id="65564" name="Text Box 12">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aphicFrame>
        <p:nvGraphicFramePr>
          <p:cNvPr id="94233" name="Object 25"/>
          <p:cNvGraphicFramePr>
            <a:graphicFrameLocks noChangeAspect="1"/>
          </p:cNvGraphicFramePr>
          <p:nvPr/>
        </p:nvGraphicFramePr>
        <p:xfrm>
          <a:off x="755650" y="3573463"/>
          <a:ext cx="5264150" cy="1011237"/>
        </p:xfrm>
        <a:graphic>
          <a:graphicData uri="http://schemas.openxmlformats.org/presentationml/2006/ole">
            <mc:AlternateContent xmlns:mc="http://schemas.openxmlformats.org/markup-compatibility/2006">
              <mc:Choice xmlns:v="urn:schemas-microsoft-com:vml" Requires="v">
                <p:oleObj r:id="rId3" imgW="2579370" imgH="497840" progId="Equation.3">
                  <p:embed/>
                </p:oleObj>
              </mc:Choice>
              <mc:Fallback>
                <p:oleObj r:id="rId3" imgW="2579370" imgH="497840" progId="Equation.3">
                  <p:embed/>
                  <p:pic>
                    <p:nvPicPr>
                      <p:cNvPr id="0" name="图片 3269"/>
                      <p:cNvPicPr/>
                      <p:nvPr/>
                    </p:nvPicPr>
                    <p:blipFill>
                      <a:blip r:embed="rId4">
                        <a:clrChange>
                          <a:clrFrom>
                            <a:srgbClr val="000000"/>
                          </a:clrFrom>
                          <a:clrTo>
                            <a:srgbClr val="FFFFFF"/>
                          </a:clrTo>
                        </a:clrChange>
                      </a:blip>
                      <a:stretch>
                        <a:fillRect/>
                      </a:stretch>
                    </p:blipFill>
                    <p:spPr>
                      <a:xfrm>
                        <a:off x="755650" y="3573463"/>
                        <a:ext cx="5264150" cy="1011237"/>
                      </a:xfrm>
                      <a:prstGeom prst="rect">
                        <a:avLst/>
                      </a:prstGeom>
                      <a:noFill/>
                      <a:ln w="38100">
                        <a:noFill/>
                        <a:miter/>
                      </a:ln>
                    </p:spPr>
                  </p:pic>
                </p:oleObj>
              </mc:Fallback>
            </mc:AlternateContent>
          </a:graphicData>
        </a:graphic>
      </p:graphicFrame>
      <p:graphicFrame>
        <p:nvGraphicFramePr>
          <p:cNvPr id="94234" name="Object 26"/>
          <p:cNvGraphicFramePr>
            <a:graphicFrameLocks noChangeAspect="1"/>
          </p:cNvGraphicFramePr>
          <p:nvPr/>
        </p:nvGraphicFramePr>
        <p:xfrm>
          <a:off x="1042988" y="4652963"/>
          <a:ext cx="5524500" cy="993775"/>
        </p:xfrm>
        <a:graphic>
          <a:graphicData uri="http://schemas.openxmlformats.org/presentationml/2006/ole">
            <mc:AlternateContent xmlns:mc="http://schemas.openxmlformats.org/markup-compatibility/2006">
              <mc:Choice xmlns:v="urn:schemas-microsoft-com:vml" Requires="v">
                <p:oleObj r:id="rId5" imgW="2676525" imgH="483235" progId="Equation.3">
                  <p:embed/>
                </p:oleObj>
              </mc:Choice>
              <mc:Fallback>
                <p:oleObj r:id="rId5" imgW="2676525" imgH="483235" progId="Equation.3">
                  <p:embed/>
                  <p:pic>
                    <p:nvPicPr>
                      <p:cNvPr id="0" name="图片 3272"/>
                      <p:cNvPicPr/>
                      <p:nvPr/>
                    </p:nvPicPr>
                    <p:blipFill>
                      <a:blip r:embed="rId6">
                        <a:clrChange>
                          <a:clrFrom>
                            <a:srgbClr val="000000"/>
                          </a:clrFrom>
                          <a:clrTo>
                            <a:srgbClr val="FFFFFF"/>
                          </a:clrTo>
                        </a:clrChange>
                      </a:blip>
                      <a:stretch>
                        <a:fillRect/>
                      </a:stretch>
                    </p:blipFill>
                    <p:spPr>
                      <a:xfrm>
                        <a:off x="1042988" y="4652963"/>
                        <a:ext cx="5524500" cy="993775"/>
                      </a:xfrm>
                      <a:prstGeom prst="rect">
                        <a:avLst/>
                      </a:prstGeom>
                      <a:noFill/>
                      <a:ln w="38100">
                        <a:noFill/>
                        <a:miter/>
                      </a:ln>
                    </p:spPr>
                  </p:pic>
                </p:oleObj>
              </mc:Fallback>
            </mc:AlternateContent>
          </a:graphicData>
        </a:graphic>
      </p:graphicFrame>
      <p:grpSp>
        <p:nvGrpSpPr>
          <p:cNvPr id="65544" name="Group 30"/>
          <p:cNvGrpSpPr/>
          <p:nvPr/>
        </p:nvGrpSpPr>
        <p:grpSpPr>
          <a:xfrm>
            <a:off x="6588125" y="6446838"/>
            <a:ext cx="792163" cy="366712"/>
            <a:chOff x="4649" y="4020"/>
            <a:chExt cx="499" cy="231"/>
          </a:xfrm>
        </p:grpSpPr>
        <p:pic>
          <p:nvPicPr>
            <p:cNvPr id="65561" name="Picture 31"/>
            <p:cNvPicPr>
              <a:picLocks noChangeAspect="1"/>
            </p:cNvPicPr>
            <p:nvPr/>
          </p:nvPicPr>
          <p:blipFill>
            <a:blip r:embed="rId2"/>
            <a:stretch>
              <a:fillRect/>
            </a:stretch>
          </p:blipFill>
          <p:spPr>
            <a:xfrm>
              <a:off x="4649" y="4066"/>
              <a:ext cx="499" cy="181"/>
            </a:xfrm>
            <a:prstGeom prst="rect">
              <a:avLst/>
            </a:prstGeom>
            <a:noFill/>
            <a:ln w="9525">
              <a:noFill/>
            </a:ln>
          </p:spPr>
        </p:pic>
        <p:sp>
          <p:nvSpPr>
            <p:cNvPr id="65562" name="Text Box 32">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94253" name="Group 45"/>
          <p:cNvGrpSpPr/>
          <p:nvPr/>
        </p:nvGrpSpPr>
        <p:grpSpPr>
          <a:xfrm>
            <a:off x="5580063" y="692150"/>
            <a:ext cx="3173412" cy="1730375"/>
            <a:chOff x="3606" y="754"/>
            <a:chExt cx="1999" cy="1090"/>
          </a:xfrm>
        </p:grpSpPr>
        <p:sp>
          <p:nvSpPr>
            <p:cNvPr id="65550" name="Oval 34"/>
            <p:cNvSpPr/>
            <p:nvPr/>
          </p:nvSpPr>
          <p:spPr>
            <a:xfrm>
              <a:off x="3906" y="116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5551" name="Rectangle 35"/>
            <p:cNvSpPr/>
            <p:nvPr/>
          </p:nvSpPr>
          <p:spPr>
            <a:xfrm>
              <a:off x="4087" y="891"/>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65552" name="Text Box 36"/>
            <p:cNvSpPr txBox="1"/>
            <p:nvPr/>
          </p:nvSpPr>
          <p:spPr>
            <a:xfrm>
              <a:off x="3770" y="891"/>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5553" name="Text Box 37"/>
            <p:cNvSpPr txBox="1"/>
            <p:nvPr/>
          </p:nvSpPr>
          <p:spPr>
            <a:xfrm>
              <a:off x="3815" y="1481"/>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5554" name="Object 38"/>
            <p:cNvGraphicFramePr>
              <a:graphicFrameLocks noChangeAspect="1"/>
            </p:cNvGraphicFramePr>
            <p:nvPr/>
          </p:nvGraphicFramePr>
          <p:xfrm>
            <a:off x="3606" y="1163"/>
            <a:ext cx="309" cy="399"/>
          </p:xfrm>
          <a:graphic>
            <a:graphicData uri="http://schemas.openxmlformats.org/presentationml/2006/ole">
              <mc:AlternateContent xmlns:mc="http://schemas.openxmlformats.org/markup-compatibility/2006">
                <mc:Choice xmlns:v="urn:schemas-microsoft-com:vml" Requires="v">
                  <p:oleObj r:id="rId7" imgW="274955" imgH="319405" progId="Equation.3">
                    <p:embed/>
                  </p:oleObj>
                </mc:Choice>
                <mc:Fallback>
                  <p:oleObj r:id="rId7" imgW="274955" imgH="319405" progId="Equation.3">
                    <p:embed/>
                    <p:pic>
                      <p:nvPicPr>
                        <p:cNvPr id="0" name="图片 3268"/>
                        <p:cNvPicPr/>
                        <p:nvPr/>
                      </p:nvPicPr>
                      <p:blipFill>
                        <a:blip r:embed="rId8">
                          <a:clrChange>
                            <a:clrFrom>
                              <a:srgbClr val="000000"/>
                            </a:clrFrom>
                            <a:clrTo>
                              <a:srgbClr val="FFFFFF"/>
                            </a:clrTo>
                          </a:clrChange>
                        </a:blip>
                        <a:stretch>
                          <a:fillRect/>
                        </a:stretch>
                      </p:blipFill>
                      <p:spPr>
                        <a:xfrm>
                          <a:off x="3606" y="1163"/>
                          <a:ext cx="309" cy="399"/>
                        </a:xfrm>
                        <a:prstGeom prst="rect">
                          <a:avLst/>
                        </a:prstGeom>
                        <a:noFill/>
                        <a:ln w="38100">
                          <a:noFill/>
                          <a:miter/>
                        </a:ln>
                      </p:spPr>
                    </p:pic>
                  </p:oleObj>
                </mc:Fallback>
              </mc:AlternateContent>
            </a:graphicData>
          </a:graphic>
        </p:graphicFrame>
        <p:sp>
          <p:nvSpPr>
            <p:cNvPr id="65555" name="Rectangle 39"/>
            <p:cNvSpPr/>
            <p:nvPr/>
          </p:nvSpPr>
          <p:spPr>
            <a:xfrm>
              <a:off x="5121" y="116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5556" name="Rectangle 40"/>
            <p:cNvSpPr/>
            <p:nvPr/>
          </p:nvSpPr>
          <p:spPr>
            <a:xfrm>
              <a:off x="4496" y="82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5557" name="Line 41"/>
            <p:cNvSpPr/>
            <p:nvPr/>
          </p:nvSpPr>
          <p:spPr>
            <a:xfrm rot="5400000">
              <a:off x="5060" y="1005"/>
              <a:ext cx="230" cy="0"/>
            </a:xfrm>
            <a:prstGeom prst="line">
              <a:avLst/>
            </a:prstGeom>
            <a:ln w="28575" cap="flat" cmpd="sng">
              <a:solidFill>
                <a:srgbClr val="00FFFF"/>
              </a:solidFill>
              <a:prstDash val="solid"/>
              <a:headEnd type="none" w="med" len="med"/>
              <a:tailEnd type="triangle" w="med" len="med"/>
            </a:ln>
          </p:spPr>
        </p:sp>
        <p:graphicFrame>
          <p:nvGraphicFramePr>
            <p:cNvPr id="65558" name="Object 42"/>
            <p:cNvGraphicFramePr>
              <a:graphicFrameLocks noChangeAspect="1"/>
            </p:cNvGraphicFramePr>
            <p:nvPr/>
          </p:nvGraphicFramePr>
          <p:xfrm>
            <a:off x="5193" y="754"/>
            <a:ext cx="252" cy="405"/>
          </p:xfrm>
          <a:graphic>
            <a:graphicData uri="http://schemas.openxmlformats.org/presentationml/2006/ole">
              <mc:AlternateContent xmlns:mc="http://schemas.openxmlformats.org/markup-compatibility/2006">
                <mc:Choice xmlns:v="urn:schemas-microsoft-com:vml" Requires="v">
                  <p:oleObj r:id="rId9" imgW="186055" imgH="319405" progId="Equation.3">
                    <p:embed/>
                  </p:oleObj>
                </mc:Choice>
                <mc:Fallback>
                  <p:oleObj r:id="rId9" imgW="186055" imgH="319405" progId="Equation.3">
                    <p:embed/>
                    <p:pic>
                      <p:nvPicPr>
                        <p:cNvPr id="0" name="图片 3271"/>
                        <p:cNvPicPr/>
                        <p:nvPr/>
                      </p:nvPicPr>
                      <p:blipFill>
                        <a:blip r:embed="rId10">
                          <a:clrChange>
                            <a:clrFrom>
                              <a:srgbClr val="000000"/>
                            </a:clrFrom>
                            <a:clrTo>
                              <a:srgbClr val="FFFFFF"/>
                            </a:clrTo>
                          </a:clrChange>
                        </a:blip>
                        <a:stretch>
                          <a:fillRect/>
                        </a:stretch>
                      </p:blipFill>
                      <p:spPr>
                        <a:xfrm>
                          <a:off x="5193" y="754"/>
                          <a:ext cx="252" cy="405"/>
                        </a:xfrm>
                        <a:prstGeom prst="rect">
                          <a:avLst/>
                        </a:prstGeom>
                        <a:noFill/>
                        <a:ln w="38100">
                          <a:noFill/>
                          <a:miter/>
                        </a:ln>
                      </p:spPr>
                    </p:pic>
                  </p:oleObj>
                </mc:Fallback>
              </mc:AlternateContent>
            </a:graphicData>
          </a:graphic>
        </p:graphicFrame>
        <p:sp>
          <p:nvSpPr>
            <p:cNvPr id="65559" name="Text Box 43"/>
            <p:cNvSpPr txBox="1"/>
            <p:nvPr/>
          </p:nvSpPr>
          <p:spPr>
            <a:xfrm>
              <a:off x="5211" y="1162"/>
              <a:ext cx="394" cy="288"/>
            </a:xfrm>
            <a:prstGeom prst="rect">
              <a:avLst/>
            </a:prstGeom>
            <a:noFill/>
            <a:ln w="28575">
              <a:noFill/>
            </a:ln>
          </p:spPr>
          <p:txBody>
            <a:bodyPr>
              <a:spAutoFit/>
            </a:bodyPr>
            <a:lstStyle/>
            <a:p>
              <a:pPr eaLnBrk="1" hangingPunct="1"/>
              <a:r>
                <a:rPr lang="en-US" altLang="zh-CN" sz="2400" i="1" dirty="0">
                  <a:solidFill>
                    <a:schemeClr val="bg1"/>
                  </a:solidFill>
                  <a:latin typeface="Times New Roman" panose="02020603050405020304" pitchFamily="18" charset="0"/>
                  <a:ea typeface="宋体" panose="02010600030101010101" pitchFamily="2" charset="-122"/>
                </a:rPr>
                <a:t>Z</a:t>
              </a:r>
              <a:r>
                <a:rPr lang="en-US" altLang="zh-CN" sz="2400" baseline="-25000" dirty="0">
                  <a:solidFill>
                    <a:schemeClr val="bg1"/>
                  </a:solidFill>
                  <a:latin typeface="Times New Roman" panose="02020603050405020304" pitchFamily="18" charset="0"/>
                  <a:ea typeface="宋体" panose="02010600030101010101" pitchFamily="2" charset="-122"/>
                </a:rPr>
                <a:t>22</a:t>
              </a:r>
              <a:endParaRPr lang="en-US" altLang="zh-CN" sz="2400" dirty="0">
                <a:solidFill>
                  <a:schemeClr val="bg1"/>
                </a:solidFill>
                <a:latin typeface="Times New Roman" panose="02020603050405020304" pitchFamily="18" charset="0"/>
                <a:ea typeface="宋体" panose="02010600030101010101" pitchFamily="2" charset="-122"/>
              </a:endParaRPr>
            </a:p>
          </p:txBody>
        </p:sp>
        <p:graphicFrame>
          <p:nvGraphicFramePr>
            <p:cNvPr id="65560" name="Object 44"/>
            <p:cNvGraphicFramePr>
              <a:graphicFrameLocks noChangeAspect="1"/>
            </p:cNvGraphicFramePr>
            <p:nvPr/>
          </p:nvGraphicFramePr>
          <p:xfrm>
            <a:off x="4332" y="935"/>
            <a:ext cx="726" cy="594"/>
          </p:xfrm>
          <a:graphic>
            <a:graphicData uri="http://schemas.openxmlformats.org/presentationml/2006/ole">
              <mc:AlternateContent xmlns:mc="http://schemas.openxmlformats.org/markup-compatibility/2006">
                <mc:Choice xmlns:v="urn:schemas-microsoft-com:vml" Requires="v">
                  <p:oleObj r:id="rId11" imgW="535305" imgH="497840" progId="Equation.3">
                    <p:embed/>
                  </p:oleObj>
                </mc:Choice>
                <mc:Fallback>
                  <p:oleObj r:id="rId11" imgW="535305" imgH="497840" progId="Equation.3">
                    <p:embed/>
                    <p:pic>
                      <p:nvPicPr>
                        <p:cNvPr id="0" name="图片 3278"/>
                        <p:cNvPicPr/>
                        <p:nvPr/>
                      </p:nvPicPr>
                      <p:blipFill>
                        <a:blip r:embed="rId12">
                          <a:clrChange>
                            <a:clrFrom>
                              <a:srgbClr val="000000"/>
                            </a:clrFrom>
                            <a:clrTo>
                              <a:srgbClr val="FFFFFF"/>
                            </a:clrTo>
                          </a:clrChange>
                        </a:blip>
                        <a:stretch>
                          <a:fillRect/>
                        </a:stretch>
                      </p:blipFill>
                      <p:spPr>
                        <a:xfrm>
                          <a:off x="4332" y="935"/>
                          <a:ext cx="726" cy="594"/>
                        </a:xfrm>
                        <a:prstGeom prst="rect">
                          <a:avLst/>
                        </a:prstGeom>
                        <a:noFill/>
                        <a:ln w="38100">
                          <a:noFill/>
                          <a:miter/>
                        </a:ln>
                      </p:spPr>
                    </p:pic>
                  </p:oleObj>
                </mc:Fallback>
              </mc:AlternateContent>
            </a:graphicData>
          </a:graphic>
        </p:graphicFrame>
      </p:grpSp>
      <p:grpSp>
        <p:nvGrpSpPr>
          <p:cNvPr id="94256" name="Group 48"/>
          <p:cNvGrpSpPr/>
          <p:nvPr/>
        </p:nvGrpSpPr>
        <p:grpSpPr>
          <a:xfrm>
            <a:off x="668338" y="1533525"/>
            <a:ext cx="5792787" cy="1960563"/>
            <a:chOff x="421" y="966"/>
            <a:chExt cx="3649" cy="1235"/>
          </a:xfrm>
        </p:grpSpPr>
        <p:graphicFrame>
          <p:nvGraphicFramePr>
            <p:cNvPr id="65547" name="Object 4"/>
            <p:cNvGraphicFramePr>
              <a:graphicFrameLocks noChangeAspect="1"/>
            </p:cNvGraphicFramePr>
            <p:nvPr/>
          </p:nvGraphicFramePr>
          <p:xfrm>
            <a:off x="421" y="966"/>
            <a:ext cx="3649" cy="1235"/>
          </p:xfrm>
          <a:graphic>
            <a:graphicData uri="http://schemas.openxmlformats.org/presentationml/2006/ole">
              <mc:AlternateContent xmlns:mc="http://schemas.openxmlformats.org/markup-compatibility/2006">
                <mc:Choice xmlns:v="urn:schemas-microsoft-com:vml" Requires="v">
                  <p:oleObj r:id="rId13" imgW="2847340" imgH="1003300" progId="Equation.3">
                    <p:embed/>
                  </p:oleObj>
                </mc:Choice>
                <mc:Fallback>
                  <p:oleObj r:id="rId13" imgW="2847340" imgH="1003300" progId="Equation.3">
                    <p:embed/>
                    <p:pic>
                      <p:nvPicPr>
                        <p:cNvPr id="0" name="图片 3276"/>
                        <p:cNvPicPr/>
                        <p:nvPr/>
                      </p:nvPicPr>
                      <p:blipFill>
                        <a:blip r:embed="rId14">
                          <a:clrChange>
                            <a:clrFrom>
                              <a:srgbClr val="000000"/>
                            </a:clrFrom>
                            <a:clrTo>
                              <a:srgbClr val="FFFFFF"/>
                            </a:clrTo>
                          </a:clrChange>
                        </a:blip>
                        <a:stretch>
                          <a:fillRect/>
                        </a:stretch>
                      </p:blipFill>
                      <p:spPr>
                        <a:xfrm>
                          <a:off x="421" y="966"/>
                          <a:ext cx="3649" cy="1235"/>
                        </a:xfrm>
                        <a:prstGeom prst="rect">
                          <a:avLst/>
                        </a:prstGeom>
                        <a:noFill/>
                        <a:ln w="38100">
                          <a:noFill/>
                          <a:miter/>
                        </a:ln>
                      </p:spPr>
                    </p:pic>
                  </p:oleObj>
                </mc:Fallback>
              </mc:AlternateContent>
            </a:graphicData>
          </a:graphic>
        </p:graphicFrame>
        <p:sp>
          <p:nvSpPr>
            <p:cNvPr id="65548" name="Line 46"/>
            <p:cNvSpPr/>
            <p:nvPr/>
          </p:nvSpPr>
          <p:spPr>
            <a:xfrm>
              <a:off x="2163" y="1860"/>
              <a:ext cx="227" cy="0"/>
            </a:xfrm>
            <a:prstGeom prst="line">
              <a:avLst/>
            </a:prstGeom>
            <a:ln w="9525" cap="flat" cmpd="sng">
              <a:solidFill>
                <a:schemeClr val="bg1"/>
              </a:solidFill>
              <a:prstDash val="solid"/>
              <a:headEnd type="none" w="med" len="med"/>
              <a:tailEnd type="none" w="med" len="med"/>
            </a:ln>
          </p:spPr>
        </p:sp>
        <p:sp>
          <p:nvSpPr>
            <p:cNvPr id="65549" name="Line 47"/>
            <p:cNvSpPr/>
            <p:nvPr/>
          </p:nvSpPr>
          <p:spPr>
            <a:xfrm>
              <a:off x="3569" y="2024"/>
              <a:ext cx="273"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4214"/>
                                        </p:tgtEl>
                                        <p:attrNameLst>
                                          <p:attrName>style.visibility</p:attrName>
                                        </p:attrNameLst>
                                      </p:cBhvr>
                                      <p:to>
                                        <p:strVal val="visible"/>
                                      </p:to>
                                    </p:set>
                                    <p:anim calcmode="lin" valueType="num">
                                      <p:cBhvr>
                                        <p:cTn id="7" dur="1000" fill="hold"/>
                                        <p:tgtEl>
                                          <p:spTgt spid="94214"/>
                                        </p:tgtEl>
                                        <p:attrNameLst>
                                          <p:attrName>ppt_w</p:attrName>
                                        </p:attrNameLst>
                                      </p:cBhvr>
                                      <p:tavLst>
                                        <p:tav tm="0">
                                          <p:val>
                                            <p:fltVal val="0"/>
                                          </p:val>
                                        </p:tav>
                                        <p:tav tm="100000">
                                          <p:val>
                                            <p:strVal val="#ppt_w"/>
                                          </p:val>
                                        </p:tav>
                                      </p:tavLst>
                                    </p:anim>
                                    <p:anim calcmode="lin" valueType="num">
                                      <p:cBhvr>
                                        <p:cTn id="8" dur="1000" fill="hold"/>
                                        <p:tgtEl>
                                          <p:spTgt spid="94214"/>
                                        </p:tgtEl>
                                        <p:attrNameLst>
                                          <p:attrName>ppt_h</p:attrName>
                                        </p:attrNameLst>
                                      </p:cBhvr>
                                      <p:tavLst>
                                        <p:tav tm="0">
                                          <p:val>
                                            <p:fltVal val="0"/>
                                          </p:val>
                                        </p:tav>
                                        <p:tav tm="100000">
                                          <p:val>
                                            <p:strVal val="#ppt_h"/>
                                          </p:val>
                                        </p:tav>
                                      </p:tavLst>
                                    </p:anim>
                                    <p:anim calcmode="lin" valueType="num">
                                      <p:cBhvr>
                                        <p:cTn id="9" dur="1000" fill="hold"/>
                                        <p:tgtEl>
                                          <p:spTgt spid="9421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421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4211"/>
                                        </p:tgtEl>
                                        <p:attrNameLst>
                                          <p:attrName>style.visibility</p:attrName>
                                        </p:attrNameLst>
                                      </p:cBhvr>
                                      <p:to>
                                        <p:strVal val="visible"/>
                                      </p:to>
                                    </p:set>
                                    <p:animEffect transition="in" filter="blinds(horizontal)">
                                      <p:cBhvr>
                                        <p:cTn id="15" dur="500"/>
                                        <p:tgtEl>
                                          <p:spTgt spid="94211"/>
                                        </p:tgtEl>
                                      </p:cBhvr>
                                    </p:animEffect>
                                  </p:childTnLst>
                                </p:cTn>
                              </p:par>
                            </p:childTnLst>
                          </p:cTn>
                        </p:par>
                        <p:par>
                          <p:cTn id="16" fill="hold">
                            <p:stCondLst>
                              <p:cond delay="500"/>
                            </p:stCondLst>
                            <p:childTnLst>
                              <p:par>
                                <p:cTn id="17" presetID="3" presetClass="entr" presetSubtype="10" fill="hold" nodeType="afterEffect">
                                  <p:stCondLst>
                                    <p:cond delay="0"/>
                                  </p:stCondLst>
                                  <p:childTnLst>
                                    <p:set>
                                      <p:cBhvr>
                                        <p:cTn id="18" dur="1" fill="hold">
                                          <p:stCondLst>
                                            <p:cond delay="0"/>
                                          </p:stCondLst>
                                        </p:cTn>
                                        <p:tgtEl>
                                          <p:spTgt spid="94253"/>
                                        </p:tgtEl>
                                        <p:attrNameLst>
                                          <p:attrName>style.visibility</p:attrName>
                                        </p:attrNameLst>
                                      </p:cBhvr>
                                      <p:to>
                                        <p:strVal val="visible"/>
                                      </p:to>
                                    </p:set>
                                    <p:animEffect transition="in" filter="blinds(horizontal)">
                                      <p:cBhvr>
                                        <p:cTn id="19" dur="500"/>
                                        <p:tgtEl>
                                          <p:spTgt spid="9425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94256"/>
                                        </p:tgtEl>
                                        <p:attrNameLst>
                                          <p:attrName>style.visibility</p:attrName>
                                        </p:attrNameLst>
                                      </p:cBhvr>
                                      <p:to>
                                        <p:strVal val="visible"/>
                                      </p:to>
                                    </p:set>
                                    <p:animEffect transition="in" filter="wipe(up)">
                                      <p:cBhvr>
                                        <p:cTn id="24" dur="1000"/>
                                        <p:tgtEl>
                                          <p:spTgt spid="9425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4233"/>
                                        </p:tgtEl>
                                        <p:attrNameLst>
                                          <p:attrName>style.visibility</p:attrName>
                                        </p:attrNameLst>
                                      </p:cBhvr>
                                      <p:to>
                                        <p:strVal val="visible"/>
                                      </p:to>
                                    </p:set>
                                    <p:animEffect transition="in" filter="wipe(left)">
                                      <p:cBhvr>
                                        <p:cTn id="29" dur="2000"/>
                                        <p:tgtEl>
                                          <p:spTgt spid="9423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94234"/>
                                        </p:tgtEl>
                                        <p:attrNameLst>
                                          <p:attrName>style.visibility</p:attrName>
                                        </p:attrNameLst>
                                      </p:cBhvr>
                                      <p:to>
                                        <p:strVal val="visible"/>
                                      </p:to>
                                    </p:set>
                                    <p:animEffect transition="in" filter="wipe(left)">
                                      <p:cBhvr>
                                        <p:cTn id="34" dur="2000"/>
                                        <p:tgtEl>
                                          <p:spTgt spid="94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p:bldP spid="942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p:nvPr/>
        </p:nvSpPr>
        <p:spPr>
          <a:xfrm>
            <a:off x="468313" y="404813"/>
            <a:ext cx="1295400" cy="579437"/>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4-3</a:t>
            </a:r>
          </a:p>
        </p:txBody>
      </p:sp>
      <p:sp>
        <p:nvSpPr>
          <p:cNvPr id="3075" name="Text Box 3"/>
          <p:cNvSpPr txBox="1"/>
          <p:nvPr/>
        </p:nvSpPr>
        <p:spPr>
          <a:xfrm>
            <a:off x="1476375" y="404813"/>
            <a:ext cx="7416800" cy="519112"/>
          </a:xfrm>
          <a:prstGeom prst="rect">
            <a:avLst/>
          </a:prstGeom>
          <a:noFill/>
          <a:ln w="9525">
            <a:noFill/>
          </a:ln>
        </p:spPr>
        <p:txBody>
          <a:bodyPr>
            <a:spAutoFit/>
          </a:bodyPr>
          <a:lstStyle/>
          <a:p>
            <a:pPr eaLnBrk="1" hangingPunct="1">
              <a:spcBef>
                <a:spcPct val="50000"/>
              </a:spcBef>
            </a:pPr>
            <a:r>
              <a:rPr lang="zh-CN" altLang="en-US" b="1" dirty="0">
                <a:latin typeface="楷体_GB2312" pitchFamily="49" charset="-122"/>
              </a:rPr>
              <a:t>全耦合电路如图，求</a:t>
            </a:r>
            <a:r>
              <a:rPr lang="en-US" altLang="zh-CN" dirty="0">
                <a:solidFill>
                  <a:schemeClr val="bg1"/>
                </a:solidFill>
                <a:latin typeface="Times New Roman" panose="02020603050405020304" pitchFamily="18" charset="0"/>
              </a:rPr>
              <a:t>ab</a:t>
            </a:r>
            <a:r>
              <a:rPr lang="zh-CN" altLang="en-US" b="1" dirty="0">
                <a:latin typeface="楷体_GB2312" pitchFamily="49" charset="-122"/>
              </a:rPr>
              <a:t>端的等效阻抗。</a:t>
            </a:r>
          </a:p>
        </p:txBody>
      </p:sp>
      <p:sp>
        <p:nvSpPr>
          <p:cNvPr id="3163" name="Text Box 91"/>
          <p:cNvSpPr txBox="1"/>
          <p:nvPr/>
        </p:nvSpPr>
        <p:spPr>
          <a:xfrm>
            <a:off x="827088" y="2781300"/>
            <a:ext cx="1116012" cy="519113"/>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1</a:t>
            </a:r>
          </a:p>
        </p:txBody>
      </p:sp>
      <p:graphicFrame>
        <p:nvGraphicFramePr>
          <p:cNvPr id="3164" name="Object 92"/>
          <p:cNvGraphicFramePr>
            <a:graphicFrameLocks noChangeAspect="1"/>
          </p:cNvGraphicFramePr>
          <p:nvPr/>
        </p:nvGraphicFramePr>
        <p:xfrm>
          <a:off x="2124075" y="2852738"/>
          <a:ext cx="1620838" cy="481012"/>
        </p:xfrm>
        <a:graphic>
          <a:graphicData uri="http://schemas.openxmlformats.org/presentationml/2006/ole">
            <mc:AlternateContent xmlns:mc="http://schemas.openxmlformats.org/markup-compatibility/2006">
              <mc:Choice xmlns:v="urn:schemas-microsoft-com:vml" Requires="v">
                <p:oleObj r:id="rId2" imgW="721360" imgH="238125" progId="Equation.3">
                  <p:embed/>
                </p:oleObj>
              </mc:Choice>
              <mc:Fallback>
                <p:oleObj r:id="rId2" imgW="721360" imgH="238125" progId="Equation.3">
                  <p:embed/>
                  <p:pic>
                    <p:nvPicPr>
                      <p:cNvPr id="0" name="图片 3277"/>
                      <p:cNvPicPr/>
                      <p:nvPr/>
                    </p:nvPicPr>
                    <p:blipFill>
                      <a:blip r:embed="rId3">
                        <a:clrChange>
                          <a:clrFrom>
                            <a:srgbClr val="000000"/>
                          </a:clrFrom>
                          <a:clrTo>
                            <a:srgbClr val="FFFFFF"/>
                          </a:clrTo>
                        </a:clrChange>
                      </a:blip>
                      <a:stretch>
                        <a:fillRect/>
                      </a:stretch>
                    </p:blipFill>
                    <p:spPr>
                      <a:xfrm>
                        <a:off x="2124075" y="2852738"/>
                        <a:ext cx="1620838" cy="481012"/>
                      </a:xfrm>
                      <a:prstGeom prst="rect">
                        <a:avLst/>
                      </a:prstGeom>
                      <a:noFill/>
                      <a:ln w="38100">
                        <a:noFill/>
                        <a:miter/>
                      </a:ln>
                    </p:spPr>
                  </p:pic>
                </p:oleObj>
              </mc:Fallback>
            </mc:AlternateContent>
          </a:graphicData>
        </a:graphic>
      </p:graphicFrame>
      <p:graphicFrame>
        <p:nvGraphicFramePr>
          <p:cNvPr id="3165" name="Object 93"/>
          <p:cNvGraphicFramePr>
            <a:graphicFrameLocks noChangeAspect="1"/>
          </p:cNvGraphicFramePr>
          <p:nvPr/>
        </p:nvGraphicFramePr>
        <p:xfrm>
          <a:off x="4284663" y="2852738"/>
          <a:ext cx="1677987" cy="477837"/>
        </p:xfrm>
        <a:graphic>
          <a:graphicData uri="http://schemas.openxmlformats.org/presentationml/2006/ole">
            <mc:AlternateContent xmlns:mc="http://schemas.openxmlformats.org/markup-compatibility/2006">
              <mc:Choice xmlns:v="urn:schemas-microsoft-com:vml" Requires="v">
                <p:oleObj r:id="rId4" imgW="743585" imgH="238125" progId="Equation.3">
                  <p:embed/>
                </p:oleObj>
              </mc:Choice>
              <mc:Fallback>
                <p:oleObj r:id="rId4" imgW="743585" imgH="238125" progId="Equation.3">
                  <p:embed/>
                  <p:pic>
                    <p:nvPicPr>
                      <p:cNvPr id="0" name="图片 3274"/>
                      <p:cNvPicPr/>
                      <p:nvPr/>
                    </p:nvPicPr>
                    <p:blipFill>
                      <a:blip r:embed="rId5">
                        <a:clrChange>
                          <a:clrFrom>
                            <a:srgbClr val="000000"/>
                          </a:clrFrom>
                          <a:clrTo>
                            <a:srgbClr val="FFFFFF"/>
                          </a:clrTo>
                        </a:clrChange>
                      </a:blip>
                      <a:stretch>
                        <a:fillRect/>
                      </a:stretch>
                    </p:blipFill>
                    <p:spPr>
                      <a:xfrm>
                        <a:off x="4284663" y="2852738"/>
                        <a:ext cx="1677987" cy="477837"/>
                      </a:xfrm>
                      <a:prstGeom prst="rect">
                        <a:avLst/>
                      </a:prstGeom>
                      <a:noFill/>
                      <a:ln w="38100">
                        <a:noFill/>
                        <a:miter/>
                      </a:ln>
                    </p:spPr>
                  </p:pic>
                </p:oleObj>
              </mc:Fallback>
            </mc:AlternateContent>
          </a:graphicData>
        </a:graphic>
      </p:graphicFrame>
      <p:graphicFrame>
        <p:nvGraphicFramePr>
          <p:cNvPr id="3166" name="Object 94"/>
          <p:cNvGraphicFramePr>
            <a:graphicFrameLocks noChangeAspect="1"/>
          </p:cNvGraphicFramePr>
          <p:nvPr/>
        </p:nvGraphicFramePr>
        <p:xfrm>
          <a:off x="2124075" y="3429000"/>
          <a:ext cx="3292475" cy="1014413"/>
        </p:xfrm>
        <a:graphic>
          <a:graphicData uri="http://schemas.openxmlformats.org/presentationml/2006/ole">
            <mc:AlternateContent xmlns:mc="http://schemas.openxmlformats.org/markup-compatibility/2006">
              <mc:Choice xmlns:v="urn:schemas-microsoft-com:vml" Requires="v">
                <p:oleObj r:id="rId6" imgW="1612900" imgH="497840" progId="Equation.3">
                  <p:embed/>
                </p:oleObj>
              </mc:Choice>
              <mc:Fallback>
                <p:oleObj r:id="rId6" imgW="1612900" imgH="497840" progId="Equation.3">
                  <p:embed/>
                  <p:pic>
                    <p:nvPicPr>
                      <p:cNvPr id="0" name="图片 3275"/>
                      <p:cNvPicPr/>
                      <p:nvPr/>
                    </p:nvPicPr>
                    <p:blipFill>
                      <a:blip r:embed="rId7">
                        <a:clrChange>
                          <a:clrFrom>
                            <a:srgbClr val="000000"/>
                          </a:clrFrom>
                          <a:clrTo>
                            <a:srgbClr val="FFFFFF"/>
                          </a:clrTo>
                        </a:clrChange>
                      </a:blip>
                      <a:stretch>
                        <a:fillRect/>
                      </a:stretch>
                    </p:blipFill>
                    <p:spPr>
                      <a:xfrm>
                        <a:off x="2124075" y="3429000"/>
                        <a:ext cx="3292475" cy="1014413"/>
                      </a:xfrm>
                      <a:prstGeom prst="rect">
                        <a:avLst/>
                      </a:prstGeom>
                      <a:noFill/>
                      <a:ln w="38100">
                        <a:noFill/>
                        <a:miter/>
                      </a:ln>
                    </p:spPr>
                  </p:pic>
                </p:oleObj>
              </mc:Fallback>
            </mc:AlternateContent>
          </a:graphicData>
        </a:graphic>
      </p:graphicFrame>
      <p:graphicFrame>
        <p:nvGraphicFramePr>
          <p:cNvPr id="3167" name="Object 95"/>
          <p:cNvGraphicFramePr>
            <a:graphicFrameLocks noChangeAspect="1"/>
          </p:cNvGraphicFramePr>
          <p:nvPr/>
        </p:nvGraphicFramePr>
        <p:xfrm>
          <a:off x="1979613" y="4292600"/>
          <a:ext cx="4432300" cy="1852613"/>
        </p:xfrm>
        <a:graphic>
          <a:graphicData uri="http://schemas.openxmlformats.org/presentationml/2006/ole">
            <mc:AlternateContent xmlns:mc="http://schemas.openxmlformats.org/markup-compatibility/2006">
              <mc:Choice xmlns:v="urn:schemas-microsoft-com:vml" Requires="v">
                <p:oleObj r:id="rId8" imgW="2171065" imgH="906780" progId="Equation.3">
                  <p:embed/>
                </p:oleObj>
              </mc:Choice>
              <mc:Fallback>
                <p:oleObj r:id="rId8" imgW="2171065" imgH="906780" progId="Equation.3">
                  <p:embed/>
                  <p:pic>
                    <p:nvPicPr>
                      <p:cNvPr id="0" name="图片 3273"/>
                      <p:cNvPicPr/>
                      <p:nvPr/>
                    </p:nvPicPr>
                    <p:blipFill>
                      <a:blip r:embed="rId9">
                        <a:clrChange>
                          <a:clrFrom>
                            <a:srgbClr val="000000"/>
                          </a:clrFrom>
                          <a:clrTo>
                            <a:srgbClr val="FFFFFF"/>
                          </a:clrTo>
                        </a:clrChange>
                      </a:blip>
                      <a:stretch>
                        <a:fillRect/>
                      </a:stretch>
                    </p:blipFill>
                    <p:spPr>
                      <a:xfrm>
                        <a:off x="1979613" y="4292600"/>
                        <a:ext cx="4432300" cy="1852613"/>
                      </a:xfrm>
                      <a:prstGeom prst="rect">
                        <a:avLst/>
                      </a:prstGeom>
                      <a:noFill/>
                      <a:ln w="38100">
                        <a:noFill/>
                        <a:miter/>
                      </a:ln>
                    </p:spPr>
                  </p:pic>
                </p:oleObj>
              </mc:Fallback>
            </mc:AlternateContent>
          </a:graphicData>
        </a:graphic>
      </p:graphicFrame>
      <p:grpSp>
        <p:nvGrpSpPr>
          <p:cNvPr id="66569" name="Group 151"/>
          <p:cNvGrpSpPr/>
          <p:nvPr/>
        </p:nvGrpSpPr>
        <p:grpSpPr>
          <a:xfrm>
            <a:off x="8316913" y="6446838"/>
            <a:ext cx="792162" cy="366712"/>
            <a:chOff x="5193" y="4020"/>
            <a:chExt cx="499" cy="231"/>
          </a:xfrm>
        </p:grpSpPr>
        <p:pic>
          <p:nvPicPr>
            <p:cNvPr id="66610" name="Picture 152"/>
            <p:cNvPicPr>
              <a:picLocks noChangeAspect="1"/>
            </p:cNvPicPr>
            <p:nvPr/>
          </p:nvPicPr>
          <p:blipFill>
            <a:blip r:embed="rId10"/>
            <a:stretch>
              <a:fillRect/>
            </a:stretch>
          </p:blipFill>
          <p:spPr>
            <a:xfrm>
              <a:off x="5193" y="4066"/>
              <a:ext cx="499" cy="181"/>
            </a:xfrm>
            <a:prstGeom prst="rect">
              <a:avLst/>
            </a:prstGeom>
            <a:noFill/>
            <a:ln w="9525">
              <a:noFill/>
            </a:ln>
          </p:spPr>
        </p:pic>
        <p:sp>
          <p:nvSpPr>
            <p:cNvPr id="66611" name="Text Box 153">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6570" name="Group 154"/>
          <p:cNvGrpSpPr/>
          <p:nvPr/>
        </p:nvGrpSpPr>
        <p:grpSpPr>
          <a:xfrm>
            <a:off x="7453313" y="6446838"/>
            <a:ext cx="792162" cy="366712"/>
            <a:chOff x="4649" y="4020"/>
            <a:chExt cx="499" cy="231"/>
          </a:xfrm>
        </p:grpSpPr>
        <p:pic>
          <p:nvPicPr>
            <p:cNvPr id="66608" name="Picture 155"/>
            <p:cNvPicPr>
              <a:picLocks noChangeAspect="1"/>
            </p:cNvPicPr>
            <p:nvPr/>
          </p:nvPicPr>
          <p:blipFill>
            <a:blip r:embed="rId10"/>
            <a:stretch>
              <a:fillRect/>
            </a:stretch>
          </p:blipFill>
          <p:spPr>
            <a:xfrm>
              <a:off x="4649" y="4066"/>
              <a:ext cx="499" cy="181"/>
            </a:xfrm>
            <a:prstGeom prst="rect">
              <a:avLst/>
            </a:prstGeom>
            <a:noFill/>
            <a:ln w="9525">
              <a:noFill/>
            </a:ln>
          </p:spPr>
        </p:pic>
        <p:sp>
          <p:nvSpPr>
            <p:cNvPr id="66609" name="Text Box 156">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66571" name="Group 225"/>
          <p:cNvGrpSpPr/>
          <p:nvPr/>
        </p:nvGrpSpPr>
        <p:grpSpPr>
          <a:xfrm>
            <a:off x="6588125" y="6446838"/>
            <a:ext cx="792163" cy="366712"/>
            <a:chOff x="4649" y="4020"/>
            <a:chExt cx="499" cy="231"/>
          </a:xfrm>
        </p:grpSpPr>
        <p:pic>
          <p:nvPicPr>
            <p:cNvPr id="66606" name="Picture 226"/>
            <p:cNvPicPr>
              <a:picLocks noChangeAspect="1"/>
            </p:cNvPicPr>
            <p:nvPr/>
          </p:nvPicPr>
          <p:blipFill>
            <a:blip r:embed="rId10"/>
            <a:stretch>
              <a:fillRect/>
            </a:stretch>
          </p:blipFill>
          <p:spPr>
            <a:xfrm>
              <a:off x="4649" y="4066"/>
              <a:ext cx="499" cy="181"/>
            </a:xfrm>
            <a:prstGeom prst="rect">
              <a:avLst/>
            </a:prstGeom>
            <a:noFill/>
            <a:ln w="9525">
              <a:noFill/>
            </a:ln>
          </p:spPr>
        </p:pic>
        <p:sp>
          <p:nvSpPr>
            <p:cNvPr id="66607" name="Text Box 22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3310" name="Group 238"/>
          <p:cNvGrpSpPr/>
          <p:nvPr/>
        </p:nvGrpSpPr>
        <p:grpSpPr>
          <a:xfrm>
            <a:off x="2339975" y="908050"/>
            <a:ext cx="3335338" cy="1830388"/>
            <a:chOff x="567" y="618"/>
            <a:chExt cx="2101" cy="1153"/>
          </a:xfrm>
        </p:grpSpPr>
        <p:sp>
          <p:nvSpPr>
            <p:cNvPr id="66573" name="Oval 161"/>
            <p:cNvSpPr/>
            <p:nvPr/>
          </p:nvSpPr>
          <p:spPr>
            <a:xfrm>
              <a:off x="612" y="103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6574" name="Line 162"/>
            <p:cNvSpPr/>
            <p:nvPr/>
          </p:nvSpPr>
          <p:spPr>
            <a:xfrm>
              <a:off x="1656" y="1399"/>
              <a:ext cx="0" cy="227"/>
            </a:xfrm>
            <a:prstGeom prst="line">
              <a:avLst/>
            </a:prstGeom>
            <a:ln w="28575" cap="flat" cmpd="sng">
              <a:solidFill>
                <a:srgbClr val="FFCC00"/>
              </a:solidFill>
              <a:prstDash val="solid"/>
              <a:headEnd type="none" w="med" len="med"/>
              <a:tailEnd type="none" w="med" len="med"/>
            </a:ln>
          </p:spPr>
        </p:sp>
        <p:sp>
          <p:nvSpPr>
            <p:cNvPr id="66575" name="Line 163"/>
            <p:cNvSpPr/>
            <p:nvPr/>
          </p:nvSpPr>
          <p:spPr>
            <a:xfrm>
              <a:off x="1656" y="854"/>
              <a:ext cx="0" cy="182"/>
            </a:xfrm>
            <a:prstGeom prst="line">
              <a:avLst/>
            </a:prstGeom>
            <a:ln w="28575" cap="flat" cmpd="sng">
              <a:solidFill>
                <a:srgbClr val="FFCC00"/>
              </a:solidFill>
              <a:prstDash val="solid"/>
              <a:headEnd type="none" w="med" len="med"/>
              <a:tailEnd type="none" w="med" len="med"/>
            </a:ln>
          </p:spPr>
        </p:sp>
        <p:sp>
          <p:nvSpPr>
            <p:cNvPr id="66576" name="Line 164"/>
            <p:cNvSpPr/>
            <p:nvPr/>
          </p:nvSpPr>
          <p:spPr>
            <a:xfrm flipH="1">
              <a:off x="2017" y="1380"/>
              <a:ext cx="0" cy="245"/>
            </a:xfrm>
            <a:prstGeom prst="line">
              <a:avLst/>
            </a:prstGeom>
            <a:ln w="28575" cap="flat" cmpd="sng">
              <a:solidFill>
                <a:srgbClr val="FFCC00"/>
              </a:solidFill>
              <a:prstDash val="solid"/>
              <a:headEnd type="none" w="med" len="med"/>
              <a:tailEnd type="none" w="med" len="med"/>
            </a:ln>
          </p:spPr>
        </p:sp>
        <p:sp>
          <p:nvSpPr>
            <p:cNvPr id="66577" name="Line 165"/>
            <p:cNvSpPr/>
            <p:nvPr/>
          </p:nvSpPr>
          <p:spPr>
            <a:xfrm flipH="1">
              <a:off x="2018" y="857"/>
              <a:ext cx="0" cy="179"/>
            </a:xfrm>
            <a:prstGeom prst="line">
              <a:avLst/>
            </a:prstGeom>
            <a:ln w="28575" cap="flat" cmpd="sng">
              <a:solidFill>
                <a:srgbClr val="FFCC00"/>
              </a:solidFill>
              <a:prstDash val="solid"/>
              <a:headEnd type="none" w="med" len="med"/>
              <a:tailEnd type="none" w="med" len="med"/>
            </a:ln>
          </p:spPr>
        </p:sp>
        <p:sp>
          <p:nvSpPr>
            <p:cNvPr id="66578" name="Line 166"/>
            <p:cNvSpPr/>
            <p:nvPr/>
          </p:nvSpPr>
          <p:spPr>
            <a:xfrm flipV="1">
              <a:off x="2018" y="1626"/>
              <a:ext cx="647" cy="1"/>
            </a:xfrm>
            <a:prstGeom prst="line">
              <a:avLst/>
            </a:prstGeom>
            <a:ln w="28575" cap="flat" cmpd="sng">
              <a:solidFill>
                <a:srgbClr val="FFCC00"/>
              </a:solidFill>
              <a:prstDash val="solid"/>
              <a:headEnd type="none" w="med" len="med"/>
              <a:tailEnd type="none" w="med" len="med"/>
            </a:ln>
          </p:spPr>
        </p:sp>
        <p:sp>
          <p:nvSpPr>
            <p:cNvPr id="66579" name="Text Box 167"/>
            <p:cNvSpPr txBox="1"/>
            <p:nvPr/>
          </p:nvSpPr>
          <p:spPr>
            <a:xfrm>
              <a:off x="1429" y="854"/>
              <a:ext cx="228" cy="327"/>
            </a:xfrm>
            <a:prstGeom prst="rect">
              <a:avLst/>
            </a:prstGeom>
            <a:noFill/>
            <a:ln w="2857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6580" name="Text Box 168"/>
            <p:cNvSpPr txBox="1"/>
            <p:nvPr/>
          </p:nvSpPr>
          <p:spPr>
            <a:xfrm>
              <a:off x="2018" y="854"/>
              <a:ext cx="181"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6581" name="Text Box 169"/>
            <p:cNvSpPr txBox="1"/>
            <p:nvPr/>
          </p:nvSpPr>
          <p:spPr>
            <a:xfrm>
              <a:off x="1383" y="1081"/>
              <a:ext cx="317" cy="327"/>
            </a:xfrm>
            <a:prstGeom prst="rect">
              <a:avLst/>
            </a:prstGeom>
            <a:noFill/>
            <a:ln w="2857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6582" name="Arc 170"/>
            <p:cNvSpPr/>
            <p:nvPr/>
          </p:nvSpPr>
          <p:spPr>
            <a:xfrm rot="-10800000" flipV="1">
              <a:off x="1565" y="718"/>
              <a:ext cx="166" cy="163"/>
            </a:xfrm>
            <a:custGeom>
              <a:avLst/>
              <a:gdLst/>
              <a:ahLst/>
              <a:cxnLst>
                <a:cxn ang="0">
                  <a:pos x="37" y="0"/>
                </a:cxn>
                <a:cxn ang="0">
                  <a:pos x="166" y="117"/>
                </a:cxn>
                <a:cxn ang="0">
                  <a:pos x="0" y="163"/>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66583" name="Arc 171"/>
            <p:cNvSpPr/>
            <p:nvPr/>
          </p:nvSpPr>
          <p:spPr>
            <a:xfrm rot="10800000" flipH="1" flipV="1">
              <a:off x="1928" y="718"/>
              <a:ext cx="167" cy="162"/>
            </a:xfrm>
            <a:custGeom>
              <a:avLst/>
              <a:gdLst/>
              <a:ahLst/>
              <a:cxnLst>
                <a:cxn ang="0">
                  <a:pos x="37" y="0"/>
                </a:cxn>
                <a:cxn ang="0">
                  <a:pos x="167" y="116"/>
                </a:cxn>
                <a:cxn ang="0">
                  <a:pos x="0" y="162"/>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66584" name="Line 172"/>
            <p:cNvSpPr/>
            <p:nvPr/>
          </p:nvSpPr>
          <p:spPr>
            <a:xfrm flipV="1">
              <a:off x="2017" y="851"/>
              <a:ext cx="651" cy="6"/>
            </a:xfrm>
            <a:prstGeom prst="line">
              <a:avLst/>
            </a:prstGeom>
            <a:ln w="28575" cap="flat" cmpd="sng">
              <a:solidFill>
                <a:srgbClr val="FFCC00"/>
              </a:solidFill>
              <a:prstDash val="solid"/>
              <a:headEnd type="none" w="med" len="med"/>
              <a:tailEnd type="none" w="med" len="med"/>
            </a:ln>
          </p:spPr>
        </p:sp>
        <p:sp>
          <p:nvSpPr>
            <p:cNvPr id="66585" name="Text Box 173"/>
            <p:cNvSpPr txBox="1"/>
            <p:nvPr/>
          </p:nvSpPr>
          <p:spPr>
            <a:xfrm>
              <a:off x="584" y="628"/>
              <a:ext cx="255"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a:t>
              </a:r>
              <a:endPar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6586" name="Text Box 174"/>
            <p:cNvSpPr txBox="1"/>
            <p:nvPr/>
          </p:nvSpPr>
          <p:spPr>
            <a:xfrm>
              <a:off x="1656" y="618"/>
              <a:ext cx="315" cy="327"/>
            </a:xfrm>
            <a:prstGeom prst="rect">
              <a:avLst/>
            </a:prstGeom>
            <a:noFill/>
            <a:ln w="2857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M</a:t>
              </a:r>
            </a:p>
          </p:txBody>
        </p:sp>
        <p:sp>
          <p:nvSpPr>
            <p:cNvPr id="66587" name="Line 175"/>
            <p:cNvSpPr/>
            <p:nvPr/>
          </p:nvSpPr>
          <p:spPr>
            <a:xfrm flipH="1">
              <a:off x="794" y="1626"/>
              <a:ext cx="865" cy="1"/>
            </a:xfrm>
            <a:prstGeom prst="line">
              <a:avLst/>
            </a:prstGeom>
            <a:ln w="28575" cap="flat" cmpd="sng">
              <a:solidFill>
                <a:srgbClr val="FFCC00"/>
              </a:solidFill>
              <a:prstDash val="solid"/>
              <a:headEnd type="none" w="med" len="med"/>
              <a:tailEnd type="none" w="med" len="med"/>
            </a:ln>
          </p:spPr>
        </p:sp>
        <p:sp>
          <p:nvSpPr>
            <p:cNvPr id="66588" name="Text Box 176"/>
            <p:cNvSpPr txBox="1"/>
            <p:nvPr/>
          </p:nvSpPr>
          <p:spPr>
            <a:xfrm>
              <a:off x="930" y="809"/>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6589" name="Text Box 177"/>
            <p:cNvSpPr txBox="1"/>
            <p:nvPr/>
          </p:nvSpPr>
          <p:spPr>
            <a:xfrm>
              <a:off x="884" y="135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6590" name="Object 178"/>
            <p:cNvGraphicFramePr>
              <a:graphicFrameLocks noChangeAspect="1"/>
            </p:cNvGraphicFramePr>
            <p:nvPr/>
          </p:nvGraphicFramePr>
          <p:xfrm>
            <a:off x="975" y="988"/>
            <a:ext cx="253" cy="383"/>
          </p:xfrm>
          <a:graphic>
            <a:graphicData uri="http://schemas.openxmlformats.org/presentationml/2006/ole">
              <mc:AlternateContent xmlns:mc="http://schemas.openxmlformats.org/markup-compatibility/2006">
                <mc:Choice xmlns:v="urn:schemas-microsoft-com:vml" Requires="v">
                  <p:oleObj r:id="rId11" imgW="222885" imgH="312420" progId="Equation.3">
                    <p:embed/>
                  </p:oleObj>
                </mc:Choice>
                <mc:Fallback>
                  <p:oleObj r:id="rId11" imgW="222885" imgH="312420" progId="Equation.3">
                    <p:embed/>
                    <p:pic>
                      <p:nvPicPr>
                        <p:cNvPr id="0" name="图片 3279"/>
                        <p:cNvPicPr/>
                        <p:nvPr/>
                      </p:nvPicPr>
                      <p:blipFill>
                        <a:blip r:embed="rId12">
                          <a:clrChange>
                            <a:clrFrom>
                              <a:srgbClr val="000000"/>
                            </a:clrFrom>
                            <a:clrTo>
                              <a:srgbClr val="FFFFFF"/>
                            </a:clrTo>
                          </a:clrChange>
                        </a:blip>
                        <a:stretch>
                          <a:fillRect/>
                        </a:stretch>
                      </p:blipFill>
                      <p:spPr>
                        <a:xfrm>
                          <a:off x="975" y="988"/>
                          <a:ext cx="253" cy="383"/>
                        </a:xfrm>
                        <a:prstGeom prst="rect">
                          <a:avLst/>
                        </a:prstGeom>
                        <a:noFill/>
                        <a:ln w="38100">
                          <a:noFill/>
                          <a:miter/>
                        </a:ln>
                      </p:spPr>
                    </p:pic>
                  </p:oleObj>
                </mc:Fallback>
              </mc:AlternateContent>
            </a:graphicData>
          </a:graphic>
        </p:graphicFrame>
        <p:sp>
          <p:nvSpPr>
            <p:cNvPr id="66591" name="Line 179"/>
            <p:cNvSpPr/>
            <p:nvPr/>
          </p:nvSpPr>
          <p:spPr>
            <a:xfrm>
              <a:off x="806" y="838"/>
              <a:ext cx="0" cy="786"/>
            </a:xfrm>
            <a:prstGeom prst="line">
              <a:avLst/>
            </a:prstGeom>
            <a:ln w="28575" cap="flat" cmpd="sng">
              <a:solidFill>
                <a:srgbClr val="FFCC00"/>
              </a:solidFill>
              <a:prstDash val="solid"/>
              <a:headEnd type="none" w="med" len="med"/>
              <a:tailEnd type="none" w="med" len="med"/>
            </a:ln>
          </p:spPr>
        </p:sp>
        <p:sp>
          <p:nvSpPr>
            <p:cNvPr id="66592" name="Line 180"/>
            <p:cNvSpPr/>
            <p:nvPr/>
          </p:nvSpPr>
          <p:spPr>
            <a:xfrm flipV="1">
              <a:off x="2654" y="851"/>
              <a:ext cx="11" cy="775"/>
            </a:xfrm>
            <a:prstGeom prst="line">
              <a:avLst/>
            </a:prstGeom>
            <a:ln w="28575" cap="flat" cmpd="sng">
              <a:solidFill>
                <a:srgbClr val="FFCC00"/>
              </a:solidFill>
              <a:prstDash val="solid"/>
              <a:headEnd type="none" w="med" len="med"/>
              <a:tailEnd type="none" w="med" len="med"/>
            </a:ln>
          </p:spPr>
        </p:sp>
        <p:sp>
          <p:nvSpPr>
            <p:cNvPr id="66593" name="Text Box 181"/>
            <p:cNvSpPr txBox="1"/>
            <p:nvPr/>
          </p:nvSpPr>
          <p:spPr>
            <a:xfrm>
              <a:off x="567" y="1444"/>
              <a:ext cx="447"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b</a:t>
              </a:r>
            </a:p>
          </p:txBody>
        </p:sp>
        <p:sp>
          <p:nvSpPr>
            <p:cNvPr id="66594" name="Text Box 182"/>
            <p:cNvSpPr txBox="1"/>
            <p:nvPr/>
          </p:nvSpPr>
          <p:spPr>
            <a:xfrm>
              <a:off x="2018" y="1081"/>
              <a:ext cx="317" cy="327"/>
            </a:xfrm>
            <a:prstGeom prst="rect">
              <a:avLst/>
            </a:prstGeom>
            <a:noFill/>
            <a:ln w="2857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6595" name="Line 183"/>
            <p:cNvSpPr/>
            <p:nvPr/>
          </p:nvSpPr>
          <p:spPr>
            <a:xfrm flipV="1">
              <a:off x="794" y="854"/>
              <a:ext cx="862" cy="1"/>
            </a:xfrm>
            <a:prstGeom prst="line">
              <a:avLst/>
            </a:prstGeom>
            <a:ln w="28575" cap="flat" cmpd="sng">
              <a:solidFill>
                <a:srgbClr val="FFCC00"/>
              </a:solidFill>
              <a:prstDash val="solid"/>
              <a:headEnd type="none" w="med" len="med"/>
              <a:tailEnd type="none" w="med" len="med"/>
            </a:ln>
          </p:spPr>
        </p:sp>
        <p:grpSp>
          <p:nvGrpSpPr>
            <p:cNvPr id="66596" name="Group 228"/>
            <p:cNvGrpSpPr/>
            <p:nvPr/>
          </p:nvGrpSpPr>
          <p:grpSpPr>
            <a:xfrm>
              <a:off x="1927" y="1026"/>
              <a:ext cx="91" cy="363"/>
              <a:chOff x="1565" y="2614"/>
              <a:chExt cx="90" cy="486"/>
            </a:xfrm>
          </p:grpSpPr>
          <p:sp>
            <p:nvSpPr>
              <p:cNvPr id="66602" name="Arc 22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6603" name="Arc 23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6604" name="Arc 23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6605" name="Arc 23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66597" name="Group 233"/>
            <p:cNvGrpSpPr/>
            <p:nvPr/>
          </p:nvGrpSpPr>
          <p:grpSpPr>
            <a:xfrm rot="10800000">
              <a:off x="1655" y="1026"/>
              <a:ext cx="90" cy="363"/>
              <a:chOff x="1565" y="2614"/>
              <a:chExt cx="90" cy="486"/>
            </a:xfrm>
          </p:grpSpPr>
          <p:sp>
            <p:nvSpPr>
              <p:cNvPr id="66598" name="Arc 23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6599" name="Arc 23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6600" name="Arc 23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6601" name="Arc 23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1000" fill="hold"/>
                                        <p:tgtEl>
                                          <p:spTgt spid="3074"/>
                                        </p:tgtEl>
                                        <p:attrNameLst>
                                          <p:attrName>ppt_w</p:attrName>
                                        </p:attrNameLst>
                                      </p:cBhvr>
                                      <p:tavLst>
                                        <p:tav tm="0">
                                          <p:val>
                                            <p:fltVal val="0"/>
                                          </p:val>
                                        </p:tav>
                                        <p:tav tm="100000">
                                          <p:val>
                                            <p:strVal val="#ppt_w"/>
                                          </p:val>
                                        </p:tav>
                                      </p:tavLst>
                                    </p:anim>
                                    <p:anim calcmode="lin" valueType="num">
                                      <p:cBhvr>
                                        <p:cTn id="8" dur="1000" fill="hold"/>
                                        <p:tgtEl>
                                          <p:spTgt spid="3074"/>
                                        </p:tgtEl>
                                        <p:attrNameLst>
                                          <p:attrName>ppt_h</p:attrName>
                                        </p:attrNameLst>
                                      </p:cBhvr>
                                      <p:tavLst>
                                        <p:tav tm="0">
                                          <p:val>
                                            <p:fltVal val="0"/>
                                          </p:val>
                                        </p:tav>
                                        <p:tav tm="100000">
                                          <p:val>
                                            <p:strVal val="#ppt_h"/>
                                          </p:val>
                                        </p:tav>
                                      </p:tavLst>
                                    </p:anim>
                                    <p:anim calcmode="lin" valueType="num">
                                      <p:cBhvr>
                                        <p:cTn id="9" dur="1000" fill="hold"/>
                                        <p:tgtEl>
                                          <p:spTgt spid="307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07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3310"/>
                                        </p:tgtEl>
                                        <p:attrNameLst>
                                          <p:attrName>style.visibility</p:attrName>
                                        </p:attrNameLst>
                                      </p:cBhvr>
                                      <p:to>
                                        <p:strVal val="visible"/>
                                      </p:to>
                                    </p:set>
                                    <p:animEffect transition="in" filter="blinds(horizontal)">
                                      <p:cBhvr>
                                        <p:cTn id="14" dur="500"/>
                                        <p:tgtEl>
                                          <p:spTgt spid="3310"/>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3075"/>
                                        </p:tgtEl>
                                        <p:attrNameLst>
                                          <p:attrName>style.visibility</p:attrName>
                                        </p:attrNameLst>
                                      </p:cBhvr>
                                      <p:to>
                                        <p:strVal val="visible"/>
                                      </p:to>
                                    </p:set>
                                    <p:animEffect transition="in" filter="wipe(left)">
                                      <p:cBhvr>
                                        <p:cTn id="18" dur="2000"/>
                                        <p:tgtEl>
                                          <p:spTgt spid="3075"/>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163"/>
                                        </p:tgtEl>
                                        <p:attrNameLst>
                                          <p:attrName>style.visibility</p:attrName>
                                        </p:attrNameLst>
                                      </p:cBhvr>
                                      <p:to>
                                        <p:strVal val="visible"/>
                                      </p:to>
                                    </p:set>
                                    <p:anim calcmode="lin" valueType="num">
                                      <p:cBhvr>
                                        <p:cTn id="23" dur="1000" fill="hold"/>
                                        <p:tgtEl>
                                          <p:spTgt spid="3163"/>
                                        </p:tgtEl>
                                        <p:attrNameLst>
                                          <p:attrName>ppt_w</p:attrName>
                                        </p:attrNameLst>
                                      </p:cBhvr>
                                      <p:tavLst>
                                        <p:tav tm="0">
                                          <p:val>
                                            <p:fltVal val="0"/>
                                          </p:val>
                                        </p:tav>
                                        <p:tav tm="100000">
                                          <p:val>
                                            <p:strVal val="#ppt_w"/>
                                          </p:val>
                                        </p:tav>
                                      </p:tavLst>
                                    </p:anim>
                                    <p:anim calcmode="lin" valueType="num">
                                      <p:cBhvr>
                                        <p:cTn id="24" dur="1000" fill="hold"/>
                                        <p:tgtEl>
                                          <p:spTgt spid="3163"/>
                                        </p:tgtEl>
                                        <p:attrNameLst>
                                          <p:attrName>ppt_h</p:attrName>
                                        </p:attrNameLst>
                                      </p:cBhvr>
                                      <p:tavLst>
                                        <p:tav tm="0">
                                          <p:val>
                                            <p:fltVal val="0"/>
                                          </p:val>
                                        </p:tav>
                                        <p:tav tm="100000">
                                          <p:val>
                                            <p:strVal val="#ppt_h"/>
                                          </p:val>
                                        </p:tav>
                                      </p:tavLst>
                                    </p:anim>
                                    <p:anim calcmode="lin" valueType="num">
                                      <p:cBhvr>
                                        <p:cTn id="25" dur="1000" fill="hold"/>
                                        <p:tgtEl>
                                          <p:spTgt spid="3163"/>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16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164"/>
                                        </p:tgtEl>
                                        <p:attrNameLst>
                                          <p:attrName>style.visibility</p:attrName>
                                        </p:attrNameLst>
                                      </p:cBhvr>
                                      <p:to>
                                        <p:strVal val="visible"/>
                                      </p:to>
                                    </p:set>
                                    <p:animEffect transition="in" filter="wipe(left)">
                                      <p:cBhvr>
                                        <p:cTn id="31" dur="2000"/>
                                        <p:tgtEl>
                                          <p:spTgt spid="316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165"/>
                                        </p:tgtEl>
                                        <p:attrNameLst>
                                          <p:attrName>style.visibility</p:attrName>
                                        </p:attrNameLst>
                                      </p:cBhvr>
                                      <p:to>
                                        <p:strVal val="visible"/>
                                      </p:to>
                                    </p:set>
                                    <p:animEffect transition="in" filter="wipe(left)">
                                      <p:cBhvr>
                                        <p:cTn id="36" dur="2000"/>
                                        <p:tgtEl>
                                          <p:spTgt spid="316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166"/>
                                        </p:tgtEl>
                                        <p:attrNameLst>
                                          <p:attrName>style.visibility</p:attrName>
                                        </p:attrNameLst>
                                      </p:cBhvr>
                                      <p:to>
                                        <p:strVal val="visible"/>
                                      </p:to>
                                    </p:set>
                                    <p:animEffect transition="in" filter="wipe(left)">
                                      <p:cBhvr>
                                        <p:cTn id="41" dur="2000"/>
                                        <p:tgtEl>
                                          <p:spTgt spid="316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3167"/>
                                        </p:tgtEl>
                                        <p:attrNameLst>
                                          <p:attrName>style.visibility</p:attrName>
                                        </p:attrNameLst>
                                      </p:cBhvr>
                                      <p:to>
                                        <p:strVal val="visible"/>
                                      </p:to>
                                    </p:set>
                                    <p:animEffect transition="in" filter="wipe(up)">
                                      <p:cBhvr>
                                        <p:cTn id="46" dur="2000"/>
                                        <p:tgtEl>
                                          <p:spTgt spid="3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075" grpId="0"/>
      <p:bldP spid="316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7" name="Text Box 9"/>
          <p:cNvSpPr txBox="1"/>
          <p:nvPr/>
        </p:nvSpPr>
        <p:spPr>
          <a:xfrm>
            <a:off x="827088" y="2852738"/>
            <a:ext cx="1223962" cy="519112"/>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2</a:t>
            </a:r>
          </a:p>
        </p:txBody>
      </p:sp>
      <p:sp>
        <p:nvSpPr>
          <p:cNvPr id="119818" name="Text Box 10"/>
          <p:cNvSpPr txBox="1"/>
          <p:nvPr/>
        </p:nvSpPr>
        <p:spPr>
          <a:xfrm>
            <a:off x="2195513" y="2852738"/>
            <a:ext cx="3254375" cy="519112"/>
          </a:xfrm>
          <a:prstGeom prst="rect">
            <a:avLst/>
          </a:prstGeom>
          <a:noFill/>
          <a:ln w="19050">
            <a:noFill/>
          </a:ln>
        </p:spPr>
        <p:txBody>
          <a:bodyPr wrap="none" lIns="198000" rIns="198000">
            <a:spAutoFit/>
          </a:bodyPr>
          <a:lstStyle/>
          <a:p>
            <a:pPr eaLnBrk="1" hangingPunct="1"/>
            <a:r>
              <a:rPr lang="zh-CN" altLang="en-US" b="1" dirty="0">
                <a:latin typeface="Times New Roman" panose="02020603050405020304" pitchFamily="18" charset="0"/>
              </a:rPr>
              <a:t>画出去耦等效电路</a:t>
            </a:r>
          </a:p>
        </p:txBody>
      </p:sp>
      <p:graphicFrame>
        <p:nvGraphicFramePr>
          <p:cNvPr id="119819" name="Object 11"/>
          <p:cNvGraphicFramePr>
            <a:graphicFrameLocks noChangeAspect="1"/>
          </p:cNvGraphicFramePr>
          <p:nvPr/>
        </p:nvGraphicFramePr>
        <p:xfrm>
          <a:off x="2051050" y="3357563"/>
          <a:ext cx="4505325" cy="989012"/>
        </p:xfrm>
        <a:graphic>
          <a:graphicData uri="http://schemas.openxmlformats.org/presentationml/2006/ole">
            <mc:AlternateContent xmlns:mc="http://schemas.openxmlformats.org/markup-compatibility/2006">
              <mc:Choice xmlns:v="urn:schemas-microsoft-com:vml" Requires="v">
                <p:oleObj r:id="rId2" imgW="2207895" imgH="483235" progId="Equation.3">
                  <p:embed/>
                </p:oleObj>
              </mc:Choice>
              <mc:Fallback>
                <p:oleObj r:id="rId2" imgW="2207895" imgH="483235" progId="Equation.3">
                  <p:embed/>
                  <p:pic>
                    <p:nvPicPr>
                      <p:cNvPr id="0" name="图片 3281"/>
                      <p:cNvPicPr/>
                      <p:nvPr/>
                    </p:nvPicPr>
                    <p:blipFill>
                      <a:blip r:embed="rId3">
                        <a:clrChange>
                          <a:clrFrom>
                            <a:srgbClr val="000000"/>
                          </a:clrFrom>
                          <a:clrTo>
                            <a:srgbClr val="FFFFFF"/>
                          </a:clrTo>
                        </a:clrChange>
                      </a:blip>
                      <a:stretch>
                        <a:fillRect/>
                      </a:stretch>
                    </p:blipFill>
                    <p:spPr>
                      <a:xfrm>
                        <a:off x="2051050" y="3357563"/>
                        <a:ext cx="4505325" cy="989012"/>
                      </a:xfrm>
                      <a:prstGeom prst="rect">
                        <a:avLst/>
                      </a:prstGeom>
                      <a:noFill/>
                      <a:ln w="38100">
                        <a:noFill/>
                        <a:miter/>
                      </a:ln>
                    </p:spPr>
                  </p:pic>
                </p:oleObj>
              </mc:Fallback>
            </mc:AlternateContent>
          </a:graphicData>
        </a:graphic>
      </p:graphicFrame>
      <p:grpSp>
        <p:nvGrpSpPr>
          <p:cNvPr id="67589" name="Group 12"/>
          <p:cNvGrpSpPr/>
          <p:nvPr/>
        </p:nvGrpSpPr>
        <p:grpSpPr>
          <a:xfrm>
            <a:off x="8316913" y="6446838"/>
            <a:ext cx="792162" cy="366712"/>
            <a:chOff x="5193" y="4020"/>
            <a:chExt cx="499" cy="231"/>
          </a:xfrm>
        </p:grpSpPr>
        <p:pic>
          <p:nvPicPr>
            <p:cNvPr id="67666" name="Picture 13"/>
            <p:cNvPicPr>
              <a:picLocks noChangeAspect="1"/>
            </p:cNvPicPr>
            <p:nvPr/>
          </p:nvPicPr>
          <p:blipFill>
            <a:blip r:embed="rId4"/>
            <a:stretch>
              <a:fillRect/>
            </a:stretch>
          </p:blipFill>
          <p:spPr>
            <a:xfrm>
              <a:off x="5193" y="4066"/>
              <a:ext cx="499" cy="181"/>
            </a:xfrm>
            <a:prstGeom prst="rect">
              <a:avLst/>
            </a:prstGeom>
            <a:noFill/>
            <a:ln w="9525">
              <a:noFill/>
            </a:ln>
          </p:spPr>
        </p:pic>
        <p:sp>
          <p:nvSpPr>
            <p:cNvPr id="67667" name="Text Box 1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7590" name="Group 15"/>
          <p:cNvGrpSpPr/>
          <p:nvPr/>
        </p:nvGrpSpPr>
        <p:grpSpPr>
          <a:xfrm>
            <a:off x="7453313" y="6446838"/>
            <a:ext cx="792162" cy="366712"/>
            <a:chOff x="4649" y="4020"/>
            <a:chExt cx="499" cy="231"/>
          </a:xfrm>
        </p:grpSpPr>
        <p:pic>
          <p:nvPicPr>
            <p:cNvPr id="67664" name="Picture 16"/>
            <p:cNvPicPr>
              <a:picLocks noChangeAspect="1"/>
            </p:cNvPicPr>
            <p:nvPr/>
          </p:nvPicPr>
          <p:blipFill>
            <a:blip r:embed="rId4"/>
            <a:stretch>
              <a:fillRect/>
            </a:stretch>
          </p:blipFill>
          <p:spPr>
            <a:xfrm>
              <a:off x="4649" y="4066"/>
              <a:ext cx="499" cy="181"/>
            </a:xfrm>
            <a:prstGeom prst="rect">
              <a:avLst/>
            </a:prstGeom>
            <a:noFill/>
            <a:ln w="9525">
              <a:noFill/>
            </a:ln>
          </p:spPr>
        </p:pic>
        <p:sp>
          <p:nvSpPr>
            <p:cNvPr id="67665" name="Text Box 1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67591" name="Group 18"/>
          <p:cNvGrpSpPr/>
          <p:nvPr/>
        </p:nvGrpSpPr>
        <p:grpSpPr>
          <a:xfrm>
            <a:off x="6588125" y="6446838"/>
            <a:ext cx="792163" cy="366712"/>
            <a:chOff x="4649" y="4020"/>
            <a:chExt cx="499" cy="231"/>
          </a:xfrm>
        </p:grpSpPr>
        <p:pic>
          <p:nvPicPr>
            <p:cNvPr id="67662" name="Picture 19"/>
            <p:cNvPicPr>
              <a:picLocks noChangeAspect="1"/>
            </p:cNvPicPr>
            <p:nvPr/>
          </p:nvPicPr>
          <p:blipFill>
            <a:blip r:embed="rId4"/>
            <a:stretch>
              <a:fillRect/>
            </a:stretch>
          </p:blipFill>
          <p:spPr>
            <a:xfrm>
              <a:off x="4649" y="4066"/>
              <a:ext cx="499" cy="181"/>
            </a:xfrm>
            <a:prstGeom prst="rect">
              <a:avLst/>
            </a:prstGeom>
            <a:noFill/>
            <a:ln w="9525">
              <a:noFill/>
            </a:ln>
          </p:spPr>
        </p:pic>
        <p:sp>
          <p:nvSpPr>
            <p:cNvPr id="67663" name="Text Box 20">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19829" name="Group 21"/>
          <p:cNvGrpSpPr/>
          <p:nvPr/>
        </p:nvGrpSpPr>
        <p:grpSpPr>
          <a:xfrm>
            <a:off x="971550" y="836613"/>
            <a:ext cx="3335338" cy="1830387"/>
            <a:chOff x="567" y="618"/>
            <a:chExt cx="2101" cy="1153"/>
          </a:xfrm>
        </p:grpSpPr>
        <p:sp>
          <p:nvSpPr>
            <p:cNvPr id="67629" name="Oval 22"/>
            <p:cNvSpPr/>
            <p:nvPr/>
          </p:nvSpPr>
          <p:spPr>
            <a:xfrm>
              <a:off x="612" y="103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7630" name="Line 23"/>
            <p:cNvSpPr/>
            <p:nvPr/>
          </p:nvSpPr>
          <p:spPr>
            <a:xfrm>
              <a:off x="1656" y="1399"/>
              <a:ext cx="0" cy="227"/>
            </a:xfrm>
            <a:prstGeom prst="line">
              <a:avLst/>
            </a:prstGeom>
            <a:ln w="28575" cap="flat" cmpd="sng">
              <a:solidFill>
                <a:srgbClr val="FFCC00"/>
              </a:solidFill>
              <a:prstDash val="solid"/>
              <a:headEnd type="none" w="med" len="med"/>
              <a:tailEnd type="none" w="med" len="med"/>
            </a:ln>
          </p:spPr>
        </p:sp>
        <p:sp>
          <p:nvSpPr>
            <p:cNvPr id="67631" name="Line 24"/>
            <p:cNvSpPr/>
            <p:nvPr/>
          </p:nvSpPr>
          <p:spPr>
            <a:xfrm>
              <a:off x="1656" y="854"/>
              <a:ext cx="0" cy="182"/>
            </a:xfrm>
            <a:prstGeom prst="line">
              <a:avLst/>
            </a:prstGeom>
            <a:ln w="28575" cap="flat" cmpd="sng">
              <a:solidFill>
                <a:srgbClr val="FFCC00"/>
              </a:solidFill>
              <a:prstDash val="solid"/>
              <a:headEnd type="none" w="med" len="med"/>
              <a:tailEnd type="none" w="med" len="med"/>
            </a:ln>
          </p:spPr>
        </p:sp>
        <p:sp>
          <p:nvSpPr>
            <p:cNvPr id="67632" name="Line 25"/>
            <p:cNvSpPr/>
            <p:nvPr/>
          </p:nvSpPr>
          <p:spPr>
            <a:xfrm flipH="1">
              <a:off x="2017" y="1380"/>
              <a:ext cx="0" cy="245"/>
            </a:xfrm>
            <a:prstGeom prst="line">
              <a:avLst/>
            </a:prstGeom>
            <a:ln w="28575" cap="flat" cmpd="sng">
              <a:solidFill>
                <a:srgbClr val="FFCC00"/>
              </a:solidFill>
              <a:prstDash val="solid"/>
              <a:headEnd type="none" w="med" len="med"/>
              <a:tailEnd type="none" w="med" len="med"/>
            </a:ln>
          </p:spPr>
        </p:sp>
        <p:sp>
          <p:nvSpPr>
            <p:cNvPr id="67633" name="Line 26"/>
            <p:cNvSpPr/>
            <p:nvPr/>
          </p:nvSpPr>
          <p:spPr>
            <a:xfrm flipH="1">
              <a:off x="2018" y="857"/>
              <a:ext cx="0" cy="179"/>
            </a:xfrm>
            <a:prstGeom prst="line">
              <a:avLst/>
            </a:prstGeom>
            <a:ln w="28575" cap="flat" cmpd="sng">
              <a:solidFill>
                <a:srgbClr val="FFCC00"/>
              </a:solidFill>
              <a:prstDash val="solid"/>
              <a:headEnd type="none" w="med" len="med"/>
              <a:tailEnd type="none" w="med" len="med"/>
            </a:ln>
          </p:spPr>
        </p:sp>
        <p:sp>
          <p:nvSpPr>
            <p:cNvPr id="67634" name="Line 27"/>
            <p:cNvSpPr/>
            <p:nvPr/>
          </p:nvSpPr>
          <p:spPr>
            <a:xfrm flipV="1">
              <a:off x="2018" y="1626"/>
              <a:ext cx="647" cy="1"/>
            </a:xfrm>
            <a:prstGeom prst="line">
              <a:avLst/>
            </a:prstGeom>
            <a:ln w="28575" cap="flat" cmpd="sng">
              <a:solidFill>
                <a:srgbClr val="FFCC00"/>
              </a:solidFill>
              <a:prstDash val="solid"/>
              <a:headEnd type="none" w="med" len="med"/>
              <a:tailEnd type="none" w="med" len="med"/>
            </a:ln>
          </p:spPr>
        </p:sp>
        <p:sp>
          <p:nvSpPr>
            <p:cNvPr id="67635" name="Text Box 28"/>
            <p:cNvSpPr txBox="1"/>
            <p:nvPr/>
          </p:nvSpPr>
          <p:spPr>
            <a:xfrm>
              <a:off x="1429" y="854"/>
              <a:ext cx="228" cy="327"/>
            </a:xfrm>
            <a:prstGeom prst="rect">
              <a:avLst/>
            </a:prstGeom>
            <a:noFill/>
            <a:ln w="2857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7636" name="Text Box 29"/>
            <p:cNvSpPr txBox="1"/>
            <p:nvPr/>
          </p:nvSpPr>
          <p:spPr>
            <a:xfrm>
              <a:off x="2018" y="854"/>
              <a:ext cx="181"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7637" name="Text Box 30"/>
            <p:cNvSpPr txBox="1"/>
            <p:nvPr/>
          </p:nvSpPr>
          <p:spPr>
            <a:xfrm>
              <a:off x="1383" y="1081"/>
              <a:ext cx="317" cy="327"/>
            </a:xfrm>
            <a:prstGeom prst="rect">
              <a:avLst/>
            </a:prstGeom>
            <a:noFill/>
            <a:ln w="2857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7638" name="Arc 31"/>
            <p:cNvSpPr/>
            <p:nvPr/>
          </p:nvSpPr>
          <p:spPr>
            <a:xfrm rot="-10800000" flipV="1">
              <a:off x="1565" y="718"/>
              <a:ext cx="166" cy="163"/>
            </a:xfrm>
            <a:custGeom>
              <a:avLst/>
              <a:gdLst/>
              <a:ahLst/>
              <a:cxnLst>
                <a:cxn ang="0">
                  <a:pos x="37" y="0"/>
                </a:cxn>
                <a:cxn ang="0">
                  <a:pos x="166" y="117"/>
                </a:cxn>
                <a:cxn ang="0">
                  <a:pos x="0" y="163"/>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67639" name="Arc 32"/>
            <p:cNvSpPr/>
            <p:nvPr/>
          </p:nvSpPr>
          <p:spPr>
            <a:xfrm rot="10800000" flipH="1" flipV="1">
              <a:off x="1928" y="718"/>
              <a:ext cx="167" cy="162"/>
            </a:xfrm>
            <a:custGeom>
              <a:avLst/>
              <a:gdLst/>
              <a:ahLst/>
              <a:cxnLst>
                <a:cxn ang="0">
                  <a:pos x="37" y="0"/>
                </a:cxn>
                <a:cxn ang="0">
                  <a:pos x="167" y="116"/>
                </a:cxn>
                <a:cxn ang="0">
                  <a:pos x="0" y="162"/>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67640" name="Line 33"/>
            <p:cNvSpPr/>
            <p:nvPr/>
          </p:nvSpPr>
          <p:spPr>
            <a:xfrm flipV="1">
              <a:off x="2017" y="851"/>
              <a:ext cx="651" cy="6"/>
            </a:xfrm>
            <a:prstGeom prst="line">
              <a:avLst/>
            </a:prstGeom>
            <a:ln w="28575" cap="flat" cmpd="sng">
              <a:solidFill>
                <a:srgbClr val="FFCC00"/>
              </a:solidFill>
              <a:prstDash val="solid"/>
              <a:headEnd type="none" w="med" len="med"/>
              <a:tailEnd type="none" w="med" len="med"/>
            </a:ln>
          </p:spPr>
        </p:sp>
        <p:sp>
          <p:nvSpPr>
            <p:cNvPr id="67641" name="Text Box 34"/>
            <p:cNvSpPr txBox="1"/>
            <p:nvPr/>
          </p:nvSpPr>
          <p:spPr>
            <a:xfrm>
              <a:off x="584" y="628"/>
              <a:ext cx="255"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a:t>
              </a:r>
              <a:endPar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7642" name="Text Box 35"/>
            <p:cNvSpPr txBox="1"/>
            <p:nvPr/>
          </p:nvSpPr>
          <p:spPr>
            <a:xfrm>
              <a:off x="1656" y="618"/>
              <a:ext cx="315" cy="327"/>
            </a:xfrm>
            <a:prstGeom prst="rect">
              <a:avLst/>
            </a:prstGeom>
            <a:noFill/>
            <a:ln w="2857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M</a:t>
              </a:r>
            </a:p>
          </p:txBody>
        </p:sp>
        <p:sp>
          <p:nvSpPr>
            <p:cNvPr id="67643" name="Line 36"/>
            <p:cNvSpPr/>
            <p:nvPr/>
          </p:nvSpPr>
          <p:spPr>
            <a:xfrm flipH="1">
              <a:off x="794" y="1626"/>
              <a:ext cx="865" cy="1"/>
            </a:xfrm>
            <a:prstGeom prst="line">
              <a:avLst/>
            </a:prstGeom>
            <a:ln w="28575" cap="flat" cmpd="sng">
              <a:solidFill>
                <a:srgbClr val="FFCC00"/>
              </a:solidFill>
              <a:prstDash val="solid"/>
              <a:headEnd type="none" w="med" len="med"/>
              <a:tailEnd type="none" w="med" len="med"/>
            </a:ln>
          </p:spPr>
        </p:sp>
        <p:sp>
          <p:nvSpPr>
            <p:cNvPr id="67644" name="Text Box 37"/>
            <p:cNvSpPr txBox="1"/>
            <p:nvPr/>
          </p:nvSpPr>
          <p:spPr>
            <a:xfrm>
              <a:off x="930" y="809"/>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7645" name="Text Box 38"/>
            <p:cNvSpPr txBox="1"/>
            <p:nvPr/>
          </p:nvSpPr>
          <p:spPr>
            <a:xfrm>
              <a:off x="884" y="135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7646" name="Object 39"/>
            <p:cNvGraphicFramePr>
              <a:graphicFrameLocks noChangeAspect="1"/>
            </p:cNvGraphicFramePr>
            <p:nvPr/>
          </p:nvGraphicFramePr>
          <p:xfrm>
            <a:off x="975" y="988"/>
            <a:ext cx="253" cy="383"/>
          </p:xfrm>
          <a:graphic>
            <a:graphicData uri="http://schemas.openxmlformats.org/presentationml/2006/ole">
              <mc:AlternateContent xmlns:mc="http://schemas.openxmlformats.org/markup-compatibility/2006">
                <mc:Choice xmlns:v="urn:schemas-microsoft-com:vml" Requires="v">
                  <p:oleObj r:id="rId5" imgW="222885" imgH="312420" progId="Equation.3">
                    <p:embed/>
                  </p:oleObj>
                </mc:Choice>
                <mc:Fallback>
                  <p:oleObj r:id="rId5" imgW="222885" imgH="312420" progId="Equation.3">
                    <p:embed/>
                    <p:pic>
                      <p:nvPicPr>
                        <p:cNvPr id="0" name="图片 3280"/>
                        <p:cNvPicPr/>
                        <p:nvPr/>
                      </p:nvPicPr>
                      <p:blipFill>
                        <a:blip r:embed="rId6">
                          <a:clrChange>
                            <a:clrFrom>
                              <a:srgbClr val="000000"/>
                            </a:clrFrom>
                            <a:clrTo>
                              <a:srgbClr val="FFFFFF"/>
                            </a:clrTo>
                          </a:clrChange>
                        </a:blip>
                        <a:stretch>
                          <a:fillRect/>
                        </a:stretch>
                      </p:blipFill>
                      <p:spPr>
                        <a:xfrm>
                          <a:off x="975" y="988"/>
                          <a:ext cx="253" cy="383"/>
                        </a:xfrm>
                        <a:prstGeom prst="rect">
                          <a:avLst/>
                        </a:prstGeom>
                        <a:noFill/>
                        <a:ln w="38100">
                          <a:noFill/>
                          <a:miter/>
                        </a:ln>
                      </p:spPr>
                    </p:pic>
                  </p:oleObj>
                </mc:Fallback>
              </mc:AlternateContent>
            </a:graphicData>
          </a:graphic>
        </p:graphicFrame>
        <p:sp>
          <p:nvSpPr>
            <p:cNvPr id="67647" name="Line 40"/>
            <p:cNvSpPr/>
            <p:nvPr/>
          </p:nvSpPr>
          <p:spPr>
            <a:xfrm>
              <a:off x="806" y="838"/>
              <a:ext cx="0" cy="786"/>
            </a:xfrm>
            <a:prstGeom prst="line">
              <a:avLst/>
            </a:prstGeom>
            <a:ln w="28575" cap="flat" cmpd="sng">
              <a:solidFill>
                <a:srgbClr val="FFCC00"/>
              </a:solidFill>
              <a:prstDash val="solid"/>
              <a:headEnd type="none" w="med" len="med"/>
              <a:tailEnd type="none" w="med" len="med"/>
            </a:ln>
          </p:spPr>
        </p:sp>
        <p:sp>
          <p:nvSpPr>
            <p:cNvPr id="67648" name="Line 41"/>
            <p:cNvSpPr/>
            <p:nvPr/>
          </p:nvSpPr>
          <p:spPr>
            <a:xfrm flipV="1">
              <a:off x="2654" y="851"/>
              <a:ext cx="11" cy="775"/>
            </a:xfrm>
            <a:prstGeom prst="line">
              <a:avLst/>
            </a:prstGeom>
            <a:ln w="28575" cap="flat" cmpd="sng">
              <a:solidFill>
                <a:srgbClr val="FFCC00"/>
              </a:solidFill>
              <a:prstDash val="solid"/>
              <a:headEnd type="none" w="med" len="med"/>
              <a:tailEnd type="none" w="med" len="med"/>
            </a:ln>
          </p:spPr>
        </p:sp>
        <p:sp>
          <p:nvSpPr>
            <p:cNvPr id="67649" name="Text Box 42"/>
            <p:cNvSpPr txBox="1"/>
            <p:nvPr/>
          </p:nvSpPr>
          <p:spPr>
            <a:xfrm>
              <a:off x="567" y="1444"/>
              <a:ext cx="447"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b</a:t>
              </a:r>
            </a:p>
          </p:txBody>
        </p:sp>
        <p:sp>
          <p:nvSpPr>
            <p:cNvPr id="67650" name="Text Box 43"/>
            <p:cNvSpPr txBox="1"/>
            <p:nvPr/>
          </p:nvSpPr>
          <p:spPr>
            <a:xfrm>
              <a:off x="2018" y="1081"/>
              <a:ext cx="317" cy="327"/>
            </a:xfrm>
            <a:prstGeom prst="rect">
              <a:avLst/>
            </a:prstGeom>
            <a:noFill/>
            <a:ln w="28575">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7651" name="Line 44"/>
            <p:cNvSpPr/>
            <p:nvPr/>
          </p:nvSpPr>
          <p:spPr>
            <a:xfrm flipV="1">
              <a:off x="794" y="854"/>
              <a:ext cx="862" cy="1"/>
            </a:xfrm>
            <a:prstGeom prst="line">
              <a:avLst/>
            </a:prstGeom>
            <a:ln w="28575" cap="flat" cmpd="sng">
              <a:solidFill>
                <a:srgbClr val="FFCC00"/>
              </a:solidFill>
              <a:prstDash val="solid"/>
              <a:headEnd type="none" w="med" len="med"/>
              <a:tailEnd type="none" w="med" len="med"/>
            </a:ln>
          </p:spPr>
        </p:sp>
        <p:grpSp>
          <p:nvGrpSpPr>
            <p:cNvPr id="67652" name="Group 45"/>
            <p:cNvGrpSpPr/>
            <p:nvPr/>
          </p:nvGrpSpPr>
          <p:grpSpPr>
            <a:xfrm>
              <a:off x="1927" y="1026"/>
              <a:ext cx="91" cy="363"/>
              <a:chOff x="1565" y="2614"/>
              <a:chExt cx="90" cy="486"/>
            </a:xfrm>
          </p:grpSpPr>
          <p:sp>
            <p:nvSpPr>
              <p:cNvPr id="67658" name="Arc 4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59" name="Arc 4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60" name="Arc 4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61" name="Arc 4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67653" name="Group 50"/>
            <p:cNvGrpSpPr/>
            <p:nvPr/>
          </p:nvGrpSpPr>
          <p:grpSpPr>
            <a:xfrm rot="10800000">
              <a:off x="1655" y="1026"/>
              <a:ext cx="90" cy="363"/>
              <a:chOff x="1565" y="2614"/>
              <a:chExt cx="90" cy="486"/>
            </a:xfrm>
          </p:grpSpPr>
          <p:sp>
            <p:nvSpPr>
              <p:cNvPr id="67654" name="Arc 5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55" name="Arc 5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56" name="Arc 5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57" name="Arc 5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119899" name="Group 91"/>
          <p:cNvGrpSpPr/>
          <p:nvPr/>
        </p:nvGrpSpPr>
        <p:grpSpPr>
          <a:xfrm>
            <a:off x="4787900" y="549275"/>
            <a:ext cx="3671888" cy="2190750"/>
            <a:chOff x="3016" y="346"/>
            <a:chExt cx="2313" cy="1380"/>
          </a:xfrm>
        </p:grpSpPr>
        <p:sp>
          <p:nvSpPr>
            <p:cNvPr id="67596" name="Text Box 57"/>
            <p:cNvSpPr txBox="1"/>
            <p:nvPr/>
          </p:nvSpPr>
          <p:spPr>
            <a:xfrm>
              <a:off x="3560" y="346"/>
              <a:ext cx="702"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r>
                <a:rPr lang="zh-CN" altLang="en-US" sz="2000" dirty="0">
                  <a:solidFill>
                    <a:schemeClr val="bg1"/>
                  </a:solidFill>
                  <a:latin typeface="Times New Roman" panose="02020603050405020304" pitchFamily="18" charset="0"/>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r>
                <a:rPr lang="en-US" altLang="zh-CN" baseline="-25000" dirty="0">
                  <a:solidFill>
                    <a:schemeClr val="bg1"/>
                  </a:solidFill>
                  <a:latin typeface="Times New Roman" panose="02020603050405020304" pitchFamily="18" charset="0"/>
                  <a:ea typeface="宋体" panose="02010600030101010101" pitchFamily="2" charset="-122"/>
                </a:rPr>
                <a:t> </a:t>
              </a:r>
            </a:p>
          </p:txBody>
        </p:sp>
        <p:sp>
          <p:nvSpPr>
            <p:cNvPr id="67597" name="Text Box 58"/>
            <p:cNvSpPr txBox="1"/>
            <p:nvPr/>
          </p:nvSpPr>
          <p:spPr>
            <a:xfrm>
              <a:off x="4331" y="346"/>
              <a:ext cx="998"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r>
                <a:rPr lang="zh-CN" altLang="en-US" sz="2000" dirty="0">
                  <a:solidFill>
                    <a:schemeClr val="bg1"/>
                  </a:solidFill>
                  <a:latin typeface="Times New Roman" panose="02020603050405020304" pitchFamily="18" charset="0"/>
                  <a:ea typeface="宋体" panose="02010600030101010101" pitchFamily="2" charset="-122"/>
                </a:rPr>
                <a:t>－</a:t>
              </a:r>
              <a:r>
                <a:rPr lang="en-US" altLang="zh-CN" i="1" dirty="0">
                  <a:solidFill>
                    <a:schemeClr val="bg1"/>
                  </a:solidFill>
                  <a:latin typeface="Times New Roman" panose="02020603050405020304" pitchFamily="18" charset="0"/>
                  <a:ea typeface="宋体" panose="02010600030101010101" pitchFamily="2" charset="-122"/>
                </a:rPr>
                <a:t>M</a:t>
              </a:r>
            </a:p>
          </p:txBody>
        </p:sp>
        <p:grpSp>
          <p:nvGrpSpPr>
            <p:cNvPr id="67598" name="Group 90"/>
            <p:cNvGrpSpPr/>
            <p:nvPr/>
          </p:nvGrpSpPr>
          <p:grpSpPr>
            <a:xfrm>
              <a:off x="3016" y="537"/>
              <a:ext cx="2133" cy="1189"/>
              <a:chOff x="3016" y="537"/>
              <a:chExt cx="2133" cy="1189"/>
            </a:xfrm>
          </p:grpSpPr>
          <p:sp>
            <p:nvSpPr>
              <p:cNvPr id="67599" name="Oval 56"/>
              <p:cNvSpPr/>
              <p:nvPr/>
            </p:nvSpPr>
            <p:spPr>
              <a:xfrm>
                <a:off x="3061" y="94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7600" name="Line 59"/>
              <p:cNvSpPr/>
              <p:nvPr/>
            </p:nvSpPr>
            <p:spPr>
              <a:xfrm>
                <a:off x="3243" y="764"/>
                <a:ext cx="0" cy="862"/>
              </a:xfrm>
              <a:prstGeom prst="line">
                <a:avLst/>
              </a:prstGeom>
              <a:ln w="28575" cap="flat" cmpd="sng">
                <a:solidFill>
                  <a:srgbClr val="FFCC00"/>
                </a:solidFill>
                <a:prstDash val="solid"/>
                <a:headEnd type="none" w="med" len="med"/>
                <a:tailEnd type="none" w="med" len="med"/>
              </a:ln>
            </p:spPr>
          </p:sp>
          <p:sp>
            <p:nvSpPr>
              <p:cNvPr id="67601" name="Line 60"/>
              <p:cNvSpPr/>
              <p:nvPr/>
            </p:nvSpPr>
            <p:spPr>
              <a:xfrm>
                <a:off x="3243" y="1626"/>
                <a:ext cx="1905" cy="0"/>
              </a:xfrm>
              <a:prstGeom prst="line">
                <a:avLst/>
              </a:prstGeom>
              <a:ln w="28575" cap="flat" cmpd="sng">
                <a:solidFill>
                  <a:srgbClr val="FFCC00"/>
                </a:solidFill>
                <a:prstDash val="solid"/>
                <a:headEnd type="none" w="med" len="med"/>
                <a:tailEnd type="none" w="med" len="med"/>
              </a:ln>
            </p:spPr>
          </p:sp>
          <p:sp>
            <p:nvSpPr>
              <p:cNvPr id="67602" name="Text Box 61"/>
              <p:cNvSpPr txBox="1"/>
              <p:nvPr/>
            </p:nvSpPr>
            <p:spPr>
              <a:xfrm>
                <a:off x="3379" y="718"/>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67603" name="Text Box 62"/>
              <p:cNvSpPr txBox="1"/>
              <p:nvPr/>
            </p:nvSpPr>
            <p:spPr>
              <a:xfrm>
                <a:off x="3379" y="1308"/>
                <a:ext cx="26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r>
                  <a:rPr lang="en-US" altLang="zh-CN" baseline="-25000" dirty="0">
                    <a:solidFill>
                      <a:schemeClr val="bg1"/>
                    </a:solidFill>
                    <a:latin typeface="Times New Roman" panose="02020603050405020304" pitchFamily="18" charset="0"/>
                    <a:ea typeface="宋体" panose="02010600030101010101" pitchFamily="2" charset="-122"/>
                  </a:rPr>
                  <a:t> </a:t>
                </a:r>
              </a:p>
            </p:txBody>
          </p:sp>
          <p:graphicFrame>
            <p:nvGraphicFramePr>
              <p:cNvPr id="67604" name="Object 63"/>
              <p:cNvGraphicFramePr>
                <a:graphicFrameLocks noChangeAspect="1"/>
              </p:cNvGraphicFramePr>
              <p:nvPr/>
            </p:nvGraphicFramePr>
            <p:xfrm>
              <a:off x="3439" y="1007"/>
              <a:ext cx="237" cy="300"/>
            </p:xfrm>
            <a:graphic>
              <a:graphicData uri="http://schemas.openxmlformats.org/presentationml/2006/ole">
                <mc:AlternateContent xmlns:mc="http://schemas.openxmlformats.org/markup-compatibility/2006">
                  <mc:Choice xmlns:v="urn:schemas-microsoft-com:vml" Requires="v">
                    <p:oleObj r:id="rId7" imgW="186055" imgH="238125" progId="Equation.3">
                      <p:embed/>
                    </p:oleObj>
                  </mc:Choice>
                  <mc:Fallback>
                    <p:oleObj r:id="rId7" imgW="186055" imgH="238125" progId="Equation.3">
                      <p:embed/>
                      <p:pic>
                        <p:nvPicPr>
                          <p:cNvPr id="0" name="图片 3282"/>
                          <p:cNvPicPr/>
                          <p:nvPr/>
                        </p:nvPicPr>
                        <p:blipFill>
                          <a:blip r:embed="rId8">
                            <a:clrChange>
                              <a:clrFrom>
                                <a:srgbClr val="000000"/>
                              </a:clrFrom>
                              <a:clrTo>
                                <a:srgbClr val="FFFFFF"/>
                              </a:clrTo>
                            </a:clrChange>
                          </a:blip>
                          <a:stretch>
                            <a:fillRect/>
                          </a:stretch>
                        </p:blipFill>
                        <p:spPr>
                          <a:xfrm>
                            <a:off x="3439" y="1007"/>
                            <a:ext cx="237" cy="300"/>
                          </a:xfrm>
                          <a:prstGeom prst="rect">
                            <a:avLst/>
                          </a:prstGeom>
                          <a:noFill/>
                          <a:ln w="38100">
                            <a:noFill/>
                            <a:miter/>
                          </a:ln>
                        </p:spPr>
                      </p:pic>
                    </p:oleObj>
                  </mc:Fallback>
                </mc:AlternateContent>
              </a:graphicData>
            </a:graphic>
          </p:graphicFrame>
          <p:sp>
            <p:nvSpPr>
              <p:cNvPr id="67605" name="Line 64"/>
              <p:cNvSpPr/>
              <p:nvPr/>
            </p:nvSpPr>
            <p:spPr>
              <a:xfrm flipH="1">
                <a:off x="5148" y="764"/>
                <a:ext cx="1" cy="862"/>
              </a:xfrm>
              <a:prstGeom prst="line">
                <a:avLst/>
              </a:prstGeom>
              <a:ln w="28575" cap="flat" cmpd="sng">
                <a:solidFill>
                  <a:srgbClr val="FFCC00"/>
                </a:solidFill>
                <a:prstDash val="solid"/>
                <a:headEnd type="none" w="med" len="med"/>
                <a:tailEnd type="none" w="med" len="med"/>
              </a:ln>
            </p:spPr>
          </p:sp>
          <p:sp>
            <p:nvSpPr>
              <p:cNvPr id="67606" name="Text Box 65"/>
              <p:cNvSpPr txBox="1"/>
              <p:nvPr/>
            </p:nvSpPr>
            <p:spPr>
              <a:xfrm>
                <a:off x="4286" y="991"/>
                <a:ext cx="303"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67607" name="Text Box 66"/>
              <p:cNvSpPr txBox="1"/>
              <p:nvPr/>
            </p:nvSpPr>
            <p:spPr>
              <a:xfrm>
                <a:off x="3016" y="537"/>
                <a:ext cx="215"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67608" name="Text Box 67"/>
              <p:cNvSpPr txBox="1"/>
              <p:nvPr/>
            </p:nvSpPr>
            <p:spPr>
              <a:xfrm>
                <a:off x="3016" y="1399"/>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b</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67609" name="Line 68"/>
              <p:cNvSpPr/>
              <p:nvPr/>
            </p:nvSpPr>
            <p:spPr>
              <a:xfrm flipV="1">
                <a:off x="4084" y="752"/>
                <a:ext cx="363" cy="0"/>
              </a:xfrm>
              <a:prstGeom prst="line">
                <a:avLst/>
              </a:prstGeom>
              <a:ln w="28575" cap="flat" cmpd="sng">
                <a:solidFill>
                  <a:srgbClr val="FFCC00"/>
                </a:solidFill>
                <a:prstDash val="solid"/>
                <a:headEnd type="none" w="med" len="med"/>
                <a:tailEnd type="none" w="med" len="med"/>
              </a:ln>
            </p:spPr>
          </p:sp>
          <p:sp>
            <p:nvSpPr>
              <p:cNvPr id="67610" name="Line 69"/>
              <p:cNvSpPr/>
              <p:nvPr/>
            </p:nvSpPr>
            <p:spPr>
              <a:xfrm>
                <a:off x="4220" y="752"/>
                <a:ext cx="0" cy="181"/>
              </a:xfrm>
              <a:prstGeom prst="line">
                <a:avLst/>
              </a:prstGeom>
              <a:ln w="28575" cap="flat" cmpd="sng">
                <a:solidFill>
                  <a:srgbClr val="FFCC00"/>
                </a:solidFill>
                <a:prstDash val="solid"/>
                <a:headEnd type="oval" w="med" len="med"/>
                <a:tailEnd type="none" w="med" len="med"/>
              </a:ln>
            </p:spPr>
          </p:sp>
          <p:sp>
            <p:nvSpPr>
              <p:cNvPr id="67611" name="Line 70"/>
              <p:cNvSpPr/>
              <p:nvPr/>
            </p:nvSpPr>
            <p:spPr>
              <a:xfrm>
                <a:off x="3243" y="764"/>
                <a:ext cx="432" cy="0"/>
              </a:xfrm>
              <a:prstGeom prst="line">
                <a:avLst/>
              </a:prstGeom>
              <a:ln w="28575" cap="flat" cmpd="sng">
                <a:solidFill>
                  <a:srgbClr val="FFCC00"/>
                </a:solidFill>
                <a:prstDash val="solid"/>
                <a:headEnd type="none" w="med" len="med"/>
                <a:tailEnd type="none" w="med" len="med"/>
              </a:ln>
            </p:spPr>
          </p:sp>
          <p:sp>
            <p:nvSpPr>
              <p:cNvPr id="67612" name="Line 71"/>
              <p:cNvSpPr/>
              <p:nvPr/>
            </p:nvSpPr>
            <p:spPr>
              <a:xfrm flipH="1">
                <a:off x="4241" y="1308"/>
                <a:ext cx="0" cy="318"/>
              </a:xfrm>
              <a:prstGeom prst="line">
                <a:avLst/>
              </a:prstGeom>
              <a:ln w="28575" cap="flat" cmpd="sng">
                <a:solidFill>
                  <a:srgbClr val="FFCC00"/>
                </a:solidFill>
                <a:prstDash val="solid"/>
                <a:headEnd type="none" w="med" len="med"/>
                <a:tailEnd type="oval" w="med" len="med"/>
              </a:ln>
            </p:spPr>
          </p:sp>
          <p:sp>
            <p:nvSpPr>
              <p:cNvPr id="67613" name="Line 72"/>
              <p:cNvSpPr/>
              <p:nvPr/>
            </p:nvSpPr>
            <p:spPr>
              <a:xfrm>
                <a:off x="4830" y="764"/>
                <a:ext cx="318" cy="0"/>
              </a:xfrm>
              <a:prstGeom prst="line">
                <a:avLst/>
              </a:prstGeom>
              <a:ln w="28575" cap="flat" cmpd="sng">
                <a:solidFill>
                  <a:srgbClr val="FFCC00"/>
                </a:solidFill>
                <a:prstDash val="solid"/>
                <a:headEnd type="none" w="med" len="med"/>
                <a:tailEnd type="none" w="med" len="med"/>
              </a:ln>
            </p:spPr>
          </p:sp>
          <p:grpSp>
            <p:nvGrpSpPr>
              <p:cNvPr id="67614" name="Group 73"/>
              <p:cNvGrpSpPr/>
              <p:nvPr/>
            </p:nvGrpSpPr>
            <p:grpSpPr>
              <a:xfrm rot="10800000">
                <a:off x="4222" y="936"/>
                <a:ext cx="90" cy="363"/>
                <a:chOff x="1565" y="2614"/>
                <a:chExt cx="90" cy="486"/>
              </a:xfrm>
            </p:grpSpPr>
            <p:sp>
              <p:nvSpPr>
                <p:cNvPr id="67625" name="Arc 7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26" name="Arc 7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27" name="Arc 7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28" name="Arc 7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67615" name="Group 78"/>
              <p:cNvGrpSpPr/>
              <p:nvPr/>
            </p:nvGrpSpPr>
            <p:grpSpPr>
              <a:xfrm rot="5400000">
                <a:off x="3827" y="514"/>
                <a:ext cx="91" cy="408"/>
                <a:chOff x="1565" y="2614"/>
                <a:chExt cx="90" cy="486"/>
              </a:xfrm>
            </p:grpSpPr>
            <p:sp>
              <p:nvSpPr>
                <p:cNvPr id="67621" name="Arc 7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22" name="Arc 8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23" name="Arc 8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24" name="Arc 8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67616" name="Group 83"/>
              <p:cNvGrpSpPr/>
              <p:nvPr/>
            </p:nvGrpSpPr>
            <p:grpSpPr>
              <a:xfrm rot="5400000">
                <a:off x="4589" y="514"/>
                <a:ext cx="91" cy="408"/>
                <a:chOff x="1565" y="2614"/>
                <a:chExt cx="90" cy="486"/>
              </a:xfrm>
            </p:grpSpPr>
            <p:sp>
              <p:nvSpPr>
                <p:cNvPr id="67617" name="Arc 8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18" name="Arc 8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19" name="Arc 8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7620" name="Arc 8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graphicFrame>
        <p:nvGraphicFramePr>
          <p:cNvPr id="119896" name="Object 88"/>
          <p:cNvGraphicFramePr>
            <a:graphicFrameLocks noChangeAspect="1"/>
          </p:cNvGraphicFramePr>
          <p:nvPr/>
        </p:nvGraphicFramePr>
        <p:xfrm>
          <a:off x="2411413" y="4221163"/>
          <a:ext cx="5492750" cy="1012825"/>
        </p:xfrm>
        <a:graphic>
          <a:graphicData uri="http://schemas.openxmlformats.org/presentationml/2006/ole">
            <mc:AlternateContent xmlns:mc="http://schemas.openxmlformats.org/markup-compatibility/2006">
              <mc:Choice xmlns:v="urn:schemas-microsoft-com:vml" Requires="v">
                <p:oleObj r:id="rId9" imgW="2691130" imgH="497840" progId="Equation.3">
                  <p:embed/>
                </p:oleObj>
              </mc:Choice>
              <mc:Fallback>
                <p:oleObj r:id="rId9" imgW="2691130" imgH="497840" progId="Equation.3">
                  <p:embed/>
                  <p:pic>
                    <p:nvPicPr>
                      <p:cNvPr id="0" name="图片 3289"/>
                      <p:cNvPicPr/>
                      <p:nvPr/>
                    </p:nvPicPr>
                    <p:blipFill>
                      <a:blip r:embed="rId10">
                        <a:clrChange>
                          <a:clrFrom>
                            <a:srgbClr val="000000"/>
                          </a:clrFrom>
                          <a:clrTo>
                            <a:srgbClr val="FFFFFF"/>
                          </a:clrTo>
                        </a:clrChange>
                      </a:blip>
                      <a:stretch>
                        <a:fillRect/>
                      </a:stretch>
                    </p:blipFill>
                    <p:spPr>
                      <a:xfrm>
                        <a:off x="2411413" y="4221163"/>
                        <a:ext cx="5492750" cy="1012825"/>
                      </a:xfrm>
                      <a:prstGeom prst="rect">
                        <a:avLst/>
                      </a:prstGeom>
                      <a:noFill/>
                      <a:ln w="38100">
                        <a:noFill/>
                        <a:miter/>
                      </a:ln>
                    </p:spPr>
                  </p:pic>
                </p:oleObj>
              </mc:Fallback>
            </mc:AlternateContent>
          </a:graphicData>
        </a:graphic>
      </p:graphicFrame>
      <p:graphicFrame>
        <p:nvGraphicFramePr>
          <p:cNvPr id="119897" name="Object 89"/>
          <p:cNvGraphicFramePr>
            <a:graphicFrameLocks noChangeAspect="1"/>
          </p:cNvGraphicFramePr>
          <p:nvPr/>
        </p:nvGraphicFramePr>
        <p:xfrm>
          <a:off x="2124075" y="5300663"/>
          <a:ext cx="3241675" cy="569912"/>
        </p:xfrm>
        <a:graphic>
          <a:graphicData uri="http://schemas.openxmlformats.org/presentationml/2006/ole">
            <mc:AlternateContent xmlns:mc="http://schemas.openxmlformats.org/markup-compatibility/2006">
              <mc:Choice xmlns:v="urn:schemas-microsoft-com:vml" Requires="v">
                <p:oleObj r:id="rId11" imgW="1278890" imgH="245110" progId="Equation.3">
                  <p:embed/>
                </p:oleObj>
              </mc:Choice>
              <mc:Fallback>
                <p:oleObj r:id="rId11" imgW="1278890" imgH="245110" progId="Equation.3">
                  <p:embed/>
                  <p:pic>
                    <p:nvPicPr>
                      <p:cNvPr id="0" name="图片 3290"/>
                      <p:cNvPicPr/>
                      <p:nvPr/>
                    </p:nvPicPr>
                    <p:blipFill>
                      <a:blip r:embed="rId12">
                        <a:clrChange>
                          <a:clrFrom>
                            <a:srgbClr val="000000"/>
                          </a:clrFrom>
                          <a:clrTo>
                            <a:srgbClr val="FFFFFF"/>
                          </a:clrTo>
                        </a:clrChange>
                      </a:blip>
                      <a:stretch>
                        <a:fillRect/>
                      </a:stretch>
                    </p:blipFill>
                    <p:spPr>
                      <a:xfrm>
                        <a:off x="2124075" y="5300663"/>
                        <a:ext cx="3241675" cy="5699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19829"/>
                                        </p:tgtEl>
                                        <p:attrNameLst>
                                          <p:attrName>style.visibility</p:attrName>
                                        </p:attrNameLst>
                                      </p:cBhvr>
                                      <p:to>
                                        <p:strVal val="visible"/>
                                      </p:to>
                                    </p:set>
                                    <p:animEffect transition="in" filter="blinds(horizontal)">
                                      <p:cBhvr>
                                        <p:cTn id="7" dur="500"/>
                                        <p:tgtEl>
                                          <p:spTgt spid="119829"/>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119817"/>
                                        </p:tgtEl>
                                        <p:attrNameLst>
                                          <p:attrName>style.visibility</p:attrName>
                                        </p:attrNameLst>
                                      </p:cBhvr>
                                      <p:to>
                                        <p:strVal val="visible"/>
                                      </p:to>
                                    </p:set>
                                    <p:anim calcmode="lin" valueType="num">
                                      <p:cBhvr>
                                        <p:cTn id="12" dur="1000" fill="hold"/>
                                        <p:tgtEl>
                                          <p:spTgt spid="119817"/>
                                        </p:tgtEl>
                                        <p:attrNameLst>
                                          <p:attrName>ppt_w</p:attrName>
                                        </p:attrNameLst>
                                      </p:cBhvr>
                                      <p:tavLst>
                                        <p:tav tm="0">
                                          <p:val>
                                            <p:fltVal val="0"/>
                                          </p:val>
                                        </p:tav>
                                        <p:tav tm="100000">
                                          <p:val>
                                            <p:strVal val="#ppt_w"/>
                                          </p:val>
                                        </p:tav>
                                      </p:tavLst>
                                    </p:anim>
                                    <p:anim calcmode="lin" valueType="num">
                                      <p:cBhvr>
                                        <p:cTn id="13" dur="1000" fill="hold"/>
                                        <p:tgtEl>
                                          <p:spTgt spid="119817"/>
                                        </p:tgtEl>
                                        <p:attrNameLst>
                                          <p:attrName>ppt_h</p:attrName>
                                        </p:attrNameLst>
                                      </p:cBhvr>
                                      <p:tavLst>
                                        <p:tav tm="0">
                                          <p:val>
                                            <p:fltVal val="0"/>
                                          </p:val>
                                        </p:tav>
                                        <p:tav tm="100000">
                                          <p:val>
                                            <p:strVal val="#ppt_h"/>
                                          </p:val>
                                        </p:tav>
                                      </p:tavLst>
                                    </p:anim>
                                    <p:anim calcmode="lin" valueType="num">
                                      <p:cBhvr>
                                        <p:cTn id="14" dur="1000" fill="hold"/>
                                        <p:tgtEl>
                                          <p:spTgt spid="119817"/>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1981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119818"/>
                                        </p:tgtEl>
                                        <p:attrNameLst>
                                          <p:attrName>style.visibility</p:attrName>
                                        </p:attrNameLst>
                                      </p:cBhvr>
                                      <p:to>
                                        <p:strVal val="visible"/>
                                      </p:to>
                                    </p:set>
                                    <p:anim calcmode="lin" valueType="num">
                                      <p:cBhvr additive="base">
                                        <p:cTn id="20" dur="500" fill="hold"/>
                                        <p:tgtEl>
                                          <p:spTgt spid="119818"/>
                                        </p:tgtEl>
                                        <p:attrNameLst>
                                          <p:attrName>ppt_x</p:attrName>
                                        </p:attrNameLst>
                                      </p:cBhvr>
                                      <p:tavLst>
                                        <p:tav tm="0">
                                          <p:val>
                                            <p:strVal val="1+#ppt_w/2"/>
                                          </p:val>
                                        </p:tav>
                                        <p:tav tm="100000">
                                          <p:val>
                                            <p:strVal val="#ppt_x"/>
                                          </p:val>
                                        </p:tav>
                                      </p:tavLst>
                                    </p:anim>
                                    <p:anim calcmode="lin" valueType="num">
                                      <p:cBhvr additive="base">
                                        <p:cTn id="21" dur="500" fill="hold"/>
                                        <p:tgtEl>
                                          <p:spTgt spid="119818"/>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19899"/>
                                        </p:tgtEl>
                                        <p:attrNameLst>
                                          <p:attrName>style.visibility</p:attrName>
                                        </p:attrNameLst>
                                      </p:cBhvr>
                                      <p:to>
                                        <p:strVal val="visible"/>
                                      </p:to>
                                    </p:set>
                                    <p:animEffect transition="in" filter="wipe(up)">
                                      <p:cBhvr>
                                        <p:cTn id="26" dur="1000"/>
                                        <p:tgtEl>
                                          <p:spTgt spid="11989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9819"/>
                                        </p:tgtEl>
                                        <p:attrNameLst>
                                          <p:attrName>style.visibility</p:attrName>
                                        </p:attrNameLst>
                                      </p:cBhvr>
                                      <p:to>
                                        <p:strVal val="visible"/>
                                      </p:to>
                                    </p:set>
                                    <p:animEffect transition="in" filter="wipe(up)">
                                      <p:cBhvr>
                                        <p:cTn id="31" dur="2000"/>
                                        <p:tgtEl>
                                          <p:spTgt spid="1198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119896"/>
                                        </p:tgtEl>
                                        <p:attrNameLst>
                                          <p:attrName>style.visibility</p:attrName>
                                        </p:attrNameLst>
                                      </p:cBhvr>
                                      <p:to>
                                        <p:strVal val="visible"/>
                                      </p:to>
                                    </p:set>
                                    <p:animEffect transition="in" filter="wipe(up)">
                                      <p:cBhvr>
                                        <p:cTn id="36" dur="2000"/>
                                        <p:tgtEl>
                                          <p:spTgt spid="11989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19897"/>
                                        </p:tgtEl>
                                        <p:attrNameLst>
                                          <p:attrName>style.visibility</p:attrName>
                                        </p:attrNameLst>
                                      </p:cBhvr>
                                      <p:to>
                                        <p:strVal val="visible"/>
                                      </p:to>
                                    </p:set>
                                    <p:animEffect transition="in" filter="wipe(up)">
                                      <p:cBhvr>
                                        <p:cTn id="41" dur="2000"/>
                                        <p:tgtEl>
                                          <p:spTgt spid="119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7" grpId="0" animBg="1"/>
      <p:bldP spid="11981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p:nvPr/>
        </p:nvSpPr>
        <p:spPr>
          <a:xfrm>
            <a:off x="468313" y="404813"/>
            <a:ext cx="1295400" cy="579437"/>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4-4</a:t>
            </a:r>
          </a:p>
        </p:txBody>
      </p:sp>
      <p:sp>
        <p:nvSpPr>
          <p:cNvPr id="59395" name="Text Box 3"/>
          <p:cNvSpPr txBox="1"/>
          <p:nvPr/>
        </p:nvSpPr>
        <p:spPr>
          <a:xfrm>
            <a:off x="684213" y="981075"/>
            <a:ext cx="8048625" cy="519113"/>
          </a:xfrm>
          <a:prstGeom prst="rect">
            <a:avLst/>
          </a:prstGeom>
          <a:noFill/>
          <a:ln w="9525">
            <a:noFill/>
          </a:ln>
        </p:spPr>
        <p:txBody>
          <a:bodyPr wrap="none">
            <a:spAutoFit/>
          </a:bodyPr>
          <a:lstStyle/>
          <a:p>
            <a:pPr eaLnBrk="1" hangingPunct="1"/>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=0.1mH , </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=0.02mH , </a:t>
            </a:r>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=10</a:t>
            </a:r>
            <a:r>
              <a:rPr lang="en-US" altLang="zh-CN" dirty="0">
                <a:latin typeface="Symbol" panose="05050102010706020507" pitchFamily="18" charset="2"/>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C</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C</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=0.01</a:t>
            </a:r>
            <a:r>
              <a:rPr lang="en-US" altLang="zh-CN" dirty="0">
                <a:latin typeface="Symbol" panose="05050102010706020507" pitchFamily="18" charset="2"/>
                <a:ea typeface="宋体" panose="02010600030101010101" pitchFamily="2" charset="-122"/>
                <a:sym typeface="Symbol" panose="05050102010706020507" pitchFamily="18" charset="2"/>
              </a:rPr>
              <a:t></a:t>
            </a:r>
            <a:r>
              <a:rPr lang="en-US" altLang="zh-CN" dirty="0">
                <a:latin typeface="Times New Roman" panose="02020603050405020304" pitchFamily="18" charset="0"/>
                <a:ea typeface="宋体" panose="02010600030101010101" pitchFamily="2" charset="-122"/>
                <a:sym typeface="Symbol" panose="05050102010706020507" pitchFamily="18" charset="2"/>
              </a:rPr>
              <a:t>F</a:t>
            </a:r>
            <a:r>
              <a:rPr lang="en-US" altLang="zh-CN" dirty="0">
                <a:latin typeface="Times New Roman" panose="02020603050405020304" pitchFamily="18" charset="0"/>
                <a:ea typeface="宋体" panose="02010600030101010101" pitchFamily="2" charset="-122"/>
              </a:rPr>
              <a:t> </a:t>
            </a:r>
          </a:p>
        </p:txBody>
      </p:sp>
      <p:sp>
        <p:nvSpPr>
          <p:cNvPr id="59396" name="Rectangle 4"/>
          <p:cNvSpPr/>
          <p:nvPr/>
        </p:nvSpPr>
        <p:spPr>
          <a:xfrm>
            <a:off x="900113" y="1557338"/>
            <a:ext cx="7129462" cy="519112"/>
          </a:xfrm>
          <a:prstGeom prst="rect">
            <a:avLst/>
          </a:prstGeom>
          <a:noFill/>
          <a:ln w="9525">
            <a:noFill/>
          </a:ln>
        </p:spPr>
        <p:txBody>
          <a:bodyPr>
            <a:spAutoFit/>
          </a:bodyPr>
          <a:lstStyle/>
          <a:p>
            <a:pPr eaLnBrk="1" hangingPunct="1"/>
            <a:r>
              <a:rPr lang="zh-CN" altLang="en-US" b="1" dirty="0">
                <a:latin typeface="Times New Roman" panose="02020603050405020304" pitchFamily="18" charset="0"/>
              </a:rPr>
              <a:t>问</a:t>
            </a:r>
            <a:r>
              <a:rPr lang="zh-CN" altLang="en-US" b="1"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zh-CN" altLang="en-US" b="1" dirty="0">
                <a:latin typeface="楷体_GB2312" pitchFamily="49" charset="-122"/>
              </a:rPr>
              <a:t>能吸收最大功率</a:t>
            </a:r>
            <a:r>
              <a:rPr lang="en-US" altLang="zh-CN" b="1" dirty="0">
                <a:latin typeface="楷体_GB2312" pitchFamily="49" charset="-122"/>
              </a:rPr>
              <a:t>, </a:t>
            </a:r>
            <a:r>
              <a:rPr lang="zh-CN" altLang="en-US" b="1" dirty="0">
                <a:latin typeface="楷体_GB2312" pitchFamily="49" charset="-122"/>
              </a:rPr>
              <a:t>求最大功率。</a:t>
            </a:r>
          </a:p>
        </p:txBody>
      </p:sp>
      <p:graphicFrame>
        <p:nvGraphicFramePr>
          <p:cNvPr id="59397" name="Object 5"/>
          <p:cNvGraphicFramePr>
            <a:graphicFrameLocks noChangeAspect="1"/>
          </p:cNvGraphicFramePr>
          <p:nvPr/>
        </p:nvGraphicFramePr>
        <p:xfrm>
          <a:off x="3986213" y="446088"/>
          <a:ext cx="2098675" cy="534987"/>
        </p:xfrm>
        <a:graphic>
          <a:graphicData uri="http://schemas.openxmlformats.org/presentationml/2006/ole">
            <mc:AlternateContent xmlns:mc="http://schemas.openxmlformats.org/markup-compatibility/2006">
              <mc:Choice xmlns:v="urn:schemas-microsoft-com:vml" Requires="v">
                <p:oleObj r:id="rId2" imgW="914400" imgH="238125" progId="Equation.3">
                  <p:embed/>
                </p:oleObj>
              </mc:Choice>
              <mc:Fallback>
                <p:oleObj r:id="rId2" imgW="914400" imgH="238125" progId="Equation.3">
                  <p:embed/>
                  <p:pic>
                    <p:nvPicPr>
                      <p:cNvPr id="0" name="图片 3284"/>
                      <p:cNvPicPr/>
                      <p:nvPr/>
                    </p:nvPicPr>
                    <p:blipFill>
                      <a:blip r:embed="rId3">
                        <a:clrChange>
                          <a:clrFrom>
                            <a:srgbClr val="000000"/>
                          </a:clrFrom>
                          <a:clrTo>
                            <a:srgbClr val="FFFF00"/>
                          </a:clrTo>
                        </a:clrChange>
                      </a:blip>
                      <a:stretch>
                        <a:fillRect/>
                      </a:stretch>
                    </p:blipFill>
                    <p:spPr>
                      <a:xfrm>
                        <a:off x="3986213" y="446088"/>
                        <a:ext cx="2098675" cy="534987"/>
                      </a:xfrm>
                      <a:prstGeom prst="rect">
                        <a:avLst/>
                      </a:prstGeom>
                      <a:noFill/>
                      <a:ln w="38100">
                        <a:noFill/>
                        <a:miter/>
                      </a:ln>
                    </p:spPr>
                  </p:pic>
                </p:oleObj>
              </mc:Fallback>
            </mc:AlternateContent>
          </a:graphicData>
        </a:graphic>
      </p:graphicFrame>
      <p:sp>
        <p:nvSpPr>
          <p:cNvPr id="59444" name="Text Box 52"/>
          <p:cNvSpPr txBox="1"/>
          <p:nvPr/>
        </p:nvSpPr>
        <p:spPr>
          <a:xfrm>
            <a:off x="395288" y="4221163"/>
            <a:ext cx="1081087" cy="519112"/>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1</a:t>
            </a:r>
          </a:p>
        </p:txBody>
      </p:sp>
      <p:graphicFrame>
        <p:nvGraphicFramePr>
          <p:cNvPr id="59445" name="Object 53"/>
          <p:cNvGraphicFramePr>
            <a:graphicFrameLocks noChangeAspect="1"/>
          </p:cNvGraphicFramePr>
          <p:nvPr/>
        </p:nvGraphicFramePr>
        <p:xfrm>
          <a:off x="4067175" y="4797425"/>
          <a:ext cx="4392613" cy="987425"/>
        </p:xfrm>
        <a:graphic>
          <a:graphicData uri="http://schemas.openxmlformats.org/presentationml/2006/ole">
            <mc:AlternateContent xmlns:mc="http://schemas.openxmlformats.org/markup-compatibility/2006">
              <mc:Choice xmlns:v="urn:schemas-microsoft-com:vml" Requires="v">
                <p:oleObj r:id="rId4" imgW="2118995" imgH="483235" progId="Equation.3">
                  <p:embed/>
                </p:oleObj>
              </mc:Choice>
              <mc:Fallback>
                <p:oleObj r:id="rId4" imgW="2118995" imgH="483235" progId="Equation.3">
                  <p:embed/>
                  <p:pic>
                    <p:nvPicPr>
                      <p:cNvPr id="0" name="图片 3285"/>
                      <p:cNvPicPr/>
                      <p:nvPr/>
                    </p:nvPicPr>
                    <p:blipFill>
                      <a:blip r:embed="rId5">
                        <a:clrChange>
                          <a:clrFrom>
                            <a:srgbClr val="000000"/>
                          </a:clrFrom>
                          <a:clrTo>
                            <a:srgbClr val="FFFFFF"/>
                          </a:clrTo>
                        </a:clrChange>
                      </a:blip>
                      <a:stretch>
                        <a:fillRect/>
                      </a:stretch>
                    </p:blipFill>
                    <p:spPr>
                      <a:xfrm>
                        <a:off x="4067175" y="4797425"/>
                        <a:ext cx="4392613" cy="987425"/>
                      </a:xfrm>
                      <a:prstGeom prst="rect">
                        <a:avLst/>
                      </a:prstGeom>
                      <a:noFill/>
                      <a:ln w="38100">
                        <a:noFill/>
                        <a:miter/>
                      </a:ln>
                    </p:spPr>
                  </p:pic>
                </p:oleObj>
              </mc:Fallback>
            </mc:AlternateContent>
          </a:graphicData>
        </a:graphic>
      </p:graphicFrame>
      <p:graphicFrame>
        <p:nvGraphicFramePr>
          <p:cNvPr id="59446" name="Object 54"/>
          <p:cNvGraphicFramePr>
            <a:graphicFrameLocks noChangeAspect="1"/>
          </p:cNvGraphicFramePr>
          <p:nvPr/>
        </p:nvGraphicFramePr>
        <p:xfrm>
          <a:off x="1547813" y="5516563"/>
          <a:ext cx="4103687" cy="1047750"/>
        </p:xfrm>
        <a:graphic>
          <a:graphicData uri="http://schemas.openxmlformats.org/presentationml/2006/ole">
            <mc:AlternateContent xmlns:mc="http://schemas.openxmlformats.org/markup-compatibility/2006">
              <mc:Choice xmlns:v="urn:schemas-microsoft-com:vml" Requires="v">
                <p:oleObj r:id="rId6" imgW="2044700" imgH="483235" progId="Equation.3">
                  <p:embed/>
                </p:oleObj>
              </mc:Choice>
              <mc:Fallback>
                <p:oleObj r:id="rId6" imgW="2044700" imgH="483235" progId="Equation.3">
                  <p:embed/>
                  <p:pic>
                    <p:nvPicPr>
                      <p:cNvPr id="0" name="图片 3286"/>
                      <p:cNvPicPr/>
                      <p:nvPr/>
                    </p:nvPicPr>
                    <p:blipFill>
                      <a:blip r:embed="rId7">
                        <a:clrChange>
                          <a:clrFrom>
                            <a:srgbClr val="000000"/>
                          </a:clrFrom>
                          <a:clrTo>
                            <a:srgbClr val="FFFFFF"/>
                          </a:clrTo>
                        </a:clrChange>
                      </a:blip>
                      <a:stretch>
                        <a:fillRect/>
                      </a:stretch>
                    </p:blipFill>
                    <p:spPr>
                      <a:xfrm>
                        <a:off x="1547813" y="5516563"/>
                        <a:ext cx="4103687" cy="1047750"/>
                      </a:xfrm>
                      <a:prstGeom prst="rect">
                        <a:avLst/>
                      </a:prstGeom>
                      <a:noFill/>
                      <a:ln w="38100">
                        <a:noFill/>
                        <a:miter/>
                      </a:ln>
                    </p:spPr>
                  </p:pic>
                </p:oleObj>
              </mc:Fallback>
            </mc:AlternateContent>
          </a:graphicData>
        </a:graphic>
      </p:graphicFrame>
      <p:sp>
        <p:nvSpPr>
          <p:cNvPr id="59450" name="Rectangle 58"/>
          <p:cNvSpPr/>
          <p:nvPr/>
        </p:nvSpPr>
        <p:spPr>
          <a:xfrm>
            <a:off x="1692275" y="404813"/>
            <a:ext cx="2159000" cy="519112"/>
          </a:xfrm>
          <a:prstGeom prst="rect">
            <a:avLst/>
          </a:prstGeom>
          <a:noFill/>
          <a:ln w="9525">
            <a:noFill/>
          </a:ln>
        </p:spPr>
        <p:txBody>
          <a:bodyPr>
            <a:spAutoFit/>
          </a:bodyPr>
          <a:lstStyle/>
          <a:p>
            <a:pPr eaLnBrk="1" hangingPunct="1"/>
            <a:r>
              <a:rPr lang="en-US" altLang="zh-CN" i="1" dirty="0">
                <a:latin typeface="Symbol" panose="05050102010706020507" pitchFamily="18" charset="2"/>
                <a:ea typeface="宋体" panose="02010600030101010101" pitchFamily="2" charset="-122"/>
              </a:rPr>
              <a:t>w</a:t>
            </a:r>
            <a:r>
              <a:rPr lang="en-US" altLang="zh-CN" dirty="0">
                <a:latin typeface="Symbol" panose="05050102010706020507" pitchFamily="18" charset="2"/>
                <a:ea typeface="宋体" panose="02010600030101010101" pitchFamily="2" charset="-122"/>
              </a:rPr>
              <a:t> =10</a:t>
            </a:r>
            <a:r>
              <a:rPr lang="en-US" altLang="zh-CN" baseline="30000" dirty="0">
                <a:latin typeface="Symbol" panose="05050102010706020507" pitchFamily="18" charset="2"/>
                <a:ea typeface="宋体" panose="02010600030101010101" pitchFamily="2" charset="-122"/>
              </a:rPr>
              <a:t>6</a:t>
            </a:r>
            <a:r>
              <a:rPr lang="en-US" altLang="zh-CN" dirty="0">
                <a:latin typeface="Times New Roman" panose="02020603050405020304" pitchFamily="18" charset="0"/>
                <a:ea typeface="宋体" panose="02010600030101010101" pitchFamily="2" charset="-122"/>
              </a:rPr>
              <a:t>rad/s,</a:t>
            </a:r>
          </a:p>
        </p:txBody>
      </p:sp>
      <p:graphicFrame>
        <p:nvGraphicFramePr>
          <p:cNvPr id="59458" name="Object 66"/>
          <p:cNvGraphicFramePr>
            <a:graphicFrameLocks noChangeAspect="1"/>
          </p:cNvGraphicFramePr>
          <p:nvPr/>
        </p:nvGraphicFramePr>
        <p:xfrm>
          <a:off x="1619250" y="4292600"/>
          <a:ext cx="2849563" cy="481013"/>
        </p:xfrm>
        <a:graphic>
          <a:graphicData uri="http://schemas.openxmlformats.org/presentationml/2006/ole">
            <mc:AlternateContent xmlns:mc="http://schemas.openxmlformats.org/markup-compatibility/2006">
              <mc:Choice xmlns:v="urn:schemas-microsoft-com:vml" Requires="v">
                <p:oleObj r:id="rId8" imgW="1263650" imgH="238125" progId="Equation.3">
                  <p:embed/>
                </p:oleObj>
              </mc:Choice>
              <mc:Fallback>
                <p:oleObj r:id="rId8" imgW="1263650" imgH="238125" progId="Equation.3">
                  <p:embed/>
                  <p:pic>
                    <p:nvPicPr>
                      <p:cNvPr id="0" name="图片 3287"/>
                      <p:cNvPicPr/>
                      <p:nvPr/>
                    </p:nvPicPr>
                    <p:blipFill>
                      <a:blip r:embed="rId9">
                        <a:clrChange>
                          <a:clrFrom>
                            <a:srgbClr val="000000"/>
                          </a:clrFrom>
                          <a:clrTo>
                            <a:srgbClr val="FFFFFF"/>
                          </a:clrTo>
                        </a:clrChange>
                      </a:blip>
                      <a:stretch>
                        <a:fillRect/>
                      </a:stretch>
                    </p:blipFill>
                    <p:spPr>
                      <a:xfrm>
                        <a:off x="1619250" y="4292600"/>
                        <a:ext cx="2849563" cy="481013"/>
                      </a:xfrm>
                      <a:prstGeom prst="rect">
                        <a:avLst/>
                      </a:prstGeom>
                      <a:noFill/>
                      <a:ln w="38100">
                        <a:noFill/>
                        <a:miter/>
                      </a:ln>
                    </p:spPr>
                  </p:pic>
                </p:oleObj>
              </mc:Fallback>
            </mc:AlternateContent>
          </a:graphicData>
        </a:graphic>
      </p:graphicFrame>
      <p:graphicFrame>
        <p:nvGraphicFramePr>
          <p:cNvPr id="59459" name="Object 67"/>
          <p:cNvGraphicFramePr>
            <a:graphicFrameLocks noChangeAspect="1"/>
          </p:cNvGraphicFramePr>
          <p:nvPr/>
        </p:nvGraphicFramePr>
        <p:xfrm>
          <a:off x="5076825" y="4005263"/>
          <a:ext cx="3167063" cy="1017587"/>
        </p:xfrm>
        <a:graphic>
          <a:graphicData uri="http://schemas.openxmlformats.org/presentationml/2006/ole">
            <mc:AlternateContent xmlns:mc="http://schemas.openxmlformats.org/markup-compatibility/2006">
              <mc:Choice xmlns:v="urn:schemas-microsoft-com:vml" Requires="v">
                <p:oleObj r:id="rId10" imgW="1360170" imgH="483235" progId="Equation.3">
                  <p:embed/>
                </p:oleObj>
              </mc:Choice>
              <mc:Fallback>
                <p:oleObj r:id="rId10" imgW="1360170" imgH="483235" progId="Equation.3">
                  <p:embed/>
                  <p:pic>
                    <p:nvPicPr>
                      <p:cNvPr id="0" name="图片 3283"/>
                      <p:cNvPicPr/>
                      <p:nvPr/>
                    </p:nvPicPr>
                    <p:blipFill>
                      <a:blip r:embed="rId11">
                        <a:clrChange>
                          <a:clrFrom>
                            <a:srgbClr val="000000"/>
                          </a:clrFrom>
                          <a:clrTo>
                            <a:srgbClr val="FFFFFF"/>
                          </a:clrTo>
                        </a:clrChange>
                      </a:blip>
                      <a:stretch>
                        <a:fillRect/>
                      </a:stretch>
                    </p:blipFill>
                    <p:spPr>
                      <a:xfrm>
                        <a:off x="5076825" y="4005263"/>
                        <a:ext cx="3167063" cy="1017587"/>
                      </a:xfrm>
                      <a:prstGeom prst="rect">
                        <a:avLst/>
                      </a:prstGeom>
                      <a:noFill/>
                      <a:ln w="38100">
                        <a:noFill/>
                        <a:miter/>
                      </a:ln>
                    </p:spPr>
                  </p:pic>
                </p:oleObj>
              </mc:Fallback>
            </mc:AlternateContent>
          </a:graphicData>
        </a:graphic>
      </p:graphicFrame>
      <p:graphicFrame>
        <p:nvGraphicFramePr>
          <p:cNvPr id="59460" name="Object 68"/>
          <p:cNvGraphicFramePr>
            <a:graphicFrameLocks noChangeAspect="1"/>
          </p:cNvGraphicFramePr>
          <p:nvPr/>
        </p:nvGraphicFramePr>
        <p:xfrm>
          <a:off x="1619250" y="5084763"/>
          <a:ext cx="1816100" cy="379412"/>
        </p:xfrm>
        <a:graphic>
          <a:graphicData uri="http://schemas.openxmlformats.org/presentationml/2006/ole">
            <mc:AlternateContent xmlns:mc="http://schemas.openxmlformats.org/markup-compatibility/2006">
              <mc:Choice xmlns:v="urn:schemas-microsoft-com:vml" Requires="v">
                <p:oleObj r:id="rId12" imgW="802640" imgH="186055" progId="Equation.3">
                  <p:embed/>
                </p:oleObj>
              </mc:Choice>
              <mc:Fallback>
                <p:oleObj r:id="rId12" imgW="802640" imgH="186055" progId="Equation.3">
                  <p:embed/>
                  <p:pic>
                    <p:nvPicPr>
                      <p:cNvPr id="0" name="图片 3288"/>
                      <p:cNvPicPr/>
                      <p:nvPr/>
                    </p:nvPicPr>
                    <p:blipFill>
                      <a:blip r:embed="rId13">
                        <a:clrChange>
                          <a:clrFrom>
                            <a:srgbClr val="000000"/>
                          </a:clrFrom>
                          <a:clrTo>
                            <a:srgbClr val="FFFFFF"/>
                          </a:clrTo>
                        </a:clrChange>
                      </a:blip>
                      <a:stretch>
                        <a:fillRect/>
                      </a:stretch>
                    </p:blipFill>
                    <p:spPr>
                      <a:xfrm>
                        <a:off x="1619250" y="5084763"/>
                        <a:ext cx="1816100" cy="379412"/>
                      </a:xfrm>
                      <a:prstGeom prst="rect">
                        <a:avLst/>
                      </a:prstGeom>
                      <a:noFill/>
                      <a:ln w="38100">
                        <a:noFill/>
                        <a:miter/>
                      </a:ln>
                    </p:spPr>
                  </p:pic>
                </p:oleObj>
              </mc:Fallback>
            </mc:AlternateContent>
          </a:graphicData>
        </a:graphic>
      </p:graphicFrame>
      <p:grpSp>
        <p:nvGrpSpPr>
          <p:cNvPr id="68621" name="Group 97"/>
          <p:cNvGrpSpPr/>
          <p:nvPr/>
        </p:nvGrpSpPr>
        <p:grpSpPr>
          <a:xfrm>
            <a:off x="8316913" y="6446838"/>
            <a:ext cx="792162" cy="366712"/>
            <a:chOff x="5193" y="4020"/>
            <a:chExt cx="499" cy="231"/>
          </a:xfrm>
        </p:grpSpPr>
        <p:pic>
          <p:nvPicPr>
            <p:cNvPr id="68674" name="Picture 98"/>
            <p:cNvPicPr>
              <a:picLocks noChangeAspect="1"/>
            </p:cNvPicPr>
            <p:nvPr/>
          </p:nvPicPr>
          <p:blipFill>
            <a:blip r:embed="rId14"/>
            <a:stretch>
              <a:fillRect/>
            </a:stretch>
          </p:blipFill>
          <p:spPr>
            <a:xfrm>
              <a:off x="5193" y="4066"/>
              <a:ext cx="499" cy="181"/>
            </a:xfrm>
            <a:prstGeom prst="rect">
              <a:avLst/>
            </a:prstGeom>
            <a:noFill/>
            <a:ln w="9525">
              <a:noFill/>
            </a:ln>
          </p:spPr>
        </p:pic>
        <p:sp>
          <p:nvSpPr>
            <p:cNvPr id="68675" name="Text Box 99">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8622" name="Group 100"/>
          <p:cNvGrpSpPr/>
          <p:nvPr/>
        </p:nvGrpSpPr>
        <p:grpSpPr>
          <a:xfrm>
            <a:off x="7453313" y="6446838"/>
            <a:ext cx="792162" cy="366712"/>
            <a:chOff x="4649" y="4020"/>
            <a:chExt cx="499" cy="231"/>
          </a:xfrm>
        </p:grpSpPr>
        <p:pic>
          <p:nvPicPr>
            <p:cNvPr id="68672" name="Picture 101"/>
            <p:cNvPicPr>
              <a:picLocks noChangeAspect="1"/>
            </p:cNvPicPr>
            <p:nvPr/>
          </p:nvPicPr>
          <p:blipFill>
            <a:blip r:embed="rId14"/>
            <a:stretch>
              <a:fillRect/>
            </a:stretch>
          </p:blipFill>
          <p:spPr>
            <a:xfrm>
              <a:off x="4649" y="4066"/>
              <a:ext cx="499" cy="181"/>
            </a:xfrm>
            <a:prstGeom prst="rect">
              <a:avLst/>
            </a:prstGeom>
            <a:noFill/>
            <a:ln w="9525">
              <a:noFill/>
            </a:ln>
          </p:spPr>
        </p:pic>
        <p:sp>
          <p:nvSpPr>
            <p:cNvPr id="68673" name="Text Box 102">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68623" name="Group 153"/>
          <p:cNvGrpSpPr/>
          <p:nvPr/>
        </p:nvGrpSpPr>
        <p:grpSpPr>
          <a:xfrm>
            <a:off x="6588125" y="6446838"/>
            <a:ext cx="792163" cy="366712"/>
            <a:chOff x="4649" y="4020"/>
            <a:chExt cx="499" cy="231"/>
          </a:xfrm>
        </p:grpSpPr>
        <p:pic>
          <p:nvPicPr>
            <p:cNvPr id="68670" name="Picture 154"/>
            <p:cNvPicPr>
              <a:picLocks noChangeAspect="1"/>
            </p:cNvPicPr>
            <p:nvPr/>
          </p:nvPicPr>
          <p:blipFill>
            <a:blip r:embed="rId14"/>
            <a:stretch>
              <a:fillRect/>
            </a:stretch>
          </p:blipFill>
          <p:spPr>
            <a:xfrm>
              <a:off x="4649" y="4066"/>
              <a:ext cx="499" cy="181"/>
            </a:xfrm>
            <a:prstGeom prst="rect">
              <a:avLst/>
            </a:prstGeom>
            <a:noFill/>
            <a:ln w="9525">
              <a:noFill/>
            </a:ln>
          </p:spPr>
        </p:pic>
        <p:sp>
          <p:nvSpPr>
            <p:cNvPr id="68671" name="Text Box 155">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59558" name="Group 166"/>
          <p:cNvGrpSpPr/>
          <p:nvPr/>
        </p:nvGrpSpPr>
        <p:grpSpPr>
          <a:xfrm>
            <a:off x="1476375" y="2060575"/>
            <a:ext cx="5213350" cy="1987550"/>
            <a:chOff x="930" y="1298"/>
            <a:chExt cx="3284" cy="1252"/>
          </a:xfrm>
        </p:grpSpPr>
        <p:sp>
          <p:nvSpPr>
            <p:cNvPr id="68625" name="Line 107"/>
            <p:cNvSpPr/>
            <p:nvPr/>
          </p:nvSpPr>
          <p:spPr>
            <a:xfrm>
              <a:off x="1111" y="2477"/>
              <a:ext cx="1270" cy="0"/>
            </a:xfrm>
            <a:prstGeom prst="line">
              <a:avLst/>
            </a:prstGeom>
            <a:ln w="28575" cap="flat" cmpd="sng">
              <a:solidFill>
                <a:srgbClr val="FFCC00"/>
              </a:solidFill>
              <a:prstDash val="solid"/>
              <a:headEnd type="none" w="med" len="med"/>
              <a:tailEnd type="none" w="med" len="med"/>
            </a:ln>
          </p:spPr>
        </p:sp>
        <p:sp>
          <p:nvSpPr>
            <p:cNvPr id="68626" name="Rectangle 108"/>
            <p:cNvSpPr/>
            <p:nvPr/>
          </p:nvSpPr>
          <p:spPr>
            <a:xfrm>
              <a:off x="1655" y="241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8627" name="Text Box 109"/>
            <p:cNvSpPr txBox="1"/>
            <p:nvPr/>
          </p:nvSpPr>
          <p:spPr>
            <a:xfrm>
              <a:off x="1918" y="1852"/>
              <a:ext cx="533"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8628" name="Text Box 110"/>
            <p:cNvSpPr txBox="1"/>
            <p:nvPr/>
          </p:nvSpPr>
          <p:spPr>
            <a:xfrm>
              <a:off x="2744" y="1888"/>
              <a:ext cx="754"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8629" name="Text Box 111"/>
            <p:cNvSpPr txBox="1"/>
            <p:nvPr/>
          </p:nvSpPr>
          <p:spPr>
            <a:xfrm>
              <a:off x="2290" y="1379"/>
              <a:ext cx="519"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8630" name="Line 112"/>
            <p:cNvSpPr/>
            <p:nvPr/>
          </p:nvSpPr>
          <p:spPr>
            <a:xfrm flipH="1">
              <a:off x="1111" y="1706"/>
              <a:ext cx="635" cy="2"/>
            </a:xfrm>
            <a:prstGeom prst="line">
              <a:avLst/>
            </a:prstGeom>
            <a:ln w="28575" cap="flat" cmpd="sng">
              <a:solidFill>
                <a:srgbClr val="FFCC00"/>
              </a:solidFill>
              <a:prstDash val="solid"/>
              <a:headEnd type="none" w="med" len="med"/>
              <a:tailEnd type="none" w="med" len="med"/>
            </a:ln>
          </p:spPr>
        </p:sp>
        <p:sp>
          <p:nvSpPr>
            <p:cNvPr id="68631" name="Text Box 113"/>
            <p:cNvSpPr txBox="1"/>
            <p:nvPr/>
          </p:nvSpPr>
          <p:spPr>
            <a:xfrm>
              <a:off x="1646" y="2105"/>
              <a:ext cx="626"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8632" name="Text Box 114"/>
            <p:cNvSpPr txBox="1"/>
            <p:nvPr/>
          </p:nvSpPr>
          <p:spPr>
            <a:xfrm>
              <a:off x="3787" y="1879"/>
              <a:ext cx="363"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p>
          </p:txBody>
        </p:sp>
        <p:sp>
          <p:nvSpPr>
            <p:cNvPr id="68633" name="Line 115"/>
            <p:cNvSpPr/>
            <p:nvPr/>
          </p:nvSpPr>
          <p:spPr>
            <a:xfrm>
              <a:off x="3470" y="1706"/>
              <a:ext cx="680" cy="0"/>
            </a:xfrm>
            <a:prstGeom prst="line">
              <a:avLst/>
            </a:prstGeom>
            <a:ln w="28575" cap="flat" cmpd="sng">
              <a:solidFill>
                <a:srgbClr val="FFCC00"/>
              </a:solidFill>
              <a:prstDash val="solid"/>
              <a:headEnd type="none" w="med" len="med"/>
              <a:tailEnd type="none" w="med" len="med"/>
            </a:ln>
          </p:spPr>
        </p:sp>
        <p:sp>
          <p:nvSpPr>
            <p:cNvPr id="68634" name="Oval 116"/>
            <p:cNvSpPr/>
            <p:nvPr/>
          </p:nvSpPr>
          <p:spPr>
            <a:xfrm>
              <a:off x="930" y="189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8635" name="Line 117"/>
            <p:cNvSpPr/>
            <p:nvPr/>
          </p:nvSpPr>
          <p:spPr>
            <a:xfrm>
              <a:off x="2381" y="2260"/>
              <a:ext cx="0" cy="227"/>
            </a:xfrm>
            <a:prstGeom prst="line">
              <a:avLst/>
            </a:prstGeom>
            <a:ln w="28575" cap="flat" cmpd="sng">
              <a:solidFill>
                <a:srgbClr val="FFCC00"/>
              </a:solidFill>
              <a:prstDash val="solid"/>
              <a:headEnd type="none" w="med" len="med"/>
              <a:tailEnd type="none" w="med" len="med"/>
            </a:ln>
          </p:spPr>
        </p:sp>
        <p:sp>
          <p:nvSpPr>
            <p:cNvPr id="68636" name="Line 118"/>
            <p:cNvSpPr/>
            <p:nvPr/>
          </p:nvSpPr>
          <p:spPr>
            <a:xfrm>
              <a:off x="2381" y="1715"/>
              <a:ext cx="0" cy="182"/>
            </a:xfrm>
            <a:prstGeom prst="line">
              <a:avLst/>
            </a:prstGeom>
            <a:ln w="28575" cap="flat" cmpd="sng">
              <a:solidFill>
                <a:srgbClr val="FFCC00"/>
              </a:solidFill>
              <a:prstDash val="solid"/>
              <a:headEnd type="none" w="med" len="med"/>
              <a:tailEnd type="none" w="med" len="med"/>
            </a:ln>
          </p:spPr>
        </p:sp>
        <p:sp>
          <p:nvSpPr>
            <p:cNvPr id="68637" name="Line 119"/>
            <p:cNvSpPr/>
            <p:nvPr/>
          </p:nvSpPr>
          <p:spPr>
            <a:xfrm flipH="1">
              <a:off x="2742" y="2241"/>
              <a:ext cx="0" cy="245"/>
            </a:xfrm>
            <a:prstGeom prst="line">
              <a:avLst/>
            </a:prstGeom>
            <a:ln w="28575" cap="flat" cmpd="sng">
              <a:solidFill>
                <a:srgbClr val="FFCC00"/>
              </a:solidFill>
              <a:prstDash val="solid"/>
              <a:headEnd type="none" w="med" len="med"/>
              <a:tailEnd type="none" w="med" len="med"/>
            </a:ln>
          </p:spPr>
        </p:sp>
        <p:sp>
          <p:nvSpPr>
            <p:cNvPr id="68638" name="Line 120"/>
            <p:cNvSpPr/>
            <p:nvPr/>
          </p:nvSpPr>
          <p:spPr>
            <a:xfrm flipH="1">
              <a:off x="2743" y="1718"/>
              <a:ext cx="0" cy="179"/>
            </a:xfrm>
            <a:prstGeom prst="line">
              <a:avLst/>
            </a:prstGeom>
            <a:ln w="28575" cap="flat" cmpd="sng">
              <a:solidFill>
                <a:srgbClr val="FFCC00"/>
              </a:solidFill>
              <a:prstDash val="solid"/>
              <a:headEnd type="none" w="med" len="med"/>
              <a:tailEnd type="none" w="med" len="med"/>
            </a:ln>
          </p:spPr>
        </p:sp>
        <p:sp>
          <p:nvSpPr>
            <p:cNvPr id="68639" name="Text Box 121"/>
            <p:cNvSpPr txBox="1"/>
            <p:nvPr/>
          </p:nvSpPr>
          <p:spPr>
            <a:xfrm>
              <a:off x="2154" y="1715"/>
              <a:ext cx="228" cy="327"/>
            </a:xfrm>
            <a:prstGeom prst="rect">
              <a:avLst/>
            </a:prstGeom>
            <a:noFill/>
            <a:ln w="28575">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8640" name="Text Box 122"/>
            <p:cNvSpPr txBox="1"/>
            <p:nvPr/>
          </p:nvSpPr>
          <p:spPr>
            <a:xfrm>
              <a:off x="2743" y="1715"/>
              <a:ext cx="181"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68641" name="Arc 123"/>
            <p:cNvSpPr/>
            <p:nvPr/>
          </p:nvSpPr>
          <p:spPr>
            <a:xfrm rot="-10800000" flipV="1">
              <a:off x="2200" y="1570"/>
              <a:ext cx="166" cy="163"/>
            </a:xfrm>
            <a:custGeom>
              <a:avLst/>
              <a:gdLst/>
              <a:ahLst/>
              <a:cxnLst>
                <a:cxn ang="0">
                  <a:pos x="37" y="0"/>
                </a:cxn>
                <a:cxn ang="0">
                  <a:pos x="166" y="117"/>
                </a:cxn>
                <a:cxn ang="0">
                  <a:pos x="0" y="163"/>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68642" name="Arc 124"/>
            <p:cNvSpPr/>
            <p:nvPr/>
          </p:nvSpPr>
          <p:spPr>
            <a:xfrm rot="10800000" flipH="1" flipV="1">
              <a:off x="2835" y="1570"/>
              <a:ext cx="167" cy="162"/>
            </a:xfrm>
            <a:custGeom>
              <a:avLst/>
              <a:gdLst/>
              <a:ahLst/>
              <a:cxnLst>
                <a:cxn ang="0">
                  <a:pos x="37" y="0"/>
                </a:cxn>
                <a:cxn ang="0">
                  <a:pos x="167" y="116"/>
                </a:cxn>
                <a:cxn ang="0">
                  <a:pos x="0" y="162"/>
                </a:cxn>
              </a:cxnLst>
              <a:rect l="0" t="0" r="0" b="0"/>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lnTo>
                    <a:pt x="4579"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68643" name="Line 125"/>
            <p:cNvSpPr/>
            <p:nvPr/>
          </p:nvSpPr>
          <p:spPr>
            <a:xfrm flipV="1">
              <a:off x="2742" y="1712"/>
              <a:ext cx="651" cy="6"/>
            </a:xfrm>
            <a:prstGeom prst="line">
              <a:avLst/>
            </a:prstGeom>
            <a:ln w="28575" cap="flat" cmpd="sng">
              <a:solidFill>
                <a:srgbClr val="FFCC00"/>
              </a:solidFill>
              <a:prstDash val="solid"/>
              <a:headEnd type="none" w="med" len="med"/>
              <a:tailEnd type="none" w="med" len="med"/>
            </a:ln>
          </p:spPr>
        </p:sp>
        <p:sp>
          <p:nvSpPr>
            <p:cNvPr id="68644" name="Text Box 126"/>
            <p:cNvSpPr txBox="1"/>
            <p:nvPr/>
          </p:nvSpPr>
          <p:spPr>
            <a:xfrm>
              <a:off x="1248" y="1670"/>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8645" name="Text Box 127"/>
            <p:cNvSpPr txBox="1"/>
            <p:nvPr/>
          </p:nvSpPr>
          <p:spPr>
            <a:xfrm>
              <a:off x="1202" y="2214"/>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8646" name="Object 128"/>
            <p:cNvGraphicFramePr>
              <a:graphicFrameLocks noChangeAspect="1"/>
            </p:cNvGraphicFramePr>
            <p:nvPr/>
          </p:nvGraphicFramePr>
          <p:xfrm>
            <a:off x="1293" y="1860"/>
            <a:ext cx="253" cy="382"/>
          </p:xfrm>
          <a:graphic>
            <a:graphicData uri="http://schemas.openxmlformats.org/presentationml/2006/ole">
              <mc:AlternateContent xmlns:mc="http://schemas.openxmlformats.org/markup-compatibility/2006">
                <mc:Choice xmlns:v="urn:schemas-microsoft-com:vml" Requires="v">
                  <p:oleObj r:id="rId15" imgW="222885" imgH="312420" progId="Equation.3">
                    <p:embed/>
                  </p:oleObj>
                </mc:Choice>
                <mc:Fallback>
                  <p:oleObj r:id="rId15" imgW="222885" imgH="312420" progId="Equation.3">
                    <p:embed/>
                    <p:pic>
                      <p:nvPicPr>
                        <p:cNvPr id="0" name="图片 3291"/>
                        <p:cNvPicPr/>
                        <p:nvPr/>
                      </p:nvPicPr>
                      <p:blipFill>
                        <a:blip r:embed="rId16">
                          <a:clrChange>
                            <a:clrFrom>
                              <a:srgbClr val="000000"/>
                            </a:clrFrom>
                            <a:clrTo>
                              <a:srgbClr val="FFFFFF"/>
                            </a:clrTo>
                          </a:clrChange>
                        </a:blip>
                        <a:stretch>
                          <a:fillRect/>
                        </a:stretch>
                      </p:blipFill>
                      <p:spPr>
                        <a:xfrm>
                          <a:off x="1293" y="1860"/>
                          <a:ext cx="253" cy="382"/>
                        </a:xfrm>
                        <a:prstGeom prst="rect">
                          <a:avLst/>
                        </a:prstGeom>
                        <a:noFill/>
                        <a:ln w="38100">
                          <a:noFill/>
                          <a:miter/>
                        </a:ln>
                      </p:spPr>
                    </p:pic>
                  </p:oleObj>
                </mc:Fallback>
              </mc:AlternateContent>
            </a:graphicData>
          </a:graphic>
        </p:graphicFrame>
        <p:sp>
          <p:nvSpPr>
            <p:cNvPr id="68647" name="Line 129"/>
            <p:cNvSpPr/>
            <p:nvPr/>
          </p:nvSpPr>
          <p:spPr>
            <a:xfrm>
              <a:off x="1124" y="1699"/>
              <a:ext cx="0" cy="786"/>
            </a:xfrm>
            <a:prstGeom prst="line">
              <a:avLst/>
            </a:prstGeom>
            <a:ln w="28575" cap="flat" cmpd="sng">
              <a:solidFill>
                <a:srgbClr val="FFCC00"/>
              </a:solidFill>
              <a:prstDash val="solid"/>
              <a:headEnd type="none" w="med" len="med"/>
              <a:tailEnd type="none" w="med" len="med"/>
            </a:ln>
          </p:spPr>
        </p:sp>
        <p:sp>
          <p:nvSpPr>
            <p:cNvPr id="68648" name="Line 130"/>
            <p:cNvSpPr/>
            <p:nvPr/>
          </p:nvSpPr>
          <p:spPr>
            <a:xfrm flipV="1">
              <a:off x="4150" y="1706"/>
              <a:ext cx="11" cy="775"/>
            </a:xfrm>
            <a:prstGeom prst="line">
              <a:avLst/>
            </a:prstGeom>
            <a:ln w="28575" cap="flat" cmpd="sng">
              <a:solidFill>
                <a:srgbClr val="FFCC00"/>
              </a:solidFill>
              <a:prstDash val="solid"/>
              <a:headEnd type="none" w="med" len="med"/>
              <a:tailEnd type="none" w="med" len="med"/>
            </a:ln>
          </p:spPr>
        </p:sp>
        <p:sp>
          <p:nvSpPr>
            <p:cNvPr id="68649" name="Line 131"/>
            <p:cNvSpPr/>
            <p:nvPr/>
          </p:nvSpPr>
          <p:spPr>
            <a:xfrm flipV="1">
              <a:off x="1836" y="1706"/>
              <a:ext cx="545" cy="0"/>
            </a:xfrm>
            <a:prstGeom prst="line">
              <a:avLst/>
            </a:prstGeom>
            <a:ln w="28575" cap="flat" cmpd="sng">
              <a:solidFill>
                <a:srgbClr val="FFCC00"/>
              </a:solidFill>
              <a:prstDash val="solid"/>
              <a:headEnd type="none" w="med" len="med"/>
              <a:tailEnd type="none" w="med" len="med"/>
            </a:ln>
          </p:spPr>
        </p:sp>
        <p:sp>
          <p:nvSpPr>
            <p:cNvPr id="68650" name="Rectangle 140"/>
            <p:cNvSpPr/>
            <p:nvPr/>
          </p:nvSpPr>
          <p:spPr>
            <a:xfrm>
              <a:off x="4087" y="193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8651" name="Line 141"/>
            <p:cNvSpPr/>
            <p:nvPr/>
          </p:nvSpPr>
          <p:spPr>
            <a:xfrm>
              <a:off x="2744" y="2477"/>
              <a:ext cx="1406" cy="0"/>
            </a:xfrm>
            <a:prstGeom prst="line">
              <a:avLst/>
            </a:prstGeom>
            <a:ln w="28575" cap="flat" cmpd="sng">
              <a:solidFill>
                <a:srgbClr val="FFCC00"/>
              </a:solidFill>
              <a:prstDash val="solid"/>
              <a:headEnd type="none" w="med" len="med"/>
              <a:tailEnd type="none" w="med" len="med"/>
            </a:ln>
          </p:spPr>
        </p:sp>
        <p:grpSp>
          <p:nvGrpSpPr>
            <p:cNvPr id="68652" name="Group 142"/>
            <p:cNvGrpSpPr/>
            <p:nvPr/>
          </p:nvGrpSpPr>
          <p:grpSpPr>
            <a:xfrm rot="5250627">
              <a:off x="1670" y="1675"/>
              <a:ext cx="240" cy="93"/>
              <a:chOff x="3787" y="2478"/>
              <a:chExt cx="240" cy="93"/>
            </a:xfrm>
          </p:grpSpPr>
          <p:sp>
            <p:nvSpPr>
              <p:cNvPr id="68668" name="Line 143"/>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68669" name="Line 144"/>
              <p:cNvSpPr/>
              <p:nvPr/>
            </p:nvSpPr>
            <p:spPr>
              <a:xfrm>
                <a:off x="3787" y="2478"/>
                <a:ext cx="240" cy="1"/>
              </a:xfrm>
              <a:prstGeom prst="line">
                <a:avLst/>
              </a:prstGeom>
              <a:ln w="57150" cap="flat" cmpd="sng">
                <a:solidFill>
                  <a:srgbClr val="FF9900"/>
                </a:solidFill>
                <a:prstDash val="solid"/>
                <a:headEnd type="none" w="med" len="med"/>
                <a:tailEnd type="none" w="med" len="med"/>
              </a:ln>
            </p:spPr>
          </p:sp>
        </p:grpSp>
        <p:grpSp>
          <p:nvGrpSpPr>
            <p:cNvPr id="68653" name="Group 145"/>
            <p:cNvGrpSpPr/>
            <p:nvPr/>
          </p:nvGrpSpPr>
          <p:grpSpPr>
            <a:xfrm rot="5400000">
              <a:off x="3305" y="1675"/>
              <a:ext cx="240" cy="93"/>
              <a:chOff x="3787" y="2478"/>
              <a:chExt cx="240" cy="93"/>
            </a:xfrm>
          </p:grpSpPr>
          <p:sp>
            <p:nvSpPr>
              <p:cNvPr id="68666" name="Line 146"/>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68667" name="Line 147"/>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68654" name="Text Box 148"/>
            <p:cNvSpPr txBox="1"/>
            <p:nvPr/>
          </p:nvSpPr>
          <p:spPr>
            <a:xfrm>
              <a:off x="3016" y="1298"/>
              <a:ext cx="95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C</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68655" name="Text Box 149"/>
            <p:cNvSpPr txBox="1"/>
            <p:nvPr/>
          </p:nvSpPr>
          <p:spPr>
            <a:xfrm>
              <a:off x="1338" y="1298"/>
              <a:ext cx="95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C</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68656" name="Group 156"/>
            <p:cNvGrpSpPr/>
            <p:nvPr/>
          </p:nvGrpSpPr>
          <p:grpSpPr>
            <a:xfrm>
              <a:off x="2653" y="1888"/>
              <a:ext cx="91" cy="363"/>
              <a:chOff x="1565" y="2614"/>
              <a:chExt cx="90" cy="486"/>
            </a:xfrm>
          </p:grpSpPr>
          <p:sp>
            <p:nvSpPr>
              <p:cNvPr id="68662" name="Arc 15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8663" name="Arc 15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8664" name="Arc 15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8665" name="Arc 16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68657" name="Group 161"/>
            <p:cNvGrpSpPr/>
            <p:nvPr/>
          </p:nvGrpSpPr>
          <p:grpSpPr>
            <a:xfrm rot="10800000">
              <a:off x="2381" y="1888"/>
              <a:ext cx="90" cy="363"/>
              <a:chOff x="1565" y="2614"/>
              <a:chExt cx="90" cy="486"/>
            </a:xfrm>
          </p:grpSpPr>
          <p:sp>
            <p:nvSpPr>
              <p:cNvPr id="68658" name="Arc 16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8659" name="Arc 16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8660" name="Arc 16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68661" name="Arc 16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p:cTn id="7" dur="1000" fill="hold"/>
                                        <p:tgtEl>
                                          <p:spTgt spid="59394"/>
                                        </p:tgtEl>
                                        <p:attrNameLst>
                                          <p:attrName>ppt_w</p:attrName>
                                        </p:attrNameLst>
                                      </p:cBhvr>
                                      <p:tavLst>
                                        <p:tav tm="0">
                                          <p:val>
                                            <p:fltVal val="0"/>
                                          </p:val>
                                        </p:tav>
                                        <p:tav tm="100000">
                                          <p:val>
                                            <p:strVal val="#ppt_w"/>
                                          </p:val>
                                        </p:tav>
                                      </p:tavLst>
                                    </p:anim>
                                    <p:anim calcmode="lin" valueType="num">
                                      <p:cBhvr>
                                        <p:cTn id="8" dur="1000" fill="hold"/>
                                        <p:tgtEl>
                                          <p:spTgt spid="59394"/>
                                        </p:tgtEl>
                                        <p:attrNameLst>
                                          <p:attrName>ppt_h</p:attrName>
                                        </p:attrNameLst>
                                      </p:cBhvr>
                                      <p:tavLst>
                                        <p:tav tm="0">
                                          <p:val>
                                            <p:fltVal val="0"/>
                                          </p:val>
                                        </p:tav>
                                        <p:tav tm="100000">
                                          <p:val>
                                            <p:strVal val="#ppt_h"/>
                                          </p:val>
                                        </p:tav>
                                      </p:tavLst>
                                    </p:anim>
                                    <p:anim calcmode="lin" valueType="num">
                                      <p:cBhvr>
                                        <p:cTn id="9" dur="1000" fill="hold"/>
                                        <p:tgtEl>
                                          <p:spTgt spid="5939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939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9558"/>
                                        </p:tgtEl>
                                        <p:attrNameLst>
                                          <p:attrName>style.visibility</p:attrName>
                                        </p:attrNameLst>
                                      </p:cBhvr>
                                      <p:to>
                                        <p:strVal val="visible"/>
                                      </p:to>
                                    </p:set>
                                    <p:animEffect transition="in" filter="blinds(horizontal)">
                                      <p:cBhvr>
                                        <p:cTn id="14" dur="500"/>
                                        <p:tgtEl>
                                          <p:spTgt spid="59558"/>
                                        </p:tgtEl>
                                      </p:cBhvr>
                                    </p:animEffect>
                                  </p:childTnLst>
                                </p:cTn>
                              </p:par>
                            </p:childTnLst>
                          </p:cTn>
                        </p:par>
                        <p:par>
                          <p:cTn id="15" fill="hold">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59450"/>
                                        </p:tgtEl>
                                        <p:attrNameLst>
                                          <p:attrName>style.visibility</p:attrName>
                                        </p:attrNameLst>
                                      </p:cBhvr>
                                      <p:to>
                                        <p:strVal val="visible"/>
                                      </p:to>
                                    </p:set>
                                    <p:animEffect transition="in" filter="blinds(horizontal)">
                                      <p:cBhvr>
                                        <p:cTn id="18" dur="500"/>
                                        <p:tgtEl>
                                          <p:spTgt spid="59450"/>
                                        </p:tgtEl>
                                      </p:cBhvr>
                                    </p:animEffect>
                                  </p:childTnLst>
                                </p:cTn>
                              </p:par>
                            </p:childTnLst>
                          </p:cTn>
                        </p:par>
                        <p:par>
                          <p:cTn id="19" fill="hold">
                            <p:stCondLst>
                              <p:cond delay="2000"/>
                            </p:stCondLst>
                            <p:childTnLst>
                              <p:par>
                                <p:cTn id="20" presetID="3" presetClass="entr" presetSubtype="10" fill="hold" nodeType="afterEffect">
                                  <p:stCondLst>
                                    <p:cond delay="0"/>
                                  </p:stCondLst>
                                  <p:childTnLst>
                                    <p:set>
                                      <p:cBhvr>
                                        <p:cTn id="21" dur="1" fill="hold">
                                          <p:stCondLst>
                                            <p:cond delay="0"/>
                                          </p:stCondLst>
                                        </p:cTn>
                                        <p:tgtEl>
                                          <p:spTgt spid="59397"/>
                                        </p:tgtEl>
                                        <p:attrNameLst>
                                          <p:attrName>style.visibility</p:attrName>
                                        </p:attrNameLst>
                                      </p:cBhvr>
                                      <p:to>
                                        <p:strVal val="visible"/>
                                      </p:to>
                                    </p:set>
                                    <p:animEffect transition="in" filter="blinds(horizontal)">
                                      <p:cBhvr>
                                        <p:cTn id="22" dur="500"/>
                                        <p:tgtEl>
                                          <p:spTgt spid="59397"/>
                                        </p:tgtEl>
                                      </p:cBhvr>
                                    </p:animEffect>
                                  </p:childTnLst>
                                </p:cTn>
                              </p:par>
                            </p:childTnLst>
                          </p:cTn>
                        </p:par>
                        <p:par>
                          <p:cTn id="23" fill="hold">
                            <p:stCondLst>
                              <p:cond delay="2500"/>
                            </p:stCondLst>
                            <p:childTnLst>
                              <p:par>
                                <p:cTn id="24" presetID="3" presetClass="entr" presetSubtype="10" fill="hold" grpId="0" nodeType="afterEffect">
                                  <p:stCondLst>
                                    <p:cond delay="0"/>
                                  </p:stCondLst>
                                  <p:childTnLst>
                                    <p:set>
                                      <p:cBhvr>
                                        <p:cTn id="25" dur="1" fill="hold">
                                          <p:stCondLst>
                                            <p:cond delay="0"/>
                                          </p:stCondLst>
                                        </p:cTn>
                                        <p:tgtEl>
                                          <p:spTgt spid="59395"/>
                                        </p:tgtEl>
                                        <p:attrNameLst>
                                          <p:attrName>style.visibility</p:attrName>
                                        </p:attrNameLst>
                                      </p:cBhvr>
                                      <p:to>
                                        <p:strVal val="visible"/>
                                      </p:to>
                                    </p:set>
                                    <p:animEffect transition="in" filter="blinds(horizontal)">
                                      <p:cBhvr>
                                        <p:cTn id="26" dur="500"/>
                                        <p:tgtEl>
                                          <p:spTgt spid="59395"/>
                                        </p:tgtEl>
                                      </p:cBhvr>
                                    </p:animEffect>
                                  </p:childTnLst>
                                </p:cTn>
                              </p:par>
                            </p:childTnLst>
                          </p:cTn>
                        </p:par>
                        <p:par>
                          <p:cTn id="27" fill="hold">
                            <p:stCondLst>
                              <p:cond delay="3000"/>
                            </p:stCondLst>
                            <p:childTnLst>
                              <p:par>
                                <p:cTn id="28" presetID="3" presetClass="entr" presetSubtype="10" fill="hold" grpId="0" nodeType="afterEffect">
                                  <p:stCondLst>
                                    <p:cond delay="0"/>
                                  </p:stCondLst>
                                  <p:childTnLst>
                                    <p:set>
                                      <p:cBhvr>
                                        <p:cTn id="29" dur="1" fill="hold">
                                          <p:stCondLst>
                                            <p:cond delay="0"/>
                                          </p:stCondLst>
                                        </p:cTn>
                                        <p:tgtEl>
                                          <p:spTgt spid="59396"/>
                                        </p:tgtEl>
                                        <p:attrNameLst>
                                          <p:attrName>style.visibility</p:attrName>
                                        </p:attrNameLst>
                                      </p:cBhvr>
                                      <p:to>
                                        <p:strVal val="visible"/>
                                      </p:to>
                                    </p:set>
                                    <p:animEffect transition="in" filter="blinds(horizontal)">
                                      <p:cBhvr>
                                        <p:cTn id="30" dur="500"/>
                                        <p:tgtEl>
                                          <p:spTgt spid="59396"/>
                                        </p:tgtEl>
                                      </p:cBhvr>
                                    </p:animEffec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grpId="0" nodeType="clickEffect">
                                  <p:stCondLst>
                                    <p:cond delay="0"/>
                                  </p:stCondLst>
                                  <p:childTnLst>
                                    <p:set>
                                      <p:cBhvr>
                                        <p:cTn id="34" dur="1" fill="hold">
                                          <p:stCondLst>
                                            <p:cond delay="0"/>
                                          </p:stCondLst>
                                        </p:cTn>
                                        <p:tgtEl>
                                          <p:spTgt spid="59444"/>
                                        </p:tgtEl>
                                        <p:attrNameLst>
                                          <p:attrName>style.visibility</p:attrName>
                                        </p:attrNameLst>
                                      </p:cBhvr>
                                      <p:to>
                                        <p:strVal val="visible"/>
                                      </p:to>
                                    </p:set>
                                    <p:anim calcmode="lin" valueType="num">
                                      <p:cBhvr>
                                        <p:cTn id="35" dur="1000" fill="hold"/>
                                        <p:tgtEl>
                                          <p:spTgt spid="59444"/>
                                        </p:tgtEl>
                                        <p:attrNameLst>
                                          <p:attrName>ppt_w</p:attrName>
                                        </p:attrNameLst>
                                      </p:cBhvr>
                                      <p:tavLst>
                                        <p:tav tm="0">
                                          <p:val>
                                            <p:fltVal val="0"/>
                                          </p:val>
                                        </p:tav>
                                        <p:tav tm="100000">
                                          <p:val>
                                            <p:strVal val="#ppt_w"/>
                                          </p:val>
                                        </p:tav>
                                      </p:tavLst>
                                    </p:anim>
                                    <p:anim calcmode="lin" valueType="num">
                                      <p:cBhvr>
                                        <p:cTn id="36" dur="1000" fill="hold"/>
                                        <p:tgtEl>
                                          <p:spTgt spid="59444"/>
                                        </p:tgtEl>
                                        <p:attrNameLst>
                                          <p:attrName>ppt_h</p:attrName>
                                        </p:attrNameLst>
                                      </p:cBhvr>
                                      <p:tavLst>
                                        <p:tav tm="0">
                                          <p:val>
                                            <p:fltVal val="0"/>
                                          </p:val>
                                        </p:tav>
                                        <p:tav tm="100000">
                                          <p:val>
                                            <p:strVal val="#ppt_h"/>
                                          </p:val>
                                        </p:tav>
                                      </p:tavLst>
                                    </p:anim>
                                    <p:anim calcmode="lin" valueType="num">
                                      <p:cBhvr>
                                        <p:cTn id="37" dur="1000" fill="hold"/>
                                        <p:tgtEl>
                                          <p:spTgt spid="59444"/>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594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59458"/>
                                        </p:tgtEl>
                                        <p:attrNameLst>
                                          <p:attrName>style.visibility</p:attrName>
                                        </p:attrNameLst>
                                      </p:cBhvr>
                                      <p:to>
                                        <p:strVal val="visible"/>
                                      </p:to>
                                    </p:set>
                                    <p:animEffect transition="in" filter="wipe(left)">
                                      <p:cBhvr>
                                        <p:cTn id="43" dur="2000"/>
                                        <p:tgtEl>
                                          <p:spTgt spid="5945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9459"/>
                                        </p:tgtEl>
                                        <p:attrNameLst>
                                          <p:attrName>style.visibility</p:attrName>
                                        </p:attrNameLst>
                                      </p:cBhvr>
                                      <p:to>
                                        <p:strVal val="visible"/>
                                      </p:to>
                                    </p:set>
                                    <p:animEffect transition="in" filter="wipe(left)">
                                      <p:cBhvr>
                                        <p:cTn id="48" dur="2000"/>
                                        <p:tgtEl>
                                          <p:spTgt spid="5945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9460"/>
                                        </p:tgtEl>
                                        <p:attrNameLst>
                                          <p:attrName>style.visibility</p:attrName>
                                        </p:attrNameLst>
                                      </p:cBhvr>
                                      <p:to>
                                        <p:strVal val="visible"/>
                                      </p:to>
                                    </p:set>
                                    <p:animEffect transition="in" filter="wipe(left)">
                                      <p:cBhvr>
                                        <p:cTn id="53" dur="2000"/>
                                        <p:tgtEl>
                                          <p:spTgt spid="5946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9445"/>
                                        </p:tgtEl>
                                        <p:attrNameLst>
                                          <p:attrName>style.visibility</p:attrName>
                                        </p:attrNameLst>
                                      </p:cBhvr>
                                      <p:to>
                                        <p:strVal val="visible"/>
                                      </p:to>
                                    </p:set>
                                    <p:animEffect transition="in" filter="wipe(left)">
                                      <p:cBhvr>
                                        <p:cTn id="58" dur="2000"/>
                                        <p:tgtEl>
                                          <p:spTgt spid="5944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59446"/>
                                        </p:tgtEl>
                                        <p:attrNameLst>
                                          <p:attrName>style.visibility</p:attrName>
                                        </p:attrNameLst>
                                      </p:cBhvr>
                                      <p:to>
                                        <p:strVal val="visible"/>
                                      </p:to>
                                    </p:set>
                                    <p:animEffect transition="in" filter="wipe(left)">
                                      <p:cBhvr>
                                        <p:cTn id="63" dur="2000"/>
                                        <p:tgtEl>
                                          <p:spTgt spid="59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P spid="59395" grpId="0"/>
      <p:bldP spid="59396" grpId="0"/>
      <p:bldP spid="59444" grpId="0" animBg="1"/>
      <p:bldP spid="5945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41" name="Object 9"/>
          <p:cNvGraphicFramePr>
            <a:graphicFrameLocks noChangeAspect="1"/>
          </p:cNvGraphicFramePr>
          <p:nvPr/>
        </p:nvGraphicFramePr>
        <p:xfrm>
          <a:off x="900113" y="1125538"/>
          <a:ext cx="3024187" cy="989012"/>
        </p:xfrm>
        <a:graphic>
          <a:graphicData uri="http://schemas.openxmlformats.org/presentationml/2006/ole">
            <mc:AlternateContent xmlns:mc="http://schemas.openxmlformats.org/markup-compatibility/2006">
              <mc:Choice xmlns:v="urn:schemas-microsoft-com:vml" Requires="v">
                <p:oleObj r:id="rId2" imgW="1315720" imgH="483235" progId="Equation.3">
                  <p:embed/>
                </p:oleObj>
              </mc:Choice>
              <mc:Fallback>
                <p:oleObj r:id="rId2" imgW="1315720" imgH="483235" progId="Equation.3">
                  <p:embed/>
                  <p:pic>
                    <p:nvPicPr>
                      <p:cNvPr id="0" name="图片 3294"/>
                      <p:cNvPicPr/>
                      <p:nvPr/>
                    </p:nvPicPr>
                    <p:blipFill>
                      <a:blip r:embed="rId3">
                        <a:clrChange>
                          <a:clrFrom>
                            <a:srgbClr val="000000"/>
                          </a:clrFrom>
                          <a:clrTo>
                            <a:srgbClr val="FFFFFF"/>
                          </a:clrTo>
                        </a:clrChange>
                      </a:blip>
                      <a:stretch>
                        <a:fillRect/>
                      </a:stretch>
                    </p:blipFill>
                    <p:spPr>
                      <a:xfrm>
                        <a:off x="900113" y="1125538"/>
                        <a:ext cx="3024187" cy="989012"/>
                      </a:xfrm>
                      <a:prstGeom prst="rect">
                        <a:avLst/>
                      </a:prstGeom>
                      <a:noFill/>
                      <a:ln w="38100">
                        <a:noFill/>
                        <a:miter/>
                      </a:ln>
                    </p:spPr>
                  </p:pic>
                </p:oleObj>
              </mc:Fallback>
            </mc:AlternateContent>
          </a:graphicData>
        </a:graphic>
      </p:graphicFrame>
      <p:sp>
        <p:nvSpPr>
          <p:cNvPr id="95291" name="Text Box 59"/>
          <p:cNvSpPr txBox="1"/>
          <p:nvPr/>
        </p:nvSpPr>
        <p:spPr>
          <a:xfrm>
            <a:off x="827088" y="549275"/>
            <a:ext cx="3241675" cy="519113"/>
          </a:xfrm>
          <a:prstGeom prst="rect">
            <a:avLst/>
          </a:prstGeom>
          <a:noFill/>
          <a:ln w="19050">
            <a:noFill/>
          </a:ln>
        </p:spPr>
        <p:txBody>
          <a:bodyPr wrap="none" lIns="198000" rIns="198000">
            <a:spAutoFit/>
          </a:bodyPr>
          <a:lstStyle/>
          <a:p>
            <a:pPr eaLnBrk="1" hangingPunct="1"/>
            <a:r>
              <a:rPr lang="zh-CN" altLang="en-US" b="1" dirty="0">
                <a:latin typeface="Times New Roman" panose="02020603050405020304" pitchFamily="18" charset="0"/>
              </a:rPr>
              <a:t>应用一次等效电路</a:t>
            </a:r>
          </a:p>
        </p:txBody>
      </p:sp>
      <p:sp>
        <p:nvSpPr>
          <p:cNvPr id="95307" name="Text Box 75"/>
          <p:cNvSpPr txBox="1"/>
          <p:nvPr/>
        </p:nvSpPr>
        <p:spPr>
          <a:xfrm>
            <a:off x="755650" y="2205038"/>
            <a:ext cx="541338" cy="519112"/>
          </a:xfrm>
          <a:prstGeom prst="rect">
            <a:avLst/>
          </a:prstGeom>
          <a:noFill/>
          <a:ln w="19050">
            <a:noFill/>
          </a:ln>
        </p:spPr>
        <p:txBody>
          <a:bodyPr wrap="none">
            <a:spAutoFit/>
          </a:bodyPr>
          <a:lstStyle/>
          <a:p>
            <a:pPr eaLnBrk="1" hangingPunct="1"/>
            <a:r>
              <a:rPr lang="zh-CN" altLang="en-US" b="1" dirty="0">
                <a:latin typeface="Times New Roman" panose="02020603050405020304" pitchFamily="18" charset="0"/>
              </a:rPr>
              <a:t>当</a:t>
            </a:r>
          </a:p>
        </p:txBody>
      </p:sp>
      <p:graphicFrame>
        <p:nvGraphicFramePr>
          <p:cNvPr id="95308" name="Object 76"/>
          <p:cNvGraphicFramePr>
            <a:graphicFrameLocks noChangeAspect="1"/>
          </p:cNvGraphicFramePr>
          <p:nvPr/>
        </p:nvGraphicFramePr>
        <p:xfrm>
          <a:off x="1331913" y="2060575"/>
          <a:ext cx="2733675" cy="989013"/>
        </p:xfrm>
        <a:graphic>
          <a:graphicData uri="http://schemas.openxmlformats.org/presentationml/2006/ole">
            <mc:AlternateContent xmlns:mc="http://schemas.openxmlformats.org/markup-compatibility/2006">
              <mc:Choice xmlns:v="urn:schemas-microsoft-com:vml" Requires="v">
                <p:oleObj r:id="rId4" imgW="1337945" imgH="483235" progId="Equation.3">
                  <p:embed/>
                </p:oleObj>
              </mc:Choice>
              <mc:Fallback>
                <p:oleObj r:id="rId4" imgW="1337945" imgH="483235" progId="Equation.3">
                  <p:embed/>
                  <p:pic>
                    <p:nvPicPr>
                      <p:cNvPr id="0" name="图片 3296"/>
                      <p:cNvPicPr/>
                      <p:nvPr/>
                    </p:nvPicPr>
                    <p:blipFill>
                      <a:blip r:embed="rId5">
                        <a:clrChange>
                          <a:clrFrom>
                            <a:srgbClr val="000000"/>
                          </a:clrFrom>
                          <a:clrTo>
                            <a:srgbClr val="FFFFFF"/>
                          </a:clrTo>
                        </a:clrChange>
                      </a:blip>
                      <a:stretch>
                        <a:fillRect/>
                      </a:stretch>
                    </p:blipFill>
                    <p:spPr>
                      <a:xfrm>
                        <a:off x="1331913" y="2060575"/>
                        <a:ext cx="2733675" cy="989013"/>
                      </a:xfrm>
                      <a:prstGeom prst="rect">
                        <a:avLst/>
                      </a:prstGeom>
                      <a:noFill/>
                      <a:ln w="38100">
                        <a:noFill/>
                        <a:miter/>
                      </a:ln>
                    </p:spPr>
                  </p:pic>
                </p:oleObj>
              </mc:Fallback>
            </mc:AlternateContent>
          </a:graphicData>
        </a:graphic>
      </p:graphicFrame>
      <p:sp>
        <p:nvSpPr>
          <p:cNvPr id="95309" name="Line 77"/>
          <p:cNvSpPr/>
          <p:nvPr/>
        </p:nvSpPr>
        <p:spPr>
          <a:xfrm>
            <a:off x="900113" y="3213100"/>
            <a:ext cx="719137" cy="0"/>
          </a:xfrm>
          <a:prstGeom prst="line">
            <a:avLst/>
          </a:prstGeom>
          <a:ln w="76200" cap="flat" cmpd="sng">
            <a:solidFill>
              <a:srgbClr val="3399FF"/>
            </a:solidFill>
            <a:prstDash val="solid"/>
            <a:headEnd type="none" w="med" len="med"/>
            <a:tailEnd type="triangle" w="med" len="med"/>
          </a:ln>
        </p:spPr>
      </p:sp>
      <p:sp>
        <p:nvSpPr>
          <p:cNvPr id="95310" name="Rectangle 78"/>
          <p:cNvSpPr/>
          <p:nvPr/>
        </p:nvSpPr>
        <p:spPr>
          <a:xfrm>
            <a:off x="1763713" y="2924175"/>
            <a:ext cx="4824412" cy="579438"/>
          </a:xfrm>
          <a:prstGeom prst="rect">
            <a:avLst/>
          </a:prstGeom>
          <a:noFill/>
          <a:ln w="9525">
            <a:noFill/>
          </a:ln>
        </p:spPr>
        <p:txBody>
          <a:bodyPr>
            <a:spAutoFit/>
          </a:bodyPr>
          <a:lstStyle/>
          <a:p>
            <a:pPr eaLnBrk="1" hangingPunct="1"/>
            <a:r>
              <a:rPr lang="en-US" altLang="zh-CN" sz="3200" i="1" dirty="0">
                <a:solidFill>
                  <a:schemeClr val="bg1"/>
                </a:solidFill>
                <a:latin typeface="Times New Roman" panose="02020603050405020304" pitchFamily="18" charset="0"/>
                <a:ea typeface="宋体" panose="02010600030101010101" pitchFamily="2" charset="-122"/>
              </a:rPr>
              <a:t>R</a:t>
            </a:r>
            <a:r>
              <a:rPr lang="en-US" altLang="zh-CN" sz="3200" baseline="-25000" dirty="0">
                <a:solidFill>
                  <a:schemeClr val="bg1"/>
                </a:solidFill>
                <a:latin typeface="Times New Roman" panose="02020603050405020304" pitchFamily="18" charset="0"/>
                <a:ea typeface="宋体" panose="02010600030101010101" pitchFamily="2" charset="-122"/>
              </a:rPr>
              <a:t>2</a:t>
            </a:r>
            <a:r>
              <a:rPr lang="en-US" altLang="zh-CN" sz="3200" dirty="0">
                <a:solidFill>
                  <a:schemeClr val="bg1"/>
                </a:solidFill>
                <a:latin typeface="Times New Roman" panose="02020603050405020304" pitchFamily="18" charset="0"/>
                <a:ea typeface="宋体" panose="02010600030101010101" pitchFamily="2" charset="-122"/>
              </a:rPr>
              <a:t>=40</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zh-CN" altLang="en-US" b="1" dirty="0">
                <a:latin typeface="Times New Roman" panose="02020603050405020304" pitchFamily="18" charset="0"/>
              </a:rPr>
              <a:t>时吸收最大功率</a:t>
            </a:r>
          </a:p>
        </p:txBody>
      </p:sp>
      <p:graphicFrame>
        <p:nvGraphicFramePr>
          <p:cNvPr id="95311" name="Object 79"/>
          <p:cNvGraphicFramePr>
            <a:graphicFrameLocks noChangeAspect="1"/>
          </p:cNvGraphicFramePr>
          <p:nvPr/>
        </p:nvGraphicFramePr>
        <p:xfrm>
          <a:off x="1835150" y="3573463"/>
          <a:ext cx="3773488" cy="1065212"/>
        </p:xfrm>
        <a:graphic>
          <a:graphicData uri="http://schemas.openxmlformats.org/presentationml/2006/ole">
            <mc:AlternateContent xmlns:mc="http://schemas.openxmlformats.org/markup-compatibility/2006">
              <mc:Choice xmlns:v="urn:schemas-microsoft-com:vml" Requires="v">
                <p:oleObj r:id="rId6" imgW="1620520" imgH="461010" progId="Equation.3">
                  <p:embed/>
                </p:oleObj>
              </mc:Choice>
              <mc:Fallback>
                <p:oleObj r:id="rId6" imgW="1620520" imgH="461010" progId="Equation.3">
                  <p:embed/>
                  <p:pic>
                    <p:nvPicPr>
                      <p:cNvPr id="0" name="图片 3293"/>
                      <p:cNvPicPr/>
                      <p:nvPr/>
                    </p:nvPicPr>
                    <p:blipFill>
                      <a:blip r:embed="rId7">
                        <a:clrChange>
                          <a:clrFrom>
                            <a:srgbClr val="000000"/>
                          </a:clrFrom>
                          <a:clrTo>
                            <a:srgbClr val="FFFFFF"/>
                          </a:clrTo>
                        </a:clrChange>
                      </a:blip>
                      <a:stretch>
                        <a:fillRect/>
                      </a:stretch>
                    </p:blipFill>
                    <p:spPr>
                      <a:xfrm>
                        <a:off x="1835150" y="3573463"/>
                        <a:ext cx="3773488" cy="1065212"/>
                      </a:xfrm>
                      <a:prstGeom prst="rect">
                        <a:avLst/>
                      </a:prstGeom>
                      <a:noFill/>
                      <a:ln w="38100">
                        <a:noFill/>
                        <a:miter/>
                      </a:ln>
                    </p:spPr>
                  </p:pic>
                </p:oleObj>
              </mc:Fallback>
            </mc:AlternateContent>
          </a:graphicData>
        </a:graphic>
      </p:graphicFrame>
      <p:grpSp>
        <p:nvGrpSpPr>
          <p:cNvPr id="69641" name="Group 80"/>
          <p:cNvGrpSpPr/>
          <p:nvPr/>
        </p:nvGrpSpPr>
        <p:grpSpPr>
          <a:xfrm>
            <a:off x="8316913" y="6446838"/>
            <a:ext cx="792162" cy="366712"/>
            <a:chOff x="5193" y="4020"/>
            <a:chExt cx="499" cy="231"/>
          </a:xfrm>
        </p:grpSpPr>
        <p:pic>
          <p:nvPicPr>
            <p:cNvPr id="69660" name="Picture 81"/>
            <p:cNvPicPr>
              <a:picLocks noChangeAspect="1"/>
            </p:cNvPicPr>
            <p:nvPr/>
          </p:nvPicPr>
          <p:blipFill>
            <a:blip r:embed="rId8"/>
            <a:stretch>
              <a:fillRect/>
            </a:stretch>
          </p:blipFill>
          <p:spPr>
            <a:xfrm>
              <a:off x="5193" y="4066"/>
              <a:ext cx="499" cy="181"/>
            </a:xfrm>
            <a:prstGeom prst="rect">
              <a:avLst/>
            </a:prstGeom>
            <a:noFill/>
            <a:ln w="9525">
              <a:noFill/>
            </a:ln>
          </p:spPr>
        </p:pic>
        <p:sp>
          <p:nvSpPr>
            <p:cNvPr id="69661" name="Text Box 8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69642" name="Group 83"/>
          <p:cNvGrpSpPr/>
          <p:nvPr/>
        </p:nvGrpSpPr>
        <p:grpSpPr>
          <a:xfrm>
            <a:off x="7453313" y="6446838"/>
            <a:ext cx="792162" cy="366712"/>
            <a:chOff x="4649" y="4020"/>
            <a:chExt cx="499" cy="231"/>
          </a:xfrm>
        </p:grpSpPr>
        <p:pic>
          <p:nvPicPr>
            <p:cNvPr id="69658" name="Picture 84"/>
            <p:cNvPicPr>
              <a:picLocks noChangeAspect="1"/>
            </p:cNvPicPr>
            <p:nvPr/>
          </p:nvPicPr>
          <p:blipFill>
            <a:blip r:embed="rId8"/>
            <a:stretch>
              <a:fillRect/>
            </a:stretch>
          </p:blipFill>
          <p:spPr>
            <a:xfrm>
              <a:off x="4649" y="4066"/>
              <a:ext cx="499" cy="181"/>
            </a:xfrm>
            <a:prstGeom prst="rect">
              <a:avLst/>
            </a:prstGeom>
            <a:noFill/>
            <a:ln w="9525">
              <a:noFill/>
            </a:ln>
          </p:spPr>
        </p:pic>
        <p:sp>
          <p:nvSpPr>
            <p:cNvPr id="69659" name="Text Box 8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95337" name="Group 105"/>
          <p:cNvGrpSpPr/>
          <p:nvPr/>
        </p:nvGrpSpPr>
        <p:grpSpPr>
          <a:xfrm>
            <a:off x="4932363" y="836613"/>
            <a:ext cx="3243262" cy="1728787"/>
            <a:chOff x="3107" y="527"/>
            <a:chExt cx="2043" cy="1089"/>
          </a:xfrm>
        </p:grpSpPr>
        <p:sp>
          <p:nvSpPr>
            <p:cNvPr id="69647" name="Text Box 72"/>
            <p:cNvSpPr txBox="1"/>
            <p:nvPr/>
          </p:nvSpPr>
          <p:spPr>
            <a:xfrm>
              <a:off x="3878" y="681"/>
              <a:ext cx="599" cy="327"/>
            </a:xfrm>
            <a:prstGeom prst="rect">
              <a:avLst/>
            </a:prstGeom>
            <a:noFill/>
            <a:ln w="28575">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p>
          </p:txBody>
        </p:sp>
        <p:graphicFrame>
          <p:nvGraphicFramePr>
            <p:cNvPr id="69648" name="Object 74"/>
            <p:cNvGraphicFramePr>
              <a:graphicFrameLocks noChangeAspect="1"/>
            </p:cNvGraphicFramePr>
            <p:nvPr/>
          </p:nvGraphicFramePr>
          <p:xfrm>
            <a:off x="4740" y="844"/>
            <a:ext cx="410" cy="593"/>
          </p:xfrm>
          <a:graphic>
            <a:graphicData uri="http://schemas.openxmlformats.org/presentationml/2006/ole">
              <mc:AlternateContent xmlns:mc="http://schemas.openxmlformats.org/markup-compatibility/2006">
                <mc:Choice xmlns:v="urn:schemas-microsoft-com:vml" Requires="v">
                  <p:oleObj r:id="rId9" imgW="334645" imgH="483235" progId="Equation.3">
                    <p:embed/>
                  </p:oleObj>
                </mc:Choice>
                <mc:Fallback>
                  <p:oleObj r:id="rId9" imgW="334645" imgH="483235" progId="Equation.3">
                    <p:embed/>
                    <p:pic>
                      <p:nvPicPr>
                        <p:cNvPr id="0" name="图片 3297"/>
                        <p:cNvPicPr/>
                        <p:nvPr/>
                      </p:nvPicPr>
                      <p:blipFill>
                        <a:blip r:embed="rId10">
                          <a:clrChange>
                            <a:clrFrom>
                              <a:srgbClr val="000000"/>
                            </a:clrFrom>
                            <a:clrTo>
                              <a:srgbClr val="FFFFFF"/>
                            </a:clrTo>
                          </a:clrChange>
                        </a:blip>
                        <a:stretch>
                          <a:fillRect/>
                        </a:stretch>
                      </p:blipFill>
                      <p:spPr>
                        <a:xfrm>
                          <a:off x="4740" y="844"/>
                          <a:ext cx="410" cy="593"/>
                        </a:xfrm>
                        <a:prstGeom prst="rect">
                          <a:avLst/>
                        </a:prstGeom>
                        <a:noFill/>
                        <a:ln w="38100">
                          <a:noFill/>
                          <a:miter/>
                        </a:ln>
                      </p:spPr>
                    </p:pic>
                  </p:oleObj>
                </mc:Fallback>
              </mc:AlternateContent>
            </a:graphicData>
          </a:graphic>
        </p:graphicFrame>
        <p:sp>
          <p:nvSpPr>
            <p:cNvPr id="69649" name="Oval 87"/>
            <p:cNvSpPr/>
            <p:nvPr/>
          </p:nvSpPr>
          <p:spPr>
            <a:xfrm>
              <a:off x="3379" y="9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69650" name="Rectangle 88"/>
            <p:cNvSpPr/>
            <p:nvPr/>
          </p:nvSpPr>
          <p:spPr>
            <a:xfrm>
              <a:off x="3560" y="663"/>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69651" name="Line 89"/>
            <p:cNvSpPr/>
            <p:nvPr/>
          </p:nvSpPr>
          <p:spPr>
            <a:xfrm>
              <a:off x="3560" y="663"/>
              <a:ext cx="230" cy="0"/>
            </a:xfrm>
            <a:prstGeom prst="line">
              <a:avLst/>
            </a:prstGeom>
            <a:ln w="28575" cap="flat" cmpd="sng">
              <a:solidFill>
                <a:srgbClr val="00FFFF"/>
              </a:solidFill>
              <a:prstDash val="solid"/>
              <a:headEnd type="none" w="med" len="med"/>
              <a:tailEnd type="triangle" w="med" len="med"/>
            </a:ln>
          </p:spPr>
        </p:sp>
        <p:graphicFrame>
          <p:nvGraphicFramePr>
            <p:cNvPr id="69652" name="Object 90"/>
            <p:cNvGraphicFramePr>
              <a:graphicFrameLocks noChangeAspect="1"/>
            </p:cNvGraphicFramePr>
            <p:nvPr/>
          </p:nvGraphicFramePr>
          <p:xfrm>
            <a:off x="3606" y="527"/>
            <a:ext cx="208" cy="387"/>
          </p:xfrm>
          <a:graphic>
            <a:graphicData uri="http://schemas.openxmlformats.org/presentationml/2006/ole">
              <mc:AlternateContent xmlns:mc="http://schemas.openxmlformats.org/markup-compatibility/2006">
                <mc:Choice xmlns:v="urn:schemas-microsoft-com:vml" Requires="v">
                  <p:oleObj r:id="rId11" imgW="163830" imgH="319405" progId="Equation.3">
                    <p:embed/>
                  </p:oleObj>
                </mc:Choice>
                <mc:Fallback>
                  <p:oleObj r:id="rId11" imgW="163830" imgH="319405" progId="Equation.3">
                    <p:embed/>
                    <p:pic>
                      <p:nvPicPr>
                        <p:cNvPr id="0" name="图片 3292"/>
                        <p:cNvPicPr/>
                        <p:nvPr/>
                      </p:nvPicPr>
                      <p:blipFill>
                        <a:blip r:embed="rId12">
                          <a:clrChange>
                            <a:clrFrom>
                              <a:srgbClr val="000000"/>
                            </a:clrFrom>
                            <a:clrTo>
                              <a:srgbClr val="FFFFFF"/>
                            </a:clrTo>
                          </a:clrChange>
                        </a:blip>
                        <a:stretch>
                          <a:fillRect/>
                        </a:stretch>
                      </p:blipFill>
                      <p:spPr>
                        <a:xfrm>
                          <a:off x="3606" y="527"/>
                          <a:ext cx="208" cy="387"/>
                        </a:xfrm>
                        <a:prstGeom prst="rect">
                          <a:avLst/>
                        </a:prstGeom>
                        <a:noFill/>
                        <a:ln w="38100">
                          <a:noFill/>
                          <a:miter/>
                        </a:ln>
                      </p:spPr>
                    </p:pic>
                  </p:oleObj>
                </mc:Fallback>
              </mc:AlternateContent>
            </a:graphicData>
          </a:graphic>
        </p:graphicFrame>
        <p:sp>
          <p:nvSpPr>
            <p:cNvPr id="69653" name="Text Box 91"/>
            <p:cNvSpPr txBox="1"/>
            <p:nvPr/>
          </p:nvSpPr>
          <p:spPr>
            <a:xfrm>
              <a:off x="3243" y="66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69654" name="Text Box 92"/>
            <p:cNvSpPr txBox="1"/>
            <p:nvPr/>
          </p:nvSpPr>
          <p:spPr>
            <a:xfrm>
              <a:off x="3288" y="1253"/>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69655" name="Object 93"/>
            <p:cNvGraphicFramePr>
              <a:graphicFrameLocks noChangeAspect="1"/>
            </p:cNvGraphicFramePr>
            <p:nvPr/>
          </p:nvGraphicFramePr>
          <p:xfrm>
            <a:off x="3107" y="942"/>
            <a:ext cx="253" cy="384"/>
          </p:xfrm>
          <a:graphic>
            <a:graphicData uri="http://schemas.openxmlformats.org/presentationml/2006/ole">
              <mc:AlternateContent xmlns:mc="http://schemas.openxmlformats.org/markup-compatibility/2006">
                <mc:Choice xmlns:v="urn:schemas-microsoft-com:vml" Requires="v">
                  <p:oleObj r:id="rId13" imgW="222885" imgH="312420" progId="Equation.3">
                    <p:embed/>
                  </p:oleObj>
                </mc:Choice>
                <mc:Fallback>
                  <p:oleObj r:id="rId13" imgW="222885" imgH="312420" progId="Equation.3">
                    <p:embed/>
                    <p:pic>
                      <p:nvPicPr>
                        <p:cNvPr id="0" name="图片 3295"/>
                        <p:cNvPicPr/>
                        <p:nvPr/>
                      </p:nvPicPr>
                      <p:blipFill>
                        <a:blip r:embed="rId14">
                          <a:clrChange>
                            <a:clrFrom>
                              <a:srgbClr val="000000"/>
                            </a:clrFrom>
                            <a:clrTo>
                              <a:srgbClr val="FFFFFF"/>
                            </a:clrTo>
                          </a:clrChange>
                        </a:blip>
                        <a:stretch>
                          <a:fillRect/>
                        </a:stretch>
                      </p:blipFill>
                      <p:spPr>
                        <a:xfrm>
                          <a:off x="3107" y="942"/>
                          <a:ext cx="253" cy="384"/>
                        </a:xfrm>
                        <a:prstGeom prst="rect">
                          <a:avLst/>
                        </a:prstGeom>
                        <a:noFill/>
                        <a:ln w="38100">
                          <a:noFill/>
                          <a:miter/>
                        </a:ln>
                      </p:spPr>
                    </p:pic>
                  </p:oleObj>
                </mc:Fallback>
              </mc:AlternateContent>
            </a:graphicData>
          </a:graphic>
        </p:graphicFrame>
        <p:sp>
          <p:nvSpPr>
            <p:cNvPr id="69656" name="Rectangle 96"/>
            <p:cNvSpPr/>
            <p:nvPr/>
          </p:nvSpPr>
          <p:spPr>
            <a:xfrm>
              <a:off x="4585" y="93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69657" name="Rectangle 97"/>
            <p:cNvSpPr/>
            <p:nvPr/>
          </p:nvSpPr>
          <p:spPr>
            <a:xfrm>
              <a:off x="3969" y="60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69644" name="Group 102"/>
          <p:cNvGrpSpPr/>
          <p:nvPr/>
        </p:nvGrpSpPr>
        <p:grpSpPr>
          <a:xfrm>
            <a:off x="6588125" y="6446838"/>
            <a:ext cx="792163" cy="366712"/>
            <a:chOff x="4649" y="4020"/>
            <a:chExt cx="499" cy="231"/>
          </a:xfrm>
        </p:grpSpPr>
        <p:pic>
          <p:nvPicPr>
            <p:cNvPr id="69645" name="Picture 103"/>
            <p:cNvPicPr>
              <a:picLocks noChangeAspect="1"/>
            </p:cNvPicPr>
            <p:nvPr/>
          </p:nvPicPr>
          <p:blipFill>
            <a:blip r:embed="rId8"/>
            <a:stretch>
              <a:fillRect/>
            </a:stretch>
          </p:blipFill>
          <p:spPr>
            <a:xfrm>
              <a:off x="4649" y="4066"/>
              <a:ext cx="499" cy="181"/>
            </a:xfrm>
            <a:prstGeom prst="rect">
              <a:avLst/>
            </a:prstGeom>
            <a:noFill/>
            <a:ln w="9525">
              <a:noFill/>
            </a:ln>
          </p:spPr>
        </p:pic>
        <p:sp>
          <p:nvSpPr>
            <p:cNvPr id="69646" name="Text Box 10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95291"/>
                                        </p:tgtEl>
                                        <p:attrNameLst>
                                          <p:attrName>style.visibility</p:attrName>
                                        </p:attrNameLst>
                                      </p:cBhvr>
                                      <p:to>
                                        <p:strVal val="visible"/>
                                      </p:to>
                                    </p:set>
                                    <p:anim calcmode="lin" valueType="num">
                                      <p:cBhvr additive="base">
                                        <p:cTn id="7" dur="500" fill="hold"/>
                                        <p:tgtEl>
                                          <p:spTgt spid="95291"/>
                                        </p:tgtEl>
                                        <p:attrNameLst>
                                          <p:attrName>ppt_x</p:attrName>
                                        </p:attrNameLst>
                                      </p:cBhvr>
                                      <p:tavLst>
                                        <p:tav tm="0">
                                          <p:val>
                                            <p:strVal val="1+#ppt_w/2"/>
                                          </p:val>
                                        </p:tav>
                                        <p:tav tm="100000">
                                          <p:val>
                                            <p:strVal val="#ppt_x"/>
                                          </p:val>
                                        </p:tav>
                                      </p:tavLst>
                                    </p:anim>
                                    <p:anim calcmode="lin" valueType="num">
                                      <p:cBhvr additive="base">
                                        <p:cTn id="8" dur="500" fill="hold"/>
                                        <p:tgtEl>
                                          <p:spTgt spid="952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5241"/>
                                        </p:tgtEl>
                                        <p:attrNameLst>
                                          <p:attrName>style.visibility</p:attrName>
                                        </p:attrNameLst>
                                      </p:cBhvr>
                                      <p:to>
                                        <p:strVal val="visible"/>
                                      </p:to>
                                    </p:set>
                                    <p:animEffect transition="in" filter="wipe(left)">
                                      <p:cBhvr>
                                        <p:cTn id="13" dur="2000"/>
                                        <p:tgtEl>
                                          <p:spTgt spid="9524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95337"/>
                                        </p:tgtEl>
                                        <p:attrNameLst>
                                          <p:attrName>style.visibility</p:attrName>
                                        </p:attrNameLst>
                                      </p:cBhvr>
                                      <p:to>
                                        <p:strVal val="visible"/>
                                      </p:to>
                                    </p:set>
                                    <p:animEffect transition="in" filter="blinds(horizontal)">
                                      <p:cBhvr>
                                        <p:cTn id="18" dur="500"/>
                                        <p:tgtEl>
                                          <p:spTgt spid="9533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5307"/>
                                        </p:tgtEl>
                                        <p:attrNameLst>
                                          <p:attrName>style.visibility</p:attrName>
                                        </p:attrNameLst>
                                      </p:cBhvr>
                                      <p:to>
                                        <p:strVal val="visible"/>
                                      </p:to>
                                    </p:set>
                                    <p:animEffect transition="in" filter="wipe(left)">
                                      <p:cBhvr>
                                        <p:cTn id="23" dur="2000"/>
                                        <p:tgtEl>
                                          <p:spTgt spid="95307"/>
                                        </p:tgtEl>
                                      </p:cBhvr>
                                    </p:animEffect>
                                  </p:childTnLst>
                                </p:cTn>
                              </p:par>
                            </p:childTnLst>
                          </p:cTn>
                        </p:par>
                        <p:par>
                          <p:cTn id="24" fill="hold">
                            <p:stCondLst>
                              <p:cond delay="2000"/>
                            </p:stCondLst>
                            <p:childTnLst>
                              <p:par>
                                <p:cTn id="25" presetID="22" presetClass="entr" presetSubtype="8" fill="hold" nodeType="afterEffect">
                                  <p:stCondLst>
                                    <p:cond delay="0"/>
                                  </p:stCondLst>
                                  <p:childTnLst>
                                    <p:set>
                                      <p:cBhvr>
                                        <p:cTn id="26" dur="1" fill="hold">
                                          <p:stCondLst>
                                            <p:cond delay="0"/>
                                          </p:stCondLst>
                                        </p:cTn>
                                        <p:tgtEl>
                                          <p:spTgt spid="95308"/>
                                        </p:tgtEl>
                                        <p:attrNameLst>
                                          <p:attrName>style.visibility</p:attrName>
                                        </p:attrNameLst>
                                      </p:cBhvr>
                                      <p:to>
                                        <p:strVal val="visible"/>
                                      </p:to>
                                    </p:set>
                                    <p:animEffect transition="in" filter="wipe(left)">
                                      <p:cBhvr>
                                        <p:cTn id="27" dur="2000"/>
                                        <p:tgtEl>
                                          <p:spTgt spid="95308"/>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95309"/>
                                        </p:tgtEl>
                                        <p:attrNameLst>
                                          <p:attrName>style.visibility</p:attrName>
                                        </p:attrNameLst>
                                      </p:cBhvr>
                                      <p:to>
                                        <p:strVal val="visible"/>
                                      </p:to>
                                    </p:set>
                                    <p:animEffect transition="in" filter="slide(fromLeft)">
                                      <p:cBhvr>
                                        <p:cTn id="32" dur="500"/>
                                        <p:tgtEl>
                                          <p:spTgt spid="95309"/>
                                        </p:tgtEl>
                                      </p:cBhvr>
                                    </p:animEffect>
                                  </p:childTnLst>
                                </p:cTn>
                              </p:par>
                            </p:childTnLst>
                          </p:cTn>
                        </p:par>
                        <p:par>
                          <p:cTn id="33" fill="hold">
                            <p:stCondLst>
                              <p:cond delay="500"/>
                            </p:stCondLst>
                            <p:childTnLst>
                              <p:par>
                                <p:cTn id="34" presetID="2" presetClass="entr" presetSubtype="2" fill="hold" grpId="0" nodeType="afterEffect">
                                  <p:stCondLst>
                                    <p:cond delay="0"/>
                                  </p:stCondLst>
                                  <p:childTnLst>
                                    <p:set>
                                      <p:cBhvr>
                                        <p:cTn id="35" dur="1" fill="hold">
                                          <p:stCondLst>
                                            <p:cond delay="0"/>
                                          </p:stCondLst>
                                        </p:cTn>
                                        <p:tgtEl>
                                          <p:spTgt spid="95310"/>
                                        </p:tgtEl>
                                        <p:attrNameLst>
                                          <p:attrName>style.visibility</p:attrName>
                                        </p:attrNameLst>
                                      </p:cBhvr>
                                      <p:to>
                                        <p:strVal val="visible"/>
                                      </p:to>
                                    </p:set>
                                    <p:anim calcmode="lin" valueType="num">
                                      <p:cBhvr additive="base">
                                        <p:cTn id="36" dur="500" fill="hold"/>
                                        <p:tgtEl>
                                          <p:spTgt spid="95310"/>
                                        </p:tgtEl>
                                        <p:attrNameLst>
                                          <p:attrName>ppt_x</p:attrName>
                                        </p:attrNameLst>
                                      </p:cBhvr>
                                      <p:tavLst>
                                        <p:tav tm="0">
                                          <p:val>
                                            <p:strVal val="1+#ppt_w/2"/>
                                          </p:val>
                                        </p:tav>
                                        <p:tav tm="100000">
                                          <p:val>
                                            <p:strVal val="#ppt_x"/>
                                          </p:val>
                                        </p:tav>
                                      </p:tavLst>
                                    </p:anim>
                                    <p:anim calcmode="lin" valueType="num">
                                      <p:cBhvr additive="base">
                                        <p:cTn id="37" dur="500" fill="hold"/>
                                        <p:tgtEl>
                                          <p:spTgt spid="95310"/>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5311"/>
                                        </p:tgtEl>
                                        <p:attrNameLst>
                                          <p:attrName>style.visibility</p:attrName>
                                        </p:attrNameLst>
                                      </p:cBhvr>
                                      <p:to>
                                        <p:strVal val="visible"/>
                                      </p:to>
                                    </p:set>
                                    <p:animEffect transition="in" filter="wipe(left)">
                                      <p:cBhvr>
                                        <p:cTn id="42" dur="2000"/>
                                        <p:tgtEl>
                                          <p:spTgt spid="95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91" grpId="0"/>
      <p:bldP spid="95307" grpId="0"/>
      <p:bldP spid="953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p:nvPr/>
        </p:nvSpPr>
        <p:spPr>
          <a:xfrm>
            <a:off x="468313" y="692150"/>
            <a:ext cx="1150937" cy="519113"/>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2</a:t>
            </a:r>
          </a:p>
        </p:txBody>
      </p:sp>
      <p:sp>
        <p:nvSpPr>
          <p:cNvPr id="58371" name="Text Box 3"/>
          <p:cNvSpPr txBox="1"/>
          <p:nvPr/>
        </p:nvSpPr>
        <p:spPr>
          <a:xfrm>
            <a:off x="1619250" y="692150"/>
            <a:ext cx="3041650" cy="519113"/>
          </a:xfrm>
          <a:prstGeom prst="rect">
            <a:avLst/>
          </a:prstGeom>
          <a:noFill/>
          <a:ln w="19050">
            <a:noFill/>
          </a:ln>
        </p:spPr>
        <p:txBody>
          <a:bodyPr wrap="none">
            <a:spAutoFit/>
          </a:bodyPr>
          <a:lstStyle/>
          <a:p>
            <a:pPr eaLnBrk="1" hangingPunct="1"/>
            <a:r>
              <a:rPr lang="zh-CN" altLang="en-US" b="1" dirty="0">
                <a:latin typeface="Times New Roman" panose="02020603050405020304" pitchFamily="18" charset="0"/>
              </a:rPr>
              <a:t>应用二次等效电路</a:t>
            </a:r>
          </a:p>
        </p:txBody>
      </p:sp>
      <p:graphicFrame>
        <p:nvGraphicFramePr>
          <p:cNvPr id="58389" name="Object 21"/>
          <p:cNvGraphicFramePr>
            <a:graphicFrameLocks noChangeAspect="1"/>
          </p:cNvGraphicFramePr>
          <p:nvPr/>
        </p:nvGraphicFramePr>
        <p:xfrm>
          <a:off x="904875" y="1341438"/>
          <a:ext cx="3948113" cy="938212"/>
        </p:xfrm>
        <a:graphic>
          <a:graphicData uri="http://schemas.openxmlformats.org/presentationml/2006/ole">
            <mc:AlternateContent xmlns:mc="http://schemas.openxmlformats.org/markup-compatibility/2006">
              <mc:Choice xmlns:v="urn:schemas-microsoft-com:vml" Requires="v">
                <p:oleObj r:id="rId2" imgW="1932940" imgH="461010" progId="Equation.3">
                  <p:embed/>
                </p:oleObj>
              </mc:Choice>
              <mc:Fallback>
                <p:oleObj r:id="rId2" imgW="1932940" imgH="461010" progId="Equation.3">
                  <p:embed/>
                  <p:pic>
                    <p:nvPicPr>
                      <p:cNvPr id="0" name="图片 3300"/>
                      <p:cNvPicPr/>
                      <p:nvPr/>
                    </p:nvPicPr>
                    <p:blipFill>
                      <a:blip r:embed="rId3">
                        <a:clrChange>
                          <a:clrFrom>
                            <a:srgbClr val="000000"/>
                          </a:clrFrom>
                          <a:clrTo>
                            <a:srgbClr val="FFFFFF"/>
                          </a:clrTo>
                        </a:clrChange>
                      </a:blip>
                      <a:stretch>
                        <a:fillRect/>
                      </a:stretch>
                    </p:blipFill>
                    <p:spPr>
                      <a:xfrm>
                        <a:off x="904875" y="1341438"/>
                        <a:ext cx="3948113" cy="938212"/>
                      </a:xfrm>
                      <a:prstGeom prst="rect">
                        <a:avLst/>
                      </a:prstGeom>
                      <a:noFill/>
                      <a:ln w="38100">
                        <a:noFill/>
                        <a:miter/>
                      </a:ln>
                    </p:spPr>
                  </p:pic>
                </p:oleObj>
              </mc:Fallback>
            </mc:AlternateContent>
          </a:graphicData>
        </a:graphic>
      </p:graphicFrame>
      <p:graphicFrame>
        <p:nvGraphicFramePr>
          <p:cNvPr id="58407" name="Object 39"/>
          <p:cNvGraphicFramePr>
            <a:graphicFrameLocks noChangeAspect="1"/>
          </p:cNvGraphicFramePr>
          <p:nvPr/>
        </p:nvGraphicFramePr>
        <p:xfrm>
          <a:off x="927100" y="2420938"/>
          <a:ext cx="4775200" cy="936625"/>
        </p:xfrm>
        <a:graphic>
          <a:graphicData uri="http://schemas.openxmlformats.org/presentationml/2006/ole">
            <mc:AlternateContent xmlns:mc="http://schemas.openxmlformats.org/markup-compatibility/2006">
              <mc:Choice xmlns:v="urn:schemas-microsoft-com:vml" Requires="v">
                <p:oleObj r:id="rId4" imgW="2527300" imgH="497840" progId="Equation.3">
                  <p:embed/>
                </p:oleObj>
              </mc:Choice>
              <mc:Fallback>
                <p:oleObj r:id="rId4" imgW="2527300" imgH="497840" progId="Equation.3">
                  <p:embed/>
                  <p:pic>
                    <p:nvPicPr>
                      <p:cNvPr id="0" name="图片 3303"/>
                      <p:cNvPicPr/>
                      <p:nvPr/>
                    </p:nvPicPr>
                    <p:blipFill>
                      <a:blip r:embed="rId5">
                        <a:clrChange>
                          <a:clrFrom>
                            <a:srgbClr val="000000"/>
                          </a:clrFrom>
                          <a:clrTo>
                            <a:srgbClr val="FFFFFF"/>
                          </a:clrTo>
                        </a:clrChange>
                      </a:blip>
                      <a:stretch>
                        <a:fillRect/>
                      </a:stretch>
                    </p:blipFill>
                    <p:spPr>
                      <a:xfrm>
                        <a:off x="927100" y="2420938"/>
                        <a:ext cx="4775200" cy="936625"/>
                      </a:xfrm>
                      <a:prstGeom prst="rect">
                        <a:avLst/>
                      </a:prstGeom>
                      <a:noFill/>
                      <a:ln w="38100">
                        <a:noFill/>
                        <a:miter/>
                      </a:ln>
                    </p:spPr>
                  </p:pic>
                </p:oleObj>
              </mc:Fallback>
            </mc:AlternateContent>
          </a:graphicData>
        </a:graphic>
      </p:graphicFrame>
      <p:sp>
        <p:nvSpPr>
          <p:cNvPr id="58409" name="Text Box 41"/>
          <p:cNvSpPr txBox="1"/>
          <p:nvPr/>
        </p:nvSpPr>
        <p:spPr>
          <a:xfrm>
            <a:off x="684213" y="3284538"/>
            <a:ext cx="541337" cy="519112"/>
          </a:xfrm>
          <a:prstGeom prst="rect">
            <a:avLst/>
          </a:prstGeom>
          <a:noFill/>
          <a:ln w="19050">
            <a:noFill/>
          </a:ln>
        </p:spPr>
        <p:txBody>
          <a:bodyPr wrap="none">
            <a:spAutoFit/>
          </a:bodyPr>
          <a:lstStyle/>
          <a:p>
            <a:pPr eaLnBrk="1" hangingPunct="1"/>
            <a:r>
              <a:rPr lang="zh-CN" altLang="en-US" b="1" dirty="0">
                <a:latin typeface="Times New Roman" panose="02020603050405020304" pitchFamily="18" charset="0"/>
              </a:rPr>
              <a:t>当</a:t>
            </a:r>
          </a:p>
        </p:txBody>
      </p:sp>
      <p:graphicFrame>
        <p:nvGraphicFramePr>
          <p:cNvPr id="58410" name="Object 42"/>
          <p:cNvGraphicFramePr>
            <a:graphicFrameLocks noChangeAspect="1"/>
          </p:cNvGraphicFramePr>
          <p:nvPr/>
        </p:nvGraphicFramePr>
        <p:xfrm>
          <a:off x="1547813" y="3429000"/>
          <a:ext cx="2074862" cy="482600"/>
        </p:xfrm>
        <a:graphic>
          <a:graphicData uri="http://schemas.openxmlformats.org/presentationml/2006/ole">
            <mc:AlternateContent xmlns:mc="http://schemas.openxmlformats.org/markup-compatibility/2006">
              <mc:Choice xmlns:v="urn:schemas-microsoft-com:vml" Requires="v">
                <p:oleObj r:id="rId6" imgW="1018540" imgH="238125" progId="Equation.3">
                  <p:embed/>
                </p:oleObj>
              </mc:Choice>
              <mc:Fallback>
                <p:oleObj r:id="rId6" imgW="1018540" imgH="238125" progId="Equation.3">
                  <p:embed/>
                  <p:pic>
                    <p:nvPicPr>
                      <p:cNvPr id="0" name="图片 3302"/>
                      <p:cNvPicPr/>
                      <p:nvPr/>
                    </p:nvPicPr>
                    <p:blipFill>
                      <a:blip r:embed="rId7">
                        <a:clrChange>
                          <a:clrFrom>
                            <a:srgbClr val="000000"/>
                          </a:clrFrom>
                          <a:clrTo>
                            <a:srgbClr val="FFFFFF"/>
                          </a:clrTo>
                        </a:clrChange>
                      </a:blip>
                      <a:stretch>
                        <a:fillRect/>
                      </a:stretch>
                    </p:blipFill>
                    <p:spPr>
                      <a:xfrm>
                        <a:off x="1547813" y="3429000"/>
                        <a:ext cx="2074862" cy="482600"/>
                      </a:xfrm>
                      <a:prstGeom prst="rect">
                        <a:avLst/>
                      </a:prstGeom>
                      <a:noFill/>
                      <a:ln w="38100">
                        <a:noFill/>
                        <a:miter/>
                      </a:ln>
                    </p:spPr>
                  </p:pic>
                </p:oleObj>
              </mc:Fallback>
            </mc:AlternateContent>
          </a:graphicData>
        </a:graphic>
      </p:graphicFrame>
      <p:sp>
        <p:nvSpPr>
          <p:cNvPr id="58412" name="Rectangle 44"/>
          <p:cNvSpPr/>
          <p:nvPr/>
        </p:nvSpPr>
        <p:spPr>
          <a:xfrm>
            <a:off x="3924300" y="3357563"/>
            <a:ext cx="3600450" cy="519112"/>
          </a:xfrm>
          <a:prstGeom prst="rect">
            <a:avLst/>
          </a:prstGeom>
          <a:noFill/>
          <a:ln w="9525">
            <a:noFill/>
          </a:ln>
        </p:spPr>
        <p:txBody>
          <a:bodyPr>
            <a:spAutoFit/>
          </a:bodyPr>
          <a:lstStyle/>
          <a:p>
            <a:pPr eaLnBrk="1" hangingPunct="1"/>
            <a:r>
              <a:rPr lang="zh-CN" altLang="en-US" b="1" dirty="0">
                <a:latin typeface="Times New Roman" panose="02020603050405020304" pitchFamily="18" charset="0"/>
              </a:rPr>
              <a:t>时吸收最大功率</a:t>
            </a:r>
          </a:p>
        </p:txBody>
      </p:sp>
      <p:grpSp>
        <p:nvGrpSpPr>
          <p:cNvPr id="70665" name="Group 110"/>
          <p:cNvGrpSpPr/>
          <p:nvPr/>
        </p:nvGrpSpPr>
        <p:grpSpPr>
          <a:xfrm>
            <a:off x="8316913" y="6446838"/>
            <a:ext cx="792162" cy="366712"/>
            <a:chOff x="5193" y="4020"/>
            <a:chExt cx="499" cy="231"/>
          </a:xfrm>
        </p:grpSpPr>
        <p:pic>
          <p:nvPicPr>
            <p:cNvPr id="70685" name="Picture 111"/>
            <p:cNvPicPr>
              <a:picLocks noChangeAspect="1"/>
            </p:cNvPicPr>
            <p:nvPr/>
          </p:nvPicPr>
          <p:blipFill>
            <a:blip r:embed="rId8"/>
            <a:stretch>
              <a:fillRect/>
            </a:stretch>
          </p:blipFill>
          <p:spPr>
            <a:xfrm>
              <a:off x="5193" y="4066"/>
              <a:ext cx="499" cy="181"/>
            </a:xfrm>
            <a:prstGeom prst="rect">
              <a:avLst/>
            </a:prstGeom>
            <a:noFill/>
            <a:ln w="9525">
              <a:noFill/>
            </a:ln>
          </p:spPr>
        </p:pic>
        <p:sp>
          <p:nvSpPr>
            <p:cNvPr id="70686" name="Text Box 112">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0666" name="Group 113"/>
          <p:cNvGrpSpPr/>
          <p:nvPr/>
        </p:nvGrpSpPr>
        <p:grpSpPr>
          <a:xfrm>
            <a:off x="7453313" y="6446838"/>
            <a:ext cx="792162" cy="366712"/>
            <a:chOff x="4649" y="4020"/>
            <a:chExt cx="499" cy="231"/>
          </a:xfrm>
        </p:grpSpPr>
        <p:pic>
          <p:nvPicPr>
            <p:cNvPr id="70683" name="Picture 114"/>
            <p:cNvPicPr>
              <a:picLocks noChangeAspect="1"/>
            </p:cNvPicPr>
            <p:nvPr/>
          </p:nvPicPr>
          <p:blipFill>
            <a:blip r:embed="rId8"/>
            <a:stretch>
              <a:fillRect/>
            </a:stretch>
          </p:blipFill>
          <p:spPr>
            <a:xfrm>
              <a:off x="4649" y="4066"/>
              <a:ext cx="499" cy="181"/>
            </a:xfrm>
            <a:prstGeom prst="rect">
              <a:avLst/>
            </a:prstGeom>
            <a:noFill/>
            <a:ln w="9525">
              <a:noFill/>
            </a:ln>
          </p:spPr>
        </p:pic>
        <p:sp>
          <p:nvSpPr>
            <p:cNvPr id="70684" name="Text Box 11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58518" name="Group 150"/>
          <p:cNvGrpSpPr/>
          <p:nvPr/>
        </p:nvGrpSpPr>
        <p:grpSpPr>
          <a:xfrm>
            <a:off x="5508625" y="476250"/>
            <a:ext cx="3217863" cy="2520950"/>
            <a:chOff x="3470" y="300"/>
            <a:chExt cx="2027" cy="1588"/>
          </a:xfrm>
        </p:grpSpPr>
        <p:sp>
          <p:nvSpPr>
            <p:cNvPr id="70672" name="Text Box 36"/>
            <p:cNvSpPr txBox="1"/>
            <p:nvPr/>
          </p:nvSpPr>
          <p:spPr>
            <a:xfrm>
              <a:off x="5103" y="1253"/>
              <a:ext cx="394" cy="327"/>
            </a:xfrm>
            <a:prstGeom prst="rect">
              <a:avLst/>
            </a:prstGeom>
            <a:noFill/>
            <a:ln w="28575">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0673" name="Oval 120"/>
            <p:cNvSpPr/>
            <p:nvPr/>
          </p:nvSpPr>
          <p:spPr>
            <a:xfrm>
              <a:off x="3770" y="120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70674" name="Rectangle 121"/>
            <p:cNvSpPr/>
            <p:nvPr/>
          </p:nvSpPr>
          <p:spPr>
            <a:xfrm>
              <a:off x="3951" y="935"/>
              <a:ext cx="1089" cy="95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0675" name="Text Box 122"/>
            <p:cNvSpPr txBox="1"/>
            <p:nvPr/>
          </p:nvSpPr>
          <p:spPr>
            <a:xfrm>
              <a:off x="3634" y="935"/>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70676" name="Text Box 123"/>
            <p:cNvSpPr txBox="1"/>
            <p:nvPr/>
          </p:nvSpPr>
          <p:spPr>
            <a:xfrm>
              <a:off x="3679" y="1525"/>
              <a:ext cx="249"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70677" name="Object 124"/>
            <p:cNvGraphicFramePr>
              <a:graphicFrameLocks noChangeAspect="1"/>
            </p:cNvGraphicFramePr>
            <p:nvPr/>
          </p:nvGraphicFramePr>
          <p:xfrm>
            <a:off x="3470" y="1207"/>
            <a:ext cx="309" cy="399"/>
          </p:xfrm>
          <a:graphic>
            <a:graphicData uri="http://schemas.openxmlformats.org/presentationml/2006/ole">
              <mc:AlternateContent xmlns:mc="http://schemas.openxmlformats.org/markup-compatibility/2006">
                <mc:Choice xmlns:v="urn:schemas-microsoft-com:vml" Requires="v">
                  <p:oleObj r:id="rId9" imgW="274955" imgH="319405" progId="Equation.3">
                    <p:embed/>
                  </p:oleObj>
                </mc:Choice>
                <mc:Fallback>
                  <p:oleObj r:id="rId9" imgW="274955" imgH="319405" progId="Equation.3">
                    <p:embed/>
                    <p:pic>
                      <p:nvPicPr>
                        <p:cNvPr id="0" name="图片 3299"/>
                        <p:cNvPicPr/>
                        <p:nvPr/>
                      </p:nvPicPr>
                      <p:blipFill>
                        <a:blip r:embed="rId10">
                          <a:clrChange>
                            <a:clrFrom>
                              <a:srgbClr val="000000"/>
                            </a:clrFrom>
                            <a:clrTo>
                              <a:srgbClr val="FFFFFF"/>
                            </a:clrTo>
                          </a:clrChange>
                        </a:blip>
                        <a:stretch>
                          <a:fillRect/>
                        </a:stretch>
                      </p:blipFill>
                      <p:spPr>
                        <a:xfrm>
                          <a:off x="3470" y="1207"/>
                          <a:ext cx="309" cy="399"/>
                        </a:xfrm>
                        <a:prstGeom prst="rect">
                          <a:avLst/>
                        </a:prstGeom>
                        <a:noFill/>
                        <a:ln w="38100">
                          <a:noFill/>
                          <a:miter/>
                        </a:ln>
                      </p:spPr>
                    </p:pic>
                  </p:oleObj>
                </mc:Fallback>
              </mc:AlternateContent>
            </a:graphicData>
          </a:graphic>
        </p:graphicFrame>
        <p:sp>
          <p:nvSpPr>
            <p:cNvPr id="70678" name="Rectangle 125"/>
            <p:cNvSpPr/>
            <p:nvPr/>
          </p:nvSpPr>
          <p:spPr>
            <a:xfrm>
              <a:off x="4976" y="122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0679" name="Rectangle 126"/>
            <p:cNvSpPr/>
            <p:nvPr/>
          </p:nvSpPr>
          <p:spPr>
            <a:xfrm>
              <a:off x="4360" y="87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0680" name="Line 127"/>
            <p:cNvSpPr/>
            <p:nvPr/>
          </p:nvSpPr>
          <p:spPr>
            <a:xfrm rot="5400000">
              <a:off x="4924" y="1050"/>
              <a:ext cx="230" cy="0"/>
            </a:xfrm>
            <a:prstGeom prst="line">
              <a:avLst/>
            </a:prstGeom>
            <a:ln w="28575" cap="flat" cmpd="sng">
              <a:solidFill>
                <a:srgbClr val="00FFFF"/>
              </a:solidFill>
              <a:prstDash val="solid"/>
              <a:headEnd type="none" w="med" len="med"/>
              <a:tailEnd type="triangle" w="med" len="med"/>
            </a:ln>
          </p:spPr>
        </p:sp>
        <p:graphicFrame>
          <p:nvGraphicFramePr>
            <p:cNvPr id="70681" name="Object 128"/>
            <p:cNvGraphicFramePr>
              <a:graphicFrameLocks noChangeAspect="1"/>
            </p:cNvGraphicFramePr>
            <p:nvPr/>
          </p:nvGraphicFramePr>
          <p:xfrm>
            <a:off x="5103" y="799"/>
            <a:ext cx="252" cy="405"/>
          </p:xfrm>
          <a:graphic>
            <a:graphicData uri="http://schemas.openxmlformats.org/presentationml/2006/ole">
              <mc:AlternateContent xmlns:mc="http://schemas.openxmlformats.org/markup-compatibility/2006">
                <mc:Choice xmlns:v="urn:schemas-microsoft-com:vml" Requires="v">
                  <p:oleObj r:id="rId11" imgW="186055" imgH="319405" progId="Equation.3">
                    <p:embed/>
                  </p:oleObj>
                </mc:Choice>
                <mc:Fallback>
                  <p:oleObj r:id="rId11" imgW="186055" imgH="319405" progId="Equation.3">
                    <p:embed/>
                    <p:pic>
                      <p:nvPicPr>
                        <p:cNvPr id="0" name="图片 3304"/>
                        <p:cNvPicPr/>
                        <p:nvPr/>
                      </p:nvPicPr>
                      <p:blipFill>
                        <a:blip r:embed="rId12">
                          <a:clrChange>
                            <a:clrFrom>
                              <a:srgbClr val="000000"/>
                            </a:clrFrom>
                            <a:clrTo>
                              <a:srgbClr val="FFFFFF"/>
                            </a:clrTo>
                          </a:clrChange>
                        </a:blip>
                        <a:stretch>
                          <a:fillRect/>
                        </a:stretch>
                      </p:blipFill>
                      <p:spPr>
                        <a:xfrm>
                          <a:off x="5103" y="799"/>
                          <a:ext cx="252" cy="405"/>
                        </a:xfrm>
                        <a:prstGeom prst="rect">
                          <a:avLst/>
                        </a:prstGeom>
                        <a:noFill/>
                        <a:ln w="38100">
                          <a:noFill/>
                          <a:miter/>
                        </a:ln>
                      </p:spPr>
                    </p:pic>
                  </p:oleObj>
                </mc:Fallback>
              </mc:AlternateContent>
            </a:graphicData>
          </a:graphic>
        </p:graphicFrame>
        <p:graphicFrame>
          <p:nvGraphicFramePr>
            <p:cNvPr id="70682" name="Object 130"/>
            <p:cNvGraphicFramePr>
              <a:graphicFrameLocks noChangeAspect="1"/>
            </p:cNvGraphicFramePr>
            <p:nvPr/>
          </p:nvGraphicFramePr>
          <p:xfrm>
            <a:off x="3921" y="300"/>
            <a:ext cx="1385" cy="594"/>
          </p:xfrm>
          <a:graphic>
            <a:graphicData uri="http://schemas.openxmlformats.org/presentationml/2006/ole">
              <mc:AlternateContent xmlns:mc="http://schemas.openxmlformats.org/markup-compatibility/2006">
                <mc:Choice xmlns:v="urn:schemas-microsoft-com:vml" Requires="v">
                  <p:oleObj r:id="rId13" imgW="1018540" imgH="497840" progId="Equation.3">
                    <p:embed/>
                  </p:oleObj>
                </mc:Choice>
                <mc:Fallback>
                  <p:oleObj r:id="rId13" imgW="1018540" imgH="497840" progId="Equation.3">
                    <p:embed/>
                    <p:pic>
                      <p:nvPicPr>
                        <p:cNvPr id="0" name="图片 3298"/>
                        <p:cNvPicPr/>
                        <p:nvPr/>
                      </p:nvPicPr>
                      <p:blipFill>
                        <a:blip r:embed="rId14">
                          <a:clrChange>
                            <a:clrFrom>
                              <a:srgbClr val="000000"/>
                            </a:clrFrom>
                            <a:clrTo>
                              <a:srgbClr val="FFFFFF"/>
                            </a:clrTo>
                          </a:clrChange>
                        </a:blip>
                        <a:stretch>
                          <a:fillRect/>
                        </a:stretch>
                      </p:blipFill>
                      <p:spPr>
                        <a:xfrm>
                          <a:off x="3921" y="300"/>
                          <a:ext cx="1385" cy="594"/>
                        </a:xfrm>
                        <a:prstGeom prst="rect">
                          <a:avLst/>
                        </a:prstGeom>
                        <a:noFill/>
                        <a:ln w="38100">
                          <a:noFill/>
                          <a:miter/>
                        </a:ln>
                      </p:spPr>
                    </p:pic>
                  </p:oleObj>
                </mc:Fallback>
              </mc:AlternateContent>
            </a:graphicData>
          </a:graphic>
        </p:graphicFrame>
      </p:grpSp>
      <p:grpSp>
        <p:nvGrpSpPr>
          <p:cNvPr id="70668" name="Group 135"/>
          <p:cNvGrpSpPr/>
          <p:nvPr/>
        </p:nvGrpSpPr>
        <p:grpSpPr>
          <a:xfrm>
            <a:off x="6588125" y="6446838"/>
            <a:ext cx="792163" cy="366712"/>
            <a:chOff x="4649" y="4020"/>
            <a:chExt cx="499" cy="231"/>
          </a:xfrm>
        </p:grpSpPr>
        <p:pic>
          <p:nvPicPr>
            <p:cNvPr id="70670" name="Picture 136"/>
            <p:cNvPicPr>
              <a:picLocks noChangeAspect="1"/>
            </p:cNvPicPr>
            <p:nvPr/>
          </p:nvPicPr>
          <p:blipFill>
            <a:blip r:embed="rId8"/>
            <a:stretch>
              <a:fillRect/>
            </a:stretch>
          </p:blipFill>
          <p:spPr>
            <a:xfrm>
              <a:off x="4649" y="4066"/>
              <a:ext cx="499" cy="181"/>
            </a:xfrm>
            <a:prstGeom prst="rect">
              <a:avLst/>
            </a:prstGeom>
            <a:noFill/>
            <a:ln w="9525">
              <a:noFill/>
            </a:ln>
          </p:spPr>
        </p:pic>
        <p:sp>
          <p:nvSpPr>
            <p:cNvPr id="70671" name="Text Box 137">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aphicFrame>
        <p:nvGraphicFramePr>
          <p:cNvPr id="58519" name="Object 151"/>
          <p:cNvGraphicFramePr>
            <a:graphicFrameLocks noChangeAspect="1"/>
          </p:cNvGraphicFramePr>
          <p:nvPr/>
        </p:nvGraphicFramePr>
        <p:xfrm>
          <a:off x="1547813" y="3933825"/>
          <a:ext cx="3830637" cy="1065213"/>
        </p:xfrm>
        <a:graphic>
          <a:graphicData uri="http://schemas.openxmlformats.org/presentationml/2006/ole">
            <mc:AlternateContent xmlns:mc="http://schemas.openxmlformats.org/markup-compatibility/2006">
              <mc:Choice xmlns:v="urn:schemas-microsoft-com:vml" Requires="v">
                <p:oleObj r:id="rId15" imgW="1650365" imgH="461010" progId="Equation.3">
                  <p:embed/>
                </p:oleObj>
              </mc:Choice>
              <mc:Fallback>
                <p:oleObj r:id="rId15" imgW="1650365" imgH="461010" progId="Equation.3">
                  <p:embed/>
                  <p:pic>
                    <p:nvPicPr>
                      <p:cNvPr id="0" name="图片 3301"/>
                      <p:cNvPicPr/>
                      <p:nvPr/>
                    </p:nvPicPr>
                    <p:blipFill>
                      <a:blip r:embed="rId16">
                        <a:clrChange>
                          <a:clrFrom>
                            <a:srgbClr val="000000"/>
                          </a:clrFrom>
                          <a:clrTo>
                            <a:srgbClr val="FFFFFF"/>
                          </a:clrTo>
                        </a:clrChange>
                      </a:blip>
                      <a:stretch>
                        <a:fillRect/>
                      </a:stretch>
                    </p:blipFill>
                    <p:spPr>
                      <a:xfrm>
                        <a:off x="1547813" y="3933825"/>
                        <a:ext cx="3830637" cy="10652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8370"/>
                                        </p:tgtEl>
                                        <p:attrNameLst>
                                          <p:attrName>style.visibility</p:attrName>
                                        </p:attrNameLst>
                                      </p:cBhvr>
                                      <p:to>
                                        <p:strVal val="visible"/>
                                      </p:to>
                                    </p:set>
                                    <p:anim calcmode="lin" valueType="num">
                                      <p:cBhvr>
                                        <p:cTn id="7" dur="1000" fill="hold"/>
                                        <p:tgtEl>
                                          <p:spTgt spid="58370"/>
                                        </p:tgtEl>
                                        <p:attrNameLst>
                                          <p:attrName>ppt_w</p:attrName>
                                        </p:attrNameLst>
                                      </p:cBhvr>
                                      <p:tavLst>
                                        <p:tav tm="0">
                                          <p:val>
                                            <p:fltVal val="0"/>
                                          </p:val>
                                        </p:tav>
                                        <p:tav tm="100000">
                                          <p:val>
                                            <p:strVal val="#ppt_w"/>
                                          </p:val>
                                        </p:tav>
                                      </p:tavLst>
                                    </p:anim>
                                    <p:anim calcmode="lin" valueType="num">
                                      <p:cBhvr>
                                        <p:cTn id="8" dur="1000" fill="hold"/>
                                        <p:tgtEl>
                                          <p:spTgt spid="58370"/>
                                        </p:tgtEl>
                                        <p:attrNameLst>
                                          <p:attrName>ppt_h</p:attrName>
                                        </p:attrNameLst>
                                      </p:cBhvr>
                                      <p:tavLst>
                                        <p:tav tm="0">
                                          <p:val>
                                            <p:fltVal val="0"/>
                                          </p:val>
                                        </p:tav>
                                        <p:tav tm="100000">
                                          <p:val>
                                            <p:strVal val="#ppt_h"/>
                                          </p:val>
                                        </p:tav>
                                      </p:tavLst>
                                    </p:anim>
                                    <p:anim calcmode="lin" valueType="num">
                                      <p:cBhvr>
                                        <p:cTn id="9" dur="1000" fill="hold"/>
                                        <p:tgtEl>
                                          <p:spTgt spid="5837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837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58371"/>
                                        </p:tgtEl>
                                        <p:attrNameLst>
                                          <p:attrName>style.visibility</p:attrName>
                                        </p:attrNameLst>
                                      </p:cBhvr>
                                      <p:to>
                                        <p:strVal val="visible"/>
                                      </p:to>
                                    </p:set>
                                    <p:anim calcmode="lin" valueType="num">
                                      <p:cBhvr additive="base">
                                        <p:cTn id="15" dur="500" fill="hold"/>
                                        <p:tgtEl>
                                          <p:spTgt spid="58371"/>
                                        </p:tgtEl>
                                        <p:attrNameLst>
                                          <p:attrName>ppt_x</p:attrName>
                                        </p:attrNameLst>
                                      </p:cBhvr>
                                      <p:tavLst>
                                        <p:tav tm="0">
                                          <p:val>
                                            <p:strVal val="1+#ppt_w/2"/>
                                          </p:val>
                                        </p:tav>
                                        <p:tav tm="100000">
                                          <p:val>
                                            <p:strVal val="#ppt_x"/>
                                          </p:val>
                                        </p:tav>
                                      </p:tavLst>
                                    </p:anim>
                                    <p:anim calcmode="lin" valueType="num">
                                      <p:cBhvr additive="base">
                                        <p:cTn id="16" dur="500" fill="hold"/>
                                        <p:tgtEl>
                                          <p:spTgt spid="58371"/>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8389"/>
                                        </p:tgtEl>
                                        <p:attrNameLst>
                                          <p:attrName>style.visibility</p:attrName>
                                        </p:attrNameLst>
                                      </p:cBhvr>
                                      <p:to>
                                        <p:strVal val="visible"/>
                                      </p:to>
                                    </p:set>
                                    <p:animEffect transition="in" filter="wipe(left)">
                                      <p:cBhvr>
                                        <p:cTn id="21" dur="2000"/>
                                        <p:tgtEl>
                                          <p:spTgt spid="5838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8518"/>
                                        </p:tgtEl>
                                        <p:attrNameLst>
                                          <p:attrName>style.visibility</p:attrName>
                                        </p:attrNameLst>
                                      </p:cBhvr>
                                      <p:to>
                                        <p:strVal val="visible"/>
                                      </p:to>
                                    </p:set>
                                    <p:animEffect transition="in" filter="blinds(horizontal)">
                                      <p:cBhvr>
                                        <p:cTn id="26" dur="500"/>
                                        <p:tgtEl>
                                          <p:spTgt spid="585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8407"/>
                                        </p:tgtEl>
                                        <p:attrNameLst>
                                          <p:attrName>style.visibility</p:attrName>
                                        </p:attrNameLst>
                                      </p:cBhvr>
                                      <p:to>
                                        <p:strVal val="visible"/>
                                      </p:to>
                                    </p:set>
                                    <p:animEffect transition="in" filter="wipe(left)">
                                      <p:cBhvr>
                                        <p:cTn id="31" dur="2000"/>
                                        <p:tgtEl>
                                          <p:spTgt spid="5840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8409"/>
                                        </p:tgtEl>
                                        <p:attrNameLst>
                                          <p:attrName>style.visibility</p:attrName>
                                        </p:attrNameLst>
                                      </p:cBhvr>
                                      <p:to>
                                        <p:strVal val="visible"/>
                                      </p:to>
                                    </p:set>
                                    <p:animEffect transition="in" filter="wipe(left)">
                                      <p:cBhvr>
                                        <p:cTn id="36" dur="2000"/>
                                        <p:tgtEl>
                                          <p:spTgt spid="58409"/>
                                        </p:tgtEl>
                                      </p:cBhvr>
                                    </p:animEffect>
                                  </p:childTnLst>
                                </p:cTn>
                              </p:par>
                            </p:childTnLst>
                          </p:cTn>
                        </p:par>
                        <p:par>
                          <p:cTn id="37" fill="hold">
                            <p:stCondLst>
                              <p:cond delay="2000"/>
                            </p:stCondLst>
                            <p:childTnLst>
                              <p:par>
                                <p:cTn id="38" presetID="22" presetClass="entr" presetSubtype="8" fill="hold" nodeType="afterEffect">
                                  <p:stCondLst>
                                    <p:cond delay="0"/>
                                  </p:stCondLst>
                                  <p:childTnLst>
                                    <p:set>
                                      <p:cBhvr>
                                        <p:cTn id="39" dur="1" fill="hold">
                                          <p:stCondLst>
                                            <p:cond delay="0"/>
                                          </p:stCondLst>
                                        </p:cTn>
                                        <p:tgtEl>
                                          <p:spTgt spid="58410"/>
                                        </p:tgtEl>
                                        <p:attrNameLst>
                                          <p:attrName>style.visibility</p:attrName>
                                        </p:attrNameLst>
                                      </p:cBhvr>
                                      <p:to>
                                        <p:strVal val="visible"/>
                                      </p:to>
                                    </p:set>
                                    <p:animEffect transition="in" filter="wipe(left)">
                                      <p:cBhvr>
                                        <p:cTn id="40" dur="2000"/>
                                        <p:tgtEl>
                                          <p:spTgt spid="58410"/>
                                        </p:tgtEl>
                                      </p:cBhvr>
                                    </p:animEffect>
                                  </p:childTnLst>
                                </p:cTn>
                              </p:par>
                            </p:childTnLst>
                          </p:cTn>
                        </p:par>
                        <p:par>
                          <p:cTn id="41" fill="hold">
                            <p:stCondLst>
                              <p:cond delay="4000"/>
                            </p:stCondLst>
                            <p:childTnLst>
                              <p:par>
                                <p:cTn id="42" presetID="22" presetClass="entr" presetSubtype="8" fill="hold" grpId="0" nodeType="afterEffect">
                                  <p:stCondLst>
                                    <p:cond delay="0"/>
                                  </p:stCondLst>
                                  <p:childTnLst>
                                    <p:set>
                                      <p:cBhvr>
                                        <p:cTn id="43" dur="1" fill="hold">
                                          <p:stCondLst>
                                            <p:cond delay="0"/>
                                          </p:stCondLst>
                                        </p:cTn>
                                        <p:tgtEl>
                                          <p:spTgt spid="58412"/>
                                        </p:tgtEl>
                                        <p:attrNameLst>
                                          <p:attrName>style.visibility</p:attrName>
                                        </p:attrNameLst>
                                      </p:cBhvr>
                                      <p:to>
                                        <p:strVal val="visible"/>
                                      </p:to>
                                    </p:set>
                                    <p:animEffect transition="in" filter="wipe(left)">
                                      <p:cBhvr>
                                        <p:cTn id="44" dur="2000"/>
                                        <p:tgtEl>
                                          <p:spTgt spid="584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58519"/>
                                        </p:tgtEl>
                                        <p:attrNameLst>
                                          <p:attrName>style.visibility</p:attrName>
                                        </p:attrNameLst>
                                      </p:cBhvr>
                                      <p:to>
                                        <p:strVal val="visible"/>
                                      </p:to>
                                    </p:set>
                                    <p:animEffect transition="in" filter="wipe(left)">
                                      <p:cBhvr>
                                        <p:cTn id="49" dur="2000"/>
                                        <p:tgtEl>
                                          <p:spTgt spid="58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nimBg="1"/>
      <p:bldP spid="58371" grpId="0"/>
      <p:bldP spid="58409" grpId="0"/>
      <p:bldP spid="584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p:nvPr/>
        </p:nvSpPr>
        <p:spPr>
          <a:xfrm>
            <a:off x="168114" y="2594768"/>
            <a:ext cx="647700" cy="519113"/>
          </a:xfrm>
          <a:prstGeom prst="rect">
            <a:avLst/>
          </a:prstGeom>
          <a:solidFill>
            <a:srgbClr val="990033"/>
          </a:solidFill>
          <a:ln w="9525">
            <a:noFill/>
          </a:ln>
        </p:spPr>
        <p:txBody>
          <a:bodyPr>
            <a:spAutoFit/>
          </a:bodyPr>
          <a:lstStyle/>
          <a:p>
            <a:pPr eaLnBrk="1" hangingPunct="1">
              <a:spcBef>
                <a:spcPct val="50000"/>
              </a:spcBef>
            </a:pPr>
            <a:r>
              <a:rPr lang="zh-CN" altLang="en-US" b="1" dirty="0">
                <a:solidFill>
                  <a:schemeClr val="bg1"/>
                </a:solidFill>
                <a:latin typeface="Arial" panose="020B0604020202020204" pitchFamily="34" charset="0"/>
                <a:ea typeface="宋体" panose="02010600030101010101" pitchFamily="2" charset="-122"/>
              </a:rPr>
              <a:t>解</a:t>
            </a:r>
            <a:endParaRPr lang="zh-CN" altLang="en-US" b="1" dirty="0">
              <a:solidFill>
                <a:schemeClr val="bg1"/>
              </a:solidFill>
              <a:latin typeface="Times New Roman" panose="02020603050405020304" pitchFamily="18" charset="0"/>
              <a:ea typeface="宋体" panose="02010600030101010101" pitchFamily="2" charset="-122"/>
            </a:endParaRPr>
          </a:p>
        </p:txBody>
      </p:sp>
      <p:sp>
        <p:nvSpPr>
          <p:cNvPr id="76803" name="Text Box 3"/>
          <p:cNvSpPr txBox="1"/>
          <p:nvPr/>
        </p:nvSpPr>
        <p:spPr>
          <a:xfrm>
            <a:off x="250825" y="476250"/>
            <a:ext cx="1368425" cy="579438"/>
          </a:xfrm>
          <a:prstGeom prst="rect">
            <a:avLst/>
          </a:prstGeom>
          <a:noFill/>
          <a:ln w="9525">
            <a:noFill/>
          </a:ln>
        </p:spPr>
        <p:txBody>
          <a:bodyPr>
            <a:spAutoFit/>
          </a:bodyPr>
          <a:lstStyle/>
          <a:p>
            <a:pPr eaLnBrk="1" hangingPunct="1">
              <a:spcBef>
                <a:spcPct val="50000"/>
              </a:spcBef>
            </a:pPr>
            <a:r>
              <a:rPr lang="zh-CN" altLang="en-US" sz="3200" b="1" dirty="0">
                <a:solidFill>
                  <a:schemeClr val="bg1"/>
                </a:solidFill>
                <a:latin typeface="Arial" panose="020B0604020202020204" pitchFamily="34"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4-5</a:t>
            </a:r>
          </a:p>
        </p:txBody>
      </p:sp>
      <p:graphicFrame>
        <p:nvGraphicFramePr>
          <p:cNvPr id="76859" name="Object 59"/>
          <p:cNvGraphicFramePr>
            <a:graphicFrameLocks noChangeAspect="1"/>
          </p:cNvGraphicFramePr>
          <p:nvPr/>
        </p:nvGraphicFramePr>
        <p:xfrm>
          <a:off x="1476375" y="360363"/>
          <a:ext cx="5183188" cy="1412875"/>
        </p:xfrm>
        <a:graphic>
          <a:graphicData uri="http://schemas.openxmlformats.org/presentationml/2006/ole">
            <mc:AlternateContent xmlns:mc="http://schemas.openxmlformats.org/markup-compatibility/2006">
              <mc:Choice xmlns:v="urn:schemas-microsoft-com:vml" Requires="v">
                <p:oleObj r:id="rId2" imgW="2141220" imgH="647065" progId="Equation.3">
                  <p:embed/>
                </p:oleObj>
              </mc:Choice>
              <mc:Fallback>
                <p:oleObj r:id="rId2" imgW="2141220" imgH="647065" progId="Equation.3">
                  <p:embed/>
                  <p:pic>
                    <p:nvPicPr>
                      <p:cNvPr id="0" name="图片 3305"/>
                      <p:cNvPicPr/>
                      <p:nvPr/>
                    </p:nvPicPr>
                    <p:blipFill>
                      <a:blip r:embed="rId3">
                        <a:clrChange>
                          <a:clrFrom>
                            <a:srgbClr val="000000"/>
                          </a:clrFrom>
                          <a:clrTo>
                            <a:srgbClr val="FFFF00"/>
                          </a:clrTo>
                        </a:clrChange>
                      </a:blip>
                      <a:stretch>
                        <a:fillRect/>
                      </a:stretch>
                    </p:blipFill>
                    <p:spPr>
                      <a:xfrm>
                        <a:off x="1476375" y="360363"/>
                        <a:ext cx="5183188" cy="1412875"/>
                      </a:xfrm>
                      <a:prstGeom prst="rect">
                        <a:avLst/>
                      </a:prstGeom>
                      <a:noFill/>
                      <a:ln w="38100">
                        <a:noFill/>
                        <a:miter/>
                      </a:ln>
                    </p:spPr>
                  </p:pic>
                </p:oleObj>
              </mc:Fallback>
            </mc:AlternateContent>
          </a:graphicData>
        </a:graphic>
      </p:graphicFrame>
      <p:sp>
        <p:nvSpPr>
          <p:cNvPr id="76860" name="Text Box 60"/>
          <p:cNvSpPr txBox="1"/>
          <p:nvPr/>
        </p:nvSpPr>
        <p:spPr>
          <a:xfrm>
            <a:off x="-901700" y="1658770"/>
            <a:ext cx="7632700" cy="430182"/>
          </a:xfrm>
          <a:prstGeom prst="rect">
            <a:avLst/>
          </a:prstGeom>
          <a:noFill/>
          <a:ln w="9525">
            <a:noFill/>
          </a:ln>
        </p:spPr>
        <p:txBody>
          <a:bodyPr>
            <a:spAutoFit/>
          </a:bodyPr>
          <a:lstStyle/>
          <a:p>
            <a:pPr eaLnBrk="1" hangingPunct="1">
              <a:lnSpc>
                <a:spcPct val="120000"/>
              </a:lnSpc>
              <a:spcBef>
                <a:spcPct val="50000"/>
              </a:spcBef>
            </a:pPr>
            <a:r>
              <a:rPr lang="en-US" altLang="zh-CN" sz="2000" b="1" dirty="0">
                <a:latin typeface="楷体_GB2312" pitchFamily="49" charset="-122"/>
              </a:rPr>
              <a:t>                   </a:t>
            </a:r>
            <a:r>
              <a:rPr lang="zh-CN" altLang="en-US" sz="2000" b="1" dirty="0">
                <a:latin typeface="楷体_GB2312" pitchFamily="49" charset="-122"/>
              </a:rPr>
              <a:t>问</a:t>
            </a:r>
            <a:r>
              <a:rPr lang="en-US" altLang="zh-CN" sz="2000" i="1" dirty="0"/>
              <a:t>Z</a:t>
            </a:r>
            <a:r>
              <a:rPr lang="zh-CN" altLang="en-US" sz="2000" b="1" dirty="0">
                <a:latin typeface="楷体_GB2312" pitchFamily="49" charset="-122"/>
              </a:rPr>
              <a:t>为何值时其上获得最大功率，求出最大功率。</a:t>
            </a:r>
          </a:p>
        </p:txBody>
      </p:sp>
      <p:sp>
        <p:nvSpPr>
          <p:cNvPr id="76861" name="Text Box 61"/>
          <p:cNvSpPr txBox="1"/>
          <p:nvPr/>
        </p:nvSpPr>
        <p:spPr>
          <a:xfrm>
            <a:off x="777376" y="2557724"/>
            <a:ext cx="4608512" cy="519113"/>
          </a:xfrm>
          <a:prstGeom prst="rect">
            <a:avLst/>
          </a:prstGeom>
          <a:noFill/>
          <a:ln w="9525">
            <a:noFill/>
          </a:ln>
        </p:spPr>
        <p:txBody>
          <a:bodyPr>
            <a:spAutoFit/>
          </a:bodyPr>
          <a:lstStyle/>
          <a:p>
            <a:pPr marL="342900" indent="-342900" eaLnBrk="1" hangingPunct="1">
              <a:spcBef>
                <a:spcPct val="50000"/>
              </a:spcBef>
              <a:buAutoNum type="circleNumDbPlain"/>
            </a:pPr>
            <a:r>
              <a:rPr lang="zh-CN" altLang="en-US" b="1" dirty="0">
                <a:latin typeface="楷体_GB2312" pitchFamily="49" charset="-122"/>
              </a:rPr>
              <a:t>判定互感线圈的同名端</a:t>
            </a:r>
          </a:p>
        </p:txBody>
      </p:sp>
      <p:grpSp>
        <p:nvGrpSpPr>
          <p:cNvPr id="71687" name="Group 184"/>
          <p:cNvGrpSpPr/>
          <p:nvPr/>
        </p:nvGrpSpPr>
        <p:grpSpPr>
          <a:xfrm>
            <a:off x="8316913" y="6446838"/>
            <a:ext cx="792162" cy="366712"/>
            <a:chOff x="5193" y="4020"/>
            <a:chExt cx="499" cy="231"/>
          </a:xfrm>
        </p:grpSpPr>
        <p:pic>
          <p:nvPicPr>
            <p:cNvPr id="71793" name="Picture 185"/>
            <p:cNvPicPr>
              <a:picLocks noChangeAspect="1"/>
            </p:cNvPicPr>
            <p:nvPr/>
          </p:nvPicPr>
          <p:blipFill>
            <a:blip r:embed="rId4"/>
            <a:stretch>
              <a:fillRect/>
            </a:stretch>
          </p:blipFill>
          <p:spPr>
            <a:xfrm>
              <a:off x="5193" y="4066"/>
              <a:ext cx="499" cy="181"/>
            </a:xfrm>
            <a:prstGeom prst="rect">
              <a:avLst/>
            </a:prstGeom>
            <a:noFill/>
            <a:ln w="9525">
              <a:noFill/>
            </a:ln>
          </p:spPr>
        </p:pic>
        <p:sp>
          <p:nvSpPr>
            <p:cNvPr id="71794" name="Text Box 18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1688" name="Group 187"/>
          <p:cNvGrpSpPr/>
          <p:nvPr/>
        </p:nvGrpSpPr>
        <p:grpSpPr>
          <a:xfrm>
            <a:off x="7453313" y="6446838"/>
            <a:ext cx="792162" cy="366712"/>
            <a:chOff x="4649" y="4020"/>
            <a:chExt cx="499" cy="231"/>
          </a:xfrm>
        </p:grpSpPr>
        <p:pic>
          <p:nvPicPr>
            <p:cNvPr id="71791" name="Picture 188"/>
            <p:cNvPicPr>
              <a:picLocks noChangeAspect="1"/>
            </p:cNvPicPr>
            <p:nvPr/>
          </p:nvPicPr>
          <p:blipFill>
            <a:blip r:embed="rId4"/>
            <a:stretch>
              <a:fillRect/>
            </a:stretch>
          </p:blipFill>
          <p:spPr>
            <a:xfrm>
              <a:off x="4649" y="4066"/>
              <a:ext cx="499" cy="181"/>
            </a:xfrm>
            <a:prstGeom prst="rect">
              <a:avLst/>
            </a:prstGeom>
            <a:noFill/>
            <a:ln w="9525">
              <a:noFill/>
            </a:ln>
          </p:spPr>
        </p:pic>
        <p:sp>
          <p:nvSpPr>
            <p:cNvPr id="71792" name="Text Box 18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76982" name="Group 182"/>
          <p:cNvGrpSpPr/>
          <p:nvPr/>
        </p:nvGrpSpPr>
        <p:grpSpPr>
          <a:xfrm>
            <a:off x="5724525" y="2932113"/>
            <a:ext cx="2303463" cy="641350"/>
            <a:chOff x="3878" y="2704"/>
            <a:chExt cx="1451" cy="404"/>
          </a:xfrm>
        </p:grpSpPr>
        <p:sp>
          <p:nvSpPr>
            <p:cNvPr id="71789" name="Text Box 5"/>
            <p:cNvSpPr txBox="1"/>
            <p:nvPr/>
          </p:nvSpPr>
          <p:spPr>
            <a:xfrm>
              <a:off x="3878" y="2704"/>
              <a:ext cx="272" cy="404"/>
            </a:xfrm>
            <a:prstGeom prst="rect">
              <a:avLst/>
            </a:prstGeom>
            <a:noFill/>
            <a:ln w="9525">
              <a:noFill/>
            </a:ln>
          </p:spPr>
          <p:txBody>
            <a:bodyPr>
              <a:spAutoFit/>
            </a:bodyPr>
            <a:lstStyle/>
            <a:p>
              <a:pPr eaLnBrk="1" hangingPunct="1">
                <a:spcBef>
                  <a:spcPct val="50000"/>
                </a:spcBef>
              </a:pPr>
              <a:r>
                <a:rPr lang="en-US" altLang="zh-CN" sz="3600" b="1" dirty="0">
                  <a:solidFill>
                    <a:srgbClr val="00FFFF"/>
                  </a:solidFill>
                  <a:latin typeface="Arial" panose="020B0604020202020204" pitchFamily="34" charset="0"/>
                  <a:ea typeface="仿宋_GB2312" pitchFamily="49" charset="-122"/>
                </a:rPr>
                <a:t>*</a:t>
              </a:r>
            </a:p>
          </p:txBody>
        </p:sp>
        <p:sp>
          <p:nvSpPr>
            <p:cNvPr id="71790" name="Text Box 6"/>
            <p:cNvSpPr txBox="1"/>
            <p:nvPr/>
          </p:nvSpPr>
          <p:spPr>
            <a:xfrm>
              <a:off x="5057" y="2704"/>
              <a:ext cx="272" cy="404"/>
            </a:xfrm>
            <a:prstGeom prst="rect">
              <a:avLst/>
            </a:prstGeom>
            <a:noFill/>
            <a:ln w="9525">
              <a:noFill/>
            </a:ln>
          </p:spPr>
          <p:txBody>
            <a:bodyPr>
              <a:spAutoFit/>
            </a:bodyPr>
            <a:lstStyle/>
            <a:p>
              <a:pPr eaLnBrk="1" hangingPunct="1">
                <a:spcBef>
                  <a:spcPct val="50000"/>
                </a:spcBef>
              </a:pPr>
              <a:r>
                <a:rPr lang="en-US" altLang="zh-CN" sz="3600" b="1" dirty="0">
                  <a:solidFill>
                    <a:srgbClr val="00FFFF"/>
                  </a:solidFill>
                  <a:latin typeface="Arial" panose="020B0604020202020204" pitchFamily="34" charset="0"/>
                  <a:ea typeface="仿宋_GB2312" pitchFamily="49" charset="-122"/>
                </a:rPr>
                <a:t>*</a:t>
              </a:r>
            </a:p>
          </p:txBody>
        </p:sp>
      </p:grpSp>
      <p:grpSp>
        <p:nvGrpSpPr>
          <p:cNvPr id="77149" name="Group 349"/>
          <p:cNvGrpSpPr/>
          <p:nvPr/>
        </p:nvGrpSpPr>
        <p:grpSpPr>
          <a:xfrm>
            <a:off x="4572000" y="1671638"/>
            <a:ext cx="4246563" cy="3573462"/>
            <a:chOff x="2880" y="1053"/>
            <a:chExt cx="2675" cy="2251"/>
          </a:xfrm>
        </p:grpSpPr>
        <p:sp>
          <p:nvSpPr>
            <p:cNvPr id="71738" name="Oval 194"/>
            <p:cNvSpPr/>
            <p:nvPr/>
          </p:nvSpPr>
          <p:spPr>
            <a:xfrm>
              <a:off x="2880" y="243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71739" name="Rectangle 195"/>
            <p:cNvSpPr/>
            <p:nvPr/>
          </p:nvSpPr>
          <p:spPr>
            <a:xfrm>
              <a:off x="3878" y="1661"/>
              <a:ext cx="876" cy="933"/>
            </a:xfrm>
            <a:prstGeom prst="rect">
              <a:avLst/>
            </a:prstGeom>
            <a:solidFill>
              <a:schemeClr val="hlink"/>
            </a:solidFill>
            <a:ln w="38100" cap="flat" cmpd="sng">
              <a:solidFill>
                <a:srgbClr val="6633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1740" name="Rectangle 196"/>
            <p:cNvSpPr/>
            <p:nvPr/>
          </p:nvSpPr>
          <p:spPr>
            <a:xfrm>
              <a:off x="4066" y="1838"/>
              <a:ext cx="482" cy="589"/>
            </a:xfrm>
            <a:prstGeom prst="rect">
              <a:avLst/>
            </a:prstGeom>
            <a:noFill/>
            <a:ln w="38100" cap="flat" cmpd="sng">
              <a:solidFill>
                <a:srgbClr val="6633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1741" name="Line 197"/>
            <p:cNvSpPr/>
            <p:nvPr/>
          </p:nvSpPr>
          <p:spPr>
            <a:xfrm>
              <a:off x="4655" y="2114"/>
              <a:ext cx="0" cy="63"/>
            </a:xfrm>
            <a:prstGeom prst="line">
              <a:avLst/>
            </a:prstGeom>
            <a:ln w="28575" cap="flat" cmpd="sng">
              <a:solidFill>
                <a:srgbClr val="FFCC00"/>
              </a:solidFill>
              <a:prstDash val="solid"/>
              <a:headEnd type="none" w="med" len="med"/>
              <a:tailEnd type="stealth" w="sm" len="med"/>
            </a:ln>
          </p:spPr>
        </p:sp>
        <p:grpSp>
          <p:nvGrpSpPr>
            <p:cNvPr id="71742" name="Group 198"/>
            <p:cNvGrpSpPr/>
            <p:nvPr/>
          </p:nvGrpSpPr>
          <p:grpSpPr>
            <a:xfrm>
              <a:off x="3636" y="1888"/>
              <a:ext cx="472" cy="457"/>
              <a:chOff x="862" y="2612"/>
              <a:chExt cx="423" cy="450"/>
            </a:xfrm>
          </p:grpSpPr>
          <p:sp>
            <p:nvSpPr>
              <p:cNvPr id="71781" name="Freeform 199"/>
              <p:cNvSpPr/>
              <p:nvPr/>
            </p:nvSpPr>
            <p:spPr>
              <a:xfrm>
                <a:off x="892" y="2626"/>
                <a:ext cx="348" cy="1"/>
              </a:xfrm>
              <a:custGeom>
                <a:avLst/>
                <a:gdLst/>
                <a:ahLst/>
                <a:cxnLst>
                  <a:cxn ang="0">
                    <a:pos x="0" y="0"/>
                  </a:cxn>
                  <a:cxn ang="0">
                    <a:pos x="348" y="0"/>
                  </a:cxn>
                </a:cxnLst>
                <a:rect l="0" t="0" r="0" b="0"/>
                <a:pathLst>
                  <a:path w="739" h="1">
                    <a:moveTo>
                      <a:pt x="0" y="0"/>
                    </a:moveTo>
                    <a:lnTo>
                      <a:pt x="739" y="0"/>
                    </a:ln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82" name="Line 200"/>
              <p:cNvSpPr/>
              <p:nvPr/>
            </p:nvSpPr>
            <p:spPr>
              <a:xfrm>
                <a:off x="888" y="3036"/>
                <a:ext cx="204" cy="3"/>
              </a:xfrm>
              <a:prstGeom prst="line">
                <a:avLst/>
              </a:prstGeom>
              <a:ln w="38100" cap="flat" cmpd="sng">
                <a:solidFill>
                  <a:srgbClr val="FF9900"/>
                </a:solidFill>
                <a:prstDash val="solid"/>
                <a:headEnd type="none" w="med" len="med"/>
                <a:tailEnd type="none" w="med" len="med"/>
              </a:ln>
            </p:spPr>
          </p:sp>
          <p:sp>
            <p:nvSpPr>
              <p:cNvPr id="71783" name="Freeform 201"/>
              <p:cNvSpPr/>
              <p:nvPr/>
            </p:nvSpPr>
            <p:spPr>
              <a:xfrm>
                <a:off x="1239" y="2624"/>
                <a:ext cx="45" cy="36"/>
              </a:xfrm>
              <a:custGeom>
                <a:avLst/>
                <a:gdLst/>
                <a:ahLst/>
                <a:cxnLst>
                  <a:cxn ang="0">
                    <a:pos x="0" y="0"/>
                  </a:cxn>
                  <a:cxn ang="0">
                    <a:pos x="43" y="11"/>
                  </a:cxn>
                  <a:cxn ang="0">
                    <a:pos x="14" y="36"/>
                  </a:cxn>
                </a:cxnLst>
                <a:rect l="0" t="0" r="0" b="0"/>
                <a:pathLst>
                  <a:path w="95" h="60">
                    <a:moveTo>
                      <a:pt x="0" y="0"/>
                    </a:moveTo>
                    <a:cubicBezTo>
                      <a:pt x="15" y="3"/>
                      <a:pt x="85" y="8"/>
                      <a:pt x="90" y="18"/>
                    </a:cubicBezTo>
                    <a:cubicBezTo>
                      <a:pt x="95" y="28"/>
                      <a:pt x="42" y="51"/>
                      <a:pt x="30" y="60"/>
                    </a:cubicBez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84" name="Freeform 202"/>
              <p:cNvSpPr/>
              <p:nvPr/>
            </p:nvSpPr>
            <p:spPr>
              <a:xfrm>
                <a:off x="1061" y="2697"/>
                <a:ext cx="223" cy="75"/>
              </a:xfrm>
              <a:custGeom>
                <a:avLst/>
                <a:gdLst/>
                <a:ahLst/>
                <a:cxnLst>
                  <a:cxn ang="0">
                    <a:pos x="29" y="0"/>
                  </a:cxn>
                  <a:cxn ang="0">
                    <a:pos x="1" y="8"/>
                  </a:cxn>
                  <a:cxn ang="0">
                    <a:pos x="34" y="34"/>
                  </a:cxn>
                  <a:cxn ang="0">
                    <a:pos x="196" y="49"/>
                  </a:cxn>
                  <a:cxn ang="0">
                    <a:pos x="199" y="75"/>
                  </a:cxn>
                </a:cxnLst>
                <a:rect l="0" t="0" r="0" b="0"/>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85" name="Freeform 203"/>
              <p:cNvSpPr/>
              <p:nvPr/>
            </p:nvSpPr>
            <p:spPr>
              <a:xfrm>
                <a:off x="1061" y="2801"/>
                <a:ext cx="223" cy="75"/>
              </a:xfrm>
              <a:custGeom>
                <a:avLst/>
                <a:gdLst/>
                <a:ahLst/>
                <a:cxnLst>
                  <a:cxn ang="0">
                    <a:pos x="29" y="0"/>
                  </a:cxn>
                  <a:cxn ang="0">
                    <a:pos x="0" y="8"/>
                  </a:cxn>
                  <a:cxn ang="0">
                    <a:pos x="32" y="34"/>
                  </a:cxn>
                  <a:cxn ang="0">
                    <a:pos x="195" y="49"/>
                  </a:cxn>
                  <a:cxn ang="0">
                    <a:pos x="198" y="75"/>
                  </a:cxn>
                </a:cxnLst>
                <a:rect l="0" t="0" r="0" b="0"/>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86" name="Freeform 204"/>
              <p:cNvSpPr/>
              <p:nvPr/>
            </p:nvSpPr>
            <p:spPr>
              <a:xfrm>
                <a:off x="1055" y="2913"/>
                <a:ext cx="230" cy="86"/>
              </a:xfrm>
              <a:custGeom>
                <a:avLst/>
                <a:gdLst/>
                <a:ahLst/>
                <a:cxnLst>
                  <a:cxn ang="0">
                    <a:pos x="24" y="0"/>
                  </a:cxn>
                  <a:cxn ang="0">
                    <a:pos x="6" y="13"/>
                  </a:cxn>
                  <a:cxn ang="0">
                    <a:pos x="33" y="32"/>
                  </a:cxn>
                  <a:cxn ang="0">
                    <a:pos x="202" y="48"/>
                  </a:cxn>
                  <a:cxn ang="0">
                    <a:pos x="203" y="86"/>
                  </a:cxn>
                </a:cxnLst>
                <a:rect l="0" t="0" r="0" b="0"/>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87" name="Oval 205"/>
              <p:cNvSpPr/>
              <p:nvPr/>
            </p:nvSpPr>
            <p:spPr>
              <a:xfrm>
                <a:off x="862" y="2612"/>
                <a:ext cx="29" cy="40"/>
              </a:xfrm>
              <a:prstGeom prst="ellipse">
                <a:avLst/>
              </a:prstGeom>
              <a:noFill/>
              <a:ln w="38100" cap="flat" cmpd="sng">
                <a:solidFill>
                  <a:srgbClr val="FF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1788" name="Oval 206"/>
              <p:cNvSpPr/>
              <p:nvPr/>
            </p:nvSpPr>
            <p:spPr>
              <a:xfrm>
                <a:off x="866" y="3022"/>
                <a:ext cx="28" cy="40"/>
              </a:xfrm>
              <a:prstGeom prst="ellipse">
                <a:avLst/>
              </a:prstGeom>
              <a:noFill/>
              <a:ln w="38100" cap="flat" cmpd="sng">
                <a:solidFill>
                  <a:srgbClr val="FF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grpSp>
          <p:nvGrpSpPr>
            <p:cNvPr id="71743" name="Group 207"/>
            <p:cNvGrpSpPr/>
            <p:nvPr/>
          </p:nvGrpSpPr>
          <p:grpSpPr>
            <a:xfrm flipH="1">
              <a:off x="4495" y="1916"/>
              <a:ext cx="589" cy="439"/>
              <a:chOff x="862" y="2612"/>
              <a:chExt cx="423" cy="450"/>
            </a:xfrm>
          </p:grpSpPr>
          <p:sp>
            <p:nvSpPr>
              <p:cNvPr id="71773" name="Freeform 208"/>
              <p:cNvSpPr/>
              <p:nvPr/>
            </p:nvSpPr>
            <p:spPr>
              <a:xfrm>
                <a:off x="892" y="2626"/>
                <a:ext cx="348" cy="1"/>
              </a:xfrm>
              <a:custGeom>
                <a:avLst/>
                <a:gdLst/>
                <a:ahLst/>
                <a:cxnLst>
                  <a:cxn ang="0">
                    <a:pos x="0" y="0"/>
                  </a:cxn>
                  <a:cxn ang="0">
                    <a:pos x="348" y="0"/>
                  </a:cxn>
                </a:cxnLst>
                <a:rect l="0" t="0" r="0" b="0"/>
                <a:pathLst>
                  <a:path w="739" h="1">
                    <a:moveTo>
                      <a:pt x="0" y="0"/>
                    </a:moveTo>
                    <a:lnTo>
                      <a:pt x="739" y="0"/>
                    </a:ln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74" name="Line 209"/>
              <p:cNvSpPr/>
              <p:nvPr/>
            </p:nvSpPr>
            <p:spPr>
              <a:xfrm>
                <a:off x="888" y="3036"/>
                <a:ext cx="204" cy="3"/>
              </a:xfrm>
              <a:prstGeom prst="line">
                <a:avLst/>
              </a:prstGeom>
              <a:ln w="38100" cap="flat" cmpd="sng">
                <a:solidFill>
                  <a:srgbClr val="FF9900"/>
                </a:solidFill>
                <a:prstDash val="solid"/>
                <a:headEnd type="none" w="med" len="med"/>
                <a:tailEnd type="none" w="med" len="med"/>
              </a:ln>
            </p:spPr>
          </p:sp>
          <p:sp>
            <p:nvSpPr>
              <p:cNvPr id="71775" name="Freeform 210"/>
              <p:cNvSpPr/>
              <p:nvPr/>
            </p:nvSpPr>
            <p:spPr>
              <a:xfrm>
                <a:off x="1239" y="2624"/>
                <a:ext cx="45" cy="36"/>
              </a:xfrm>
              <a:custGeom>
                <a:avLst/>
                <a:gdLst/>
                <a:ahLst/>
                <a:cxnLst>
                  <a:cxn ang="0">
                    <a:pos x="0" y="0"/>
                  </a:cxn>
                  <a:cxn ang="0">
                    <a:pos x="43" y="11"/>
                  </a:cxn>
                  <a:cxn ang="0">
                    <a:pos x="14" y="36"/>
                  </a:cxn>
                </a:cxnLst>
                <a:rect l="0" t="0" r="0" b="0"/>
                <a:pathLst>
                  <a:path w="95" h="60">
                    <a:moveTo>
                      <a:pt x="0" y="0"/>
                    </a:moveTo>
                    <a:cubicBezTo>
                      <a:pt x="15" y="3"/>
                      <a:pt x="85" y="8"/>
                      <a:pt x="90" y="18"/>
                    </a:cubicBezTo>
                    <a:cubicBezTo>
                      <a:pt x="95" y="28"/>
                      <a:pt x="42" y="51"/>
                      <a:pt x="30" y="60"/>
                    </a:cubicBez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76" name="Freeform 211"/>
              <p:cNvSpPr/>
              <p:nvPr/>
            </p:nvSpPr>
            <p:spPr>
              <a:xfrm>
                <a:off x="1061" y="2697"/>
                <a:ext cx="223" cy="75"/>
              </a:xfrm>
              <a:custGeom>
                <a:avLst/>
                <a:gdLst/>
                <a:ahLst/>
                <a:cxnLst>
                  <a:cxn ang="0">
                    <a:pos x="29" y="0"/>
                  </a:cxn>
                  <a:cxn ang="0">
                    <a:pos x="1" y="8"/>
                  </a:cxn>
                  <a:cxn ang="0">
                    <a:pos x="34" y="34"/>
                  </a:cxn>
                  <a:cxn ang="0">
                    <a:pos x="196" y="49"/>
                  </a:cxn>
                  <a:cxn ang="0">
                    <a:pos x="199" y="75"/>
                  </a:cxn>
                </a:cxnLst>
                <a:rect l="0" t="0" r="0" b="0"/>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77" name="Freeform 212"/>
              <p:cNvSpPr/>
              <p:nvPr/>
            </p:nvSpPr>
            <p:spPr>
              <a:xfrm>
                <a:off x="1061" y="2801"/>
                <a:ext cx="223" cy="75"/>
              </a:xfrm>
              <a:custGeom>
                <a:avLst/>
                <a:gdLst/>
                <a:ahLst/>
                <a:cxnLst>
                  <a:cxn ang="0">
                    <a:pos x="29" y="0"/>
                  </a:cxn>
                  <a:cxn ang="0">
                    <a:pos x="0" y="8"/>
                  </a:cxn>
                  <a:cxn ang="0">
                    <a:pos x="32" y="34"/>
                  </a:cxn>
                  <a:cxn ang="0">
                    <a:pos x="195" y="49"/>
                  </a:cxn>
                  <a:cxn ang="0">
                    <a:pos x="198" y="75"/>
                  </a:cxn>
                </a:cxnLst>
                <a:rect l="0" t="0" r="0" b="0"/>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78" name="Freeform 213"/>
              <p:cNvSpPr/>
              <p:nvPr/>
            </p:nvSpPr>
            <p:spPr>
              <a:xfrm>
                <a:off x="1055" y="2913"/>
                <a:ext cx="230" cy="86"/>
              </a:xfrm>
              <a:custGeom>
                <a:avLst/>
                <a:gdLst/>
                <a:ahLst/>
                <a:cxnLst>
                  <a:cxn ang="0">
                    <a:pos x="24" y="0"/>
                  </a:cxn>
                  <a:cxn ang="0">
                    <a:pos x="6" y="13"/>
                  </a:cxn>
                  <a:cxn ang="0">
                    <a:pos x="33" y="32"/>
                  </a:cxn>
                  <a:cxn ang="0">
                    <a:pos x="202" y="48"/>
                  </a:cxn>
                  <a:cxn ang="0">
                    <a:pos x="203" y="86"/>
                  </a:cxn>
                </a:cxnLst>
                <a:rect l="0" t="0" r="0" b="0"/>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38100"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79" name="Oval 214"/>
              <p:cNvSpPr/>
              <p:nvPr/>
            </p:nvSpPr>
            <p:spPr>
              <a:xfrm>
                <a:off x="862" y="2612"/>
                <a:ext cx="29" cy="40"/>
              </a:xfrm>
              <a:prstGeom prst="ellipse">
                <a:avLst/>
              </a:prstGeom>
              <a:noFill/>
              <a:ln w="38100" cap="flat" cmpd="sng">
                <a:solidFill>
                  <a:srgbClr val="FF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1780" name="Oval 215"/>
              <p:cNvSpPr/>
              <p:nvPr/>
            </p:nvSpPr>
            <p:spPr>
              <a:xfrm>
                <a:off x="866" y="3022"/>
                <a:ext cx="28" cy="40"/>
              </a:xfrm>
              <a:prstGeom prst="ellipse">
                <a:avLst/>
              </a:prstGeom>
              <a:noFill/>
              <a:ln w="38100" cap="flat" cmpd="sng">
                <a:solidFill>
                  <a:srgbClr val="FF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71744" name="Line 216"/>
            <p:cNvSpPr/>
            <p:nvPr/>
          </p:nvSpPr>
          <p:spPr>
            <a:xfrm>
              <a:off x="3651" y="1390"/>
              <a:ext cx="0" cy="499"/>
            </a:xfrm>
            <a:prstGeom prst="line">
              <a:avLst/>
            </a:prstGeom>
            <a:ln w="28575" cap="flat" cmpd="sng">
              <a:solidFill>
                <a:srgbClr val="FFCC00"/>
              </a:solidFill>
              <a:prstDash val="solid"/>
              <a:headEnd type="none" w="med" len="med"/>
              <a:tailEnd type="none" w="med" len="med"/>
            </a:ln>
          </p:spPr>
        </p:sp>
        <p:sp>
          <p:nvSpPr>
            <p:cNvPr id="71745" name="Line 217"/>
            <p:cNvSpPr/>
            <p:nvPr/>
          </p:nvSpPr>
          <p:spPr>
            <a:xfrm>
              <a:off x="5057" y="1390"/>
              <a:ext cx="0" cy="544"/>
            </a:xfrm>
            <a:prstGeom prst="line">
              <a:avLst/>
            </a:prstGeom>
            <a:ln w="28575" cap="flat" cmpd="sng">
              <a:solidFill>
                <a:srgbClr val="FFCC00"/>
              </a:solidFill>
              <a:prstDash val="solid"/>
              <a:headEnd type="none" w="med" len="med"/>
              <a:tailEnd type="none" w="med" len="med"/>
            </a:ln>
          </p:spPr>
        </p:sp>
        <p:sp>
          <p:nvSpPr>
            <p:cNvPr id="71746" name="Line 218"/>
            <p:cNvSpPr/>
            <p:nvPr/>
          </p:nvSpPr>
          <p:spPr>
            <a:xfrm>
              <a:off x="3651" y="1390"/>
              <a:ext cx="1406" cy="0"/>
            </a:xfrm>
            <a:prstGeom prst="line">
              <a:avLst/>
            </a:prstGeom>
            <a:ln w="28575" cap="flat" cmpd="sng">
              <a:solidFill>
                <a:srgbClr val="FFCC00"/>
              </a:solidFill>
              <a:prstDash val="solid"/>
              <a:headEnd type="none" w="med" len="med"/>
              <a:tailEnd type="none" w="med" len="med"/>
            </a:ln>
          </p:spPr>
        </p:sp>
        <p:sp>
          <p:nvSpPr>
            <p:cNvPr id="71747" name="Line 219"/>
            <p:cNvSpPr/>
            <p:nvPr/>
          </p:nvSpPr>
          <p:spPr>
            <a:xfrm>
              <a:off x="3651" y="2297"/>
              <a:ext cx="0" cy="499"/>
            </a:xfrm>
            <a:prstGeom prst="line">
              <a:avLst/>
            </a:prstGeom>
            <a:ln w="28575" cap="flat" cmpd="sng">
              <a:solidFill>
                <a:srgbClr val="FFCC00"/>
              </a:solidFill>
              <a:prstDash val="solid"/>
              <a:headEnd type="none" w="med" len="med"/>
              <a:tailEnd type="none" w="med" len="med"/>
            </a:ln>
          </p:spPr>
        </p:sp>
        <p:sp>
          <p:nvSpPr>
            <p:cNvPr id="71748" name="Line 220"/>
            <p:cNvSpPr/>
            <p:nvPr/>
          </p:nvSpPr>
          <p:spPr>
            <a:xfrm>
              <a:off x="5057" y="2342"/>
              <a:ext cx="0" cy="454"/>
            </a:xfrm>
            <a:prstGeom prst="line">
              <a:avLst/>
            </a:prstGeom>
            <a:ln w="28575" cap="flat" cmpd="sng">
              <a:solidFill>
                <a:srgbClr val="FFCC00"/>
              </a:solidFill>
              <a:prstDash val="solid"/>
              <a:headEnd type="none" w="med" len="med"/>
              <a:tailEnd type="none" w="med" len="med"/>
            </a:ln>
          </p:spPr>
        </p:sp>
        <p:sp>
          <p:nvSpPr>
            <p:cNvPr id="71749" name="Line 221"/>
            <p:cNvSpPr/>
            <p:nvPr/>
          </p:nvSpPr>
          <p:spPr>
            <a:xfrm>
              <a:off x="3651" y="2796"/>
              <a:ext cx="1406" cy="0"/>
            </a:xfrm>
            <a:prstGeom prst="line">
              <a:avLst/>
            </a:prstGeom>
            <a:ln w="28575" cap="flat" cmpd="sng">
              <a:solidFill>
                <a:srgbClr val="FFCC00"/>
              </a:solidFill>
              <a:prstDash val="solid"/>
              <a:headEnd type="none" w="med" len="med"/>
              <a:tailEnd type="none" w="med" len="med"/>
            </a:ln>
          </p:spPr>
        </p:sp>
        <p:sp>
          <p:nvSpPr>
            <p:cNvPr id="71750" name="Line 222"/>
            <p:cNvSpPr/>
            <p:nvPr/>
          </p:nvSpPr>
          <p:spPr>
            <a:xfrm>
              <a:off x="5057" y="1934"/>
              <a:ext cx="272" cy="0"/>
            </a:xfrm>
            <a:prstGeom prst="line">
              <a:avLst/>
            </a:prstGeom>
            <a:ln w="28575" cap="flat" cmpd="sng">
              <a:solidFill>
                <a:srgbClr val="FFCC00"/>
              </a:solidFill>
              <a:prstDash val="solid"/>
              <a:headEnd type="none" w="med" len="med"/>
              <a:tailEnd type="none" w="med" len="med"/>
            </a:ln>
          </p:spPr>
        </p:sp>
        <p:sp>
          <p:nvSpPr>
            <p:cNvPr id="71751" name="Line 223"/>
            <p:cNvSpPr/>
            <p:nvPr/>
          </p:nvSpPr>
          <p:spPr>
            <a:xfrm flipH="1">
              <a:off x="5329" y="1934"/>
              <a:ext cx="1" cy="1361"/>
            </a:xfrm>
            <a:prstGeom prst="line">
              <a:avLst/>
            </a:prstGeom>
            <a:ln w="28575" cap="flat" cmpd="sng">
              <a:solidFill>
                <a:srgbClr val="FFCC00"/>
              </a:solidFill>
              <a:prstDash val="solid"/>
              <a:headEnd type="none" w="med" len="med"/>
              <a:tailEnd type="none" w="med" len="med"/>
            </a:ln>
          </p:spPr>
        </p:sp>
        <p:sp>
          <p:nvSpPr>
            <p:cNvPr id="71752" name="Line 224"/>
            <p:cNvSpPr/>
            <p:nvPr/>
          </p:nvSpPr>
          <p:spPr>
            <a:xfrm>
              <a:off x="3062" y="1907"/>
              <a:ext cx="589" cy="0"/>
            </a:xfrm>
            <a:prstGeom prst="line">
              <a:avLst/>
            </a:prstGeom>
            <a:ln w="28575" cap="flat" cmpd="sng">
              <a:solidFill>
                <a:srgbClr val="FFCC00"/>
              </a:solidFill>
              <a:prstDash val="solid"/>
              <a:headEnd type="none" w="med" len="med"/>
              <a:tailEnd type="none" w="med" len="med"/>
            </a:ln>
          </p:spPr>
        </p:sp>
        <p:sp>
          <p:nvSpPr>
            <p:cNvPr id="71753" name="Line 225"/>
            <p:cNvSpPr/>
            <p:nvPr/>
          </p:nvSpPr>
          <p:spPr>
            <a:xfrm flipH="1">
              <a:off x="3061" y="1897"/>
              <a:ext cx="0" cy="1407"/>
            </a:xfrm>
            <a:prstGeom prst="line">
              <a:avLst/>
            </a:prstGeom>
            <a:ln w="28575" cap="flat" cmpd="sng">
              <a:solidFill>
                <a:srgbClr val="FFCC00"/>
              </a:solidFill>
              <a:prstDash val="solid"/>
              <a:headEnd type="none" w="med" len="med"/>
              <a:tailEnd type="none" w="med" len="med"/>
            </a:ln>
          </p:spPr>
        </p:sp>
        <p:sp>
          <p:nvSpPr>
            <p:cNvPr id="71754" name="Line 226"/>
            <p:cNvSpPr/>
            <p:nvPr/>
          </p:nvSpPr>
          <p:spPr>
            <a:xfrm>
              <a:off x="3062" y="3295"/>
              <a:ext cx="2267" cy="0"/>
            </a:xfrm>
            <a:prstGeom prst="line">
              <a:avLst/>
            </a:prstGeom>
            <a:ln w="28575" cap="flat" cmpd="sng">
              <a:solidFill>
                <a:srgbClr val="FFCC00"/>
              </a:solidFill>
              <a:prstDash val="solid"/>
              <a:headEnd type="none" w="med" len="med"/>
              <a:tailEnd type="none" w="med" len="med"/>
            </a:ln>
          </p:spPr>
        </p:sp>
        <p:sp>
          <p:nvSpPr>
            <p:cNvPr id="71755" name="Line 227"/>
            <p:cNvSpPr/>
            <p:nvPr/>
          </p:nvSpPr>
          <p:spPr>
            <a:xfrm>
              <a:off x="4286" y="2796"/>
              <a:ext cx="0" cy="181"/>
            </a:xfrm>
            <a:prstGeom prst="line">
              <a:avLst/>
            </a:prstGeom>
            <a:ln w="28575" cap="flat" cmpd="sng">
              <a:solidFill>
                <a:srgbClr val="FFCC00"/>
              </a:solidFill>
              <a:prstDash val="solid"/>
              <a:headEnd type="oval" w="med" len="med"/>
              <a:tailEnd type="none" w="med" len="med"/>
            </a:ln>
          </p:spPr>
        </p:sp>
        <p:sp>
          <p:nvSpPr>
            <p:cNvPr id="71756" name="Line 228"/>
            <p:cNvSpPr/>
            <p:nvPr/>
          </p:nvSpPr>
          <p:spPr>
            <a:xfrm>
              <a:off x="4150" y="2977"/>
              <a:ext cx="272" cy="0"/>
            </a:xfrm>
            <a:prstGeom prst="line">
              <a:avLst/>
            </a:prstGeom>
            <a:ln w="57150" cap="flat" cmpd="sng">
              <a:solidFill>
                <a:srgbClr val="FF9900"/>
              </a:solidFill>
              <a:prstDash val="solid"/>
              <a:headEnd type="none" w="med" len="med"/>
              <a:tailEnd type="none" w="med" len="med"/>
            </a:ln>
          </p:spPr>
        </p:sp>
        <p:sp>
          <p:nvSpPr>
            <p:cNvPr id="71757" name="Line 229"/>
            <p:cNvSpPr/>
            <p:nvPr/>
          </p:nvSpPr>
          <p:spPr>
            <a:xfrm>
              <a:off x="4150" y="3068"/>
              <a:ext cx="272" cy="0"/>
            </a:xfrm>
            <a:prstGeom prst="line">
              <a:avLst/>
            </a:prstGeom>
            <a:ln w="57150" cap="flat" cmpd="sng">
              <a:solidFill>
                <a:srgbClr val="FF9900"/>
              </a:solidFill>
              <a:prstDash val="solid"/>
              <a:headEnd type="none" w="med" len="med"/>
              <a:tailEnd type="none" w="med" len="med"/>
            </a:ln>
          </p:spPr>
        </p:sp>
        <p:sp>
          <p:nvSpPr>
            <p:cNvPr id="71758" name="Line 230"/>
            <p:cNvSpPr/>
            <p:nvPr/>
          </p:nvSpPr>
          <p:spPr>
            <a:xfrm>
              <a:off x="4286" y="3068"/>
              <a:ext cx="0" cy="227"/>
            </a:xfrm>
            <a:prstGeom prst="line">
              <a:avLst/>
            </a:prstGeom>
            <a:ln w="28575" cap="flat" cmpd="sng">
              <a:solidFill>
                <a:srgbClr val="FFCC00"/>
              </a:solidFill>
              <a:prstDash val="solid"/>
              <a:headEnd type="none" w="med" len="med"/>
              <a:tailEnd type="oval" w="med" len="med"/>
            </a:ln>
          </p:spPr>
        </p:sp>
        <p:sp>
          <p:nvSpPr>
            <p:cNvPr id="71759" name="Text Box 231"/>
            <p:cNvSpPr txBox="1"/>
            <p:nvPr/>
          </p:nvSpPr>
          <p:spPr>
            <a:xfrm>
              <a:off x="3062" y="2206"/>
              <a:ext cx="272" cy="327"/>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Arial" panose="020B0604020202020204" pitchFamily="34" charset="0"/>
                  <a:ea typeface="仿宋_GB2312" pitchFamily="49" charset="-122"/>
                </a:rPr>
                <a:t>＋</a:t>
              </a:r>
            </a:p>
          </p:txBody>
        </p:sp>
        <p:sp>
          <p:nvSpPr>
            <p:cNvPr id="71760" name="Text Box 232"/>
            <p:cNvSpPr txBox="1"/>
            <p:nvPr/>
          </p:nvSpPr>
          <p:spPr>
            <a:xfrm>
              <a:off x="3061" y="2932"/>
              <a:ext cx="272" cy="327"/>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Arial" panose="020B0604020202020204" pitchFamily="34" charset="0"/>
                  <a:ea typeface="仿宋_GB2312" pitchFamily="49" charset="-122"/>
                </a:rPr>
                <a:t>－</a:t>
              </a:r>
            </a:p>
          </p:txBody>
        </p:sp>
        <p:sp>
          <p:nvSpPr>
            <p:cNvPr id="71761" name="Text Box 233"/>
            <p:cNvSpPr txBox="1"/>
            <p:nvPr/>
          </p:nvSpPr>
          <p:spPr>
            <a:xfrm>
              <a:off x="3152" y="2705"/>
              <a:ext cx="726"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u</a:t>
              </a:r>
              <a:r>
                <a:rPr lang="en-US" altLang="zh-CN" baseline="-25000" dirty="0">
                  <a:solidFill>
                    <a:schemeClr val="bg1"/>
                  </a:solidFill>
                  <a:latin typeface="Times New Roman" panose="02020603050405020304" pitchFamily="18" charset="0"/>
                  <a:ea typeface="仿宋_GB2312" pitchFamily="49" charset="-122"/>
                </a:rPr>
                <a:t>S</a:t>
              </a:r>
              <a:r>
                <a:rPr lang="en-US" altLang="zh-CN" dirty="0">
                  <a:solidFill>
                    <a:schemeClr val="bg1"/>
                  </a:solidFill>
                  <a:latin typeface="Times New Roman" panose="02020603050405020304" pitchFamily="18" charset="0"/>
                  <a:ea typeface="仿宋_GB2312" pitchFamily="49" charset="-122"/>
                </a:rPr>
                <a:t>(t)</a:t>
              </a:r>
            </a:p>
          </p:txBody>
        </p:sp>
        <p:sp>
          <p:nvSpPr>
            <p:cNvPr id="71762" name="Text Box 234"/>
            <p:cNvSpPr txBox="1"/>
            <p:nvPr/>
          </p:nvSpPr>
          <p:spPr>
            <a:xfrm>
              <a:off x="5057" y="2796"/>
              <a:ext cx="272"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Z</a:t>
              </a:r>
            </a:p>
          </p:txBody>
        </p:sp>
        <p:sp>
          <p:nvSpPr>
            <p:cNvPr id="71763" name="Text Box 235"/>
            <p:cNvSpPr txBox="1"/>
            <p:nvPr/>
          </p:nvSpPr>
          <p:spPr>
            <a:xfrm>
              <a:off x="4014" y="1053"/>
              <a:ext cx="681"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100 </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1764" name="Text Box 236"/>
            <p:cNvSpPr txBox="1"/>
            <p:nvPr/>
          </p:nvSpPr>
          <p:spPr>
            <a:xfrm>
              <a:off x="4422" y="2886"/>
              <a:ext cx="272"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C</a:t>
              </a:r>
            </a:p>
          </p:txBody>
        </p:sp>
        <p:sp>
          <p:nvSpPr>
            <p:cNvPr id="71765" name="Text Box 237"/>
            <p:cNvSpPr txBox="1"/>
            <p:nvPr/>
          </p:nvSpPr>
          <p:spPr>
            <a:xfrm>
              <a:off x="3470" y="1934"/>
              <a:ext cx="363"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L</a:t>
              </a:r>
              <a:r>
                <a:rPr lang="en-US" altLang="zh-CN" baseline="-25000" dirty="0">
                  <a:solidFill>
                    <a:schemeClr val="bg1"/>
                  </a:solidFill>
                  <a:latin typeface="Times New Roman" panose="02020603050405020304" pitchFamily="18" charset="0"/>
                  <a:ea typeface="仿宋_GB2312" pitchFamily="49" charset="-122"/>
                </a:rPr>
                <a:t>1</a:t>
              </a:r>
            </a:p>
          </p:txBody>
        </p:sp>
        <p:sp>
          <p:nvSpPr>
            <p:cNvPr id="71766" name="Text Box 238"/>
            <p:cNvSpPr txBox="1"/>
            <p:nvPr/>
          </p:nvSpPr>
          <p:spPr>
            <a:xfrm>
              <a:off x="4831" y="1934"/>
              <a:ext cx="363"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L</a:t>
              </a:r>
              <a:r>
                <a:rPr lang="en-US" altLang="zh-CN" baseline="-25000" dirty="0">
                  <a:solidFill>
                    <a:schemeClr val="bg1"/>
                  </a:solidFill>
                  <a:latin typeface="Times New Roman" panose="02020603050405020304" pitchFamily="18" charset="0"/>
                  <a:ea typeface="仿宋_GB2312" pitchFamily="49" charset="-122"/>
                </a:rPr>
                <a:t>2</a:t>
              </a:r>
            </a:p>
          </p:txBody>
        </p:sp>
        <p:sp>
          <p:nvSpPr>
            <p:cNvPr id="71767" name="Text Box 239"/>
            <p:cNvSpPr txBox="1"/>
            <p:nvPr/>
          </p:nvSpPr>
          <p:spPr>
            <a:xfrm>
              <a:off x="4196" y="1798"/>
              <a:ext cx="363"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M</a:t>
              </a:r>
              <a:endParaRPr lang="en-US" altLang="zh-CN" baseline="-25000" dirty="0">
                <a:solidFill>
                  <a:schemeClr val="bg1"/>
                </a:solidFill>
                <a:latin typeface="Times New Roman" panose="02020603050405020304" pitchFamily="18" charset="0"/>
                <a:ea typeface="仿宋_GB2312" pitchFamily="49" charset="-122"/>
              </a:endParaRPr>
            </a:p>
          </p:txBody>
        </p:sp>
        <p:sp>
          <p:nvSpPr>
            <p:cNvPr id="71768" name="Arc 240"/>
            <p:cNvSpPr/>
            <p:nvPr/>
          </p:nvSpPr>
          <p:spPr>
            <a:xfrm>
              <a:off x="4377" y="2115"/>
              <a:ext cx="135" cy="136"/>
            </a:xfrm>
            <a:custGeom>
              <a:avLst/>
              <a:gdLst/>
              <a:ahLst/>
              <a:cxnLst>
                <a:cxn ang="0">
                  <a:pos x="0" y="0"/>
                </a:cxn>
                <a:cxn ang="0">
                  <a:pos x="135" y="136"/>
                </a:cxn>
                <a:cxn ang="0">
                  <a:pos x="0" y="136"/>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71769" name="Arc 241"/>
            <p:cNvSpPr/>
            <p:nvPr/>
          </p:nvSpPr>
          <p:spPr>
            <a:xfrm flipH="1">
              <a:off x="4150" y="2117"/>
              <a:ext cx="136" cy="180"/>
            </a:xfrm>
            <a:custGeom>
              <a:avLst/>
              <a:gdLst/>
              <a:ahLst/>
              <a:cxnLst>
                <a:cxn ang="0">
                  <a:pos x="0" y="0"/>
                </a:cxn>
                <a:cxn ang="0">
                  <a:pos x="135" y="180"/>
                </a:cxn>
                <a:cxn ang="0">
                  <a:pos x="0" y="162"/>
                </a:cxn>
              </a:cxnLst>
              <a:rect l="0" t="0" r="0" b="0"/>
              <a:pathLst>
                <a:path w="21600" h="23983" fill="none">
                  <a:moveTo>
                    <a:pt x="0" y="0"/>
                  </a:moveTo>
                  <a:cubicBezTo>
                    <a:pt x="11929" y="0"/>
                    <a:pt x="21600" y="9670"/>
                    <a:pt x="21600" y="21600"/>
                  </a:cubicBezTo>
                  <a:cubicBezTo>
                    <a:pt x="21600" y="22396"/>
                    <a:pt x="21555" y="23191"/>
                    <a:pt x="21468" y="23983"/>
                  </a:cubicBezTo>
                </a:path>
                <a:path w="21600" h="23983" stroke="0">
                  <a:moveTo>
                    <a:pt x="0" y="0"/>
                  </a:moveTo>
                  <a:cubicBezTo>
                    <a:pt x="11929" y="0"/>
                    <a:pt x="21600" y="9670"/>
                    <a:pt x="21600" y="21600"/>
                  </a:cubicBezTo>
                  <a:cubicBezTo>
                    <a:pt x="21600" y="22396"/>
                    <a:pt x="21555" y="23191"/>
                    <a:pt x="21468" y="23983"/>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71770" name="Rectangle 242"/>
            <p:cNvSpPr/>
            <p:nvPr/>
          </p:nvSpPr>
          <p:spPr>
            <a:xfrm>
              <a:off x="4195" y="132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1771" name="Rectangle 243"/>
            <p:cNvSpPr/>
            <p:nvPr/>
          </p:nvSpPr>
          <p:spPr>
            <a:xfrm>
              <a:off x="5275" y="250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1772" name="Line 244"/>
            <p:cNvSpPr/>
            <p:nvPr/>
          </p:nvSpPr>
          <p:spPr>
            <a:xfrm flipV="1">
              <a:off x="5193" y="2614"/>
              <a:ext cx="362" cy="136"/>
            </a:xfrm>
            <a:prstGeom prst="line">
              <a:avLst/>
            </a:prstGeom>
            <a:ln w="28575" cap="flat" cmpd="sng">
              <a:solidFill>
                <a:srgbClr val="FF3300"/>
              </a:solidFill>
              <a:prstDash val="solid"/>
              <a:headEnd type="none" w="med" len="med"/>
              <a:tailEnd type="triangle" w="med" len="med"/>
            </a:ln>
          </p:spPr>
        </p:sp>
      </p:grpSp>
      <p:sp>
        <p:nvSpPr>
          <p:cNvPr id="77086" name="AutoShape 286"/>
          <p:cNvSpPr/>
          <p:nvPr/>
        </p:nvSpPr>
        <p:spPr>
          <a:xfrm rot="4432242">
            <a:off x="4859338" y="5229225"/>
            <a:ext cx="647700" cy="1655763"/>
          </a:xfrm>
          <a:prstGeom prst="curvedLeftArrow">
            <a:avLst>
              <a:gd name="adj1" fmla="val 28380"/>
              <a:gd name="adj2" fmla="val 102254"/>
              <a:gd name="adj3" fmla="val 33333"/>
            </a:avLst>
          </a:prstGeom>
          <a:solidFill>
            <a:srgbClr val="3399FF"/>
          </a:solidFill>
          <a:ln w="952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71692" name="Group 334"/>
          <p:cNvGrpSpPr/>
          <p:nvPr/>
        </p:nvGrpSpPr>
        <p:grpSpPr>
          <a:xfrm>
            <a:off x="6588125" y="6446838"/>
            <a:ext cx="792163" cy="366712"/>
            <a:chOff x="4649" y="4020"/>
            <a:chExt cx="499" cy="231"/>
          </a:xfrm>
        </p:grpSpPr>
        <p:pic>
          <p:nvPicPr>
            <p:cNvPr id="71736" name="Picture 335"/>
            <p:cNvPicPr>
              <a:picLocks noChangeAspect="1"/>
            </p:cNvPicPr>
            <p:nvPr/>
          </p:nvPicPr>
          <p:blipFill>
            <a:blip r:embed="rId4"/>
            <a:stretch>
              <a:fillRect/>
            </a:stretch>
          </p:blipFill>
          <p:spPr>
            <a:xfrm>
              <a:off x="4649" y="4066"/>
              <a:ext cx="499" cy="181"/>
            </a:xfrm>
            <a:prstGeom prst="rect">
              <a:avLst/>
            </a:prstGeom>
            <a:noFill/>
            <a:ln w="9525">
              <a:noFill/>
            </a:ln>
          </p:spPr>
        </p:pic>
        <p:sp>
          <p:nvSpPr>
            <p:cNvPr id="71737" name="Text Box 336">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77147" name="Group 347"/>
          <p:cNvGrpSpPr/>
          <p:nvPr/>
        </p:nvGrpSpPr>
        <p:grpSpPr>
          <a:xfrm>
            <a:off x="468313" y="3041650"/>
            <a:ext cx="3849687" cy="2795588"/>
            <a:chOff x="295" y="1916"/>
            <a:chExt cx="2425" cy="1761"/>
          </a:xfrm>
        </p:grpSpPr>
        <p:sp>
          <p:nvSpPr>
            <p:cNvPr id="71694" name="Oval 291"/>
            <p:cNvSpPr/>
            <p:nvPr/>
          </p:nvSpPr>
          <p:spPr>
            <a:xfrm>
              <a:off x="295" y="298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71695" name="Line 292"/>
            <p:cNvSpPr/>
            <p:nvPr/>
          </p:nvSpPr>
          <p:spPr>
            <a:xfrm>
              <a:off x="840" y="2261"/>
              <a:ext cx="1769" cy="0"/>
            </a:xfrm>
            <a:prstGeom prst="line">
              <a:avLst/>
            </a:prstGeom>
            <a:ln w="28575" cap="flat" cmpd="sng">
              <a:solidFill>
                <a:srgbClr val="FFCC00"/>
              </a:solidFill>
              <a:prstDash val="solid"/>
              <a:headEnd type="none" w="med" len="med"/>
              <a:tailEnd type="none" w="med" len="med"/>
            </a:ln>
          </p:spPr>
        </p:sp>
        <p:sp>
          <p:nvSpPr>
            <p:cNvPr id="71696" name="Line 293"/>
            <p:cNvSpPr/>
            <p:nvPr/>
          </p:nvSpPr>
          <p:spPr>
            <a:xfrm>
              <a:off x="1510" y="2719"/>
              <a:ext cx="342" cy="0"/>
            </a:xfrm>
            <a:prstGeom prst="line">
              <a:avLst/>
            </a:prstGeom>
            <a:ln w="28575" cap="flat" cmpd="sng">
              <a:solidFill>
                <a:srgbClr val="FFCC00"/>
              </a:solidFill>
              <a:prstDash val="solid"/>
              <a:headEnd type="none" w="med" len="med"/>
              <a:tailEnd type="none" w="med" len="med"/>
            </a:ln>
          </p:spPr>
        </p:sp>
        <p:sp>
          <p:nvSpPr>
            <p:cNvPr id="71697" name="Line 294"/>
            <p:cNvSpPr/>
            <p:nvPr/>
          </p:nvSpPr>
          <p:spPr>
            <a:xfrm flipH="1">
              <a:off x="1656" y="2717"/>
              <a:ext cx="4" cy="361"/>
            </a:xfrm>
            <a:prstGeom prst="line">
              <a:avLst/>
            </a:prstGeom>
            <a:ln w="28575" cap="flat" cmpd="sng">
              <a:solidFill>
                <a:srgbClr val="FFCC00"/>
              </a:solidFill>
              <a:prstDash val="solid"/>
              <a:headEnd type="oval" w="med" len="med"/>
              <a:tailEnd type="none" w="med" len="med"/>
            </a:ln>
          </p:spPr>
        </p:sp>
        <p:sp>
          <p:nvSpPr>
            <p:cNvPr id="71698" name="Line 295"/>
            <p:cNvSpPr/>
            <p:nvPr/>
          </p:nvSpPr>
          <p:spPr>
            <a:xfrm flipV="1">
              <a:off x="2260" y="2715"/>
              <a:ext cx="349" cy="4"/>
            </a:xfrm>
            <a:prstGeom prst="line">
              <a:avLst/>
            </a:prstGeom>
            <a:ln w="28575" cap="flat" cmpd="sng">
              <a:solidFill>
                <a:srgbClr val="FFCC00"/>
              </a:solidFill>
              <a:prstDash val="solid"/>
              <a:headEnd type="none" w="med" len="med"/>
              <a:tailEnd type="oval" w="med" len="med"/>
            </a:ln>
          </p:spPr>
        </p:sp>
        <p:sp>
          <p:nvSpPr>
            <p:cNvPr id="71699" name="Line 296"/>
            <p:cNvSpPr/>
            <p:nvPr/>
          </p:nvSpPr>
          <p:spPr>
            <a:xfrm>
              <a:off x="477" y="2716"/>
              <a:ext cx="625" cy="3"/>
            </a:xfrm>
            <a:prstGeom prst="line">
              <a:avLst/>
            </a:prstGeom>
            <a:ln w="28575" cap="flat" cmpd="sng">
              <a:solidFill>
                <a:srgbClr val="FFCC00"/>
              </a:solidFill>
              <a:prstDash val="solid"/>
              <a:headEnd type="none" w="med" len="med"/>
              <a:tailEnd type="none" w="med" len="med"/>
            </a:ln>
          </p:spPr>
        </p:sp>
        <p:sp>
          <p:nvSpPr>
            <p:cNvPr id="71700" name="Line 297"/>
            <p:cNvSpPr/>
            <p:nvPr/>
          </p:nvSpPr>
          <p:spPr>
            <a:xfrm flipH="1">
              <a:off x="1656" y="3169"/>
              <a:ext cx="0" cy="458"/>
            </a:xfrm>
            <a:prstGeom prst="line">
              <a:avLst/>
            </a:prstGeom>
            <a:ln w="28575" cap="flat" cmpd="sng">
              <a:solidFill>
                <a:srgbClr val="FFCC00"/>
              </a:solidFill>
              <a:prstDash val="solid"/>
              <a:headEnd type="none" w="med" len="med"/>
              <a:tailEnd type="oval" w="med" len="med"/>
            </a:ln>
          </p:spPr>
        </p:sp>
        <p:sp>
          <p:nvSpPr>
            <p:cNvPr id="71701" name="Text Box 298"/>
            <p:cNvSpPr txBox="1"/>
            <p:nvPr/>
          </p:nvSpPr>
          <p:spPr>
            <a:xfrm>
              <a:off x="1039" y="2670"/>
              <a:ext cx="571"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 </a:t>
              </a:r>
            </a:p>
          </p:txBody>
        </p:sp>
        <p:sp>
          <p:nvSpPr>
            <p:cNvPr id="71702" name="Line 299"/>
            <p:cNvSpPr/>
            <p:nvPr/>
          </p:nvSpPr>
          <p:spPr>
            <a:xfrm flipH="1">
              <a:off x="476" y="2716"/>
              <a:ext cx="1" cy="907"/>
            </a:xfrm>
            <a:prstGeom prst="line">
              <a:avLst/>
            </a:prstGeom>
            <a:ln w="28575" cap="flat" cmpd="sng">
              <a:solidFill>
                <a:srgbClr val="FFCC00"/>
              </a:solidFill>
              <a:prstDash val="solid"/>
              <a:headEnd type="none" w="med" len="med"/>
              <a:tailEnd type="none" w="med" len="med"/>
            </a:ln>
          </p:spPr>
        </p:sp>
        <p:sp>
          <p:nvSpPr>
            <p:cNvPr id="71703" name="Line 300"/>
            <p:cNvSpPr/>
            <p:nvPr/>
          </p:nvSpPr>
          <p:spPr>
            <a:xfrm>
              <a:off x="477" y="3623"/>
              <a:ext cx="2132" cy="0"/>
            </a:xfrm>
            <a:prstGeom prst="line">
              <a:avLst/>
            </a:prstGeom>
            <a:ln w="28575" cap="flat" cmpd="sng">
              <a:solidFill>
                <a:srgbClr val="FFCC00"/>
              </a:solidFill>
              <a:prstDash val="solid"/>
              <a:headEnd type="none" w="med" len="med"/>
              <a:tailEnd type="none" w="med" len="med"/>
            </a:ln>
          </p:spPr>
        </p:sp>
        <p:sp>
          <p:nvSpPr>
            <p:cNvPr id="71704" name="Text Box 301"/>
            <p:cNvSpPr txBox="1"/>
            <p:nvPr/>
          </p:nvSpPr>
          <p:spPr>
            <a:xfrm>
              <a:off x="1555" y="1916"/>
              <a:ext cx="291"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 </a:t>
              </a:r>
            </a:p>
          </p:txBody>
        </p:sp>
        <p:sp>
          <p:nvSpPr>
            <p:cNvPr id="71705" name="Text Box 302"/>
            <p:cNvSpPr txBox="1"/>
            <p:nvPr/>
          </p:nvSpPr>
          <p:spPr>
            <a:xfrm>
              <a:off x="568" y="2728"/>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1706" name="Text Box 303"/>
            <p:cNvSpPr txBox="1"/>
            <p:nvPr/>
          </p:nvSpPr>
          <p:spPr>
            <a:xfrm>
              <a:off x="522" y="3350"/>
              <a:ext cx="26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r>
                <a:rPr lang="en-US" altLang="zh-CN" baseline="-25000" dirty="0">
                  <a:solidFill>
                    <a:schemeClr val="bg1"/>
                  </a:solidFill>
                  <a:latin typeface="Times New Roman" panose="02020603050405020304" pitchFamily="18" charset="0"/>
                  <a:ea typeface="宋体" panose="02010600030101010101" pitchFamily="2" charset="-122"/>
                </a:rPr>
                <a:t> </a:t>
              </a:r>
            </a:p>
          </p:txBody>
        </p:sp>
        <p:graphicFrame>
          <p:nvGraphicFramePr>
            <p:cNvPr id="71707" name="Object 304"/>
            <p:cNvGraphicFramePr>
              <a:graphicFrameLocks noChangeAspect="1"/>
            </p:cNvGraphicFramePr>
            <p:nvPr/>
          </p:nvGraphicFramePr>
          <p:xfrm>
            <a:off x="649" y="3067"/>
            <a:ext cx="257" cy="338"/>
          </p:xfrm>
          <a:graphic>
            <a:graphicData uri="http://schemas.openxmlformats.org/presentationml/2006/ole">
              <mc:AlternateContent xmlns:mc="http://schemas.openxmlformats.org/markup-compatibility/2006">
                <mc:Choice xmlns:v="urn:schemas-microsoft-com:vml" Requires="v">
                  <p:oleObj r:id="rId5" imgW="200660" imgH="260350" progId="Equation.3">
                    <p:embed/>
                  </p:oleObj>
                </mc:Choice>
                <mc:Fallback>
                  <p:oleObj r:id="rId5" imgW="200660" imgH="260350" progId="Equation.3">
                    <p:embed/>
                    <p:pic>
                      <p:nvPicPr>
                        <p:cNvPr id="0" name="图片 3307"/>
                        <p:cNvPicPr/>
                        <p:nvPr/>
                      </p:nvPicPr>
                      <p:blipFill>
                        <a:blip r:embed="rId6">
                          <a:clrChange>
                            <a:clrFrom>
                              <a:srgbClr val="000000"/>
                            </a:clrFrom>
                            <a:clrTo>
                              <a:srgbClr val="FFFFFF"/>
                            </a:clrTo>
                          </a:clrChange>
                        </a:blip>
                        <a:stretch>
                          <a:fillRect/>
                        </a:stretch>
                      </p:blipFill>
                      <p:spPr>
                        <a:xfrm>
                          <a:off x="649" y="3067"/>
                          <a:ext cx="257" cy="338"/>
                        </a:xfrm>
                        <a:prstGeom prst="rect">
                          <a:avLst/>
                        </a:prstGeom>
                        <a:noFill/>
                        <a:ln w="38100">
                          <a:noFill/>
                          <a:miter/>
                        </a:ln>
                      </p:spPr>
                    </p:pic>
                  </p:oleObj>
                </mc:Fallback>
              </mc:AlternateContent>
            </a:graphicData>
          </a:graphic>
        </p:graphicFrame>
        <p:sp>
          <p:nvSpPr>
            <p:cNvPr id="71708" name="Line 305"/>
            <p:cNvSpPr/>
            <p:nvPr/>
          </p:nvSpPr>
          <p:spPr>
            <a:xfrm>
              <a:off x="476" y="2722"/>
              <a:ext cx="272" cy="0"/>
            </a:xfrm>
            <a:prstGeom prst="line">
              <a:avLst/>
            </a:prstGeom>
            <a:ln w="28575" cap="flat" cmpd="sng">
              <a:solidFill>
                <a:srgbClr val="00FFFF"/>
              </a:solidFill>
              <a:prstDash val="solid"/>
              <a:headEnd type="none" w="med" len="med"/>
              <a:tailEnd type="triangle" w="med" len="med"/>
            </a:ln>
          </p:spPr>
        </p:sp>
        <p:graphicFrame>
          <p:nvGraphicFramePr>
            <p:cNvPr id="71709" name="Object 306"/>
            <p:cNvGraphicFramePr>
              <a:graphicFrameLocks noChangeAspect="1"/>
            </p:cNvGraphicFramePr>
            <p:nvPr/>
          </p:nvGraphicFramePr>
          <p:xfrm>
            <a:off x="567" y="2387"/>
            <a:ext cx="177" cy="304"/>
          </p:xfrm>
          <a:graphic>
            <a:graphicData uri="http://schemas.openxmlformats.org/presentationml/2006/ole">
              <mc:AlternateContent xmlns:mc="http://schemas.openxmlformats.org/markup-compatibility/2006">
                <mc:Choice xmlns:v="urn:schemas-microsoft-com:vml" Requires="v">
                  <p:oleObj r:id="rId7" imgW="126365" imgH="208280" progId="Equation.3">
                    <p:embed/>
                  </p:oleObj>
                </mc:Choice>
                <mc:Fallback>
                  <p:oleObj r:id="rId7" imgW="126365" imgH="208280" progId="Equation.3">
                    <p:embed/>
                    <p:pic>
                      <p:nvPicPr>
                        <p:cNvPr id="0" name="图片 3306"/>
                        <p:cNvPicPr/>
                        <p:nvPr/>
                      </p:nvPicPr>
                      <p:blipFill>
                        <a:blip r:embed="rId8">
                          <a:clrChange>
                            <a:clrFrom>
                              <a:srgbClr val="000000"/>
                            </a:clrFrom>
                            <a:clrTo>
                              <a:srgbClr val="FFFFFF"/>
                            </a:clrTo>
                          </a:clrChange>
                        </a:blip>
                        <a:stretch>
                          <a:fillRect/>
                        </a:stretch>
                      </p:blipFill>
                      <p:spPr>
                        <a:xfrm>
                          <a:off x="567" y="2387"/>
                          <a:ext cx="177" cy="304"/>
                        </a:xfrm>
                        <a:prstGeom prst="rect">
                          <a:avLst/>
                        </a:prstGeom>
                        <a:noFill/>
                        <a:ln w="38100">
                          <a:noFill/>
                          <a:miter/>
                        </a:ln>
                      </p:spPr>
                    </p:pic>
                  </p:oleObj>
                </mc:Fallback>
              </mc:AlternateContent>
            </a:graphicData>
          </a:graphic>
        </p:graphicFrame>
        <p:sp>
          <p:nvSpPr>
            <p:cNvPr id="71710" name="Text Box 307"/>
            <p:cNvSpPr txBox="1"/>
            <p:nvPr/>
          </p:nvSpPr>
          <p:spPr>
            <a:xfrm>
              <a:off x="1519" y="2307"/>
              <a:ext cx="37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1711" name="Arc 308"/>
            <p:cNvSpPr/>
            <p:nvPr/>
          </p:nvSpPr>
          <p:spPr>
            <a:xfrm>
              <a:off x="1838" y="2443"/>
              <a:ext cx="136" cy="136"/>
            </a:xfrm>
            <a:custGeom>
              <a:avLst/>
              <a:gdLst/>
              <a:ahLst/>
              <a:cxnLst>
                <a:cxn ang="0">
                  <a:pos x="0" y="0"/>
                </a:cxn>
                <a:cxn ang="0">
                  <a:pos x="136" y="136"/>
                </a:cxn>
                <a:cxn ang="0">
                  <a:pos x="0" y="136"/>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71712" name="Arc 309"/>
            <p:cNvSpPr/>
            <p:nvPr/>
          </p:nvSpPr>
          <p:spPr>
            <a:xfrm flipH="1">
              <a:off x="1339" y="2443"/>
              <a:ext cx="227" cy="136"/>
            </a:xfrm>
            <a:custGeom>
              <a:avLst/>
              <a:gdLst/>
              <a:ahLst/>
              <a:cxnLst>
                <a:cxn ang="0">
                  <a:pos x="0" y="0"/>
                </a:cxn>
                <a:cxn ang="0">
                  <a:pos x="227" y="136"/>
                </a:cxn>
                <a:cxn ang="0">
                  <a:pos x="0" y="136"/>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71713" name="Text Box 310"/>
            <p:cNvSpPr txBox="1"/>
            <p:nvPr/>
          </p:nvSpPr>
          <p:spPr>
            <a:xfrm>
              <a:off x="2346" y="3051"/>
              <a:ext cx="37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endParaRPr lang="en-US" altLang="zh-CN" i="1" baseline="-25000" dirty="0">
                <a:solidFill>
                  <a:schemeClr val="bg1"/>
                </a:solidFill>
                <a:latin typeface="Times New Roman" panose="02020603050405020304" pitchFamily="18" charset="0"/>
                <a:ea typeface="宋体" panose="02010600030101010101" pitchFamily="2" charset="-122"/>
              </a:endParaRPr>
            </a:p>
          </p:txBody>
        </p:sp>
        <p:sp>
          <p:nvSpPr>
            <p:cNvPr id="71714" name="Line 311"/>
            <p:cNvSpPr/>
            <p:nvPr/>
          </p:nvSpPr>
          <p:spPr>
            <a:xfrm flipH="1">
              <a:off x="2608" y="2715"/>
              <a:ext cx="1" cy="908"/>
            </a:xfrm>
            <a:prstGeom prst="line">
              <a:avLst/>
            </a:prstGeom>
            <a:ln w="28575" cap="flat" cmpd="sng">
              <a:solidFill>
                <a:srgbClr val="FFCC00"/>
              </a:solidFill>
              <a:prstDash val="solid"/>
              <a:headEnd type="none" w="med" len="med"/>
              <a:tailEnd type="none" w="med" len="med"/>
            </a:ln>
          </p:spPr>
        </p:sp>
        <p:sp>
          <p:nvSpPr>
            <p:cNvPr id="71715" name="Text Box 312"/>
            <p:cNvSpPr txBox="1"/>
            <p:nvPr/>
          </p:nvSpPr>
          <p:spPr>
            <a:xfrm>
              <a:off x="931" y="2443"/>
              <a:ext cx="272"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1716" name="Text Box 313"/>
            <p:cNvSpPr txBox="1"/>
            <p:nvPr/>
          </p:nvSpPr>
          <p:spPr>
            <a:xfrm>
              <a:off x="2156" y="2488"/>
              <a:ext cx="272"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1717" name="Line 314"/>
            <p:cNvSpPr/>
            <p:nvPr/>
          </p:nvSpPr>
          <p:spPr>
            <a:xfrm flipV="1">
              <a:off x="840" y="2261"/>
              <a:ext cx="0" cy="454"/>
            </a:xfrm>
            <a:prstGeom prst="line">
              <a:avLst/>
            </a:prstGeom>
            <a:ln w="28575" cap="flat" cmpd="sng">
              <a:solidFill>
                <a:srgbClr val="FFCC00"/>
              </a:solidFill>
              <a:prstDash val="solid"/>
              <a:headEnd type="oval" w="med" len="med"/>
              <a:tailEnd type="none" w="med" len="med"/>
            </a:ln>
          </p:spPr>
        </p:sp>
        <p:sp>
          <p:nvSpPr>
            <p:cNvPr id="71718" name="Line 315"/>
            <p:cNvSpPr/>
            <p:nvPr/>
          </p:nvSpPr>
          <p:spPr>
            <a:xfrm flipV="1">
              <a:off x="2609" y="2261"/>
              <a:ext cx="0" cy="454"/>
            </a:xfrm>
            <a:prstGeom prst="line">
              <a:avLst/>
            </a:prstGeom>
            <a:ln w="28575" cap="flat" cmpd="sng">
              <a:solidFill>
                <a:srgbClr val="FFCC00"/>
              </a:solidFill>
              <a:prstDash val="solid"/>
              <a:headEnd type="none" w="med" len="med"/>
              <a:tailEnd type="none" w="med" len="med"/>
            </a:ln>
          </p:spPr>
        </p:sp>
        <p:sp>
          <p:nvSpPr>
            <p:cNvPr id="71719" name="Text Box 316"/>
            <p:cNvSpPr txBox="1"/>
            <p:nvPr/>
          </p:nvSpPr>
          <p:spPr>
            <a:xfrm>
              <a:off x="1837" y="2670"/>
              <a:ext cx="571"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 </a:t>
              </a:r>
            </a:p>
          </p:txBody>
        </p:sp>
        <p:sp>
          <p:nvSpPr>
            <p:cNvPr id="71720" name="Rectangle 317"/>
            <p:cNvSpPr/>
            <p:nvPr/>
          </p:nvSpPr>
          <p:spPr>
            <a:xfrm>
              <a:off x="2545" y="300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1721" name="Rectangle 318"/>
            <p:cNvSpPr/>
            <p:nvPr/>
          </p:nvSpPr>
          <p:spPr>
            <a:xfrm>
              <a:off x="1519" y="218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71722" name="Group 327"/>
            <p:cNvGrpSpPr/>
            <p:nvPr/>
          </p:nvGrpSpPr>
          <p:grpSpPr>
            <a:xfrm>
              <a:off x="1552" y="3078"/>
              <a:ext cx="240" cy="93"/>
              <a:chOff x="3787" y="2478"/>
              <a:chExt cx="240" cy="93"/>
            </a:xfrm>
          </p:grpSpPr>
          <p:sp>
            <p:nvSpPr>
              <p:cNvPr id="71734" name="Line 328"/>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71735" name="Line 329"/>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71723" name="Text Box 330"/>
            <p:cNvSpPr txBox="1"/>
            <p:nvPr/>
          </p:nvSpPr>
          <p:spPr>
            <a:xfrm>
              <a:off x="1610" y="3159"/>
              <a:ext cx="693"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a:t>
              </a:r>
              <a:r>
                <a:rPr lang="en-US" altLang="zh-CN" i="1" dirty="0">
                  <a:solidFill>
                    <a:schemeClr val="bg1"/>
                  </a:solidFill>
                  <a:latin typeface="Times New Roman" panose="02020603050405020304" pitchFamily="18" charset="0"/>
                  <a:ea typeface="宋体" panose="02010600030101010101" pitchFamily="2" charset="-122"/>
                </a:rPr>
                <a:t>/</a:t>
              </a: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C</a:t>
              </a:r>
              <a:r>
                <a:rPr lang="en-US" altLang="zh-CN" baseline="-25000" dirty="0">
                  <a:solidFill>
                    <a:schemeClr val="bg1"/>
                  </a:solidFill>
                  <a:latin typeface="Times New Roman" panose="02020603050405020304" pitchFamily="18" charset="0"/>
                  <a:ea typeface="宋体" panose="02010600030101010101" pitchFamily="2" charset="-122"/>
                </a:rPr>
                <a:t> </a:t>
              </a:r>
            </a:p>
          </p:txBody>
        </p:sp>
        <p:grpSp>
          <p:nvGrpSpPr>
            <p:cNvPr id="71724" name="Group 337"/>
            <p:cNvGrpSpPr/>
            <p:nvPr/>
          </p:nvGrpSpPr>
          <p:grpSpPr>
            <a:xfrm rot="5400000">
              <a:off x="2004" y="2473"/>
              <a:ext cx="91" cy="408"/>
              <a:chOff x="1565" y="2614"/>
              <a:chExt cx="90" cy="486"/>
            </a:xfrm>
          </p:grpSpPr>
          <p:sp>
            <p:nvSpPr>
              <p:cNvPr id="71730" name="Arc 33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31" name="Arc 33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32" name="Arc 34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33" name="Arc 34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1725" name="Group 342"/>
            <p:cNvGrpSpPr/>
            <p:nvPr/>
          </p:nvGrpSpPr>
          <p:grpSpPr>
            <a:xfrm rot="5400000">
              <a:off x="1260" y="2473"/>
              <a:ext cx="91" cy="408"/>
              <a:chOff x="1565" y="2614"/>
              <a:chExt cx="90" cy="486"/>
            </a:xfrm>
          </p:grpSpPr>
          <p:sp>
            <p:nvSpPr>
              <p:cNvPr id="71726" name="Arc 34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27" name="Arc 34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28" name="Arc 34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1729" name="Arc 34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6803"/>
                                        </p:tgtEl>
                                        <p:attrNameLst>
                                          <p:attrName>style.visibility</p:attrName>
                                        </p:attrNameLst>
                                      </p:cBhvr>
                                      <p:to>
                                        <p:strVal val="visible"/>
                                      </p:to>
                                    </p:set>
                                    <p:anim calcmode="lin" valueType="num">
                                      <p:cBhvr>
                                        <p:cTn id="7" dur="1000" fill="hold"/>
                                        <p:tgtEl>
                                          <p:spTgt spid="76803"/>
                                        </p:tgtEl>
                                        <p:attrNameLst>
                                          <p:attrName>ppt_w</p:attrName>
                                        </p:attrNameLst>
                                      </p:cBhvr>
                                      <p:tavLst>
                                        <p:tav tm="0">
                                          <p:val>
                                            <p:fltVal val="0"/>
                                          </p:val>
                                        </p:tav>
                                        <p:tav tm="100000">
                                          <p:val>
                                            <p:strVal val="#ppt_w"/>
                                          </p:val>
                                        </p:tav>
                                      </p:tavLst>
                                    </p:anim>
                                    <p:anim calcmode="lin" valueType="num">
                                      <p:cBhvr>
                                        <p:cTn id="8" dur="1000" fill="hold"/>
                                        <p:tgtEl>
                                          <p:spTgt spid="76803"/>
                                        </p:tgtEl>
                                        <p:attrNameLst>
                                          <p:attrName>ppt_h</p:attrName>
                                        </p:attrNameLst>
                                      </p:cBhvr>
                                      <p:tavLst>
                                        <p:tav tm="0">
                                          <p:val>
                                            <p:fltVal val="0"/>
                                          </p:val>
                                        </p:tav>
                                        <p:tav tm="100000">
                                          <p:val>
                                            <p:strVal val="#ppt_h"/>
                                          </p:val>
                                        </p:tav>
                                      </p:tavLst>
                                    </p:anim>
                                    <p:anim calcmode="lin" valueType="num">
                                      <p:cBhvr>
                                        <p:cTn id="9" dur="1000" fill="hold"/>
                                        <p:tgtEl>
                                          <p:spTgt spid="7680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680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77149"/>
                                        </p:tgtEl>
                                        <p:attrNameLst>
                                          <p:attrName>style.visibility</p:attrName>
                                        </p:attrNameLst>
                                      </p:cBhvr>
                                      <p:to>
                                        <p:strVal val="visible"/>
                                      </p:to>
                                    </p:set>
                                    <p:animEffect transition="in" filter="blinds(horizontal)">
                                      <p:cBhvr>
                                        <p:cTn id="14" dur="500"/>
                                        <p:tgtEl>
                                          <p:spTgt spid="77149"/>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76859"/>
                                        </p:tgtEl>
                                        <p:attrNameLst>
                                          <p:attrName>style.visibility</p:attrName>
                                        </p:attrNameLst>
                                      </p:cBhvr>
                                      <p:to>
                                        <p:strVal val="visible"/>
                                      </p:to>
                                    </p:set>
                                    <p:animEffect transition="in" filter="wipe(left)">
                                      <p:cBhvr>
                                        <p:cTn id="18" dur="2000"/>
                                        <p:tgtEl>
                                          <p:spTgt spid="76859"/>
                                        </p:tgtEl>
                                      </p:cBhvr>
                                    </p:animEffect>
                                  </p:childTnLst>
                                </p:cTn>
                              </p:par>
                            </p:childTnLst>
                          </p:cTn>
                        </p:par>
                        <p:par>
                          <p:cTn id="19" fill="hold">
                            <p:stCondLst>
                              <p:cond delay="3500"/>
                            </p:stCondLst>
                            <p:childTnLst>
                              <p:par>
                                <p:cTn id="20" presetID="3" presetClass="entr" presetSubtype="10" fill="hold" grpId="0" nodeType="afterEffect">
                                  <p:stCondLst>
                                    <p:cond delay="0"/>
                                  </p:stCondLst>
                                  <p:childTnLst>
                                    <p:set>
                                      <p:cBhvr>
                                        <p:cTn id="21" dur="1" fill="hold">
                                          <p:stCondLst>
                                            <p:cond delay="0"/>
                                          </p:stCondLst>
                                        </p:cTn>
                                        <p:tgtEl>
                                          <p:spTgt spid="76860"/>
                                        </p:tgtEl>
                                        <p:attrNameLst>
                                          <p:attrName>style.visibility</p:attrName>
                                        </p:attrNameLst>
                                      </p:cBhvr>
                                      <p:to>
                                        <p:strVal val="visible"/>
                                      </p:to>
                                    </p:set>
                                    <p:animEffect transition="in" filter="blinds(horizontal)">
                                      <p:cBhvr>
                                        <p:cTn id="22" dur="500"/>
                                        <p:tgtEl>
                                          <p:spTgt spid="76860"/>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76802"/>
                                        </p:tgtEl>
                                        <p:attrNameLst>
                                          <p:attrName>style.visibility</p:attrName>
                                        </p:attrNameLst>
                                      </p:cBhvr>
                                      <p:to>
                                        <p:strVal val="visible"/>
                                      </p:to>
                                    </p:set>
                                    <p:anim calcmode="lin" valueType="num">
                                      <p:cBhvr>
                                        <p:cTn id="27" dur="1000" fill="hold"/>
                                        <p:tgtEl>
                                          <p:spTgt spid="76802"/>
                                        </p:tgtEl>
                                        <p:attrNameLst>
                                          <p:attrName>ppt_w</p:attrName>
                                        </p:attrNameLst>
                                      </p:cBhvr>
                                      <p:tavLst>
                                        <p:tav tm="0">
                                          <p:val>
                                            <p:fltVal val="0"/>
                                          </p:val>
                                        </p:tav>
                                        <p:tav tm="100000">
                                          <p:val>
                                            <p:strVal val="#ppt_w"/>
                                          </p:val>
                                        </p:tav>
                                      </p:tavLst>
                                    </p:anim>
                                    <p:anim calcmode="lin" valueType="num">
                                      <p:cBhvr>
                                        <p:cTn id="28" dur="1000" fill="hold"/>
                                        <p:tgtEl>
                                          <p:spTgt spid="76802"/>
                                        </p:tgtEl>
                                        <p:attrNameLst>
                                          <p:attrName>ppt_h</p:attrName>
                                        </p:attrNameLst>
                                      </p:cBhvr>
                                      <p:tavLst>
                                        <p:tav tm="0">
                                          <p:val>
                                            <p:fltVal val="0"/>
                                          </p:val>
                                        </p:tav>
                                        <p:tav tm="100000">
                                          <p:val>
                                            <p:strVal val="#ppt_h"/>
                                          </p:val>
                                        </p:tav>
                                      </p:tavLst>
                                    </p:anim>
                                    <p:anim calcmode="lin" valueType="num">
                                      <p:cBhvr>
                                        <p:cTn id="29" dur="1000" fill="hold"/>
                                        <p:tgtEl>
                                          <p:spTgt spid="76802"/>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7680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6861"/>
                                        </p:tgtEl>
                                        <p:attrNameLst>
                                          <p:attrName>style.visibility</p:attrName>
                                        </p:attrNameLst>
                                      </p:cBhvr>
                                      <p:to>
                                        <p:strVal val="visible"/>
                                      </p:to>
                                    </p:set>
                                    <p:animEffect transition="in" filter="blinds(horizontal)">
                                      <p:cBhvr>
                                        <p:cTn id="35" dur="500"/>
                                        <p:tgtEl>
                                          <p:spTgt spid="76861"/>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32" fill="hold" nodeType="clickEffect">
                                  <p:stCondLst>
                                    <p:cond delay="0"/>
                                  </p:stCondLst>
                                  <p:childTnLst>
                                    <p:set>
                                      <p:cBhvr>
                                        <p:cTn id="39" dur="1" fill="hold">
                                          <p:stCondLst>
                                            <p:cond delay="0"/>
                                          </p:stCondLst>
                                        </p:cTn>
                                        <p:tgtEl>
                                          <p:spTgt spid="76982"/>
                                        </p:tgtEl>
                                        <p:attrNameLst>
                                          <p:attrName>style.visibility</p:attrName>
                                        </p:attrNameLst>
                                      </p:cBhvr>
                                      <p:to>
                                        <p:strVal val="visible"/>
                                      </p:to>
                                    </p:set>
                                    <p:anim calcmode="lin" valueType="num">
                                      <p:cBhvr>
                                        <p:cTn id="40" dur="1000" fill="hold"/>
                                        <p:tgtEl>
                                          <p:spTgt spid="76982"/>
                                        </p:tgtEl>
                                        <p:attrNameLst>
                                          <p:attrName>ppt_w</p:attrName>
                                        </p:attrNameLst>
                                      </p:cBhvr>
                                      <p:tavLst>
                                        <p:tav tm="0">
                                          <p:val>
                                            <p:strVal val="4*#ppt_w"/>
                                          </p:val>
                                        </p:tav>
                                        <p:tav tm="100000">
                                          <p:val>
                                            <p:strVal val="#ppt_w"/>
                                          </p:val>
                                        </p:tav>
                                      </p:tavLst>
                                    </p:anim>
                                    <p:anim calcmode="lin" valueType="num">
                                      <p:cBhvr>
                                        <p:cTn id="41" dur="1000" fill="hold"/>
                                        <p:tgtEl>
                                          <p:spTgt spid="76982"/>
                                        </p:tgtEl>
                                        <p:attrNameLst>
                                          <p:attrName>ppt_h</p:attrName>
                                        </p:attrNameLst>
                                      </p:cBhvr>
                                      <p:tavLst>
                                        <p:tav tm="0">
                                          <p:val>
                                            <p:strVal val="4*#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nodeType="clickEffect">
                                  <p:stCondLst>
                                    <p:cond delay="0"/>
                                  </p:stCondLst>
                                  <p:childTnLst>
                                    <p:set>
                                      <p:cBhvr>
                                        <p:cTn id="45" dur="1" fill="hold">
                                          <p:stCondLst>
                                            <p:cond delay="0"/>
                                          </p:stCondLst>
                                        </p:cTn>
                                        <p:tgtEl>
                                          <p:spTgt spid="77086"/>
                                        </p:tgtEl>
                                        <p:attrNameLst>
                                          <p:attrName>style.visibility</p:attrName>
                                        </p:attrNameLst>
                                      </p:cBhvr>
                                      <p:to>
                                        <p:strVal val="visible"/>
                                      </p:to>
                                    </p:set>
                                    <p:animEffect transition="in" filter="wipe(right)">
                                      <p:cBhvr>
                                        <p:cTn id="46" dur="500"/>
                                        <p:tgtEl>
                                          <p:spTgt spid="77086"/>
                                        </p:tgtEl>
                                      </p:cBhvr>
                                    </p:animEffect>
                                  </p:childTnLst>
                                </p:cTn>
                              </p:par>
                            </p:childTnLst>
                          </p:cTn>
                        </p:par>
                        <p:par>
                          <p:cTn id="47" fill="hold">
                            <p:stCondLst>
                              <p:cond delay="500"/>
                            </p:stCondLst>
                            <p:childTnLst>
                              <p:par>
                                <p:cTn id="48" presetID="3" presetClass="entr" presetSubtype="10" fill="hold" nodeType="afterEffect">
                                  <p:stCondLst>
                                    <p:cond delay="0"/>
                                  </p:stCondLst>
                                  <p:childTnLst>
                                    <p:set>
                                      <p:cBhvr>
                                        <p:cTn id="49" dur="1" fill="hold">
                                          <p:stCondLst>
                                            <p:cond delay="0"/>
                                          </p:stCondLst>
                                        </p:cTn>
                                        <p:tgtEl>
                                          <p:spTgt spid="77147"/>
                                        </p:tgtEl>
                                        <p:attrNameLst>
                                          <p:attrName>style.visibility</p:attrName>
                                        </p:attrNameLst>
                                      </p:cBhvr>
                                      <p:to>
                                        <p:strVal val="visible"/>
                                      </p:to>
                                    </p:set>
                                    <p:animEffect transition="in" filter="blinds(horizontal)">
                                      <p:cBhvr>
                                        <p:cTn id="50" dur="500"/>
                                        <p:tgtEl>
                                          <p:spTgt spid="77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nimBg="1"/>
      <p:bldP spid="76803" grpId="0"/>
      <p:bldP spid="76860" grpId="0"/>
      <p:bldP spid="7686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0" name="Text Box 100"/>
          <p:cNvSpPr txBox="1"/>
          <p:nvPr/>
        </p:nvSpPr>
        <p:spPr>
          <a:xfrm>
            <a:off x="755650" y="549275"/>
            <a:ext cx="3168650" cy="519113"/>
          </a:xfrm>
          <a:prstGeom prst="rect">
            <a:avLst/>
          </a:prstGeom>
          <a:noFill/>
          <a:ln w="9525">
            <a:noFill/>
          </a:ln>
        </p:spPr>
        <p:txBody>
          <a:bodyPr>
            <a:spAutoFit/>
          </a:bodyPr>
          <a:lstStyle/>
          <a:p>
            <a:pPr marL="342900" indent="-342900" eaLnBrk="1" hangingPunct="1">
              <a:spcBef>
                <a:spcPct val="50000"/>
              </a:spcBef>
              <a:buAutoNum type="circleNumDbPlain" startAt="2"/>
            </a:pPr>
            <a:r>
              <a:rPr lang="zh-CN" altLang="en-US" b="1" dirty="0">
                <a:latin typeface="楷体_GB2312" pitchFamily="49" charset="-122"/>
              </a:rPr>
              <a:t>作去耦等效电路</a:t>
            </a:r>
          </a:p>
        </p:txBody>
      </p:sp>
      <p:grpSp>
        <p:nvGrpSpPr>
          <p:cNvPr id="72707" name="Group 241"/>
          <p:cNvGrpSpPr/>
          <p:nvPr/>
        </p:nvGrpSpPr>
        <p:grpSpPr>
          <a:xfrm>
            <a:off x="8316913" y="6446838"/>
            <a:ext cx="792162" cy="366712"/>
            <a:chOff x="5193" y="4020"/>
            <a:chExt cx="499" cy="231"/>
          </a:xfrm>
        </p:grpSpPr>
        <p:pic>
          <p:nvPicPr>
            <p:cNvPr id="72843" name="Picture 242"/>
            <p:cNvPicPr>
              <a:picLocks noChangeAspect="1"/>
            </p:cNvPicPr>
            <p:nvPr/>
          </p:nvPicPr>
          <p:blipFill>
            <a:blip r:embed="rId2"/>
            <a:stretch>
              <a:fillRect/>
            </a:stretch>
          </p:blipFill>
          <p:spPr>
            <a:xfrm>
              <a:off x="5193" y="4066"/>
              <a:ext cx="499" cy="181"/>
            </a:xfrm>
            <a:prstGeom prst="rect">
              <a:avLst/>
            </a:prstGeom>
            <a:noFill/>
            <a:ln w="9525">
              <a:noFill/>
            </a:ln>
          </p:spPr>
        </p:pic>
        <p:sp>
          <p:nvSpPr>
            <p:cNvPr id="72844" name="Text Box 243">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2708" name="Group 244"/>
          <p:cNvGrpSpPr/>
          <p:nvPr/>
        </p:nvGrpSpPr>
        <p:grpSpPr>
          <a:xfrm>
            <a:off x="7453313" y="6446838"/>
            <a:ext cx="792162" cy="366712"/>
            <a:chOff x="4649" y="4020"/>
            <a:chExt cx="499" cy="231"/>
          </a:xfrm>
        </p:grpSpPr>
        <p:pic>
          <p:nvPicPr>
            <p:cNvPr id="72841" name="Picture 245"/>
            <p:cNvPicPr>
              <a:picLocks noChangeAspect="1"/>
            </p:cNvPicPr>
            <p:nvPr/>
          </p:nvPicPr>
          <p:blipFill>
            <a:blip r:embed="rId2"/>
            <a:stretch>
              <a:fillRect/>
            </a:stretch>
          </p:blipFill>
          <p:spPr>
            <a:xfrm>
              <a:off x="4649" y="4066"/>
              <a:ext cx="499" cy="181"/>
            </a:xfrm>
            <a:prstGeom prst="rect">
              <a:avLst/>
            </a:prstGeom>
            <a:noFill/>
            <a:ln w="9525">
              <a:noFill/>
            </a:ln>
          </p:spPr>
        </p:pic>
        <p:sp>
          <p:nvSpPr>
            <p:cNvPr id="72842" name="Text Box 246">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56652" name="AutoShape 332"/>
          <p:cNvSpPr/>
          <p:nvPr/>
        </p:nvSpPr>
        <p:spPr>
          <a:xfrm rot="3946745">
            <a:off x="3600450" y="869950"/>
            <a:ext cx="733425" cy="1503363"/>
          </a:xfrm>
          <a:prstGeom prst="curvedRightArrow">
            <a:avLst>
              <a:gd name="adj1" fmla="val 15600"/>
              <a:gd name="adj2" fmla="val 56596"/>
              <a:gd name="adj3" fmla="val 33333"/>
            </a:avLst>
          </a:prstGeom>
          <a:solidFill>
            <a:srgbClr val="3399FF"/>
          </a:solidFill>
          <a:ln w="9525">
            <a:noFill/>
          </a:ln>
        </p:spPr>
        <p:txBody>
          <a:bodyPr wrap="none" anchor="ctr" anchorCtr="0"/>
          <a:lstStyle/>
          <a:p>
            <a:pPr eaLnBrk="1" hangingPunct="1"/>
            <a:endParaRPr lang="zh-CN" altLang="en-US" dirty="0">
              <a:latin typeface="Times New Roman" panose="02020603050405020304" pitchFamily="18" charset="0"/>
            </a:endParaRPr>
          </a:p>
        </p:txBody>
      </p:sp>
      <p:sp>
        <p:nvSpPr>
          <p:cNvPr id="56725" name="Line 405"/>
          <p:cNvSpPr/>
          <p:nvPr/>
        </p:nvSpPr>
        <p:spPr>
          <a:xfrm>
            <a:off x="3132138" y="5516563"/>
            <a:ext cx="1008062" cy="0"/>
          </a:xfrm>
          <a:prstGeom prst="line">
            <a:avLst/>
          </a:prstGeom>
          <a:ln w="76200" cap="flat" cmpd="sng">
            <a:solidFill>
              <a:srgbClr val="3399FF"/>
            </a:solidFill>
            <a:prstDash val="solid"/>
            <a:headEnd type="none" w="med" len="med"/>
            <a:tailEnd type="triangle" w="med" len="med"/>
          </a:ln>
        </p:spPr>
      </p:sp>
      <p:grpSp>
        <p:nvGrpSpPr>
          <p:cNvPr id="72711" name="Group 409"/>
          <p:cNvGrpSpPr/>
          <p:nvPr/>
        </p:nvGrpSpPr>
        <p:grpSpPr>
          <a:xfrm>
            <a:off x="6588125" y="6446838"/>
            <a:ext cx="792163" cy="366712"/>
            <a:chOff x="4649" y="4020"/>
            <a:chExt cx="499" cy="231"/>
          </a:xfrm>
        </p:grpSpPr>
        <p:pic>
          <p:nvPicPr>
            <p:cNvPr id="72839" name="Picture 410"/>
            <p:cNvPicPr>
              <a:picLocks noChangeAspect="1"/>
            </p:cNvPicPr>
            <p:nvPr/>
          </p:nvPicPr>
          <p:blipFill>
            <a:blip r:embed="rId2"/>
            <a:stretch>
              <a:fillRect/>
            </a:stretch>
          </p:blipFill>
          <p:spPr>
            <a:xfrm>
              <a:off x="4649" y="4066"/>
              <a:ext cx="499" cy="181"/>
            </a:xfrm>
            <a:prstGeom prst="rect">
              <a:avLst/>
            </a:prstGeom>
            <a:noFill/>
            <a:ln w="9525">
              <a:noFill/>
            </a:ln>
          </p:spPr>
        </p:pic>
        <p:sp>
          <p:nvSpPr>
            <p:cNvPr id="72840" name="Text Box 41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56732" name="Group 412"/>
          <p:cNvGrpSpPr/>
          <p:nvPr/>
        </p:nvGrpSpPr>
        <p:grpSpPr>
          <a:xfrm>
            <a:off x="4572000" y="404813"/>
            <a:ext cx="3849688" cy="2795587"/>
            <a:chOff x="295" y="1916"/>
            <a:chExt cx="2425" cy="1761"/>
          </a:xfrm>
        </p:grpSpPr>
        <p:sp>
          <p:nvSpPr>
            <p:cNvPr id="72797" name="Oval 413"/>
            <p:cNvSpPr/>
            <p:nvPr/>
          </p:nvSpPr>
          <p:spPr>
            <a:xfrm>
              <a:off x="295" y="298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72798" name="Line 414"/>
            <p:cNvSpPr/>
            <p:nvPr/>
          </p:nvSpPr>
          <p:spPr>
            <a:xfrm>
              <a:off x="840" y="2261"/>
              <a:ext cx="1769" cy="0"/>
            </a:xfrm>
            <a:prstGeom prst="line">
              <a:avLst/>
            </a:prstGeom>
            <a:ln w="28575" cap="flat" cmpd="sng">
              <a:solidFill>
                <a:srgbClr val="FFCC00"/>
              </a:solidFill>
              <a:prstDash val="solid"/>
              <a:headEnd type="none" w="med" len="med"/>
              <a:tailEnd type="none" w="med" len="med"/>
            </a:ln>
          </p:spPr>
        </p:sp>
        <p:sp>
          <p:nvSpPr>
            <p:cNvPr id="72799" name="Line 415"/>
            <p:cNvSpPr/>
            <p:nvPr/>
          </p:nvSpPr>
          <p:spPr>
            <a:xfrm>
              <a:off x="1510" y="2719"/>
              <a:ext cx="342" cy="0"/>
            </a:xfrm>
            <a:prstGeom prst="line">
              <a:avLst/>
            </a:prstGeom>
            <a:ln w="28575" cap="flat" cmpd="sng">
              <a:solidFill>
                <a:srgbClr val="FFCC00"/>
              </a:solidFill>
              <a:prstDash val="solid"/>
              <a:headEnd type="none" w="med" len="med"/>
              <a:tailEnd type="none" w="med" len="med"/>
            </a:ln>
          </p:spPr>
        </p:sp>
        <p:sp>
          <p:nvSpPr>
            <p:cNvPr id="72800" name="Line 416"/>
            <p:cNvSpPr/>
            <p:nvPr/>
          </p:nvSpPr>
          <p:spPr>
            <a:xfrm flipH="1">
              <a:off x="1656" y="2717"/>
              <a:ext cx="4" cy="361"/>
            </a:xfrm>
            <a:prstGeom prst="line">
              <a:avLst/>
            </a:prstGeom>
            <a:ln w="28575" cap="flat" cmpd="sng">
              <a:solidFill>
                <a:srgbClr val="FFCC00"/>
              </a:solidFill>
              <a:prstDash val="solid"/>
              <a:headEnd type="oval" w="med" len="med"/>
              <a:tailEnd type="none" w="med" len="med"/>
            </a:ln>
          </p:spPr>
        </p:sp>
        <p:sp>
          <p:nvSpPr>
            <p:cNvPr id="72801" name="Line 417"/>
            <p:cNvSpPr/>
            <p:nvPr/>
          </p:nvSpPr>
          <p:spPr>
            <a:xfrm flipV="1">
              <a:off x="2260" y="2715"/>
              <a:ext cx="349" cy="4"/>
            </a:xfrm>
            <a:prstGeom prst="line">
              <a:avLst/>
            </a:prstGeom>
            <a:ln w="28575" cap="flat" cmpd="sng">
              <a:solidFill>
                <a:srgbClr val="FFCC00"/>
              </a:solidFill>
              <a:prstDash val="solid"/>
              <a:headEnd type="none" w="med" len="med"/>
              <a:tailEnd type="oval" w="med" len="med"/>
            </a:ln>
          </p:spPr>
        </p:sp>
        <p:sp>
          <p:nvSpPr>
            <p:cNvPr id="72802" name="Line 418"/>
            <p:cNvSpPr/>
            <p:nvPr/>
          </p:nvSpPr>
          <p:spPr>
            <a:xfrm>
              <a:off x="477" y="2716"/>
              <a:ext cx="625" cy="3"/>
            </a:xfrm>
            <a:prstGeom prst="line">
              <a:avLst/>
            </a:prstGeom>
            <a:ln w="28575" cap="flat" cmpd="sng">
              <a:solidFill>
                <a:srgbClr val="FFCC00"/>
              </a:solidFill>
              <a:prstDash val="solid"/>
              <a:headEnd type="none" w="med" len="med"/>
              <a:tailEnd type="none" w="med" len="med"/>
            </a:ln>
          </p:spPr>
        </p:sp>
        <p:sp>
          <p:nvSpPr>
            <p:cNvPr id="72803" name="Line 419"/>
            <p:cNvSpPr/>
            <p:nvPr/>
          </p:nvSpPr>
          <p:spPr>
            <a:xfrm flipH="1">
              <a:off x="1656" y="3169"/>
              <a:ext cx="0" cy="458"/>
            </a:xfrm>
            <a:prstGeom prst="line">
              <a:avLst/>
            </a:prstGeom>
            <a:ln w="28575" cap="flat" cmpd="sng">
              <a:solidFill>
                <a:srgbClr val="FFCC00"/>
              </a:solidFill>
              <a:prstDash val="solid"/>
              <a:headEnd type="none" w="med" len="med"/>
              <a:tailEnd type="oval" w="med" len="med"/>
            </a:ln>
          </p:spPr>
        </p:sp>
        <p:sp>
          <p:nvSpPr>
            <p:cNvPr id="72804" name="Text Box 420"/>
            <p:cNvSpPr txBox="1"/>
            <p:nvPr/>
          </p:nvSpPr>
          <p:spPr>
            <a:xfrm>
              <a:off x="1039" y="2670"/>
              <a:ext cx="571"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 </a:t>
              </a:r>
            </a:p>
          </p:txBody>
        </p:sp>
        <p:sp>
          <p:nvSpPr>
            <p:cNvPr id="72805" name="Line 421"/>
            <p:cNvSpPr/>
            <p:nvPr/>
          </p:nvSpPr>
          <p:spPr>
            <a:xfrm flipH="1">
              <a:off x="476" y="2716"/>
              <a:ext cx="1" cy="907"/>
            </a:xfrm>
            <a:prstGeom prst="line">
              <a:avLst/>
            </a:prstGeom>
            <a:ln w="28575" cap="flat" cmpd="sng">
              <a:solidFill>
                <a:srgbClr val="FFCC00"/>
              </a:solidFill>
              <a:prstDash val="solid"/>
              <a:headEnd type="none" w="med" len="med"/>
              <a:tailEnd type="none" w="med" len="med"/>
            </a:ln>
          </p:spPr>
        </p:sp>
        <p:sp>
          <p:nvSpPr>
            <p:cNvPr id="72806" name="Line 422"/>
            <p:cNvSpPr/>
            <p:nvPr/>
          </p:nvSpPr>
          <p:spPr>
            <a:xfrm>
              <a:off x="477" y="3623"/>
              <a:ext cx="2132" cy="0"/>
            </a:xfrm>
            <a:prstGeom prst="line">
              <a:avLst/>
            </a:prstGeom>
            <a:ln w="28575" cap="flat" cmpd="sng">
              <a:solidFill>
                <a:srgbClr val="FFCC00"/>
              </a:solidFill>
              <a:prstDash val="solid"/>
              <a:headEnd type="none" w="med" len="med"/>
              <a:tailEnd type="none" w="med" len="med"/>
            </a:ln>
          </p:spPr>
        </p:sp>
        <p:sp>
          <p:nvSpPr>
            <p:cNvPr id="72807" name="Text Box 423"/>
            <p:cNvSpPr txBox="1"/>
            <p:nvPr/>
          </p:nvSpPr>
          <p:spPr>
            <a:xfrm>
              <a:off x="1555" y="1916"/>
              <a:ext cx="291"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 </a:t>
              </a:r>
            </a:p>
          </p:txBody>
        </p:sp>
        <p:sp>
          <p:nvSpPr>
            <p:cNvPr id="72808" name="Text Box 424"/>
            <p:cNvSpPr txBox="1"/>
            <p:nvPr/>
          </p:nvSpPr>
          <p:spPr>
            <a:xfrm>
              <a:off x="568" y="2728"/>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2809" name="Text Box 425"/>
            <p:cNvSpPr txBox="1"/>
            <p:nvPr/>
          </p:nvSpPr>
          <p:spPr>
            <a:xfrm>
              <a:off x="522" y="3350"/>
              <a:ext cx="26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r>
                <a:rPr lang="en-US" altLang="zh-CN" baseline="-25000" dirty="0">
                  <a:solidFill>
                    <a:schemeClr val="bg1"/>
                  </a:solidFill>
                  <a:latin typeface="Times New Roman" panose="02020603050405020304" pitchFamily="18" charset="0"/>
                  <a:ea typeface="宋体" panose="02010600030101010101" pitchFamily="2" charset="-122"/>
                </a:rPr>
                <a:t> </a:t>
              </a:r>
            </a:p>
          </p:txBody>
        </p:sp>
        <p:graphicFrame>
          <p:nvGraphicFramePr>
            <p:cNvPr id="72810" name="Object 426"/>
            <p:cNvGraphicFramePr>
              <a:graphicFrameLocks noChangeAspect="1"/>
            </p:cNvGraphicFramePr>
            <p:nvPr/>
          </p:nvGraphicFramePr>
          <p:xfrm>
            <a:off x="649" y="3067"/>
            <a:ext cx="257" cy="338"/>
          </p:xfrm>
          <a:graphic>
            <a:graphicData uri="http://schemas.openxmlformats.org/presentationml/2006/ole">
              <mc:AlternateContent xmlns:mc="http://schemas.openxmlformats.org/markup-compatibility/2006">
                <mc:Choice xmlns:v="urn:schemas-microsoft-com:vml" Requires="v">
                  <p:oleObj r:id="rId3" imgW="200660" imgH="260350" progId="Equation.3">
                    <p:embed/>
                  </p:oleObj>
                </mc:Choice>
                <mc:Fallback>
                  <p:oleObj r:id="rId3" imgW="200660" imgH="260350" progId="Equation.3">
                    <p:embed/>
                    <p:pic>
                      <p:nvPicPr>
                        <p:cNvPr id="0" name="图片 3308"/>
                        <p:cNvPicPr/>
                        <p:nvPr/>
                      </p:nvPicPr>
                      <p:blipFill>
                        <a:blip r:embed="rId4">
                          <a:clrChange>
                            <a:clrFrom>
                              <a:srgbClr val="000000"/>
                            </a:clrFrom>
                            <a:clrTo>
                              <a:srgbClr val="FFFFFF"/>
                            </a:clrTo>
                          </a:clrChange>
                        </a:blip>
                        <a:stretch>
                          <a:fillRect/>
                        </a:stretch>
                      </p:blipFill>
                      <p:spPr>
                        <a:xfrm>
                          <a:off x="649" y="3067"/>
                          <a:ext cx="257" cy="338"/>
                        </a:xfrm>
                        <a:prstGeom prst="rect">
                          <a:avLst/>
                        </a:prstGeom>
                        <a:noFill/>
                        <a:ln w="38100">
                          <a:noFill/>
                          <a:miter/>
                        </a:ln>
                      </p:spPr>
                    </p:pic>
                  </p:oleObj>
                </mc:Fallback>
              </mc:AlternateContent>
            </a:graphicData>
          </a:graphic>
        </p:graphicFrame>
        <p:sp>
          <p:nvSpPr>
            <p:cNvPr id="72811" name="Line 427"/>
            <p:cNvSpPr/>
            <p:nvPr/>
          </p:nvSpPr>
          <p:spPr>
            <a:xfrm>
              <a:off x="476" y="2722"/>
              <a:ext cx="272" cy="0"/>
            </a:xfrm>
            <a:prstGeom prst="line">
              <a:avLst/>
            </a:prstGeom>
            <a:ln w="28575" cap="flat" cmpd="sng">
              <a:solidFill>
                <a:srgbClr val="00FFFF"/>
              </a:solidFill>
              <a:prstDash val="solid"/>
              <a:headEnd type="none" w="med" len="med"/>
              <a:tailEnd type="triangle" w="med" len="med"/>
            </a:ln>
          </p:spPr>
        </p:sp>
        <p:graphicFrame>
          <p:nvGraphicFramePr>
            <p:cNvPr id="72812" name="Object 428"/>
            <p:cNvGraphicFramePr>
              <a:graphicFrameLocks noChangeAspect="1"/>
            </p:cNvGraphicFramePr>
            <p:nvPr/>
          </p:nvGraphicFramePr>
          <p:xfrm>
            <a:off x="567" y="2387"/>
            <a:ext cx="177" cy="304"/>
          </p:xfrm>
          <a:graphic>
            <a:graphicData uri="http://schemas.openxmlformats.org/presentationml/2006/ole">
              <mc:AlternateContent xmlns:mc="http://schemas.openxmlformats.org/markup-compatibility/2006">
                <mc:Choice xmlns:v="urn:schemas-microsoft-com:vml" Requires="v">
                  <p:oleObj r:id="rId5" imgW="126365" imgH="208280" progId="Equation.3">
                    <p:embed/>
                  </p:oleObj>
                </mc:Choice>
                <mc:Fallback>
                  <p:oleObj r:id="rId5" imgW="126365" imgH="208280" progId="Equation.3">
                    <p:embed/>
                    <p:pic>
                      <p:nvPicPr>
                        <p:cNvPr id="0" name="图片 3309"/>
                        <p:cNvPicPr/>
                        <p:nvPr/>
                      </p:nvPicPr>
                      <p:blipFill>
                        <a:blip r:embed="rId6">
                          <a:clrChange>
                            <a:clrFrom>
                              <a:srgbClr val="000000"/>
                            </a:clrFrom>
                            <a:clrTo>
                              <a:srgbClr val="FFFFFF"/>
                            </a:clrTo>
                          </a:clrChange>
                        </a:blip>
                        <a:stretch>
                          <a:fillRect/>
                        </a:stretch>
                      </p:blipFill>
                      <p:spPr>
                        <a:xfrm>
                          <a:off x="567" y="2387"/>
                          <a:ext cx="177" cy="304"/>
                        </a:xfrm>
                        <a:prstGeom prst="rect">
                          <a:avLst/>
                        </a:prstGeom>
                        <a:noFill/>
                        <a:ln w="38100">
                          <a:noFill/>
                          <a:miter/>
                        </a:ln>
                      </p:spPr>
                    </p:pic>
                  </p:oleObj>
                </mc:Fallback>
              </mc:AlternateContent>
            </a:graphicData>
          </a:graphic>
        </p:graphicFrame>
        <p:sp>
          <p:nvSpPr>
            <p:cNvPr id="72813" name="Text Box 429"/>
            <p:cNvSpPr txBox="1"/>
            <p:nvPr/>
          </p:nvSpPr>
          <p:spPr>
            <a:xfrm>
              <a:off x="1519" y="2307"/>
              <a:ext cx="37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2814" name="Arc 430"/>
            <p:cNvSpPr/>
            <p:nvPr/>
          </p:nvSpPr>
          <p:spPr>
            <a:xfrm>
              <a:off x="1838" y="2443"/>
              <a:ext cx="136" cy="136"/>
            </a:xfrm>
            <a:custGeom>
              <a:avLst/>
              <a:gdLst/>
              <a:ahLst/>
              <a:cxnLst>
                <a:cxn ang="0">
                  <a:pos x="0" y="0"/>
                </a:cxn>
                <a:cxn ang="0">
                  <a:pos x="136" y="136"/>
                </a:cxn>
                <a:cxn ang="0">
                  <a:pos x="0" y="136"/>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72815" name="Arc 431"/>
            <p:cNvSpPr/>
            <p:nvPr/>
          </p:nvSpPr>
          <p:spPr>
            <a:xfrm flipH="1">
              <a:off x="1339" y="2443"/>
              <a:ext cx="227" cy="136"/>
            </a:xfrm>
            <a:custGeom>
              <a:avLst/>
              <a:gdLst/>
              <a:ahLst/>
              <a:cxnLst>
                <a:cxn ang="0">
                  <a:pos x="0" y="0"/>
                </a:cxn>
                <a:cxn ang="0">
                  <a:pos x="227" y="136"/>
                </a:cxn>
                <a:cxn ang="0">
                  <a:pos x="0" y="136"/>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72816" name="Text Box 432"/>
            <p:cNvSpPr txBox="1"/>
            <p:nvPr/>
          </p:nvSpPr>
          <p:spPr>
            <a:xfrm>
              <a:off x="2346" y="3051"/>
              <a:ext cx="37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endParaRPr lang="en-US" altLang="zh-CN" i="1" baseline="-25000" dirty="0">
                <a:solidFill>
                  <a:schemeClr val="bg1"/>
                </a:solidFill>
                <a:latin typeface="Times New Roman" panose="02020603050405020304" pitchFamily="18" charset="0"/>
                <a:ea typeface="宋体" panose="02010600030101010101" pitchFamily="2" charset="-122"/>
              </a:endParaRPr>
            </a:p>
          </p:txBody>
        </p:sp>
        <p:sp>
          <p:nvSpPr>
            <p:cNvPr id="72817" name="Line 433"/>
            <p:cNvSpPr/>
            <p:nvPr/>
          </p:nvSpPr>
          <p:spPr>
            <a:xfrm flipH="1">
              <a:off x="2608" y="2715"/>
              <a:ext cx="1" cy="908"/>
            </a:xfrm>
            <a:prstGeom prst="line">
              <a:avLst/>
            </a:prstGeom>
            <a:ln w="28575" cap="flat" cmpd="sng">
              <a:solidFill>
                <a:srgbClr val="FFCC00"/>
              </a:solidFill>
              <a:prstDash val="solid"/>
              <a:headEnd type="none" w="med" len="med"/>
              <a:tailEnd type="none" w="med" len="med"/>
            </a:ln>
          </p:spPr>
        </p:sp>
        <p:sp>
          <p:nvSpPr>
            <p:cNvPr id="72818" name="Text Box 434"/>
            <p:cNvSpPr txBox="1"/>
            <p:nvPr/>
          </p:nvSpPr>
          <p:spPr>
            <a:xfrm>
              <a:off x="931" y="2443"/>
              <a:ext cx="272"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2819" name="Text Box 435"/>
            <p:cNvSpPr txBox="1"/>
            <p:nvPr/>
          </p:nvSpPr>
          <p:spPr>
            <a:xfrm>
              <a:off x="2156" y="2488"/>
              <a:ext cx="272"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2820" name="Line 436"/>
            <p:cNvSpPr/>
            <p:nvPr/>
          </p:nvSpPr>
          <p:spPr>
            <a:xfrm flipV="1">
              <a:off x="840" y="2261"/>
              <a:ext cx="0" cy="454"/>
            </a:xfrm>
            <a:prstGeom prst="line">
              <a:avLst/>
            </a:prstGeom>
            <a:ln w="28575" cap="flat" cmpd="sng">
              <a:solidFill>
                <a:srgbClr val="FFCC00"/>
              </a:solidFill>
              <a:prstDash val="solid"/>
              <a:headEnd type="oval" w="med" len="med"/>
              <a:tailEnd type="none" w="med" len="med"/>
            </a:ln>
          </p:spPr>
        </p:sp>
        <p:sp>
          <p:nvSpPr>
            <p:cNvPr id="72821" name="Line 437"/>
            <p:cNvSpPr/>
            <p:nvPr/>
          </p:nvSpPr>
          <p:spPr>
            <a:xfrm flipV="1">
              <a:off x="2609" y="2261"/>
              <a:ext cx="0" cy="454"/>
            </a:xfrm>
            <a:prstGeom prst="line">
              <a:avLst/>
            </a:prstGeom>
            <a:ln w="28575" cap="flat" cmpd="sng">
              <a:solidFill>
                <a:srgbClr val="FFCC00"/>
              </a:solidFill>
              <a:prstDash val="solid"/>
              <a:headEnd type="none" w="med" len="med"/>
              <a:tailEnd type="none" w="med" len="med"/>
            </a:ln>
          </p:spPr>
        </p:sp>
        <p:sp>
          <p:nvSpPr>
            <p:cNvPr id="72822" name="Text Box 438"/>
            <p:cNvSpPr txBox="1"/>
            <p:nvPr/>
          </p:nvSpPr>
          <p:spPr>
            <a:xfrm>
              <a:off x="1837" y="2670"/>
              <a:ext cx="571"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 </a:t>
              </a:r>
            </a:p>
          </p:txBody>
        </p:sp>
        <p:sp>
          <p:nvSpPr>
            <p:cNvPr id="72823" name="Rectangle 439"/>
            <p:cNvSpPr/>
            <p:nvPr/>
          </p:nvSpPr>
          <p:spPr>
            <a:xfrm>
              <a:off x="2545" y="300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2824" name="Rectangle 440"/>
            <p:cNvSpPr/>
            <p:nvPr/>
          </p:nvSpPr>
          <p:spPr>
            <a:xfrm>
              <a:off x="1519" y="218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72825" name="Group 441"/>
            <p:cNvGrpSpPr/>
            <p:nvPr/>
          </p:nvGrpSpPr>
          <p:grpSpPr>
            <a:xfrm>
              <a:off x="1552" y="3078"/>
              <a:ext cx="240" cy="93"/>
              <a:chOff x="3787" y="2478"/>
              <a:chExt cx="240" cy="93"/>
            </a:xfrm>
          </p:grpSpPr>
          <p:sp>
            <p:nvSpPr>
              <p:cNvPr id="72837" name="Line 442"/>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72838" name="Line 443"/>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72826" name="Text Box 444"/>
            <p:cNvSpPr txBox="1"/>
            <p:nvPr/>
          </p:nvSpPr>
          <p:spPr>
            <a:xfrm>
              <a:off x="1610" y="3159"/>
              <a:ext cx="693"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1</a:t>
              </a:r>
              <a:r>
                <a:rPr lang="en-US" altLang="zh-CN" i="1" dirty="0">
                  <a:solidFill>
                    <a:schemeClr val="bg1"/>
                  </a:solidFill>
                  <a:latin typeface="Times New Roman" panose="02020603050405020304" pitchFamily="18" charset="0"/>
                  <a:ea typeface="宋体" panose="02010600030101010101" pitchFamily="2" charset="-122"/>
                </a:rPr>
                <a:t>/</a:t>
              </a:r>
              <a:r>
                <a:rPr lang="en-US" altLang="zh-CN" dirty="0">
                  <a:solidFill>
                    <a:schemeClr val="bg1"/>
                  </a:solidFill>
                  <a:latin typeface="Times New Roman" panose="02020603050405020304" pitchFamily="18" charset="0"/>
                  <a:ea typeface="宋体" panose="02010600030101010101" pitchFamily="2" charset="-122"/>
                </a:rPr>
                <a:t>j</a:t>
              </a: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i="1" dirty="0">
                  <a:solidFill>
                    <a:schemeClr val="bg1"/>
                  </a:solidFill>
                  <a:latin typeface="Times New Roman" panose="02020603050405020304" pitchFamily="18" charset="0"/>
                  <a:ea typeface="宋体" panose="02010600030101010101" pitchFamily="2" charset="-122"/>
                </a:rPr>
                <a:t>C</a:t>
              </a:r>
              <a:r>
                <a:rPr lang="en-US" altLang="zh-CN" baseline="-25000" dirty="0">
                  <a:solidFill>
                    <a:schemeClr val="bg1"/>
                  </a:solidFill>
                  <a:latin typeface="Times New Roman" panose="02020603050405020304" pitchFamily="18" charset="0"/>
                  <a:ea typeface="宋体" panose="02010600030101010101" pitchFamily="2" charset="-122"/>
                </a:rPr>
                <a:t> </a:t>
              </a:r>
            </a:p>
          </p:txBody>
        </p:sp>
        <p:grpSp>
          <p:nvGrpSpPr>
            <p:cNvPr id="72827" name="Group 445"/>
            <p:cNvGrpSpPr/>
            <p:nvPr/>
          </p:nvGrpSpPr>
          <p:grpSpPr>
            <a:xfrm rot="5400000">
              <a:off x="2004" y="2473"/>
              <a:ext cx="91" cy="408"/>
              <a:chOff x="1565" y="2614"/>
              <a:chExt cx="90" cy="486"/>
            </a:xfrm>
          </p:grpSpPr>
          <p:sp>
            <p:nvSpPr>
              <p:cNvPr id="72833" name="Arc 44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834" name="Arc 44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835" name="Arc 44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836" name="Arc 44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2828" name="Group 450"/>
            <p:cNvGrpSpPr/>
            <p:nvPr/>
          </p:nvGrpSpPr>
          <p:grpSpPr>
            <a:xfrm rot="5400000">
              <a:off x="1260" y="2473"/>
              <a:ext cx="91" cy="408"/>
              <a:chOff x="1565" y="2614"/>
              <a:chExt cx="90" cy="486"/>
            </a:xfrm>
          </p:grpSpPr>
          <p:sp>
            <p:nvSpPr>
              <p:cNvPr id="72829" name="Arc 45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830" name="Arc 45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831" name="Arc 45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832" name="Arc 45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56810" name="Group 490"/>
          <p:cNvGrpSpPr/>
          <p:nvPr/>
        </p:nvGrpSpPr>
        <p:grpSpPr>
          <a:xfrm>
            <a:off x="395288" y="1700213"/>
            <a:ext cx="3960812" cy="3154362"/>
            <a:chOff x="249" y="1071"/>
            <a:chExt cx="2495" cy="1987"/>
          </a:xfrm>
        </p:grpSpPr>
        <p:grpSp>
          <p:nvGrpSpPr>
            <p:cNvPr id="72750" name="Group 480"/>
            <p:cNvGrpSpPr/>
            <p:nvPr/>
          </p:nvGrpSpPr>
          <p:grpSpPr>
            <a:xfrm>
              <a:off x="249" y="1071"/>
              <a:ext cx="2495" cy="1987"/>
              <a:chOff x="249" y="1216"/>
              <a:chExt cx="2495" cy="1987"/>
            </a:xfrm>
          </p:grpSpPr>
          <p:sp>
            <p:nvSpPr>
              <p:cNvPr id="72754" name="Oval 291"/>
              <p:cNvSpPr/>
              <p:nvPr/>
            </p:nvSpPr>
            <p:spPr>
              <a:xfrm>
                <a:off x="249" y="230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72755" name="Line 292"/>
              <p:cNvSpPr/>
              <p:nvPr/>
            </p:nvSpPr>
            <p:spPr>
              <a:xfrm>
                <a:off x="430" y="1570"/>
                <a:ext cx="2133" cy="9"/>
              </a:xfrm>
              <a:prstGeom prst="line">
                <a:avLst/>
              </a:prstGeom>
              <a:ln w="28575" cap="flat" cmpd="sng">
                <a:solidFill>
                  <a:srgbClr val="FFCC00"/>
                </a:solidFill>
                <a:prstDash val="solid"/>
                <a:headEnd type="none" w="med" len="med"/>
                <a:tailEnd type="none" w="med" len="med"/>
              </a:ln>
            </p:spPr>
          </p:sp>
          <p:sp>
            <p:nvSpPr>
              <p:cNvPr id="72756" name="Line 293"/>
              <p:cNvSpPr/>
              <p:nvPr/>
            </p:nvSpPr>
            <p:spPr>
              <a:xfrm flipV="1">
                <a:off x="1247" y="2024"/>
                <a:ext cx="544" cy="0"/>
              </a:xfrm>
              <a:prstGeom prst="line">
                <a:avLst/>
              </a:prstGeom>
              <a:ln w="28575" cap="flat" cmpd="sng">
                <a:solidFill>
                  <a:srgbClr val="FFCC00"/>
                </a:solidFill>
                <a:prstDash val="solid"/>
                <a:headEnd type="none" w="med" len="med"/>
                <a:tailEnd type="none" w="med" len="med"/>
              </a:ln>
            </p:spPr>
          </p:sp>
          <p:sp>
            <p:nvSpPr>
              <p:cNvPr id="72757" name="Line 294"/>
              <p:cNvSpPr/>
              <p:nvPr/>
            </p:nvSpPr>
            <p:spPr>
              <a:xfrm flipH="1">
                <a:off x="1610" y="2024"/>
                <a:ext cx="0" cy="272"/>
              </a:xfrm>
              <a:prstGeom prst="line">
                <a:avLst/>
              </a:prstGeom>
              <a:ln w="28575" cap="flat" cmpd="sng">
                <a:solidFill>
                  <a:srgbClr val="FFCC00"/>
                </a:solidFill>
                <a:prstDash val="solid"/>
                <a:headEnd type="oval" w="med" len="med"/>
                <a:tailEnd type="none" w="med" len="med"/>
              </a:ln>
            </p:spPr>
          </p:sp>
          <p:sp>
            <p:nvSpPr>
              <p:cNvPr id="72758" name="Line 295"/>
              <p:cNvSpPr/>
              <p:nvPr/>
            </p:nvSpPr>
            <p:spPr>
              <a:xfrm flipV="1">
                <a:off x="2214" y="2033"/>
                <a:ext cx="349" cy="4"/>
              </a:xfrm>
              <a:prstGeom prst="line">
                <a:avLst/>
              </a:prstGeom>
              <a:ln w="28575" cap="flat" cmpd="sng">
                <a:solidFill>
                  <a:srgbClr val="FFCC00"/>
                </a:solidFill>
                <a:prstDash val="solid"/>
                <a:headEnd type="none" w="med" len="med"/>
                <a:tailEnd type="oval" w="med" len="med"/>
              </a:ln>
            </p:spPr>
          </p:sp>
          <p:sp>
            <p:nvSpPr>
              <p:cNvPr id="72759" name="Line 296"/>
              <p:cNvSpPr/>
              <p:nvPr/>
            </p:nvSpPr>
            <p:spPr>
              <a:xfrm flipV="1">
                <a:off x="430" y="2024"/>
                <a:ext cx="409" cy="0"/>
              </a:xfrm>
              <a:prstGeom prst="line">
                <a:avLst/>
              </a:prstGeom>
              <a:ln w="28575" cap="flat" cmpd="sng">
                <a:solidFill>
                  <a:srgbClr val="FFCC00"/>
                </a:solidFill>
                <a:prstDash val="solid"/>
                <a:headEnd type="oval" w="med" len="med"/>
                <a:tailEnd type="none" w="med" len="med"/>
              </a:ln>
            </p:spPr>
          </p:sp>
          <p:sp>
            <p:nvSpPr>
              <p:cNvPr id="72760" name="Line 297"/>
              <p:cNvSpPr/>
              <p:nvPr/>
            </p:nvSpPr>
            <p:spPr>
              <a:xfrm flipH="1">
                <a:off x="1610" y="2977"/>
                <a:ext cx="0" cy="226"/>
              </a:xfrm>
              <a:prstGeom prst="line">
                <a:avLst/>
              </a:prstGeom>
              <a:ln w="28575" cap="flat" cmpd="sng">
                <a:solidFill>
                  <a:srgbClr val="FFCC00"/>
                </a:solidFill>
                <a:prstDash val="solid"/>
                <a:headEnd type="none" w="med" len="med"/>
                <a:tailEnd type="oval" w="med" len="med"/>
              </a:ln>
            </p:spPr>
          </p:sp>
          <p:sp>
            <p:nvSpPr>
              <p:cNvPr id="72761" name="Line 298"/>
              <p:cNvSpPr/>
              <p:nvPr/>
            </p:nvSpPr>
            <p:spPr>
              <a:xfrm flipH="1">
                <a:off x="430" y="2034"/>
                <a:ext cx="1" cy="1169"/>
              </a:xfrm>
              <a:prstGeom prst="line">
                <a:avLst/>
              </a:prstGeom>
              <a:ln w="28575" cap="flat" cmpd="sng">
                <a:solidFill>
                  <a:srgbClr val="FFCC00"/>
                </a:solidFill>
                <a:prstDash val="solid"/>
                <a:headEnd type="none" w="med" len="med"/>
                <a:tailEnd type="none" w="med" len="med"/>
              </a:ln>
            </p:spPr>
          </p:sp>
          <p:sp>
            <p:nvSpPr>
              <p:cNvPr id="72762" name="Line 299"/>
              <p:cNvSpPr/>
              <p:nvPr/>
            </p:nvSpPr>
            <p:spPr>
              <a:xfrm>
                <a:off x="430" y="3203"/>
                <a:ext cx="2132" cy="0"/>
              </a:xfrm>
              <a:prstGeom prst="line">
                <a:avLst/>
              </a:prstGeom>
              <a:ln w="28575" cap="flat" cmpd="sng">
                <a:solidFill>
                  <a:srgbClr val="FFCC00"/>
                </a:solidFill>
                <a:prstDash val="solid"/>
                <a:headEnd type="none" w="med" len="med"/>
                <a:tailEnd type="none" w="med" len="med"/>
              </a:ln>
            </p:spPr>
          </p:sp>
          <p:sp>
            <p:nvSpPr>
              <p:cNvPr id="72763" name="Text Box 300"/>
              <p:cNvSpPr txBox="1"/>
              <p:nvPr/>
            </p:nvSpPr>
            <p:spPr>
              <a:xfrm>
                <a:off x="522" y="2046"/>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2764" name="Text Box 301"/>
              <p:cNvSpPr txBox="1"/>
              <p:nvPr/>
            </p:nvSpPr>
            <p:spPr>
              <a:xfrm>
                <a:off x="476" y="2668"/>
                <a:ext cx="26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r>
                  <a:rPr lang="en-US" altLang="zh-CN" baseline="-25000" dirty="0">
                    <a:solidFill>
                      <a:schemeClr val="bg1"/>
                    </a:solidFill>
                    <a:latin typeface="Times New Roman" panose="02020603050405020304" pitchFamily="18" charset="0"/>
                    <a:ea typeface="宋体" panose="02010600030101010101" pitchFamily="2" charset="-122"/>
                  </a:rPr>
                  <a:t> </a:t>
                </a:r>
              </a:p>
            </p:txBody>
          </p:sp>
          <p:sp>
            <p:nvSpPr>
              <p:cNvPr id="72765" name="Text Box 302"/>
              <p:cNvSpPr txBox="1"/>
              <p:nvPr/>
            </p:nvSpPr>
            <p:spPr>
              <a:xfrm>
                <a:off x="2290" y="2477"/>
                <a:ext cx="37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endParaRPr lang="en-US" altLang="zh-CN" i="1" baseline="-25000" dirty="0">
                  <a:solidFill>
                    <a:schemeClr val="bg1"/>
                  </a:solidFill>
                  <a:latin typeface="Times New Roman" panose="02020603050405020304" pitchFamily="18" charset="0"/>
                  <a:ea typeface="宋体" panose="02010600030101010101" pitchFamily="2" charset="-122"/>
                </a:endParaRPr>
              </a:p>
            </p:txBody>
          </p:sp>
          <p:sp>
            <p:nvSpPr>
              <p:cNvPr id="72766" name="Line 303"/>
              <p:cNvSpPr/>
              <p:nvPr/>
            </p:nvSpPr>
            <p:spPr>
              <a:xfrm flipH="1">
                <a:off x="2562" y="2033"/>
                <a:ext cx="1" cy="1170"/>
              </a:xfrm>
              <a:prstGeom prst="line">
                <a:avLst/>
              </a:prstGeom>
              <a:ln w="28575" cap="flat" cmpd="sng">
                <a:solidFill>
                  <a:srgbClr val="FFCC00"/>
                </a:solidFill>
                <a:prstDash val="solid"/>
                <a:headEnd type="none" w="med" len="med"/>
                <a:tailEnd type="none" w="med" len="med"/>
              </a:ln>
            </p:spPr>
          </p:sp>
          <p:sp>
            <p:nvSpPr>
              <p:cNvPr id="72767" name="Line 304"/>
              <p:cNvSpPr/>
              <p:nvPr/>
            </p:nvSpPr>
            <p:spPr>
              <a:xfrm flipV="1">
                <a:off x="430" y="1579"/>
                <a:ext cx="0" cy="454"/>
              </a:xfrm>
              <a:prstGeom prst="line">
                <a:avLst/>
              </a:prstGeom>
              <a:ln w="28575" cap="flat" cmpd="sng">
                <a:solidFill>
                  <a:srgbClr val="FFCC00"/>
                </a:solidFill>
                <a:prstDash val="solid"/>
                <a:headEnd type="none" w="med" len="med"/>
                <a:tailEnd type="none" w="med" len="med"/>
              </a:ln>
            </p:spPr>
          </p:sp>
          <p:sp>
            <p:nvSpPr>
              <p:cNvPr id="72768" name="Line 305"/>
              <p:cNvSpPr/>
              <p:nvPr/>
            </p:nvSpPr>
            <p:spPr>
              <a:xfrm flipV="1">
                <a:off x="2563" y="1579"/>
                <a:ext cx="0" cy="454"/>
              </a:xfrm>
              <a:prstGeom prst="line">
                <a:avLst/>
              </a:prstGeom>
              <a:ln w="28575" cap="flat" cmpd="sng">
                <a:solidFill>
                  <a:srgbClr val="FFCC00"/>
                </a:solidFill>
                <a:prstDash val="solid"/>
                <a:headEnd type="none" w="med" len="med"/>
                <a:tailEnd type="none" w="med" len="med"/>
              </a:ln>
            </p:spPr>
          </p:sp>
          <p:sp>
            <p:nvSpPr>
              <p:cNvPr id="72769" name="Rectangle 306"/>
              <p:cNvSpPr/>
              <p:nvPr/>
            </p:nvSpPr>
            <p:spPr>
              <a:xfrm>
                <a:off x="2499" y="235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2770" name="Rectangle 307"/>
              <p:cNvSpPr/>
              <p:nvPr/>
            </p:nvSpPr>
            <p:spPr>
              <a:xfrm>
                <a:off x="1383" y="149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72771" name="Group 316"/>
              <p:cNvGrpSpPr/>
              <p:nvPr/>
            </p:nvGrpSpPr>
            <p:grpSpPr>
              <a:xfrm>
                <a:off x="1474" y="2886"/>
                <a:ext cx="240" cy="93"/>
                <a:chOff x="3787" y="2478"/>
                <a:chExt cx="240" cy="93"/>
              </a:xfrm>
            </p:grpSpPr>
            <p:sp>
              <p:nvSpPr>
                <p:cNvPr id="72795" name="Line 317"/>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72796" name="Line 318"/>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72772" name="Text Box 319"/>
              <p:cNvSpPr txBox="1"/>
              <p:nvPr/>
            </p:nvSpPr>
            <p:spPr>
              <a:xfrm>
                <a:off x="1700" y="1978"/>
                <a:ext cx="953"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j100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2773" name="Text Box 320"/>
              <p:cNvSpPr txBox="1"/>
              <p:nvPr/>
            </p:nvSpPr>
            <p:spPr>
              <a:xfrm>
                <a:off x="1655" y="2795"/>
                <a:ext cx="816" cy="327"/>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Times New Roman" panose="02020603050405020304" pitchFamily="18" charset="0"/>
                    <a:ea typeface="仿宋_GB2312" pitchFamily="49" charset="-122"/>
                  </a:rPr>
                  <a:t>－</a:t>
                </a:r>
                <a:r>
                  <a:rPr lang="en-US" altLang="zh-CN" dirty="0">
                    <a:solidFill>
                      <a:schemeClr val="bg1"/>
                    </a:solidFill>
                    <a:latin typeface="Times New Roman" panose="02020603050405020304" pitchFamily="18" charset="0"/>
                    <a:ea typeface="仿宋_GB2312" pitchFamily="49" charset="-122"/>
                  </a:rPr>
                  <a:t>j20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2774" name="Text Box 321"/>
              <p:cNvSpPr txBox="1"/>
              <p:nvPr/>
            </p:nvSpPr>
            <p:spPr>
              <a:xfrm>
                <a:off x="1700" y="2296"/>
                <a:ext cx="635"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j20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2775" name="Text Box 322"/>
              <p:cNvSpPr txBox="1"/>
              <p:nvPr/>
            </p:nvSpPr>
            <p:spPr>
              <a:xfrm>
                <a:off x="1247" y="1216"/>
                <a:ext cx="635"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100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2776" name="Line 323"/>
              <p:cNvSpPr/>
              <p:nvPr/>
            </p:nvSpPr>
            <p:spPr>
              <a:xfrm flipV="1">
                <a:off x="2381" y="2432"/>
                <a:ext cx="363" cy="91"/>
              </a:xfrm>
              <a:prstGeom prst="line">
                <a:avLst/>
              </a:prstGeom>
              <a:ln w="38100" cap="flat" cmpd="sng">
                <a:solidFill>
                  <a:srgbClr val="FF3300"/>
                </a:solidFill>
                <a:prstDash val="solid"/>
                <a:headEnd type="none" w="med" len="med"/>
                <a:tailEnd type="triangle" w="med" len="med"/>
              </a:ln>
            </p:spPr>
          </p:sp>
          <p:sp>
            <p:nvSpPr>
              <p:cNvPr id="72777" name="Text Box 324"/>
              <p:cNvSpPr txBox="1"/>
              <p:nvPr/>
            </p:nvSpPr>
            <p:spPr>
              <a:xfrm>
                <a:off x="521" y="1616"/>
                <a:ext cx="1134"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a:t>
                </a:r>
                <a:r>
                  <a:rPr lang="en-US" altLang="zh-CN" i="1"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L</a:t>
                </a:r>
                <a:r>
                  <a:rPr lang="en-US" altLang="zh-CN"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20)</a:t>
                </a:r>
              </a:p>
            </p:txBody>
          </p:sp>
          <p:graphicFrame>
            <p:nvGraphicFramePr>
              <p:cNvPr id="72778" name="Object 325"/>
              <p:cNvGraphicFramePr>
                <a:graphicFrameLocks noChangeAspect="1"/>
              </p:cNvGraphicFramePr>
              <p:nvPr/>
            </p:nvGraphicFramePr>
            <p:xfrm>
              <a:off x="668" y="2379"/>
              <a:ext cx="604" cy="286"/>
            </p:xfrm>
            <a:graphic>
              <a:graphicData uri="http://schemas.openxmlformats.org/presentationml/2006/ole">
                <mc:AlternateContent xmlns:mc="http://schemas.openxmlformats.org/markup-compatibility/2006">
                  <mc:Choice xmlns:v="urn:schemas-microsoft-com:vml" Requires="v">
                    <p:oleObj r:id="rId7" imgW="468630" imgH="222885" progId="Equation.DSMT4">
                      <p:embed/>
                    </p:oleObj>
                  </mc:Choice>
                  <mc:Fallback>
                    <p:oleObj r:id="rId7" imgW="468630" imgH="222885" progId="Equation.DSMT4">
                      <p:embed/>
                      <p:pic>
                        <p:nvPicPr>
                          <p:cNvPr id="0" name="图片 3315"/>
                          <p:cNvPicPr/>
                          <p:nvPr/>
                        </p:nvPicPr>
                        <p:blipFill>
                          <a:blip r:embed="rId8">
                            <a:clrChange>
                              <a:clrFrom>
                                <a:srgbClr val="000000"/>
                              </a:clrFrom>
                              <a:clrTo>
                                <a:srgbClr val="FFFFFF"/>
                              </a:clrTo>
                            </a:clrChange>
                          </a:blip>
                          <a:stretch>
                            <a:fillRect/>
                          </a:stretch>
                        </p:blipFill>
                        <p:spPr>
                          <a:xfrm>
                            <a:off x="668" y="2379"/>
                            <a:ext cx="604" cy="286"/>
                          </a:xfrm>
                          <a:prstGeom prst="rect">
                            <a:avLst/>
                          </a:prstGeom>
                          <a:noFill/>
                          <a:ln w="38100">
                            <a:noFill/>
                            <a:miter/>
                          </a:ln>
                        </p:spPr>
                      </p:pic>
                    </p:oleObj>
                  </mc:Fallback>
                </mc:AlternateContent>
              </a:graphicData>
            </a:graphic>
          </p:graphicFrame>
          <p:sp>
            <p:nvSpPr>
              <p:cNvPr id="72779" name="Line 326"/>
              <p:cNvSpPr/>
              <p:nvPr/>
            </p:nvSpPr>
            <p:spPr>
              <a:xfrm>
                <a:off x="1610" y="2659"/>
                <a:ext cx="0" cy="227"/>
              </a:xfrm>
              <a:prstGeom prst="line">
                <a:avLst/>
              </a:prstGeom>
              <a:ln w="28575" cap="flat" cmpd="sng">
                <a:solidFill>
                  <a:srgbClr val="FFCC00"/>
                </a:solidFill>
                <a:prstDash val="solid"/>
                <a:headEnd type="none" w="med" len="med"/>
                <a:tailEnd type="none" w="med" len="med"/>
              </a:ln>
            </p:spPr>
          </p:sp>
          <p:grpSp>
            <p:nvGrpSpPr>
              <p:cNvPr id="72780" name="Group 455"/>
              <p:cNvGrpSpPr/>
              <p:nvPr/>
            </p:nvGrpSpPr>
            <p:grpSpPr>
              <a:xfrm rot="5400000">
                <a:off x="997" y="1774"/>
                <a:ext cx="91" cy="408"/>
                <a:chOff x="1565" y="2614"/>
                <a:chExt cx="90" cy="486"/>
              </a:xfrm>
            </p:grpSpPr>
            <p:sp>
              <p:nvSpPr>
                <p:cNvPr id="72791" name="Arc 45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92" name="Arc 45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93" name="Arc 45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94" name="Arc 45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2781" name="Group 460"/>
              <p:cNvGrpSpPr/>
              <p:nvPr/>
            </p:nvGrpSpPr>
            <p:grpSpPr>
              <a:xfrm rot="5400000">
                <a:off x="1958" y="1783"/>
                <a:ext cx="91" cy="408"/>
                <a:chOff x="1565" y="2614"/>
                <a:chExt cx="90" cy="486"/>
              </a:xfrm>
            </p:grpSpPr>
            <p:sp>
              <p:nvSpPr>
                <p:cNvPr id="72787" name="Arc 46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88" name="Arc 46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89" name="Arc 46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90" name="Arc 46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2782" name="Group 475"/>
              <p:cNvGrpSpPr/>
              <p:nvPr/>
            </p:nvGrpSpPr>
            <p:grpSpPr>
              <a:xfrm rot="10800000">
                <a:off x="1610" y="2296"/>
                <a:ext cx="90" cy="363"/>
                <a:chOff x="1565" y="2614"/>
                <a:chExt cx="90" cy="486"/>
              </a:xfrm>
            </p:grpSpPr>
            <p:sp>
              <p:nvSpPr>
                <p:cNvPr id="72783" name="Arc 47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84" name="Arc 47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85" name="Arc 47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86" name="Arc 47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72751" name="Group 487"/>
            <p:cNvGrpSpPr/>
            <p:nvPr/>
          </p:nvGrpSpPr>
          <p:grpSpPr>
            <a:xfrm>
              <a:off x="975" y="2251"/>
              <a:ext cx="273" cy="227"/>
              <a:chOff x="1156" y="1842"/>
              <a:chExt cx="273" cy="227"/>
            </a:xfrm>
          </p:grpSpPr>
          <p:sp>
            <p:nvSpPr>
              <p:cNvPr id="72752" name="Line 488"/>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72753" name="Line 489"/>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grpSp>
        <p:nvGrpSpPr>
          <p:cNvPr id="56814" name="Group 494"/>
          <p:cNvGrpSpPr/>
          <p:nvPr/>
        </p:nvGrpSpPr>
        <p:grpSpPr>
          <a:xfrm>
            <a:off x="4500563" y="3443288"/>
            <a:ext cx="3960812" cy="2665412"/>
            <a:chOff x="2835" y="2169"/>
            <a:chExt cx="2495" cy="1679"/>
          </a:xfrm>
        </p:grpSpPr>
        <p:grpSp>
          <p:nvGrpSpPr>
            <p:cNvPr id="72715" name="Group 486"/>
            <p:cNvGrpSpPr/>
            <p:nvPr/>
          </p:nvGrpSpPr>
          <p:grpSpPr>
            <a:xfrm>
              <a:off x="2835" y="2169"/>
              <a:ext cx="2495" cy="1679"/>
              <a:chOff x="2835" y="2169"/>
              <a:chExt cx="2495" cy="1679"/>
            </a:xfrm>
          </p:grpSpPr>
          <p:sp>
            <p:nvSpPr>
              <p:cNvPr id="72719" name="Oval 376"/>
              <p:cNvSpPr/>
              <p:nvPr/>
            </p:nvSpPr>
            <p:spPr>
              <a:xfrm>
                <a:off x="2835" y="325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72720" name="Line 377"/>
              <p:cNvSpPr/>
              <p:nvPr/>
            </p:nvSpPr>
            <p:spPr>
              <a:xfrm>
                <a:off x="3016" y="2523"/>
                <a:ext cx="2132" cy="0"/>
              </a:xfrm>
              <a:prstGeom prst="line">
                <a:avLst/>
              </a:prstGeom>
              <a:ln w="28575" cap="flat" cmpd="sng">
                <a:solidFill>
                  <a:srgbClr val="FFCC00"/>
                </a:solidFill>
                <a:prstDash val="solid"/>
                <a:headEnd type="none" w="med" len="med"/>
                <a:tailEnd type="none" w="med" len="med"/>
              </a:ln>
            </p:spPr>
          </p:sp>
          <p:sp>
            <p:nvSpPr>
              <p:cNvPr id="72721" name="Line 378"/>
              <p:cNvSpPr/>
              <p:nvPr/>
            </p:nvSpPr>
            <p:spPr>
              <a:xfrm flipV="1">
                <a:off x="3833" y="2977"/>
                <a:ext cx="544" cy="0"/>
              </a:xfrm>
              <a:prstGeom prst="line">
                <a:avLst/>
              </a:prstGeom>
              <a:ln w="28575" cap="flat" cmpd="sng">
                <a:solidFill>
                  <a:srgbClr val="FFCC00"/>
                </a:solidFill>
                <a:prstDash val="solid"/>
                <a:headEnd type="none" w="med" len="med"/>
                <a:tailEnd type="none" w="med" len="med"/>
              </a:ln>
            </p:spPr>
          </p:sp>
          <p:sp>
            <p:nvSpPr>
              <p:cNvPr id="72722" name="Line 379"/>
              <p:cNvSpPr/>
              <p:nvPr/>
            </p:nvSpPr>
            <p:spPr>
              <a:xfrm flipH="1">
                <a:off x="4196" y="2977"/>
                <a:ext cx="0" cy="861"/>
              </a:xfrm>
              <a:prstGeom prst="line">
                <a:avLst/>
              </a:prstGeom>
              <a:ln w="28575" cap="flat" cmpd="sng">
                <a:solidFill>
                  <a:srgbClr val="FFCC00"/>
                </a:solidFill>
                <a:prstDash val="solid"/>
                <a:headEnd type="oval" w="med" len="med"/>
                <a:tailEnd type="oval" w="med" len="med"/>
              </a:ln>
            </p:spPr>
          </p:sp>
          <p:sp>
            <p:nvSpPr>
              <p:cNvPr id="72723" name="Line 380"/>
              <p:cNvSpPr/>
              <p:nvPr/>
            </p:nvSpPr>
            <p:spPr>
              <a:xfrm flipV="1">
                <a:off x="4785" y="2976"/>
                <a:ext cx="363" cy="0"/>
              </a:xfrm>
              <a:prstGeom prst="line">
                <a:avLst/>
              </a:prstGeom>
              <a:ln w="28575" cap="flat" cmpd="sng">
                <a:solidFill>
                  <a:srgbClr val="FFCC00"/>
                </a:solidFill>
                <a:prstDash val="solid"/>
                <a:headEnd type="none" w="med" len="med"/>
                <a:tailEnd type="oval" w="med" len="med"/>
              </a:ln>
            </p:spPr>
          </p:sp>
          <p:sp>
            <p:nvSpPr>
              <p:cNvPr id="72724" name="Line 381"/>
              <p:cNvSpPr/>
              <p:nvPr/>
            </p:nvSpPr>
            <p:spPr>
              <a:xfrm flipV="1">
                <a:off x="3016" y="2977"/>
                <a:ext cx="409" cy="0"/>
              </a:xfrm>
              <a:prstGeom prst="line">
                <a:avLst/>
              </a:prstGeom>
              <a:ln w="28575" cap="flat" cmpd="sng">
                <a:solidFill>
                  <a:srgbClr val="FFCC00"/>
                </a:solidFill>
                <a:prstDash val="solid"/>
                <a:headEnd type="oval" w="med" len="med"/>
                <a:tailEnd type="none" w="med" len="med"/>
              </a:ln>
            </p:spPr>
          </p:sp>
          <p:sp>
            <p:nvSpPr>
              <p:cNvPr id="72725" name="Line 382"/>
              <p:cNvSpPr/>
              <p:nvPr/>
            </p:nvSpPr>
            <p:spPr>
              <a:xfrm flipH="1">
                <a:off x="3016" y="2987"/>
                <a:ext cx="1" cy="851"/>
              </a:xfrm>
              <a:prstGeom prst="line">
                <a:avLst/>
              </a:prstGeom>
              <a:ln w="28575" cap="flat" cmpd="sng">
                <a:solidFill>
                  <a:srgbClr val="FFCC00"/>
                </a:solidFill>
                <a:prstDash val="solid"/>
                <a:headEnd type="none" w="med" len="med"/>
                <a:tailEnd type="none" w="med" len="med"/>
              </a:ln>
            </p:spPr>
          </p:sp>
          <p:sp>
            <p:nvSpPr>
              <p:cNvPr id="72726" name="Line 383"/>
              <p:cNvSpPr/>
              <p:nvPr/>
            </p:nvSpPr>
            <p:spPr>
              <a:xfrm>
                <a:off x="3016" y="3838"/>
                <a:ext cx="2132" cy="0"/>
              </a:xfrm>
              <a:prstGeom prst="line">
                <a:avLst/>
              </a:prstGeom>
              <a:ln w="28575" cap="flat" cmpd="sng">
                <a:solidFill>
                  <a:srgbClr val="FFCC00"/>
                </a:solidFill>
                <a:prstDash val="solid"/>
                <a:headEnd type="none" w="med" len="med"/>
                <a:tailEnd type="none" w="med" len="med"/>
              </a:ln>
            </p:spPr>
          </p:sp>
          <p:sp>
            <p:nvSpPr>
              <p:cNvPr id="72727" name="Text Box 384"/>
              <p:cNvSpPr txBox="1"/>
              <p:nvPr/>
            </p:nvSpPr>
            <p:spPr>
              <a:xfrm>
                <a:off x="3108" y="2999"/>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2728" name="Text Box 385"/>
              <p:cNvSpPr txBox="1"/>
              <p:nvPr/>
            </p:nvSpPr>
            <p:spPr>
              <a:xfrm>
                <a:off x="3062" y="3521"/>
                <a:ext cx="26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r>
                  <a:rPr lang="en-US" altLang="zh-CN" baseline="-25000" dirty="0">
                    <a:solidFill>
                      <a:schemeClr val="bg1"/>
                    </a:solidFill>
                    <a:latin typeface="Times New Roman" panose="02020603050405020304" pitchFamily="18" charset="0"/>
                    <a:ea typeface="宋体" panose="02010600030101010101" pitchFamily="2" charset="-122"/>
                  </a:rPr>
                  <a:t> </a:t>
                </a:r>
              </a:p>
            </p:txBody>
          </p:sp>
          <p:sp>
            <p:nvSpPr>
              <p:cNvPr id="72729" name="Text Box 386"/>
              <p:cNvSpPr txBox="1"/>
              <p:nvPr/>
            </p:nvSpPr>
            <p:spPr>
              <a:xfrm>
                <a:off x="4876" y="3430"/>
                <a:ext cx="374" cy="327"/>
              </a:xfrm>
              <a:prstGeom prst="rect">
                <a:avLst/>
              </a:prstGeom>
              <a:noFill/>
              <a:ln w="38100">
                <a:noFill/>
              </a:ln>
            </p:spPr>
            <p:txBody>
              <a:bodyPr>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Z</a:t>
                </a:r>
                <a:endParaRPr lang="en-US" altLang="zh-CN" i="1" baseline="-25000" dirty="0">
                  <a:solidFill>
                    <a:schemeClr val="bg1"/>
                  </a:solidFill>
                  <a:latin typeface="Times New Roman" panose="02020603050405020304" pitchFamily="18" charset="0"/>
                  <a:ea typeface="宋体" panose="02010600030101010101" pitchFamily="2" charset="-122"/>
                </a:endParaRPr>
              </a:p>
            </p:txBody>
          </p:sp>
          <p:sp>
            <p:nvSpPr>
              <p:cNvPr id="72730" name="Line 387"/>
              <p:cNvSpPr/>
              <p:nvPr/>
            </p:nvSpPr>
            <p:spPr>
              <a:xfrm flipH="1">
                <a:off x="5148" y="2986"/>
                <a:ext cx="1" cy="852"/>
              </a:xfrm>
              <a:prstGeom prst="line">
                <a:avLst/>
              </a:prstGeom>
              <a:ln w="28575" cap="flat" cmpd="sng">
                <a:solidFill>
                  <a:srgbClr val="FFCC00"/>
                </a:solidFill>
                <a:prstDash val="solid"/>
                <a:headEnd type="none" w="med" len="med"/>
                <a:tailEnd type="none" w="med" len="med"/>
              </a:ln>
            </p:spPr>
          </p:sp>
          <p:sp>
            <p:nvSpPr>
              <p:cNvPr id="72731" name="Line 388"/>
              <p:cNvSpPr/>
              <p:nvPr/>
            </p:nvSpPr>
            <p:spPr>
              <a:xfrm flipV="1">
                <a:off x="3016" y="2532"/>
                <a:ext cx="0" cy="454"/>
              </a:xfrm>
              <a:prstGeom prst="line">
                <a:avLst/>
              </a:prstGeom>
              <a:ln w="28575" cap="flat" cmpd="sng">
                <a:solidFill>
                  <a:srgbClr val="FFCC00"/>
                </a:solidFill>
                <a:prstDash val="solid"/>
                <a:headEnd type="none" w="med" len="med"/>
                <a:tailEnd type="none" w="med" len="med"/>
              </a:ln>
            </p:spPr>
          </p:sp>
          <p:sp>
            <p:nvSpPr>
              <p:cNvPr id="72732" name="Line 389"/>
              <p:cNvSpPr/>
              <p:nvPr/>
            </p:nvSpPr>
            <p:spPr>
              <a:xfrm flipV="1">
                <a:off x="5149" y="2532"/>
                <a:ext cx="0" cy="454"/>
              </a:xfrm>
              <a:prstGeom prst="line">
                <a:avLst/>
              </a:prstGeom>
              <a:ln w="28575" cap="flat" cmpd="sng">
                <a:solidFill>
                  <a:srgbClr val="FFCC00"/>
                </a:solidFill>
                <a:prstDash val="solid"/>
                <a:headEnd type="none" w="med" len="med"/>
                <a:tailEnd type="none" w="med" len="med"/>
              </a:ln>
            </p:spPr>
          </p:sp>
          <p:sp>
            <p:nvSpPr>
              <p:cNvPr id="72733" name="Rectangle 390"/>
              <p:cNvSpPr/>
              <p:nvPr/>
            </p:nvSpPr>
            <p:spPr>
              <a:xfrm>
                <a:off x="5103" y="330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2734" name="Rectangle 391"/>
              <p:cNvSpPr/>
              <p:nvPr/>
            </p:nvSpPr>
            <p:spPr>
              <a:xfrm>
                <a:off x="3969" y="245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2735" name="Text Box 400"/>
              <p:cNvSpPr txBox="1"/>
              <p:nvPr/>
            </p:nvSpPr>
            <p:spPr>
              <a:xfrm>
                <a:off x="4286" y="2977"/>
                <a:ext cx="953"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j100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2736" name="Text Box 401"/>
              <p:cNvSpPr txBox="1"/>
              <p:nvPr/>
            </p:nvSpPr>
            <p:spPr>
              <a:xfrm>
                <a:off x="3833" y="2169"/>
                <a:ext cx="635"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100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2737" name="Line 402"/>
              <p:cNvSpPr/>
              <p:nvPr/>
            </p:nvSpPr>
            <p:spPr>
              <a:xfrm flipV="1">
                <a:off x="4967" y="3385"/>
                <a:ext cx="363" cy="91"/>
              </a:xfrm>
              <a:prstGeom prst="line">
                <a:avLst/>
              </a:prstGeom>
              <a:ln w="38100" cap="flat" cmpd="sng">
                <a:solidFill>
                  <a:srgbClr val="FF3300"/>
                </a:solidFill>
                <a:prstDash val="solid"/>
                <a:headEnd type="none" w="med" len="med"/>
                <a:tailEnd type="triangle" w="med" len="med"/>
              </a:ln>
            </p:spPr>
          </p:sp>
          <p:sp>
            <p:nvSpPr>
              <p:cNvPr id="72738" name="Text Box 403"/>
              <p:cNvSpPr txBox="1"/>
              <p:nvPr/>
            </p:nvSpPr>
            <p:spPr>
              <a:xfrm>
                <a:off x="3107" y="2569"/>
                <a:ext cx="1134"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a:t>
                </a:r>
                <a:r>
                  <a:rPr lang="en-US" altLang="zh-CN" i="1" dirty="0">
                    <a:solidFill>
                      <a:schemeClr val="bg1"/>
                    </a:solidFill>
                    <a:latin typeface="Times New Roman" panose="02020603050405020304" pitchFamily="18" charset="0"/>
                    <a:ea typeface="仿宋_GB2312" pitchFamily="49" charset="-122"/>
                    <a:sym typeface="Symbol" panose="05050102010706020507" pitchFamily="18" charset="2"/>
                  </a:rPr>
                  <a:t>L</a:t>
                </a:r>
                <a:r>
                  <a:rPr lang="en-US" altLang="zh-CN"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20)</a:t>
                </a:r>
              </a:p>
            </p:txBody>
          </p:sp>
          <p:graphicFrame>
            <p:nvGraphicFramePr>
              <p:cNvPr id="72739" name="Object 404"/>
              <p:cNvGraphicFramePr>
                <a:graphicFrameLocks noChangeAspect="1"/>
              </p:cNvGraphicFramePr>
              <p:nvPr/>
            </p:nvGraphicFramePr>
            <p:xfrm>
              <a:off x="3299" y="3332"/>
              <a:ext cx="604" cy="286"/>
            </p:xfrm>
            <a:graphic>
              <a:graphicData uri="http://schemas.openxmlformats.org/presentationml/2006/ole">
                <mc:AlternateContent xmlns:mc="http://schemas.openxmlformats.org/markup-compatibility/2006">
                  <mc:Choice xmlns:v="urn:schemas-microsoft-com:vml" Requires="v">
                    <p:oleObj r:id="rId9" imgW="468630" imgH="222885" progId="Equation.DSMT4">
                      <p:embed/>
                    </p:oleObj>
                  </mc:Choice>
                  <mc:Fallback>
                    <p:oleObj r:id="rId9" imgW="468630" imgH="222885" progId="Equation.DSMT4">
                      <p:embed/>
                      <p:pic>
                        <p:nvPicPr>
                          <p:cNvPr id="0" name="图片 3316"/>
                          <p:cNvPicPr/>
                          <p:nvPr/>
                        </p:nvPicPr>
                        <p:blipFill>
                          <a:blip r:embed="rId10">
                            <a:clrChange>
                              <a:clrFrom>
                                <a:srgbClr val="000000"/>
                              </a:clrFrom>
                              <a:clrTo>
                                <a:srgbClr val="FFFFFF"/>
                              </a:clrTo>
                            </a:clrChange>
                          </a:blip>
                          <a:stretch>
                            <a:fillRect/>
                          </a:stretch>
                        </p:blipFill>
                        <p:spPr>
                          <a:xfrm>
                            <a:off x="3299" y="3332"/>
                            <a:ext cx="604" cy="286"/>
                          </a:xfrm>
                          <a:prstGeom prst="rect">
                            <a:avLst/>
                          </a:prstGeom>
                          <a:noFill/>
                          <a:ln w="38100">
                            <a:noFill/>
                            <a:miter/>
                          </a:ln>
                        </p:spPr>
                      </p:pic>
                    </p:oleObj>
                  </mc:Fallback>
                </mc:AlternateContent>
              </a:graphicData>
            </a:graphic>
          </p:graphicFrame>
          <p:grpSp>
            <p:nvGrpSpPr>
              <p:cNvPr id="72740" name="Group 465"/>
              <p:cNvGrpSpPr/>
              <p:nvPr/>
            </p:nvGrpSpPr>
            <p:grpSpPr>
              <a:xfrm rot="5400000">
                <a:off x="3582" y="2727"/>
                <a:ext cx="91" cy="408"/>
                <a:chOff x="1565" y="2614"/>
                <a:chExt cx="90" cy="486"/>
              </a:xfrm>
            </p:grpSpPr>
            <p:sp>
              <p:nvSpPr>
                <p:cNvPr id="72746" name="Arc 46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47" name="Arc 46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48" name="Arc 46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49" name="Arc 46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2741" name="Group 470"/>
              <p:cNvGrpSpPr/>
              <p:nvPr/>
            </p:nvGrpSpPr>
            <p:grpSpPr>
              <a:xfrm rot="5400000">
                <a:off x="4544" y="2736"/>
                <a:ext cx="91" cy="408"/>
                <a:chOff x="1565" y="2614"/>
                <a:chExt cx="90" cy="486"/>
              </a:xfrm>
            </p:grpSpPr>
            <p:sp>
              <p:nvSpPr>
                <p:cNvPr id="72742" name="Arc 47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43" name="Arc 47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44" name="Arc 47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2745" name="Arc 47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72716" name="Group 491"/>
            <p:cNvGrpSpPr/>
            <p:nvPr/>
          </p:nvGrpSpPr>
          <p:grpSpPr>
            <a:xfrm>
              <a:off x="3606" y="3339"/>
              <a:ext cx="273" cy="227"/>
              <a:chOff x="1156" y="1842"/>
              <a:chExt cx="273" cy="227"/>
            </a:xfrm>
          </p:grpSpPr>
          <p:sp>
            <p:nvSpPr>
              <p:cNvPr id="72717" name="Line 492"/>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72718" name="Line 493"/>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6732"/>
                                        </p:tgtEl>
                                        <p:attrNameLst>
                                          <p:attrName>style.visibility</p:attrName>
                                        </p:attrNameLst>
                                      </p:cBhvr>
                                      <p:to>
                                        <p:strVal val="visible"/>
                                      </p:to>
                                    </p:set>
                                    <p:animEffect transition="in" filter="blinds(horizontal)">
                                      <p:cBhvr>
                                        <p:cTn id="7" dur="500"/>
                                        <p:tgtEl>
                                          <p:spTgt spid="567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420"/>
                                        </p:tgtEl>
                                        <p:attrNameLst>
                                          <p:attrName>style.visibility</p:attrName>
                                        </p:attrNameLst>
                                      </p:cBhvr>
                                      <p:to>
                                        <p:strVal val="visible"/>
                                      </p:to>
                                    </p:set>
                                    <p:animEffect transition="in" filter="wipe(left)">
                                      <p:cBhvr>
                                        <p:cTn id="12" dur="2000"/>
                                        <p:tgtEl>
                                          <p:spTgt spid="564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6652"/>
                                        </p:tgtEl>
                                        <p:attrNameLst>
                                          <p:attrName>style.visibility</p:attrName>
                                        </p:attrNameLst>
                                      </p:cBhvr>
                                      <p:to>
                                        <p:strVal val="visible"/>
                                      </p:to>
                                    </p:set>
                                    <p:animEffect transition="in" filter="wipe(right)">
                                      <p:cBhvr>
                                        <p:cTn id="17" dur="500"/>
                                        <p:tgtEl>
                                          <p:spTgt spid="56652"/>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56810"/>
                                        </p:tgtEl>
                                        <p:attrNameLst>
                                          <p:attrName>style.visibility</p:attrName>
                                        </p:attrNameLst>
                                      </p:cBhvr>
                                      <p:to>
                                        <p:strVal val="visible"/>
                                      </p:to>
                                    </p:set>
                                    <p:animEffect transition="in" filter="blinds(horizontal)">
                                      <p:cBhvr>
                                        <p:cTn id="21" dur="500"/>
                                        <p:tgtEl>
                                          <p:spTgt spid="5681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56725"/>
                                        </p:tgtEl>
                                        <p:attrNameLst>
                                          <p:attrName>style.visibility</p:attrName>
                                        </p:attrNameLst>
                                      </p:cBhvr>
                                      <p:to>
                                        <p:strVal val="visible"/>
                                      </p:to>
                                    </p:set>
                                    <p:animEffect transition="in" filter="slide(fromLeft)">
                                      <p:cBhvr>
                                        <p:cTn id="26" dur="500"/>
                                        <p:tgtEl>
                                          <p:spTgt spid="56725"/>
                                        </p:tgtEl>
                                      </p:cBhvr>
                                    </p:animEffect>
                                  </p:childTnLst>
                                </p:cTn>
                              </p:par>
                            </p:childTnLst>
                          </p:cTn>
                        </p:par>
                        <p:par>
                          <p:cTn id="27" fill="hold">
                            <p:stCondLst>
                              <p:cond delay="500"/>
                            </p:stCondLst>
                            <p:childTnLst>
                              <p:par>
                                <p:cTn id="28" presetID="3" presetClass="entr" presetSubtype="10" fill="hold" nodeType="afterEffect">
                                  <p:stCondLst>
                                    <p:cond delay="0"/>
                                  </p:stCondLst>
                                  <p:childTnLst>
                                    <p:set>
                                      <p:cBhvr>
                                        <p:cTn id="29" dur="1" fill="hold">
                                          <p:stCondLst>
                                            <p:cond delay="0"/>
                                          </p:stCondLst>
                                        </p:cTn>
                                        <p:tgtEl>
                                          <p:spTgt spid="56814"/>
                                        </p:tgtEl>
                                        <p:attrNameLst>
                                          <p:attrName>style.visibility</p:attrName>
                                        </p:attrNameLst>
                                      </p:cBhvr>
                                      <p:to>
                                        <p:strVal val="visible"/>
                                      </p:to>
                                    </p:set>
                                    <p:animEffect transition="in" filter="blinds(horizontal)">
                                      <p:cBhvr>
                                        <p:cTn id="30" dur="500"/>
                                        <p:tgtEl>
                                          <p:spTgt spid="56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369" name="Object 73"/>
          <p:cNvGraphicFramePr>
            <a:graphicFrameLocks noChangeAspect="1"/>
          </p:cNvGraphicFramePr>
          <p:nvPr/>
        </p:nvGraphicFramePr>
        <p:xfrm>
          <a:off x="782638" y="4397375"/>
          <a:ext cx="5218112" cy="931863"/>
        </p:xfrm>
        <a:graphic>
          <a:graphicData uri="http://schemas.openxmlformats.org/presentationml/2006/ole">
            <mc:AlternateContent xmlns:mc="http://schemas.openxmlformats.org/markup-compatibility/2006">
              <mc:Choice xmlns:v="urn:schemas-microsoft-com:vml" Requires="v">
                <p:oleObj r:id="rId2" imgW="2066925" imgH="408940" progId="Equation.3">
                  <p:embed/>
                </p:oleObj>
              </mc:Choice>
              <mc:Fallback>
                <p:oleObj r:id="rId2" imgW="2066925" imgH="408940" progId="Equation.3">
                  <p:embed/>
                  <p:pic>
                    <p:nvPicPr>
                      <p:cNvPr id="0" name="图片 3318"/>
                      <p:cNvPicPr/>
                      <p:nvPr/>
                    </p:nvPicPr>
                    <p:blipFill>
                      <a:blip r:embed="rId3">
                        <a:clrChange>
                          <a:clrFrom>
                            <a:srgbClr val="000000"/>
                          </a:clrFrom>
                          <a:clrTo>
                            <a:srgbClr val="FFFFFF"/>
                          </a:clrTo>
                        </a:clrChange>
                      </a:blip>
                      <a:stretch>
                        <a:fillRect/>
                      </a:stretch>
                    </p:blipFill>
                    <p:spPr>
                      <a:xfrm>
                        <a:off x="782638" y="4397375"/>
                        <a:ext cx="5218112" cy="931863"/>
                      </a:xfrm>
                      <a:prstGeom prst="rect">
                        <a:avLst/>
                      </a:prstGeom>
                      <a:noFill/>
                      <a:ln w="38100">
                        <a:noFill/>
                        <a:miter/>
                      </a:ln>
                    </p:spPr>
                  </p:pic>
                </p:oleObj>
              </mc:Fallback>
            </mc:AlternateContent>
          </a:graphicData>
        </a:graphic>
      </p:graphicFrame>
      <p:sp>
        <p:nvSpPr>
          <p:cNvPr id="55370" name="Line 74"/>
          <p:cNvSpPr/>
          <p:nvPr/>
        </p:nvSpPr>
        <p:spPr>
          <a:xfrm>
            <a:off x="611188" y="5694363"/>
            <a:ext cx="574675" cy="0"/>
          </a:xfrm>
          <a:prstGeom prst="line">
            <a:avLst/>
          </a:prstGeom>
          <a:ln w="76200" cap="flat" cmpd="sng">
            <a:solidFill>
              <a:srgbClr val="3399FF"/>
            </a:solidFill>
            <a:prstDash val="solid"/>
            <a:headEnd type="none" w="med" len="med"/>
            <a:tailEnd type="triangle" w="med" len="med"/>
          </a:ln>
        </p:spPr>
      </p:sp>
      <p:graphicFrame>
        <p:nvGraphicFramePr>
          <p:cNvPr id="55371" name="Object 75"/>
          <p:cNvGraphicFramePr>
            <a:graphicFrameLocks noChangeAspect="1"/>
          </p:cNvGraphicFramePr>
          <p:nvPr/>
        </p:nvGraphicFramePr>
        <p:xfrm>
          <a:off x="1503363" y="5505450"/>
          <a:ext cx="3273425" cy="555625"/>
        </p:xfrm>
        <a:graphic>
          <a:graphicData uri="http://schemas.openxmlformats.org/presentationml/2006/ole">
            <mc:AlternateContent xmlns:mc="http://schemas.openxmlformats.org/markup-compatibility/2006">
              <mc:Choice xmlns:v="urn:schemas-microsoft-com:vml" Requires="v">
                <p:oleObj r:id="rId4" imgW="1323340" imgH="245110" progId="Equation.3">
                  <p:embed/>
                </p:oleObj>
              </mc:Choice>
              <mc:Fallback>
                <p:oleObj r:id="rId4" imgW="1323340" imgH="245110" progId="Equation.3">
                  <p:embed/>
                  <p:pic>
                    <p:nvPicPr>
                      <p:cNvPr id="0" name="图片 3317"/>
                      <p:cNvPicPr/>
                      <p:nvPr/>
                    </p:nvPicPr>
                    <p:blipFill>
                      <a:blip r:embed="rId5">
                        <a:clrChange>
                          <a:clrFrom>
                            <a:srgbClr val="000000"/>
                          </a:clrFrom>
                          <a:clrTo>
                            <a:srgbClr val="FFFFFF"/>
                          </a:clrTo>
                        </a:clrChange>
                      </a:blip>
                      <a:stretch>
                        <a:fillRect/>
                      </a:stretch>
                    </p:blipFill>
                    <p:spPr>
                      <a:xfrm>
                        <a:off x="1503363" y="5505450"/>
                        <a:ext cx="3273425" cy="555625"/>
                      </a:xfrm>
                      <a:prstGeom prst="rect">
                        <a:avLst/>
                      </a:prstGeom>
                      <a:noFill/>
                      <a:ln w="38100">
                        <a:noFill/>
                        <a:miter/>
                      </a:ln>
                    </p:spPr>
                  </p:pic>
                </p:oleObj>
              </mc:Fallback>
            </mc:AlternateContent>
          </a:graphicData>
        </a:graphic>
      </p:graphicFrame>
      <p:graphicFrame>
        <p:nvGraphicFramePr>
          <p:cNvPr id="55372" name="Object 76"/>
          <p:cNvGraphicFramePr>
            <a:graphicFrameLocks noChangeAspect="1"/>
          </p:cNvGraphicFramePr>
          <p:nvPr/>
        </p:nvGraphicFramePr>
        <p:xfrm>
          <a:off x="5307013" y="5327650"/>
          <a:ext cx="3148012" cy="914400"/>
        </p:xfrm>
        <a:graphic>
          <a:graphicData uri="http://schemas.openxmlformats.org/presentationml/2006/ole">
            <mc:AlternateContent xmlns:mc="http://schemas.openxmlformats.org/markup-compatibility/2006">
              <mc:Choice xmlns:v="urn:schemas-microsoft-com:vml" Requires="v">
                <p:oleObj r:id="rId6" imgW="1353185" imgH="431165" progId="Equation.3">
                  <p:embed/>
                </p:oleObj>
              </mc:Choice>
              <mc:Fallback>
                <p:oleObj r:id="rId6" imgW="1353185" imgH="431165" progId="Equation.3">
                  <p:embed/>
                  <p:pic>
                    <p:nvPicPr>
                      <p:cNvPr id="0" name="图片 3319"/>
                      <p:cNvPicPr/>
                      <p:nvPr/>
                    </p:nvPicPr>
                    <p:blipFill>
                      <a:blip r:embed="rId7">
                        <a:clrChange>
                          <a:clrFrom>
                            <a:srgbClr val="000000"/>
                          </a:clrFrom>
                          <a:clrTo>
                            <a:srgbClr val="FFFFFF"/>
                          </a:clrTo>
                        </a:clrChange>
                      </a:blip>
                      <a:stretch>
                        <a:fillRect/>
                      </a:stretch>
                    </p:blipFill>
                    <p:spPr>
                      <a:xfrm>
                        <a:off x="5307013" y="5327650"/>
                        <a:ext cx="3148012" cy="914400"/>
                      </a:xfrm>
                      <a:prstGeom prst="rect">
                        <a:avLst/>
                      </a:prstGeom>
                      <a:noFill/>
                      <a:ln w="38100">
                        <a:noFill/>
                        <a:miter/>
                      </a:ln>
                    </p:spPr>
                  </p:pic>
                </p:oleObj>
              </mc:Fallback>
            </mc:AlternateContent>
          </a:graphicData>
        </a:graphic>
      </p:graphicFrame>
      <p:grpSp>
        <p:nvGrpSpPr>
          <p:cNvPr id="73734" name="Group 81"/>
          <p:cNvGrpSpPr/>
          <p:nvPr/>
        </p:nvGrpSpPr>
        <p:grpSpPr>
          <a:xfrm>
            <a:off x="8316913" y="6446838"/>
            <a:ext cx="792162" cy="366712"/>
            <a:chOff x="5193" y="4020"/>
            <a:chExt cx="499" cy="231"/>
          </a:xfrm>
        </p:grpSpPr>
        <p:pic>
          <p:nvPicPr>
            <p:cNvPr id="73808" name="Picture 82"/>
            <p:cNvPicPr>
              <a:picLocks noChangeAspect="1"/>
            </p:cNvPicPr>
            <p:nvPr/>
          </p:nvPicPr>
          <p:blipFill>
            <a:blip r:embed="rId8"/>
            <a:stretch>
              <a:fillRect/>
            </a:stretch>
          </p:blipFill>
          <p:spPr>
            <a:xfrm>
              <a:off x="5193" y="4066"/>
              <a:ext cx="499" cy="181"/>
            </a:xfrm>
            <a:prstGeom prst="rect">
              <a:avLst/>
            </a:prstGeom>
            <a:noFill/>
            <a:ln w="9525">
              <a:noFill/>
            </a:ln>
          </p:spPr>
        </p:pic>
        <p:sp>
          <p:nvSpPr>
            <p:cNvPr id="73809" name="Text Box 83">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3735" name="Group 84"/>
          <p:cNvGrpSpPr/>
          <p:nvPr/>
        </p:nvGrpSpPr>
        <p:grpSpPr>
          <a:xfrm>
            <a:off x="7453313" y="6446838"/>
            <a:ext cx="792162" cy="366712"/>
            <a:chOff x="4649" y="4020"/>
            <a:chExt cx="499" cy="231"/>
          </a:xfrm>
        </p:grpSpPr>
        <p:pic>
          <p:nvPicPr>
            <p:cNvPr id="73806" name="Picture 85"/>
            <p:cNvPicPr>
              <a:picLocks noChangeAspect="1"/>
            </p:cNvPicPr>
            <p:nvPr/>
          </p:nvPicPr>
          <p:blipFill>
            <a:blip r:embed="rId8"/>
            <a:stretch>
              <a:fillRect/>
            </a:stretch>
          </p:blipFill>
          <p:spPr>
            <a:xfrm>
              <a:off x="4649" y="4066"/>
              <a:ext cx="499" cy="181"/>
            </a:xfrm>
            <a:prstGeom prst="rect">
              <a:avLst/>
            </a:prstGeom>
            <a:noFill/>
            <a:ln w="9525">
              <a:noFill/>
            </a:ln>
          </p:spPr>
        </p:pic>
        <p:sp>
          <p:nvSpPr>
            <p:cNvPr id="73807" name="Text Box 86">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73736" name="Group 149"/>
          <p:cNvGrpSpPr/>
          <p:nvPr/>
        </p:nvGrpSpPr>
        <p:grpSpPr>
          <a:xfrm>
            <a:off x="6588125" y="6446838"/>
            <a:ext cx="792163" cy="366712"/>
            <a:chOff x="4649" y="4020"/>
            <a:chExt cx="499" cy="231"/>
          </a:xfrm>
        </p:grpSpPr>
        <p:pic>
          <p:nvPicPr>
            <p:cNvPr id="73804" name="Picture 150"/>
            <p:cNvPicPr>
              <a:picLocks noChangeAspect="1"/>
            </p:cNvPicPr>
            <p:nvPr/>
          </p:nvPicPr>
          <p:blipFill>
            <a:blip r:embed="rId8"/>
            <a:stretch>
              <a:fillRect/>
            </a:stretch>
          </p:blipFill>
          <p:spPr>
            <a:xfrm>
              <a:off x="4649" y="4066"/>
              <a:ext cx="499" cy="181"/>
            </a:xfrm>
            <a:prstGeom prst="rect">
              <a:avLst/>
            </a:prstGeom>
            <a:noFill/>
            <a:ln w="9525">
              <a:noFill/>
            </a:ln>
          </p:spPr>
        </p:pic>
        <p:sp>
          <p:nvSpPr>
            <p:cNvPr id="73805" name="Text Box 15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55469" name="Group 173"/>
          <p:cNvGrpSpPr/>
          <p:nvPr/>
        </p:nvGrpSpPr>
        <p:grpSpPr>
          <a:xfrm>
            <a:off x="4859338" y="404813"/>
            <a:ext cx="3600450" cy="2608262"/>
            <a:chOff x="3061" y="200"/>
            <a:chExt cx="2268" cy="1643"/>
          </a:xfrm>
        </p:grpSpPr>
        <p:sp>
          <p:nvSpPr>
            <p:cNvPr id="73778" name="Line 122"/>
            <p:cNvSpPr/>
            <p:nvPr/>
          </p:nvSpPr>
          <p:spPr>
            <a:xfrm>
              <a:off x="5058" y="1616"/>
              <a:ext cx="0" cy="227"/>
            </a:xfrm>
            <a:prstGeom prst="line">
              <a:avLst/>
            </a:prstGeom>
            <a:ln w="28575" cap="flat" cmpd="sng">
              <a:solidFill>
                <a:srgbClr val="FFCC00"/>
              </a:solidFill>
              <a:prstDash val="solid"/>
              <a:headEnd type="oval" w="med" len="med"/>
              <a:tailEnd type="none" w="med" len="med"/>
            </a:ln>
          </p:spPr>
        </p:sp>
        <p:sp>
          <p:nvSpPr>
            <p:cNvPr id="73779" name="Line 123"/>
            <p:cNvSpPr/>
            <p:nvPr/>
          </p:nvSpPr>
          <p:spPr>
            <a:xfrm>
              <a:off x="3062" y="527"/>
              <a:ext cx="1995" cy="0"/>
            </a:xfrm>
            <a:prstGeom prst="line">
              <a:avLst/>
            </a:prstGeom>
            <a:ln w="28575" cap="flat" cmpd="sng">
              <a:solidFill>
                <a:srgbClr val="FFCC00"/>
              </a:solidFill>
              <a:prstDash val="solid"/>
              <a:headEnd type="none" w="med" len="med"/>
              <a:tailEnd type="none" w="med" len="med"/>
            </a:ln>
          </p:spPr>
        </p:sp>
        <p:sp>
          <p:nvSpPr>
            <p:cNvPr id="73780" name="Line 124"/>
            <p:cNvSpPr/>
            <p:nvPr/>
          </p:nvSpPr>
          <p:spPr>
            <a:xfrm flipV="1">
              <a:off x="3742" y="981"/>
              <a:ext cx="544" cy="0"/>
            </a:xfrm>
            <a:prstGeom prst="line">
              <a:avLst/>
            </a:prstGeom>
            <a:ln w="28575" cap="flat" cmpd="sng">
              <a:solidFill>
                <a:srgbClr val="FFCC00"/>
              </a:solidFill>
              <a:prstDash val="solid"/>
              <a:headEnd type="none" w="med" len="med"/>
              <a:tailEnd type="none" w="med" len="med"/>
            </a:ln>
          </p:spPr>
        </p:sp>
        <p:sp>
          <p:nvSpPr>
            <p:cNvPr id="73781" name="Line 125"/>
            <p:cNvSpPr/>
            <p:nvPr/>
          </p:nvSpPr>
          <p:spPr>
            <a:xfrm flipH="1">
              <a:off x="4105" y="981"/>
              <a:ext cx="0" cy="861"/>
            </a:xfrm>
            <a:prstGeom prst="line">
              <a:avLst/>
            </a:prstGeom>
            <a:ln w="28575" cap="flat" cmpd="sng">
              <a:solidFill>
                <a:srgbClr val="FFCC00"/>
              </a:solidFill>
              <a:prstDash val="solid"/>
              <a:headEnd type="oval" w="med" len="med"/>
              <a:tailEnd type="oval" w="med" len="med"/>
            </a:ln>
          </p:spPr>
        </p:sp>
        <p:sp>
          <p:nvSpPr>
            <p:cNvPr id="73782" name="Line 126"/>
            <p:cNvSpPr/>
            <p:nvPr/>
          </p:nvSpPr>
          <p:spPr>
            <a:xfrm>
              <a:off x="4694" y="981"/>
              <a:ext cx="363" cy="0"/>
            </a:xfrm>
            <a:prstGeom prst="line">
              <a:avLst/>
            </a:prstGeom>
            <a:ln w="28575" cap="flat" cmpd="sng">
              <a:solidFill>
                <a:srgbClr val="FFCC00"/>
              </a:solidFill>
              <a:prstDash val="solid"/>
              <a:headEnd type="none" w="med" len="med"/>
              <a:tailEnd type="none" w="med" len="med"/>
            </a:ln>
          </p:spPr>
        </p:sp>
        <p:sp>
          <p:nvSpPr>
            <p:cNvPr id="73783" name="Line 127"/>
            <p:cNvSpPr/>
            <p:nvPr/>
          </p:nvSpPr>
          <p:spPr>
            <a:xfrm flipV="1">
              <a:off x="3062" y="981"/>
              <a:ext cx="272" cy="0"/>
            </a:xfrm>
            <a:prstGeom prst="line">
              <a:avLst/>
            </a:prstGeom>
            <a:ln w="28575" cap="flat" cmpd="sng">
              <a:solidFill>
                <a:srgbClr val="FFCC00"/>
              </a:solidFill>
              <a:prstDash val="solid"/>
              <a:headEnd type="oval" w="med" len="med"/>
              <a:tailEnd type="none" w="med" len="med"/>
            </a:ln>
          </p:spPr>
        </p:sp>
        <p:sp>
          <p:nvSpPr>
            <p:cNvPr id="73784" name="Line 128"/>
            <p:cNvSpPr/>
            <p:nvPr/>
          </p:nvSpPr>
          <p:spPr>
            <a:xfrm flipH="1">
              <a:off x="3061" y="991"/>
              <a:ext cx="1" cy="851"/>
            </a:xfrm>
            <a:prstGeom prst="line">
              <a:avLst/>
            </a:prstGeom>
            <a:ln w="28575" cap="flat" cmpd="sng">
              <a:solidFill>
                <a:srgbClr val="FFCC00"/>
              </a:solidFill>
              <a:prstDash val="solid"/>
              <a:headEnd type="none" w="med" len="med"/>
              <a:tailEnd type="none" w="med" len="med"/>
            </a:ln>
          </p:spPr>
        </p:sp>
        <p:sp>
          <p:nvSpPr>
            <p:cNvPr id="73785" name="Line 129"/>
            <p:cNvSpPr/>
            <p:nvPr/>
          </p:nvSpPr>
          <p:spPr>
            <a:xfrm flipV="1">
              <a:off x="3062" y="1842"/>
              <a:ext cx="1995" cy="1"/>
            </a:xfrm>
            <a:prstGeom prst="line">
              <a:avLst/>
            </a:prstGeom>
            <a:ln w="28575" cap="flat" cmpd="sng">
              <a:solidFill>
                <a:srgbClr val="FFCC00"/>
              </a:solidFill>
              <a:prstDash val="solid"/>
              <a:headEnd type="none" w="med" len="med"/>
              <a:tailEnd type="none" w="med" len="med"/>
            </a:ln>
          </p:spPr>
        </p:sp>
        <p:sp>
          <p:nvSpPr>
            <p:cNvPr id="73786" name="Line 130"/>
            <p:cNvSpPr/>
            <p:nvPr/>
          </p:nvSpPr>
          <p:spPr>
            <a:xfrm flipH="1">
              <a:off x="5058" y="990"/>
              <a:ext cx="0" cy="218"/>
            </a:xfrm>
            <a:prstGeom prst="line">
              <a:avLst/>
            </a:prstGeom>
            <a:ln w="28575" cap="flat" cmpd="sng">
              <a:solidFill>
                <a:srgbClr val="FFCC00"/>
              </a:solidFill>
              <a:prstDash val="solid"/>
              <a:headEnd type="oval" w="med" len="med"/>
              <a:tailEnd type="oval" w="med" len="med"/>
            </a:ln>
          </p:spPr>
        </p:sp>
        <p:sp>
          <p:nvSpPr>
            <p:cNvPr id="73787" name="Line 131"/>
            <p:cNvSpPr/>
            <p:nvPr/>
          </p:nvSpPr>
          <p:spPr>
            <a:xfrm flipV="1">
              <a:off x="3062" y="536"/>
              <a:ext cx="0" cy="454"/>
            </a:xfrm>
            <a:prstGeom prst="line">
              <a:avLst/>
            </a:prstGeom>
            <a:ln w="28575" cap="flat" cmpd="sng">
              <a:solidFill>
                <a:srgbClr val="FFCC00"/>
              </a:solidFill>
              <a:prstDash val="solid"/>
              <a:headEnd type="none" w="med" len="med"/>
              <a:tailEnd type="none" w="med" len="med"/>
            </a:ln>
          </p:spPr>
        </p:sp>
        <p:sp>
          <p:nvSpPr>
            <p:cNvPr id="73788" name="Line 132"/>
            <p:cNvSpPr/>
            <p:nvPr/>
          </p:nvSpPr>
          <p:spPr>
            <a:xfrm flipV="1">
              <a:off x="5058" y="536"/>
              <a:ext cx="0" cy="454"/>
            </a:xfrm>
            <a:prstGeom prst="line">
              <a:avLst/>
            </a:prstGeom>
            <a:ln w="28575" cap="flat" cmpd="sng">
              <a:solidFill>
                <a:srgbClr val="FFCC00"/>
              </a:solidFill>
              <a:prstDash val="solid"/>
              <a:headEnd type="none" w="med" len="med"/>
              <a:tailEnd type="none" w="med" len="med"/>
            </a:ln>
          </p:spPr>
        </p:sp>
        <p:sp>
          <p:nvSpPr>
            <p:cNvPr id="73789" name="Rectangle 133"/>
            <p:cNvSpPr/>
            <p:nvPr/>
          </p:nvSpPr>
          <p:spPr>
            <a:xfrm>
              <a:off x="3878" y="46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3790" name="Text Box 142"/>
            <p:cNvSpPr txBox="1"/>
            <p:nvPr/>
          </p:nvSpPr>
          <p:spPr>
            <a:xfrm>
              <a:off x="4195" y="981"/>
              <a:ext cx="953"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j100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3791" name="Text Box 143"/>
            <p:cNvSpPr txBox="1"/>
            <p:nvPr/>
          </p:nvSpPr>
          <p:spPr>
            <a:xfrm>
              <a:off x="3742" y="200"/>
              <a:ext cx="635"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100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3792" name="Text Box 144"/>
            <p:cNvSpPr txBox="1"/>
            <p:nvPr/>
          </p:nvSpPr>
          <p:spPr>
            <a:xfrm>
              <a:off x="3107" y="618"/>
              <a:ext cx="1134"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a:t>
              </a:r>
              <a:r>
                <a:rPr lang="en-US" altLang="zh-CN" i="1" dirty="0">
                  <a:solidFill>
                    <a:schemeClr val="bg1"/>
                  </a:solidFill>
                  <a:latin typeface="Times New Roman" panose="02020603050405020304" pitchFamily="18" charset="0"/>
                  <a:ea typeface="仿宋_GB2312" pitchFamily="49" charset="-122"/>
                  <a:sym typeface="Symbol" panose="05050102010706020507" pitchFamily="18" charset="2"/>
                </a:rPr>
                <a:t>L</a:t>
              </a:r>
              <a:r>
                <a:rPr lang="en-US" altLang="zh-CN"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20)</a:t>
              </a:r>
            </a:p>
          </p:txBody>
        </p:sp>
        <p:sp>
          <p:nvSpPr>
            <p:cNvPr id="73793" name="Text Box 145"/>
            <p:cNvSpPr txBox="1"/>
            <p:nvPr/>
          </p:nvSpPr>
          <p:spPr>
            <a:xfrm>
              <a:off x="4785" y="1253"/>
              <a:ext cx="544"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Z</a:t>
              </a:r>
              <a:r>
                <a:rPr lang="en-US" altLang="zh-CN" baseline="-25000" dirty="0">
                  <a:solidFill>
                    <a:schemeClr val="bg1"/>
                  </a:solidFill>
                  <a:latin typeface="Times New Roman" panose="02020603050405020304" pitchFamily="18" charset="0"/>
                  <a:ea typeface="仿宋_GB2312" pitchFamily="49" charset="-122"/>
                </a:rPr>
                <a:t>eq</a:t>
              </a:r>
              <a:endParaRPr lang="en-US" altLang="zh-CN" baseline="-25000" dirty="0">
                <a:solidFill>
                  <a:schemeClr val="bg1"/>
                </a:solidFill>
                <a:latin typeface="Times New Roman" panose="02020603050405020304" pitchFamily="18" charset="0"/>
                <a:ea typeface="仿宋_GB2312" pitchFamily="49" charset="-122"/>
                <a:sym typeface="Symbol" panose="05050102010706020507" pitchFamily="18" charset="2"/>
              </a:endParaRPr>
            </a:p>
          </p:txBody>
        </p:sp>
        <p:grpSp>
          <p:nvGrpSpPr>
            <p:cNvPr id="73794" name="Group 163"/>
            <p:cNvGrpSpPr/>
            <p:nvPr/>
          </p:nvGrpSpPr>
          <p:grpSpPr>
            <a:xfrm rot="5400000">
              <a:off x="4444" y="731"/>
              <a:ext cx="91" cy="408"/>
              <a:chOff x="1565" y="2614"/>
              <a:chExt cx="90" cy="486"/>
            </a:xfrm>
          </p:grpSpPr>
          <p:sp>
            <p:nvSpPr>
              <p:cNvPr id="73800" name="Arc 164"/>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801" name="Arc 165"/>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802" name="Arc 166"/>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803" name="Arc 167"/>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3795" name="Group 168"/>
            <p:cNvGrpSpPr/>
            <p:nvPr/>
          </p:nvGrpSpPr>
          <p:grpSpPr>
            <a:xfrm rot="5400000">
              <a:off x="3492" y="731"/>
              <a:ext cx="91" cy="408"/>
              <a:chOff x="1565" y="2614"/>
              <a:chExt cx="90" cy="486"/>
            </a:xfrm>
          </p:grpSpPr>
          <p:sp>
            <p:nvSpPr>
              <p:cNvPr id="73796" name="Arc 169"/>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97" name="Arc 170"/>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98" name="Arc 171"/>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99" name="Arc 172"/>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55471" name="Group 175"/>
          <p:cNvGrpSpPr/>
          <p:nvPr/>
        </p:nvGrpSpPr>
        <p:grpSpPr>
          <a:xfrm>
            <a:off x="709613" y="3246438"/>
            <a:ext cx="7653337" cy="1044575"/>
            <a:chOff x="447" y="2045"/>
            <a:chExt cx="4821" cy="658"/>
          </a:xfrm>
        </p:grpSpPr>
        <p:graphicFrame>
          <p:nvGraphicFramePr>
            <p:cNvPr id="73776" name="Object 72"/>
            <p:cNvGraphicFramePr>
              <a:graphicFrameLocks noChangeAspect="1"/>
            </p:cNvGraphicFramePr>
            <p:nvPr/>
          </p:nvGraphicFramePr>
          <p:xfrm>
            <a:off x="447" y="2045"/>
            <a:ext cx="4821" cy="658"/>
          </p:xfrm>
          <a:graphic>
            <a:graphicData uri="http://schemas.openxmlformats.org/presentationml/2006/ole">
              <mc:AlternateContent xmlns:mc="http://schemas.openxmlformats.org/markup-compatibility/2006">
                <mc:Choice xmlns:v="urn:schemas-microsoft-com:vml" Requires="v">
                  <p:oleObj r:id="rId9" imgW="3211830" imgH="483235" progId="Equation.3">
                    <p:embed/>
                  </p:oleObj>
                </mc:Choice>
                <mc:Fallback>
                  <p:oleObj r:id="rId9" imgW="3211830" imgH="483235" progId="Equation.3">
                    <p:embed/>
                    <p:pic>
                      <p:nvPicPr>
                        <p:cNvPr id="0" name="图片 3320"/>
                        <p:cNvPicPr/>
                        <p:nvPr/>
                      </p:nvPicPr>
                      <p:blipFill>
                        <a:blip r:embed="rId10">
                          <a:clrChange>
                            <a:clrFrom>
                              <a:srgbClr val="000000"/>
                            </a:clrFrom>
                            <a:clrTo>
                              <a:srgbClr val="FFFFFF"/>
                            </a:clrTo>
                          </a:clrChange>
                        </a:blip>
                        <a:stretch>
                          <a:fillRect/>
                        </a:stretch>
                      </p:blipFill>
                      <p:spPr>
                        <a:xfrm>
                          <a:off x="447" y="2045"/>
                          <a:ext cx="4821" cy="658"/>
                        </a:xfrm>
                        <a:prstGeom prst="rect">
                          <a:avLst/>
                        </a:prstGeom>
                        <a:noFill/>
                        <a:ln w="38100">
                          <a:noFill/>
                          <a:miter/>
                        </a:ln>
                      </p:spPr>
                    </p:pic>
                  </p:oleObj>
                </mc:Fallback>
              </mc:AlternateContent>
            </a:graphicData>
          </a:graphic>
        </p:graphicFrame>
        <p:sp>
          <p:nvSpPr>
            <p:cNvPr id="73777" name="Line 174"/>
            <p:cNvSpPr/>
            <p:nvPr/>
          </p:nvSpPr>
          <p:spPr>
            <a:xfrm>
              <a:off x="4558" y="2496"/>
              <a:ext cx="409" cy="0"/>
            </a:xfrm>
            <a:prstGeom prst="line">
              <a:avLst/>
            </a:prstGeom>
            <a:ln w="9525" cap="flat" cmpd="sng">
              <a:solidFill>
                <a:schemeClr val="bg1"/>
              </a:solidFill>
              <a:prstDash val="solid"/>
              <a:headEnd type="none" w="med" len="med"/>
              <a:tailEnd type="none" w="med" len="med"/>
            </a:ln>
          </p:spPr>
        </p:sp>
      </p:grpSp>
      <p:grpSp>
        <p:nvGrpSpPr>
          <p:cNvPr id="73739" name="Group 179"/>
          <p:cNvGrpSpPr/>
          <p:nvPr/>
        </p:nvGrpSpPr>
        <p:grpSpPr>
          <a:xfrm>
            <a:off x="684213" y="346075"/>
            <a:ext cx="3871912" cy="2665413"/>
            <a:chOff x="431" y="218"/>
            <a:chExt cx="2439" cy="1679"/>
          </a:xfrm>
        </p:grpSpPr>
        <p:grpSp>
          <p:nvGrpSpPr>
            <p:cNvPr id="73740" name="Group 162"/>
            <p:cNvGrpSpPr/>
            <p:nvPr/>
          </p:nvGrpSpPr>
          <p:grpSpPr>
            <a:xfrm>
              <a:off x="431" y="218"/>
              <a:ext cx="2439" cy="1679"/>
              <a:chOff x="431" y="218"/>
              <a:chExt cx="2439" cy="1679"/>
            </a:xfrm>
          </p:grpSpPr>
          <p:sp>
            <p:nvSpPr>
              <p:cNvPr id="73744" name="Line 91"/>
              <p:cNvSpPr/>
              <p:nvPr/>
            </p:nvSpPr>
            <p:spPr>
              <a:xfrm>
                <a:off x="2599" y="1661"/>
                <a:ext cx="0" cy="227"/>
              </a:xfrm>
              <a:prstGeom prst="line">
                <a:avLst/>
              </a:prstGeom>
              <a:ln w="28575" cap="flat" cmpd="sng">
                <a:solidFill>
                  <a:srgbClr val="FFCC00"/>
                </a:solidFill>
                <a:prstDash val="solid"/>
                <a:headEnd type="oval" w="med" len="med"/>
                <a:tailEnd type="none" w="med" len="med"/>
              </a:ln>
            </p:spPr>
          </p:sp>
          <p:sp>
            <p:nvSpPr>
              <p:cNvPr id="73745" name="Text Box 92"/>
              <p:cNvSpPr txBox="1"/>
              <p:nvPr/>
            </p:nvSpPr>
            <p:spPr>
              <a:xfrm>
                <a:off x="2281" y="1071"/>
                <a:ext cx="318" cy="327"/>
              </a:xfrm>
              <a:prstGeom prst="rect">
                <a:avLst/>
              </a:prstGeom>
              <a:noFill/>
              <a:ln w="9525">
                <a:noFill/>
              </a:ln>
            </p:spPr>
            <p:txBody>
              <a:bodyPr>
                <a:spAutoFit/>
              </a:bodyPr>
              <a:lstStyle/>
              <a:p>
                <a:pPr eaLnBrk="1" hangingPunct="1">
                  <a:spcBef>
                    <a:spcPct val="50000"/>
                  </a:spcBef>
                </a:pPr>
                <a:r>
                  <a:rPr lang="zh-CN" altLang="en-US" dirty="0">
                    <a:solidFill>
                      <a:schemeClr val="bg1"/>
                    </a:solidFill>
                    <a:latin typeface="Times New Roman" panose="02020603050405020304" pitchFamily="18" charset="0"/>
                    <a:ea typeface="仿宋_GB2312" pitchFamily="49" charset="-122"/>
                  </a:rPr>
                  <a:t>＋</a:t>
                </a:r>
                <a:endParaRPr lang="zh-CN" altLang="en-US" dirty="0">
                  <a:solidFill>
                    <a:schemeClr val="bg1"/>
                  </a:solidFill>
                  <a:latin typeface="Times New Roman" panose="02020603050405020304" pitchFamily="18" charset="0"/>
                  <a:ea typeface="仿宋_GB2312" pitchFamily="49" charset="-122"/>
                  <a:sym typeface="Symbol" panose="05050102010706020507" pitchFamily="18" charset="2"/>
                </a:endParaRPr>
              </a:p>
            </p:txBody>
          </p:sp>
          <p:sp>
            <p:nvSpPr>
              <p:cNvPr id="73746" name="Text Box 93"/>
              <p:cNvSpPr txBox="1"/>
              <p:nvPr/>
            </p:nvSpPr>
            <p:spPr>
              <a:xfrm>
                <a:off x="2281" y="1554"/>
                <a:ext cx="318" cy="288"/>
              </a:xfrm>
              <a:prstGeom prst="rect">
                <a:avLst/>
              </a:prstGeom>
              <a:noFill/>
              <a:ln w="9525">
                <a:noFill/>
              </a:ln>
            </p:spPr>
            <p:txBody>
              <a:bodyPr>
                <a:spAutoFit/>
              </a:bodyPr>
              <a:lstStyle/>
              <a:p>
                <a:pPr eaLnBrk="1" hangingPunct="1">
                  <a:spcBef>
                    <a:spcPct val="50000"/>
                  </a:spcBef>
                </a:pPr>
                <a:r>
                  <a:rPr lang="zh-CN" altLang="en-US" sz="2400" b="1" dirty="0">
                    <a:solidFill>
                      <a:schemeClr val="bg1"/>
                    </a:solidFill>
                    <a:latin typeface="Times New Roman" panose="02020603050405020304" pitchFamily="18" charset="0"/>
                    <a:ea typeface="仿宋_GB2312" pitchFamily="49" charset="-122"/>
                  </a:rPr>
                  <a:t>－</a:t>
                </a:r>
                <a:endParaRPr lang="zh-CN" altLang="en-US" sz="2400" b="1" dirty="0">
                  <a:solidFill>
                    <a:schemeClr val="bg1"/>
                  </a:solidFill>
                  <a:latin typeface="Times New Roman" panose="02020603050405020304" pitchFamily="18" charset="0"/>
                  <a:ea typeface="仿宋_GB2312" pitchFamily="49" charset="-122"/>
                  <a:sym typeface="Symbol" panose="05050102010706020507" pitchFamily="18" charset="2"/>
                </a:endParaRPr>
              </a:p>
            </p:txBody>
          </p:sp>
          <p:sp>
            <p:nvSpPr>
              <p:cNvPr id="73747" name="Text Box 94"/>
              <p:cNvSpPr txBox="1"/>
              <p:nvPr/>
            </p:nvSpPr>
            <p:spPr>
              <a:xfrm>
                <a:off x="2326" y="1253"/>
                <a:ext cx="544" cy="365"/>
              </a:xfrm>
              <a:prstGeom prst="rect">
                <a:avLst/>
              </a:prstGeom>
              <a:noFill/>
              <a:ln w="9525">
                <a:noFill/>
              </a:ln>
            </p:spPr>
            <p:txBody>
              <a:bodyPr>
                <a:spAutoFit/>
              </a:bodyPr>
              <a:lstStyle/>
              <a:p>
                <a:pPr eaLnBrk="1" hangingPunct="1">
                  <a:spcBef>
                    <a:spcPct val="50000"/>
                  </a:spcBef>
                </a:pPr>
                <a:r>
                  <a:rPr lang="en-US" altLang="zh-CN" sz="3200" i="1" dirty="0">
                    <a:solidFill>
                      <a:schemeClr val="bg1"/>
                    </a:solidFill>
                    <a:latin typeface="Times New Roman" panose="02020603050405020304" pitchFamily="18" charset="0"/>
                    <a:ea typeface="仿宋_GB2312" pitchFamily="49" charset="-122"/>
                  </a:rPr>
                  <a:t>u</a:t>
                </a:r>
                <a:r>
                  <a:rPr lang="en-US" altLang="zh-CN" sz="3200" baseline="-25000" dirty="0">
                    <a:solidFill>
                      <a:schemeClr val="bg1"/>
                    </a:solidFill>
                    <a:latin typeface="Times New Roman" panose="02020603050405020304" pitchFamily="18" charset="0"/>
                    <a:ea typeface="仿宋_GB2312" pitchFamily="49" charset="-122"/>
                  </a:rPr>
                  <a:t>oc</a:t>
                </a:r>
                <a:endParaRPr lang="en-US" altLang="zh-CN" sz="3200" baseline="-25000" dirty="0">
                  <a:solidFill>
                    <a:schemeClr val="bg1"/>
                  </a:solidFill>
                  <a:latin typeface="Times New Roman" panose="02020603050405020304" pitchFamily="18" charset="0"/>
                  <a:ea typeface="仿宋_GB2312" pitchFamily="49" charset="-122"/>
                  <a:sym typeface="Symbol" panose="05050102010706020507" pitchFamily="18" charset="2"/>
                </a:endParaRPr>
              </a:p>
            </p:txBody>
          </p:sp>
          <p:sp>
            <p:nvSpPr>
              <p:cNvPr id="73748" name="Oval 95"/>
              <p:cNvSpPr/>
              <p:nvPr/>
            </p:nvSpPr>
            <p:spPr>
              <a:xfrm>
                <a:off x="431" y="130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73749" name="Line 96"/>
              <p:cNvSpPr/>
              <p:nvPr/>
            </p:nvSpPr>
            <p:spPr>
              <a:xfrm>
                <a:off x="603" y="572"/>
                <a:ext cx="2005" cy="0"/>
              </a:xfrm>
              <a:prstGeom prst="line">
                <a:avLst/>
              </a:prstGeom>
              <a:ln w="28575" cap="flat" cmpd="sng">
                <a:solidFill>
                  <a:srgbClr val="FFCC00"/>
                </a:solidFill>
                <a:prstDash val="solid"/>
                <a:headEnd type="none" w="med" len="med"/>
                <a:tailEnd type="none" w="med" len="med"/>
              </a:ln>
            </p:spPr>
          </p:sp>
          <p:sp>
            <p:nvSpPr>
              <p:cNvPr id="73750" name="Line 97"/>
              <p:cNvSpPr/>
              <p:nvPr/>
            </p:nvSpPr>
            <p:spPr>
              <a:xfrm flipV="1">
                <a:off x="1283" y="1026"/>
                <a:ext cx="544" cy="0"/>
              </a:xfrm>
              <a:prstGeom prst="line">
                <a:avLst/>
              </a:prstGeom>
              <a:ln w="28575" cap="flat" cmpd="sng">
                <a:solidFill>
                  <a:srgbClr val="FFCC00"/>
                </a:solidFill>
                <a:prstDash val="solid"/>
                <a:headEnd type="none" w="med" len="med"/>
                <a:tailEnd type="none" w="med" len="med"/>
              </a:ln>
            </p:spPr>
          </p:sp>
          <p:sp>
            <p:nvSpPr>
              <p:cNvPr id="73751" name="Line 98"/>
              <p:cNvSpPr/>
              <p:nvPr/>
            </p:nvSpPr>
            <p:spPr>
              <a:xfrm flipH="1">
                <a:off x="1646" y="1026"/>
                <a:ext cx="0" cy="861"/>
              </a:xfrm>
              <a:prstGeom prst="line">
                <a:avLst/>
              </a:prstGeom>
              <a:ln w="28575" cap="flat" cmpd="sng">
                <a:solidFill>
                  <a:srgbClr val="FFCC00"/>
                </a:solidFill>
                <a:prstDash val="solid"/>
                <a:headEnd type="oval" w="med" len="med"/>
                <a:tailEnd type="oval" w="med" len="med"/>
              </a:ln>
            </p:spPr>
          </p:sp>
          <p:sp>
            <p:nvSpPr>
              <p:cNvPr id="73752" name="Line 99"/>
              <p:cNvSpPr/>
              <p:nvPr/>
            </p:nvSpPr>
            <p:spPr>
              <a:xfrm flipV="1">
                <a:off x="2245" y="1026"/>
                <a:ext cx="363" cy="0"/>
              </a:xfrm>
              <a:prstGeom prst="line">
                <a:avLst/>
              </a:prstGeom>
              <a:ln w="28575" cap="flat" cmpd="sng">
                <a:solidFill>
                  <a:srgbClr val="FFCC00"/>
                </a:solidFill>
                <a:prstDash val="solid"/>
                <a:headEnd type="none" w="med" len="med"/>
                <a:tailEnd type="none" w="med" len="med"/>
              </a:ln>
            </p:spPr>
          </p:sp>
          <p:sp>
            <p:nvSpPr>
              <p:cNvPr id="73753" name="Line 100"/>
              <p:cNvSpPr/>
              <p:nvPr/>
            </p:nvSpPr>
            <p:spPr>
              <a:xfrm flipV="1">
                <a:off x="603" y="1026"/>
                <a:ext cx="272" cy="0"/>
              </a:xfrm>
              <a:prstGeom prst="line">
                <a:avLst/>
              </a:prstGeom>
              <a:ln w="28575" cap="flat" cmpd="sng">
                <a:solidFill>
                  <a:srgbClr val="FFCC00"/>
                </a:solidFill>
                <a:prstDash val="solid"/>
                <a:headEnd type="oval" w="med" len="med"/>
                <a:tailEnd type="none" w="med" len="med"/>
              </a:ln>
            </p:spPr>
          </p:sp>
          <p:sp>
            <p:nvSpPr>
              <p:cNvPr id="73754" name="Line 101"/>
              <p:cNvSpPr/>
              <p:nvPr/>
            </p:nvSpPr>
            <p:spPr>
              <a:xfrm flipH="1">
                <a:off x="602" y="1036"/>
                <a:ext cx="1" cy="851"/>
              </a:xfrm>
              <a:prstGeom prst="line">
                <a:avLst/>
              </a:prstGeom>
              <a:ln w="28575" cap="flat" cmpd="sng">
                <a:solidFill>
                  <a:srgbClr val="FFCC00"/>
                </a:solidFill>
                <a:prstDash val="solid"/>
                <a:headEnd type="none" w="med" len="med"/>
                <a:tailEnd type="none" w="med" len="med"/>
              </a:ln>
            </p:spPr>
          </p:sp>
          <p:sp>
            <p:nvSpPr>
              <p:cNvPr id="73755" name="Line 102"/>
              <p:cNvSpPr/>
              <p:nvPr/>
            </p:nvSpPr>
            <p:spPr>
              <a:xfrm flipV="1">
                <a:off x="603" y="1887"/>
                <a:ext cx="1995" cy="1"/>
              </a:xfrm>
              <a:prstGeom prst="line">
                <a:avLst/>
              </a:prstGeom>
              <a:ln w="28575" cap="flat" cmpd="sng">
                <a:solidFill>
                  <a:srgbClr val="FFCC00"/>
                </a:solidFill>
                <a:prstDash val="solid"/>
                <a:headEnd type="none" w="med" len="med"/>
                <a:tailEnd type="none" w="med" len="med"/>
              </a:ln>
            </p:spPr>
          </p:sp>
          <p:sp>
            <p:nvSpPr>
              <p:cNvPr id="73756" name="Text Box 103"/>
              <p:cNvSpPr txBox="1"/>
              <p:nvPr/>
            </p:nvSpPr>
            <p:spPr>
              <a:xfrm>
                <a:off x="648" y="1026"/>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endParaRPr lang="en-US" altLang="zh-CN" baseline="-25000" dirty="0">
                  <a:solidFill>
                    <a:schemeClr val="bg1"/>
                  </a:solidFill>
                  <a:latin typeface="Times New Roman" panose="02020603050405020304" pitchFamily="18" charset="0"/>
                  <a:ea typeface="宋体" panose="02010600030101010101" pitchFamily="2" charset="-122"/>
                </a:endParaRPr>
              </a:p>
            </p:txBody>
          </p:sp>
          <p:sp>
            <p:nvSpPr>
              <p:cNvPr id="73757" name="Text Box 104"/>
              <p:cNvSpPr txBox="1"/>
              <p:nvPr/>
            </p:nvSpPr>
            <p:spPr>
              <a:xfrm>
                <a:off x="658" y="1570"/>
                <a:ext cx="266"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r>
                  <a:rPr lang="en-US" altLang="zh-CN" baseline="-25000" dirty="0">
                    <a:solidFill>
                      <a:schemeClr val="bg1"/>
                    </a:solidFill>
                    <a:latin typeface="Times New Roman" panose="02020603050405020304" pitchFamily="18" charset="0"/>
                    <a:ea typeface="宋体" panose="02010600030101010101" pitchFamily="2" charset="-122"/>
                  </a:rPr>
                  <a:t> </a:t>
                </a:r>
              </a:p>
            </p:txBody>
          </p:sp>
          <p:sp>
            <p:nvSpPr>
              <p:cNvPr id="73758" name="Line 105"/>
              <p:cNvSpPr/>
              <p:nvPr/>
            </p:nvSpPr>
            <p:spPr>
              <a:xfrm flipH="1">
                <a:off x="2599" y="1035"/>
                <a:ext cx="0" cy="218"/>
              </a:xfrm>
              <a:prstGeom prst="line">
                <a:avLst/>
              </a:prstGeom>
              <a:ln w="28575" cap="flat" cmpd="sng">
                <a:solidFill>
                  <a:srgbClr val="FFCC00"/>
                </a:solidFill>
                <a:prstDash val="solid"/>
                <a:headEnd type="oval" w="med" len="med"/>
                <a:tailEnd type="oval" w="med" len="med"/>
              </a:ln>
            </p:spPr>
          </p:sp>
          <p:sp>
            <p:nvSpPr>
              <p:cNvPr id="73759" name="Line 106"/>
              <p:cNvSpPr/>
              <p:nvPr/>
            </p:nvSpPr>
            <p:spPr>
              <a:xfrm flipV="1">
                <a:off x="603" y="581"/>
                <a:ext cx="0" cy="454"/>
              </a:xfrm>
              <a:prstGeom prst="line">
                <a:avLst/>
              </a:prstGeom>
              <a:ln w="28575" cap="flat" cmpd="sng">
                <a:solidFill>
                  <a:srgbClr val="FFCC00"/>
                </a:solidFill>
                <a:prstDash val="solid"/>
                <a:headEnd type="none" w="med" len="med"/>
                <a:tailEnd type="none" w="med" len="med"/>
              </a:ln>
            </p:spPr>
          </p:sp>
          <p:sp>
            <p:nvSpPr>
              <p:cNvPr id="73760" name="Line 107"/>
              <p:cNvSpPr/>
              <p:nvPr/>
            </p:nvSpPr>
            <p:spPr>
              <a:xfrm flipV="1">
                <a:off x="2599" y="581"/>
                <a:ext cx="0" cy="454"/>
              </a:xfrm>
              <a:prstGeom prst="line">
                <a:avLst/>
              </a:prstGeom>
              <a:ln w="28575" cap="flat" cmpd="sng">
                <a:solidFill>
                  <a:srgbClr val="FFCC00"/>
                </a:solidFill>
                <a:prstDash val="solid"/>
                <a:headEnd type="none" w="med" len="med"/>
                <a:tailEnd type="none" w="med" len="med"/>
              </a:ln>
            </p:spPr>
          </p:sp>
          <p:sp>
            <p:nvSpPr>
              <p:cNvPr id="73761" name="Rectangle 108"/>
              <p:cNvSpPr/>
              <p:nvPr/>
            </p:nvSpPr>
            <p:spPr>
              <a:xfrm>
                <a:off x="1419" y="50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3762" name="Text Box 117"/>
              <p:cNvSpPr txBox="1"/>
              <p:nvPr/>
            </p:nvSpPr>
            <p:spPr>
              <a:xfrm>
                <a:off x="1736" y="1026"/>
                <a:ext cx="953"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j100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3763" name="Text Box 118"/>
              <p:cNvSpPr txBox="1"/>
              <p:nvPr/>
            </p:nvSpPr>
            <p:spPr>
              <a:xfrm>
                <a:off x="1283" y="218"/>
                <a:ext cx="635"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100</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a:t>
                </a:r>
              </a:p>
            </p:txBody>
          </p:sp>
          <p:sp>
            <p:nvSpPr>
              <p:cNvPr id="73764" name="Text Box 119"/>
              <p:cNvSpPr txBox="1"/>
              <p:nvPr/>
            </p:nvSpPr>
            <p:spPr>
              <a:xfrm>
                <a:off x="739" y="618"/>
                <a:ext cx="1134"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j(</a:t>
                </a:r>
                <a:r>
                  <a:rPr lang="en-US" altLang="zh-CN" i="1" dirty="0">
                    <a:solidFill>
                      <a:schemeClr val="bg1"/>
                    </a:solidFill>
                    <a:latin typeface="Times New Roman" panose="02020603050405020304" pitchFamily="18" charset="0"/>
                    <a:ea typeface="仿宋_GB2312" pitchFamily="49" charset="-122"/>
                    <a:sym typeface="Symbol" panose="05050102010706020507" pitchFamily="18" charset="2"/>
                  </a:rPr>
                  <a:t>L</a:t>
                </a:r>
                <a:r>
                  <a:rPr lang="en-US" altLang="zh-CN"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dirty="0">
                    <a:solidFill>
                      <a:schemeClr val="bg1"/>
                    </a:solidFill>
                    <a:latin typeface="Times New Roman" panose="02020603050405020304" pitchFamily="18" charset="0"/>
                    <a:ea typeface="仿宋_GB2312" pitchFamily="49" charset="-122"/>
                    <a:sym typeface="Symbol" panose="05050102010706020507" pitchFamily="18" charset="2"/>
                  </a:rPr>
                  <a:t>20)</a:t>
                </a:r>
              </a:p>
            </p:txBody>
          </p:sp>
          <p:graphicFrame>
            <p:nvGraphicFramePr>
              <p:cNvPr id="73765" name="Object 120"/>
              <p:cNvGraphicFramePr>
                <a:graphicFrameLocks noChangeAspect="1"/>
              </p:cNvGraphicFramePr>
              <p:nvPr/>
            </p:nvGraphicFramePr>
            <p:xfrm>
              <a:off x="849" y="1381"/>
              <a:ext cx="605" cy="286"/>
            </p:xfrm>
            <a:graphic>
              <a:graphicData uri="http://schemas.openxmlformats.org/presentationml/2006/ole">
                <mc:AlternateContent xmlns:mc="http://schemas.openxmlformats.org/markup-compatibility/2006">
                  <mc:Choice xmlns:v="urn:schemas-microsoft-com:vml" Requires="v">
                    <p:oleObj r:id="rId11" imgW="468630" imgH="222885" progId="Equation.DSMT4">
                      <p:embed/>
                    </p:oleObj>
                  </mc:Choice>
                  <mc:Fallback>
                    <p:oleObj r:id="rId11" imgW="468630" imgH="222885" progId="Equation.DSMT4">
                      <p:embed/>
                      <p:pic>
                        <p:nvPicPr>
                          <p:cNvPr id="0" name="图片 3323"/>
                          <p:cNvPicPr/>
                          <p:nvPr/>
                        </p:nvPicPr>
                        <p:blipFill>
                          <a:blip r:embed="rId12">
                            <a:clrChange>
                              <a:clrFrom>
                                <a:srgbClr val="000000"/>
                              </a:clrFrom>
                              <a:clrTo>
                                <a:srgbClr val="FFFFFF"/>
                              </a:clrTo>
                            </a:clrChange>
                          </a:blip>
                          <a:stretch>
                            <a:fillRect/>
                          </a:stretch>
                        </p:blipFill>
                        <p:spPr>
                          <a:xfrm>
                            <a:off x="849" y="1381"/>
                            <a:ext cx="605" cy="286"/>
                          </a:xfrm>
                          <a:prstGeom prst="rect">
                            <a:avLst/>
                          </a:prstGeom>
                          <a:noFill/>
                          <a:ln w="38100">
                            <a:noFill/>
                            <a:miter/>
                          </a:ln>
                        </p:spPr>
                      </p:pic>
                    </p:oleObj>
                  </mc:Fallback>
                </mc:AlternateContent>
              </a:graphicData>
            </a:graphic>
          </p:graphicFrame>
          <p:grpSp>
            <p:nvGrpSpPr>
              <p:cNvPr id="73766" name="Group 152"/>
              <p:cNvGrpSpPr/>
              <p:nvPr/>
            </p:nvGrpSpPr>
            <p:grpSpPr>
              <a:xfrm rot="5400000">
                <a:off x="1995" y="776"/>
                <a:ext cx="91" cy="408"/>
                <a:chOff x="1565" y="2614"/>
                <a:chExt cx="90" cy="486"/>
              </a:xfrm>
            </p:grpSpPr>
            <p:sp>
              <p:nvSpPr>
                <p:cNvPr id="73772" name="Arc 15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73" name="Arc 15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74" name="Arc 15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75" name="Arc 15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3767" name="Group 157"/>
              <p:cNvGrpSpPr/>
              <p:nvPr/>
            </p:nvGrpSpPr>
            <p:grpSpPr>
              <a:xfrm rot="5400000">
                <a:off x="1042" y="785"/>
                <a:ext cx="91" cy="408"/>
                <a:chOff x="1565" y="2614"/>
                <a:chExt cx="90" cy="486"/>
              </a:xfrm>
            </p:grpSpPr>
            <p:sp>
              <p:nvSpPr>
                <p:cNvPr id="73768" name="Arc 15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69" name="Arc 15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70" name="Arc 16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3771" name="Arc 16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73741" name="Group 176"/>
            <p:cNvGrpSpPr/>
            <p:nvPr/>
          </p:nvGrpSpPr>
          <p:grpSpPr>
            <a:xfrm>
              <a:off x="1156" y="1389"/>
              <a:ext cx="273" cy="227"/>
              <a:chOff x="1156" y="1842"/>
              <a:chExt cx="273" cy="227"/>
            </a:xfrm>
          </p:grpSpPr>
          <p:sp>
            <p:nvSpPr>
              <p:cNvPr id="73742" name="Line 177"/>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73743" name="Line 178"/>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471"/>
                                        </p:tgtEl>
                                        <p:attrNameLst>
                                          <p:attrName>style.visibility</p:attrName>
                                        </p:attrNameLst>
                                      </p:cBhvr>
                                      <p:to>
                                        <p:strVal val="visible"/>
                                      </p:to>
                                    </p:set>
                                    <p:animEffect transition="in" filter="wipe(left)">
                                      <p:cBhvr>
                                        <p:cTn id="7" dur="1000"/>
                                        <p:tgtEl>
                                          <p:spTgt spid="554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469"/>
                                        </p:tgtEl>
                                        <p:attrNameLst>
                                          <p:attrName>style.visibility</p:attrName>
                                        </p:attrNameLst>
                                      </p:cBhvr>
                                      <p:to>
                                        <p:strVal val="visible"/>
                                      </p:to>
                                    </p:set>
                                    <p:animEffect transition="in" filter="blinds(horizontal)">
                                      <p:cBhvr>
                                        <p:cTn id="12" dur="500"/>
                                        <p:tgtEl>
                                          <p:spTgt spid="554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369"/>
                                        </p:tgtEl>
                                        <p:attrNameLst>
                                          <p:attrName>style.visibility</p:attrName>
                                        </p:attrNameLst>
                                      </p:cBhvr>
                                      <p:to>
                                        <p:strVal val="visible"/>
                                      </p:to>
                                    </p:set>
                                    <p:animEffect transition="in" filter="wipe(left)">
                                      <p:cBhvr>
                                        <p:cTn id="17" dur="2000"/>
                                        <p:tgtEl>
                                          <p:spTgt spid="5536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55370"/>
                                        </p:tgtEl>
                                        <p:attrNameLst>
                                          <p:attrName>style.visibility</p:attrName>
                                        </p:attrNameLst>
                                      </p:cBhvr>
                                      <p:to>
                                        <p:strVal val="visible"/>
                                      </p:to>
                                    </p:set>
                                    <p:animEffect transition="in" filter="slide(fromLeft)">
                                      <p:cBhvr>
                                        <p:cTn id="22" dur="500"/>
                                        <p:tgtEl>
                                          <p:spTgt spid="55370"/>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5371"/>
                                        </p:tgtEl>
                                        <p:attrNameLst>
                                          <p:attrName>style.visibility</p:attrName>
                                        </p:attrNameLst>
                                      </p:cBhvr>
                                      <p:to>
                                        <p:strVal val="visible"/>
                                      </p:to>
                                    </p:set>
                                    <p:animEffect transition="in" filter="wipe(left)">
                                      <p:cBhvr>
                                        <p:cTn id="26" dur="2000"/>
                                        <p:tgtEl>
                                          <p:spTgt spid="5537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5372"/>
                                        </p:tgtEl>
                                        <p:attrNameLst>
                                          <p:attrName>style.visibility</p:attrName>
                                        </p:attrNameLst>
                                      </p:cBhvr>
                                      <p:to>
                                        <p:strVal val="visible"/>
                                      </p:to>
                                    </p:set>
                                    <p:animEffect transition="in" filter="wipe(left)">
                                      <p:cBhvr>
                                        <p:cTn id="31" dur="2000"/>
                                        <p:tgtEl>
                                          <p:spTgt spid="55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Text Box 5"/>
          <p:cNvSpPr txBox="1"/>
          <p:nvPr/>
        </p:nvSpPr>
        <p:spPr>
          <a:xfrm>
            <a:off x="2195513" y="509588"/>
            <a:ext cx="4387850" cy="701675"/>
          </a:xfrm>
          <a:prstGeom prst="rect">
            <a:avLst/>
          </a:prstGeom>
          <a:noFill/>
          <a:ln w="9525">
            <a:noFill/>
          </a:ln>
          <a:effectLst>
            <a:prstShdw prst="shdw17" dist="17961" dir="2699999">
              <a:srgbClr val="7A8E99"/>
            </a:prstShdw>
          </a:effectLst>
        </p:spPr>
        <p:txBody>
          <a:bodyPr wrap="none" lIns="198000" rIns="198000">
            <a:spAutoFit/>
          </a:bodyPr>
          <a:lstStyle/>
          <a:p>
            <a:pPr eaLnBrk="1" hangingPunct="1"/>
            <a:r>
              <a:rPr lang="en-US" altLang="zh-CN" sz="4000" dirty="0">
                <a:solidFill>
                  <a:schemeClr val="bg1"/>
                </a:solidFill>
                <a:latin typeface="Times New Roman" panose="02020603050405020304" pitchFamily="18" charset="0"/>
              </a:rPr>
              <a:t>10-5</a:t>
            </a:r>
            <a:r>
              <a:rPr lang="en-US" altLang="zh-CN" sz="4000" b="1" dirty="0">
                <a:solidFill>
                  <a:schemeClr val="bg1"/>
                </a:solidFill>
                <a:latin typeface="楷体_GB2312" pitchFamily="49" charset="-122"/>
              </a:rPr>
              <a:t>  </a:t>
            </a:r>
            <a:r>
              <a:rPr lang="zh-CN" altLang="en-US" sz="4000" b="1" dirty="0">
                <a:solidFill>
                  <a:schemeClr val="bg1"/>
                </a:solidFill>
                <a:latin typeface="楷体_GB2312" pitchFamily="49" charset="-122"/>
              </a:rPr>
              <a:t>理想变压器</a:t>
            </a:r>
          </a:p>
        </p:txBody>
      </p:sp>
      <p:graphicFrame>
        <p:nvGraphicFramePr>
          <p:cNvPr id="54320" name="Object 48"/>
          <p:cNvGraphicFramePr>
            <a:graphicFrameLocks noChangeAspect="1"/>
          </p:cNvGraphicFramePr>
          <p:nvPr/>
        </p:nvGraphicFramePr>
        <p:xfrm>
          <a:off x="3132138" y="4397375"/>
          <a:ext cx="2763837" cy="649288"/>
        </p:xfrm>
        <a:graphic>
          <a:graphicData uri="http://schemas.openxmlformats.org/presentationml/2006/ole">
            <mc:AlternateContent xmlns:mc="http://schemas.openxmlformats.org/markup-compatibility/2006">
              <mc:Choice xmlns:v="urn:schemas-microsoft-com:vml" Requires="v">
                <p:oleObj r:id="rId2" imgW="1397635" imgH="282575" progId="Equation.3">
                  <p:embed/>
                </p:oleObj>
              </mc:Choice>
              <mc:Fallback>
                <p:oleObj r:id="rId2" imgW="1397635" imgH="282575" progId="Equation.3">
                  <p:embed/>
                  <p:pic>
                    <p:nvPicPr>
                      <p:cNvPr id="0" name="图片 3322"/>
                      <p:cNvPicPr/>
                      <p:nvPr/>
                    </p:nvPicPr>
                    <p:blipFill>
                      <a:blip r:embed="rId3">
                        <a:clrChange>
                          <a:clrFrom>
                            <a:srgbClr val="000000"/>
                          </a:clrFrom>
                          <a:clrTo>
                            <a:srgbClr val="FFFFFF"/>
                          </a:clrTo>
                        </a:clrChange>
                      </a:blip>
                      <a:stretch>
                        <a:fillRect/>
                      </a:stretch>
                    </p:blipFill>
                    <p:spPr>
                      <a:xfrm>
                        <a:off x="3132138" y="4397375"/>
                        <a:ext cx="2763837" cy="649288"/>
                      </a:xfrm>
                      <a:prstGeom prst="rect">
                        <a:avLst/>
                      </a:prstGeom>
                      <a:noFill/>
                      <a:ln w="38100">
                        <a:noFill/>
                        <a:miter/>
                      </a:ln>
                    </p:spPr>
                  </p:pic>
                </p:oleObj>
              </mc:Fallback>
            </mc:AlternateContent>
          </a:graphicData>
        </a:graphic>
      </p:graphicFrame>
      <p:sp>
        <p:nvSpPr>
          <p:cNvPr id="54322" name="Text Box 50"/>
          <p:cNvSpPr txBox="1"/>
          <p:nvPr/>
        </p:nvSpPr>
        <p:spPr>
          <a:xfrm>
            <a:off x="468313" y="2452688"/>
            <a:ext cx="6696075" cy="579437"/>
          </a:xfrm>
          <a:prstGeom prst="rect">
            <a:avLst/>
          </a:prstGeom>
          <a:noFill/>
          <a:ln w="19050">
            <a:noFill/>
          </a:ln>
        </p:spPr>
        <p:txBody>
          <a:bodyPr>
            <a:spAutoFit/>
          </a:bodyPr>
          <a:lstStyle/>
          <a:p>
            <a:pPr eaLnBrk="1" hangingPunct="1">
              <a:spcBef>
                <a:spcPct val="50000"/>
              </a:spcBef>
            </a:pPr>
            <a:r>
              <a:rPr lang="en-US" altLang="zh-CN" sz="3200" b="1" dirty="0">
                <a:solidFill>
                  <a:schemeClr val="bg1"/>
                </a:solidFill>
                <a:latin typeface="楷体_GB2312" pitchFamily="49" charset="-122"/>
              </a:rPr>
              <a:t>1.</a:t>
            </a:r>
            <a:r>
              <a:rPr lang="zh-CN" altLang="en-US" sz="3200" b="1" dirty="0">
                <a:solidFill>
                  <a:schemeClr val="bg1"/>
                </a:solidFill>
                <a:latin typeface="楷体_GB2312" pitchFamily="49" charset="-122"/>
              </a:rPr>
              <a:t>理想变压器的三个理想化条件</a:t>
            </a:r>
          </a:p>
        </p:txBody>
      </p:sp>
      <p:sp>
        <p:nvSpPr>
          <p:cNvPr id="54359" name="Text Box 87"/>
          <p:cNvSpPr txBox="1"/>
          <p:nvPr/>
        </p:nvSpPr>
        <p:spPr>
          <a:xfrm>
            <a:off x="395288" y="1084263"/>
            <a:ext cx="8496300" cy="1117600"/>
          </a:xfrm>
          <a:prstGeom prst="rect">
            <a:avLst/>
          </a:prstGeom>
          <a:noFill/>
          <a:ln w="9525">
            <a:noFill/>
          </a:ln>
        </p:spPr>
        <p:txBody>
          <a:bodyPr>
            <a:spAutoFit/>
          </a:bodyPr>
          <a:lstStyle/>
          <a:p>
            <a:pPr eaLnBrk="1" hangingPunct="1">
              <a:lnSpc>
                <a:spcPct val="120000"/>
              </a:lnSpc>
              <a:spcBef>
                <a:spcPct val="50000"/>
              </a:spcBef>
            </a:pPr>
            <a:r>
              <a:rPr lang="en-US" altLang="zh-CN" b="1" dirty="0">
                <a:latin typeface="楷体_GB2312" pitchFamily="49" charset="-122"/>
              </a:rPr>
              <a:t>    </a:t>
            </a:r>
            <a:r>
              <a:rPr lang="zh-CN" altLang="en-US" b="1" dirty="0">
                <a:latin typeface="楷体_GB2312" pitchFamily="49" charset="-122"/>
              </a:rPr>
              <a:t>理想变压器是实际变压器的理想化模型，是对互感元件的理想科学抽象，是极限情况下的耦合电感。</a:t>
            </a:r>
          </a:p>
        </p:txBody>
      </p:sp>
      <p:sp>
        <p:nvSpPr>
          <p:cNvPr id="54393" name="Text Box 121"/>
          <p:cNvSpPr txBox="1"/>
          <p:nvPr/>
        </p:nvSpPr>
        <p:spPr>
          <a:xfrm>
            <a:off x="611188" y="4381500"/>
            <a:ext cx="2232025" cy="519113"/>
          </a:xfrm>
          <a:prstGeom prst="rect">
            <a:avLst/>
          </a:prstGeom>
          <a:noFill/>
          <a:ln w="9525">
            <a:noFill/>
          </a:ln>
        </p:spPr>
        <p:txBody>
          <a:bodyPr>
            <a:spAutoFit/>
          </a:bodyPr>
          <a:lstStyle/>
          <a:p>
            <a:pPr marL="342900" indent="-342900" eaLnBrk="1" hangingPunct="1">
              <a:spcBef>
                <a:spcPct val="50000"/>
              </a:spcBef>
              <a:buAutoNum type="circleNumDbPlain" startAt="2"/>
            </a:pPr>
            <a:r>
              <a:rPr lang="zh-CN" altLang="en-US" b="1" dirty="0">
                <a:solidFill>
                  <a:srgbClr val="FF9900"/>
                </a:solidFill>
                <a:latin typeface="楷体_GB2312" pitchFamily="49" charset="-122"/>
              </a:rPr>
              <a:t>全耦合</a:t>
            </a:r>
          </a:p>
        </p:txBody>
      </p:sp>
      <p:sp>
        <p:nvSpPr>
          <p:cNvPr id="54394" name="Text Box 122"/>
          <p:cNvSpPr txBox="1"/>
          <p:nvPr/>
        </p:nvSpPr>
        <p:spPr>
          <a:xfrm>
            <a:off x="611188" y="3276600"/>
            <a:ext cx="2232025" cy="519113"/>
          </a:xfrm>
          <a:prstGeom prst="rect">
            <a:avLst/>
          </a:prstGeom>
          <a:noFill/>
          <a:ln w="9525">
            <a:noFill/>
          </a:ln>
        </p:spPr>
        <p:txBody>
          <a:bodyPr>
            <a:spAutoFit/>
          </a:bodyPr>
          <a:lstStyle/>
          <a:p>
            <a:pPr marL="342900" indent="-342900" eaLnBrk="1" hangingPunct="1">
              <a:spcBef>
                <a:spcPct val="50000"/>
              </a:spcBef>
              <a:buAutoNum type="circleNumDbPlain"/>
            </a:pPr>
            <a:r>
              <a:rPr lang="zh-CN" altLang="en-US" b="1" dirty="0">
                <a:solidFill>
                  <a:srgbClr val="FF9900"/>
                </a:solidFill>
                <a:latin typeface="楷体_GB2312" pitchFamily="49" charset="-122"/>
              </a:rPr>
              <a:t>无损耗</a:t>
            </a:r>
          </a:p>
        </p:txBody>
      </p:sp>
      <p:sp>
        <p:nvSpPr>
          <p:cNvPr id="54395" name="Text Box 123"/>
          <p:cNvSpPr txBox="1"/>
          <p:nvPr/>
        </p:nvSpPr>
        <p:spPr>
          <a:xfrm>
            <a:off x="2987675" y="3133725"/>
            <a:ext cx="5545138" cy="1117600"/>
          </a:xfrm>
          <a:prstGeom prst="rect">
            <a:avLst/>
          </a:prstGeom>
          <a:noFill/>
          <a:ln w="9525">
            <a:noFill/>
          </a:ln>
        </p:spPr>
        <p:txBody>
          <a:bodyPr>
            <a:spAutoFit/>
          </a:bodyPr>
          <a:lstStyle/>
          <a:p>
            <a:pPr eaLnBrk="1" hangingPunct="1">
              <a:lnSpc>
                <a:spcPct val="120000"/>
              </a:lnSpc>
              <a:spcBef>
                <a:spcPct val="50000"/>
              </a:spcBef>
            </a:pPr>
            <a:r>
              <a:rPr lang="zh-CN" altLang="en-US" b="1" dirty="0">
                <a:latin typeface="Arial" panose="020B0604020202020204" pitchFamily="34" charset="0"/>
              </a:rPr>
              <a:t>线圈导线无电阻，做心子的铁磁材料的磁导率无限大。</a:t>
            </a:r>
          </a:p>
        </p:txBody>
      </p:sp>
      <p:sp>
        <p:nvSpPr>
          <p:cNvPr id="54396" name="Line 124"/>
          <p:cNvSpPr/>
          <p:nvPr/>
        </p:nvSpPr>
        <p:spPr>
          <a:xfrm>
            <a:off x="2411413" y="3565525"/>
            <a:ext cx="504825" cy="0"/>
          </a:xfrm>
          <a:prstGeom prst="line">
            <a:avLst/>
          </a:prstGeom>
          <a:ln w="76200" cap="flat" cmpd="sng">
            <a:solidFill>
              <a:srgbClr val="3399FF"/>
            </a:solidFill>
            <a:prstDash val="solid"/>
            <a:headEnd type="none" w="med" len="med"/>
            <a:tailEnd type="triangle" w="med" len="med"/>
          </a:ln>
        </p:spPr>
      </p:sp>
      <p:sp>
        <p:nvSpPr>
          <p:cNvPr id="54397" name="Line 125"/>
          <p:cNvSpPr/>
          <p:nvPr/>
        </p:nvSpPr>
        <p:spPr>
          <a:xfrm>
            <a:off x="2339975" y="4668838"/>
            <a:ext cx="504825" cy="0"/>
          </a:xfrm>
          <a:prstGeom prst="line">
            <a:avLst/>
          </a:prstGeom>
          <a:ln w="76200" cap="flat" cmpd="sng">
            <a:solidFill>
              <a:srgbClr val="3399FF"/>
            </a:solidFill>
            <a:prstDash val="solid"/>
            <a:headEnd type="none" w="med" len="med"/>
            <a:tailEnd type="triangle" w="med" len="med"/>
          </a:ln>
        </p:spPr>
      </p:sp>
      <p:sp>
        <p:nvSpPr>
          <p:cNvPr id="54398" name="Text Box 126"/>
          <p:cNvSpPr txBox="1"/>
          <p:nvPr/>
        </p:nvSpPr>
        <p:spPr>
          <a:xfrm>
            <a:off x="611188" y="5260975"/>
            <a:ext cx="2952750" cy="519113"/>
          </a:xfrm>
          <a:prstGeom prst="rect">
            <a:avLst/>
          </a:prstGeom>
          <a:noFill/>
          <a:ln w="9525">
            <a:noFill/>
          </a:ln>
        </p:spPr>
        <p:txBody>
          <a:bodyPr>
            <a:spAutoFit/>
          </a:bodyPr>
          <a:lstStyle/>
          <a:p>
            <a:pPr marL="342900" indent="-342900" eaLnBrk="1" hangingPunct="1">
              <a:spcBef>
                <a:spcPct val="50000"/>
              </a:spcBef>
              <a:buAutoNum type="circleNumDbPlain" startAt="3"/>
            </a:pPr>
            <a:r>
              <a:rPr lang="zh-CN" altLang="en-US" b="1" dirty="0">
                <a:solidFill>
                  <a:srgbClr val="FF9900"/>
                </a:solidFill>
                <a:latin typeface="楷体_GB2312" pitchFamily="49" charset="-122"/>
              </a:rPr>
              <a:t>参数无限大</a:t>
            </a:r>
          </a:p>
        </p:txBody>
      </p:sp>
      <p:graphicFrame>
        <p:nvGraphicFramePr>
          <p:cNvPr id="54399" name="Object 127"/>
          <p:cNvGraphicFramePr>
            <a:graphicFrameLocks noChangeAspect="1"/>
          </p:cNvGraphicFramePr>
          <p:nvPr/>
        </p:nvGraphicFramePr>
        <p:xfrm>
          <a:off x="3924300" y="5005388"/>
          <a:ext cx="4210050" cy="1160462"/>
        </p:xfrm>
        <a:graphic>
          <a:graphicData uri="http://schemas.openxmlformats.org/presentationml/2006/ole">
            <mc:AlternateContent xmlns:mc="http://schemas.openxmlformats.org/markup-compatibility/2006">
              <mc:Choice xmlns:v="urn:schemas-microsoft-com:vml" Requires="v">
                <p:oleObj r:id="rId4" imgW="1985010" imgH="468630" progId="Equation.DSMT4">
                  <p:embed/>
                </p:oleObj>
              </mc:Choice>
              <mc:Fallback>
                <p:oleObj r:id="rId4" imgW="1985010" imgH="468630" progId="Equation.DSMT4">
                  <p:embed/>
                  <p:pic>
                    <p:nvPicPr>
                      <p:cNvPr id="0" name="图片 3321"/>
                      <p:cNvPicPr/>
                      <p:nvPr/>
                    </p:nvPicPr>
                    <p:blipFill>
                      <a:blip r:embed="rId5">
                        <a:clrChange>
                          <a:clrFrom>
                            <a:srgbClr val="000000"/>
                          </a:clrFrom>
                          <a:clrTo>
                            <a:srgbClr val="FFFFFF"/>
                          </a:clrTo>
                        </a:clrChange>
                      </a:blip>
                      <a:stretch>
                        <a:fillRect/>
                      </a:stretch>
                    </p:blipFill>
                    <p:spPr>
                      <a:xfrm>
                        <a:off x="3924300" y="5005388"/>
                        <a:ext cx="4210050" cy="1160462"/>
                      </a:xfrm>
                      <a:prstGeom prst="rect">
                        <a:avLst/>
                      </a:prstGeom>
                      <a:noFill/>
                      <a:ln w="38100">
                        <a:noFill/>
                        <a:miter/>
                      </a:ln>
                    </p:spPr>
                  </p:pic>
                </p:oleObj>
              </mc:Fallback>
            </mc:AlternateContent>
          </a:graphicData>
        </a:graphic>
      </p:graphicFrame>
      <p:sp>
        <p:nvSpPr>
          <p:cNvPr id="54400" name="Line 128"/>
          <p:cNvSpPr/>
          <p:nvPr/>
        </p:nvSpPr>
        <p:spPr>
          <a:xfrm>
            <a:off x="3059113" y="5549900"/>
            <a:ext cx="649287" cy="0"/>
          </a:xfrm>
          <a:prstGeom prst="line">
            <a:avLst/>
          </a:prstGeom>
          <a:ln w="76200" cap="flat" cmpd="sng">
            <a:solidFill>
              <a:srgbClr val="3399FF"/>
            </a:solidFill>
            <a:prstDash val="solid"/>
            <a:headEnd type="none" w="med" len="med"/>
            <a:tailEnd type="triangle" w="med" len="med"/>
          </a:ln>
        </p:spPr>
      </p:sp>
      <p:grpSp>
        <p:nvGrpSpPr>
          <p:cNvPr id="74766" name="Group 134"/>
          <p:cNvGrpSpPr/>
          <p:nvPr/>
        </p:nvGrpSpPr>
        <p:grpSpPr>
          <a:xfrm>
            <a:off x="8316913" y="6446838"/>
            <a:ext cx="792162" cy="366712"/>
            <a:chOff x="5193" y="4020"/>
            <a:chExt cx="499" cy="231"/>
          </a:xfrm>
        </p:grpSpPr>
        <p:pic>
          <p:nvPicPr>
            <p:cNvPr id="74773" name="Picture 135"/>
            <p:cNvPicPr>
              <a:picLocks noChangeAspect="1"/>
            </p:cNvPicPr>
            <p:nvPr/>
          </p:nvPicPr>
          <p:blipFill>
            <a:blip r:embed="rId6"/>
            <a:stretch>
              <a:fillRect/>
            </a:stretch>
          </p:blipFill>
          <p:spPr>
            <a:xfrm>
              <a:off x="5193" y="4066"/>
              <a:ext cx="499" cy="181"/>
            </a:xfrm>
            <a:prstGeom prst="rect">
              <a:avLst/>
            </a:prstGeom>
            <a:noFill/>
            <a:ln w="9525">
              <a:noFill/>
            </a:ln>
          </p:spPr>
        </p:pic>
        <p:sp>
          <p:nvSpPr>
            <p:cNvPr id="74774" name="Text Box 13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4767" name="Group 137"/>
          <p:cNvGrpSpPr/>
          <p:nvPr/>
        </p:nvGrpSpPr>
        <p:grpSpPr>
          <a:xfrm>
            <a:off x="7453313" y="6446838"/>
            <a:ext cx="792162" cy="366712"/>
            <a:chOff x="4649" y="4020"/>
            <a:chExt cx="499" cy="231"/>
          </a:xfrm>
        </p:grpSpPr>
        <p:pic>
          <p:nvPicPr>
            <p:cNvPr id="74771" name="Picture 138"/>
            <p:cNvPicPr>
              <a:picLocks noChangeAspect="1"/>
            </p:cNvPicPr>
            <p:nvPr/>
          </p:nvPicPr>
          <p:blipFill>
            <a:blip r:embed="rId6"/>
            <a:stretch>
              <a:fillRect/>
            </a:stretch>
          </p:blipFill>
          <p:spPr>
            <a:xfrm>
              <a:off x="4649" y="4066"/>
              <a:ext cx="499" cy="181"/>
            </a:xfrm>
            <a:prstGeom prst="rect">
              <a:avLst/>
            </a:prstGeom>
            <a:noFill/>
            <a:ln w="9525">
              <a:noFill/>
            </a:ln>
          </p:spPr>
        </p:pic>
        <p:sp>
          <p:nvSpPr>
            <p:cNvPr id="74772" name="Text Box 13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74768" name="Group 146"/>
          <p:cNvGrpSpPr/>
          <p:nvPr/>
        </p:nvGrpSpPr>
        <p:grpSpPr>
          <a:xfrm>
            <a:off x="6588125" y="6446838"/>
            <a:ext cx="792163" cy="366712"/>
            <a:chOff x="4649" y="4020"/>
            <a:chExt cx="499" cy="231"/>
          </a:xfrm>
        </p:grpSpPr>
        <p:pic>
          <p:nvPicPr>
            <p:cNvPr id="74769" name="Picture 147"/>
            <p:cNvPicPr>
              <a:picLocks noChangeAspect="1"/>
            </p:cNvPicPr>
            <p:nvPr/>
          </p:nvPicPr>
          <p:blipFill>
            <a:blip r:embed="rId6"/>
            <a:stretch>
              <a:fillRect/>
            </a:stretch>
          </p:blipFill>
          <p:spPr>
            <a:xfrm>
              <a:off x="4649" y="4066"/>
              <a:ext cx="499" cy="181"/>
            </a:xfrm>
            <a:prstGeom prst="rect">
              <a:avLst/>
            </a:prstGeom>
            <a:noFill/>
            <a:ln w="9525">
              <a:noFill/>
            </a:ln>
          </p:spPr>
        </p:pic>
        <p:sp>
          <p:nvSpPr>
            <p:cNvPr id="74770" name="Text Box 148">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54277"/>
                                        </p:tgtEl>
                                        <p:attrNameLst>
                                          <p:attrName>style.visibility</p:attrName>
                                        </p:attrNameLst>
                                      </p:cBhvr>
                                      <p:to>
                                        <p:strVal val="visible"/>
                                      </p:to>
                                    </p:set>
                                    <p:anim calcmode="lin" valueType="num">
                                      <p:cBhvr additive="base">
                                        <p:cTn id="7" dur="500" fill="hold"/>
                                        <p:tgtEl>
                                          <p:spTgt spid="54277"/>
                                        </p:tgtEl>
                                        <p:attrNameLst>
                                          <p:attrName>ppt_x</p:attrName>
                                        </p:attrNameLst>
                                      </p:cBhvr>
                                      <p:tavLst>
                                        <p:tav tm="0">
                                          <p:val>
                                            <p:strVal val="0-#ppt_w/2"/>
                                          </p:val>
                                        </p:tav>
                                        <p:tav tm="100000">
                                          <p:val>
                                            <p:strVal val="#ppt_x"/>
                                          </p:val>
                                        </p:tav>
                                      </p:tavLst>
                                    </p:anim>
                                    <p:anim calcmode="lin" valueType="num">
                                      <p:cBhvr additive="base">
                                        <p:cTn id="8" dur="500" fill="hold"/>
                                        <p:tgtEl>
                                          <p:spTgt spid="5427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54359"/>
                                        </p:tgtEl>
                                        <p:attrNameLst>
                                          <p:attrName>style.visibility</p:attrName>
                                        </p:attrNameLst>
                                      </p:cBhvr>
                                      <p:to>
                                        <p:strVal val="visible"/>
                                      </p:to>
                                    </p:set>
                                    <p:animEffect transition="in" filter="slide(fromBottom)">
                                      <p:cBhvr>
                                        <p:cTn id="13" dur="2000"/>
                                        <p:tgtEl>
                                          <p:spTgt spid="5435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4322"/>
                                        </p:tgtEl>
                                        <p:attrNameLst>
                                          <p:attrName>style.visibility</p:attrName>
                                        </p:attrNameLst>
                                      </p:cBhvr>
                                      <p:to>
                                        <p:strVal val="visible"/>
                                      </p:to>
                                    </p:set>
                                    <p:anim calcmode="lin" valueType="num">
                                      <p:cBhvr additive="base">
                                        <p:cTn id="18" dur="500" fill="hold"/>
                                        <p:tgtEl>
                                          <p:spTgt spid="54322"/>
                                        </p:tgtEl>
                                        <p:attrNameLst>
                                          <p:attrName>ppt_x</p:attrName>
                                        </p:attrNameLst>
                                      </p:cBhvr>
                                      <p:tavLst>
                                        <p:tav tm="0">
                                          <p:val>
                                            <p:strVal val="0-#ppt_w/2"/>
                                          </p:val>
                                        </p:tav>
                                        <p:tav tm="100000">
                                          <p:val>
                                            <p:strVal val="#ppt_x"/>
                                          </p:val>
                                        </p:tav>
                                      </p:tavLst>
                                    </p:anim>
                                    <p:anim calcmode="lin" valueType="num">
                                      <p:cBhvr additive="base">
                                        <p:cTn id="19" dur="500" fill="hold"/>
                                        <p:tgtEl>
                                          <p:spTgt spid="5432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4394"/>
                                        </p:tgtEl>
                                        <p:attrNameLst>
                                          <p:attrName>style.visibility</p:attrName>
                                        </p:attrNameLst>
                                      </p:cBhvr>
                                      <p:to>
                                        <p:strVal val="visible"/>
                                      </p:to>
                                    </p:set>
                                    <p:anim calcmode="lin" valueType="num">
                                      <p:cBhvr additive="base">
                                        <p:cTn id="24" dur="500" fill="hold"/>
                                        <p:tgtEl>
                                          <p:spTgt spid="54394"/>
                                        </p:tgtEl>
                                        <p:attrNameLst>
                                          <p:attrName>ppt_x</p:attrName>
                                        </p:attrNameLst>
                                      </p:cBhvr>
                                      <p:tavLst>
                                        <p:tav tm="0">
                                          <p:val>
                                            <p:strVal val="0-#ppt_w/2"/>
                                          </p:val>
                                        </p:tav>
                                        <p:tav tm="100000">
                                          <p:val>
                                            <p:strVal val="#ppt_x"/>
                                          </p:val>
                                        </p:tav>
                                      </p:tavLst>
                                    </p:anim>
                                    <p:anim calcmode="lin" valueType="num">
                                      <p:cBhvr additive="base">
                                        <p:cTn id="25" dur="500" fill="hold"/>
                                        <p:tgtEl>
                                          <p:spTgt spid="5439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nodeType="clickEffect">
                                  <p:stCondLst>
                                    <p:cond delay="0"/>
                                  </p:stCondLst>
                                  <p:childTnLst>
                                    <p:set>
                                      <p:cBhvr>
                                        <p:cTn id="29" dur="1" fill="hold">
                                          <p:stCondLst>
                                            <p:cond delay="0"/>
                                          </p:stCondLst>
                                        </p:cTn>
                                        <p:tgtEl>
                                          <p:spTgt spid="54396"/>
                                        </p:tgtEl>
                                        <p:attrNameLst>
                                          <p:attrName>style.visibility</p:attrName>
                                        </p:attrNameLst>
                                      </p:cBhvr>
                                      <p:to>
                                        <p:strVal val="visible"/>
                                      </p:to>
                                    </p:set>
                                    <p:animEffect transition="in" filter="slide(fromLeft)">
                                      <p:cBhvr>
                                        <p:cTn id="30" dur="500"/>
                                        <p:tgtEl>
                                          <p:spTgt spid="54396"/>
                                        </p:tgtEl>
                                      </p:cBhvr>
                                    </p:animEffect>
                                  </p:childTnLst>
                                </p:cTn>
                              </p:par>
                            </p:childTnLst>
                          </p:cTn>
                        </p:par>
                        <p:par>
                          <p:cTn id="31" fill="hold">
                            <p:stCondLst>
                              <p:cond delay="500"/>
                            </p:stCondLst>
                            <p:childTnLst>
                              <p:par>
                                <p:cTn id="32" presetID="22" presetClass="entr" presetSubtype="8" fill="hold" grpId="0" nodeType="afterEffect">
                                  <p:stCondLst>
                                    <p:cond delay="0"/>
                                  </p:stCondLst>
                                  <p:iterate type="lt">
                                    <p:tmPct val="100000"/>
                                  </p:iterate>
                                  <p:childTnLst>
                                    <p:set>
                                      <p:cBhvr>
                                        <p:cTn id="33" dur="1" fill="hold">
                                          <p:stCondLst>
                                            <p:cond delay="0"/>
                                          </p:stCondLst>
                                        </p:cTn>
                                        <p:tgtEl>
                                          <p:spTgt spid="54395"/>
                                        </p:tgtEl>
                                        <p:attrNameLst>
                                          <p:attrName>style.visibility</p:attrName>
                                        </p:attrNameLst>
                                      </p:cBhvr>
                                      <p:to>
                                        <p:strVal val="visible"/>
                                      </p:to>
                                    </p:set>
                                    <p:animEffect transition="in" filter="wipe(left)">
                                      <p:cBhvr>
                                        <p:cTn id="34" dur="100"/>
                                        <p:tgtEl>
                                          <p:spTgt spid="54395"/>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54393"/>
                                        </p:tgtEl>
                                        <p:attrNameLst>
                                          <p:attrName>style.visibility</p:attrName>
                                        </p:attrNameLst>
                                      </p:cBhvr>
                                      <p:to>
                                        <p:strVal val="visible"/>
                                      </p:to>
                                    </p:set>
                                    <p:anim calcmode="lin" valueType="num">
                                      <p:cBhvr additive="base">
                                        <p:cTn id="39" dur="500" fill="hold"/>
                                        <p:tgtEl>
                                          <p:spTgt spid="54393"/>
                                        </p:tgtEl>
                                        <p:attrNameLst>
                                          <p:attrName>ppt_x</p:attrName>
                                        </p:attrNameLst>
                                      </p:cBhvr>
                                      <p:tavLst>
                                        <p:tav tm="0">
                                          <p:val>
                                            <p:strVal val="0-#ppt_w/2"/>
                                          </p:val>
                                        </p:tav>
                                        <p:tav tm="100000">
                                          <p:val>
                                            <p:strVal val="#ppt_x"/>
                                          </p:val>
                                        </p:tav>
                                      </p:tavLst>
                                    </p:anim>
                                    <p:anim calcmode="lin" valueType="num">
                                      <p:cBhvr additive="base">
                                        <p:cTn id="40" dur="500" fill="hold"/>
                                        <p:tgtEl>
                                          <p:spTgt spid="5439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54397"/>
                                        </p:tgtEl>
                                        <p:attrNameLst>
                                          <p:attrName>style.visibility</p:attrName>
                                        </p:attrNameLst>
                                      </p:cBhvr>
                                      <p:to>
                                        <p:strVal val="visible"/>
                                      </p:to>
                                    </p:set>
                                    <p:animEffect transition="in" filter="slide(fromLeft)">
                                      <p:cBhvr>
                                        <p:cTn id="45" dur="500"/>
                                        <p:tgtEl>
                                          <p:spTgt spid="54397"/>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54320"/>
                                        </p:tgtEl>
                                        <p:attrNameLst>
                                          <p:attrName>style.visibility</p:attrName>
                                        </p:attrNameLst>
                                      </p:cBhvr>
                                      <p:to>
                                        <p:strVal val="visible"/>
                                      </p:to>
                                    </p:set>
                                    <p:animEffect transition="in" filter="wipe(left)">
                                      <p:cBhvr>
                                        <p:cTn id="49" dur="2000"/>
                                        <p:tgtEl>
                                          <p:spTgt spid="54320"/>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54398"/>
                                        </p:tgtEl>
                                        <p:attrNameLst>
                                          <p:attrName>style.visibility</p:attrName>
                                        </p:attrNameLst>
                                      </p:cBhvr>
                                      <p:to>
                                        <p:strVal val="visible"/>
                                      </p:to>
                                    </p:set>
                                    <p:anim calcmode="lin" valueType="num">
                                      <p:cBhvr additive="base">
                                        <p:cTn id="54" dur="500" fill="hold"/>
                                        <p:tgtEl>
                                          <p:spTgt spid="54398"/>
                                        </p:tgtEl>
                                        <p:attrNameLst>
                                          <p:attrName>ppt_x</p:attrName>
                                        </p:attrNameLst>
                                      </p:cBhvr>
                                      <p:tavLst>
                                        <p:tav tm="0">
                                          <p:val>
                                            <p:strVal val="0-#ppt_w/2"/>
                                          </p:val>
                                        </p:tav>
                                        <p:tav tm="100000">
                                          <p:val>
                                            <p:strVal val="#ppt_x"/>
                                          </p:val>
                                        </p:tav>
                                      </p:tavLst>
                                    </p:anim>
                                    <p:anim calcmode="lin" valueType="num">
                                      <p:cBhvr additive="base">
                                        <p:cTn id="55" dur="500" fill="hold"/>
                                        <p:tgtEl>
                                          <p:spTgt spid="54398"/>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2" presetClass="entr" presetSubtype="8" fill="hold" nodeType="clickEffect">
                                  <p:stCondLst>
                                    <p:cond delay="0"/>
                                  </p:stCondLst>
                                  <p:childTnLst>
                                    <p:set>
                                      <p:cBhvr>
                                        <p:cTn id="59" dur="1" fill="hold">
                                          <p:stCondLst>
                                            <p:cond delay="0"/>
                                          </p:stCondLst>
                                        </p:cTn>
                                        <p:tgtEl>
                                          <p:spTgt spid="54400"/>
                                        </p:tgtEl>
                                        <p:attrNameLst>
                                          <p:attrName>style.visibility</p:attrName>
                                        </p:attrNameLst>
                                      </p:cBhvr>
                                      <p:to>
                                        <p:strVal val="visible"/>
                                      </p:to>
                                    </p:set>
                                    <p:animEffect transition="in" filter="slide(fromLeft)">
                                      <p:cBhvr>
                                        <p:cTn id="60" dur="500"/>
                                        <p:tgtEl>
                                          <p:spTgt spid="54400"/>
                                        </p:tgtEl>
                                      </p:cBhvr>
                                    </p:animEffect>
                                  </p:childTnLst>
                                </p:cTn>
                              </p:par>
                            </p:childTnLst>
                          </p:cTn>
                        </p:par>
                        <p:par>
                          <p:cTn id="61" fill="hold">
                            <p:stCondLst>
                              <p:cond delay="500"/>
                            </p:stCondLst>
                            <p:childTnLst>
                              <p:par>
                                <p:cTn id="62" presetID="22" presetClass="entr" presetSubtype="1" fill="hold" nodeType="afterEffect">
                                  <p:stCondLst>
                                    <p:cond delay="0"/>
                                  </p:stCondLst>
                                  <p:childTnLst>
                                    <p:set>
                                      <p:cBhvr>
                                        <p:cTn id="63" dur="1" fill="hold">
                                          <p:stCondLst>
                                            <p:cond delay="0"/>
                                          </p:stCondLst>
                                        </p:cTn>
                                        <p:tgtEl>
                                          <p:spTgt spid="54399"/>
                                        </p:tgtEl>
                                        <p:attrNameLst>
                                          <p:attrName>style.visibility</p:attrName>
                                        </p:attrNameLst>
                                      </p:cBhvr>
                                      <p:to>
                                        <p:strVal val="visible"/>
                                      </p:to>
                                    </p:set>
                                    <p:animEffect transition="in" filter="wipe(up)">
                                      <p:cBhvr>
                                        <p:cTn id="64" dur="2000"/>
                                        <p:tgtEl>
                                          <p:spTgt spid="54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P spid="54322" grpId="0"/>
      <p:bldP spid="54359" grpId="0"/>
      <p:bldP spid="54393" grpId="0"/>
      <p:bldP spid="54394" grpId="0"/>
      <p:bldP spid="54395" grpId="0"/>
      <p:bldP spid="5439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18" name="Text Box 14"/>
          <p:cNvSpPr txBox="1"/>
          <p:nvPr/>
        </p:nvSpPr>
        <p:spPr>
          <a:xfrm>
            <a:off x="755650" y="549275"/>
            <a:ext cx="8064500" cy="2143125"/>
          </a:xfrm>
          <a:prstGeom prst="rect">
            <a:avLst/>
          </a:prstGeom>
          <a:noFill/>
          <a:ln w="9525">
            <a:noFill/>
          </a:ln>
        </p:spPr>
        <p:txBody>
          <a:bodyPr>
            <a:spAutoFit/>
          </a:bodyPr>
          <a:lstStyle/>
          <a:p>
            <a:pPr eaLnBrk="1" hangingPunct="1">
              <a:lnSpc>
                <a:spcPct val="120000"/>
              </a:lnSpc>
              <a:spcBef>
                <a:spcPct val="50000"/>
              </a:spcBef>
            </a:pPr>
            <a:r>
              <a:rPr lang="en-US" altLang="zh-CN" b="1" dirty="0">
                <a:latin typeface="楷体_GB2312" pitchFamily="49" charset="-122"/>
              </a:rPr>
              <a:t>         </a:t>
            </a:r>
            <a:r>
              <a:rPr lang="zh-CN" altLang="en-US" b="1" dirty="0">
                <a:latin typeface="楷体_GB2312" pitchFamily="49" charset="-122"/>
              </a:rPr>
              <a:t>以上三个条件在工程实际中不可能满足，但在一些实际工程概算中，在误差允许的范围内，把实际变压器当作理想变压器对待，可使计算过程简化。</a:t>
            </a:r>
          </a:p>
        </p:txBody>
      </p:sp>
      <p:grpSp>
        <p:nvGrpSpPr>
          <p:cNvPr id="75779" name="Group 15"/>
          <p:cNvGrpSpPr/>
          <p:nvPr/>
        </p:nvGrpSpPr>
        <p:grpSpPr>
          <a:xfrm>
            <a:off x="8316913" y="6446838"/>
            <a:ext cx="792162" cy="366712"/>
            <a:chOff x="5193" y="4020"/>
            <a:chExt cx="499" cy="231"/>
          </a:xfrm>
        </p:grpSpPr>
        <p:pic>
          <p:nvPicPr>
            <p:cNvPr id="75829" name="Picture 16"/>
            <p:cNvPicPr>
              <a:picLocks noChangeAspect="1"/>
            </p:cNvPicPr>
            <p:nvPr/>
          </p:nvPicPr>
          <p:blipFill>
            <a:blip r:embed="rId2"/>
            <a:stretch>
              <a:fillRect/>
            </a:stretch>
          </p:blipFill>
          <p:spPr>
            <a:xfrm>
              <a:off x="5193" y="4066"/>
              <a:ext cx="499" cy="181"/>
            </a:xfrm>
            <a:prstGeom prst="rect">
              <a:avLst/>
            </a:prstGeom>
            <a:noFill/>
            <a:ln w="9525">
              <a:noFill/>
            </a:ln>
          </p:spPr>
        </p:pic>
        <p:sp>
          <p:nvSpPr>
            <p:cNvPr id="75830" name="Text Box 17">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5780" name="Group 18"/>
          <p:cNvGrpSpPr/>
          <p:nvPr/>
        </p:nvGrpSpPr>
        <p:grpSpPr>
          <a:xfrm>
            <a:off x="7453313" y="6446838"/>
            <a:ext cx="792162" cy="366712"/>
            <a:chOff x="4649" y="4020"/>
            <a:chExt cx="499" cy="231"/>
          </a:xfrm>
        </p:grpSpPr>
        <p:pic>
          <p:nvPicPr>
            <p:cNvPr id="75827" name="Picture 19"/>
            <p:cNvPicPr>
              <a:picLocks noChangeAspect="1"/>
            </p:cNvPicPr>
            <p:nvPr/>
          </p:nvPicPr>
          <p:blipFill>
            <a:blip r:embed="rId2"/>
            <a:stretch>
              <a:fillRect/>
            </a:stretch>
          </p:blipFill>
          <p:spPr>
            <a:xfrm>
              <a:off x="4649" y="4066"/>
              <a:ext cx="499" cy="181"/>
            </a:xfrm>
            <a:prstGeom prst="rect">
              <a:avLst/>
            </a:prstGeom>
            <a:noFill/>
            <a:ln w="9525">
              <a:noFill/>
            </a:ln>
          </p:spPr>
        </p:pic>
        <p:sp>
          <p:nvSpPr>
            <p:cNvPr id="75828" name="Text Box 20">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98325" name="Group 21"/>
          <p:cNvGrpSpPr/>
          <p:nvPr/>
        </p:nvGrpSpPr>
        <p:grpSpPr>
          <a:xfrm>
            <a:off x="684213" y="476250"/>
            <a:ext cx="1949450" cy="850900"/>
            <a:chOff x="385" y="3022"/>
            <a:chExt cx="1228" cy="536"/>
          </a:xfrm>
        </p:grpSpPr>
        <p:pic>
          <p:nvPicPr>
            <p:cNvPr id="75825" name="Picture 22"/>
            <p:cNvPicPr>
              <a:picLocks noChangeAspect="1"/>
            </p:cNvPicPr>
            <p:nvPr/>
          </p:nvPicPr>
          <p:blipFill>
            <a:blip r:embed="rId3"/>
            <a:stretch>
              <a:fillRect/>
            </a:stretch>
          </p:blipFill>
          <p:spPr>
            <a:xfrm>
              <a:off x="385" y="3022"/>
              <a:ext cx="590" cy="536"/>
            </a:xfrm>
            <a:prstGeom prst="rect">
              <a:avLst/>
            </a:prstGeom>
            <a:noFill/>
            <a:ln w="9525">
              <a:noFill/>
            </a:ln>
          </p:spPr>
        </p:pic>
        <p:sp>
          <p:nvSpPr>
            <p:cNvPr id="75826" name="Text Box 23"/>
            <p:cNvSpPr txBox="1"/>
            <p:nvPr/>
          </p:nvSpPr>
          <p:spPr>
            <a:xfrm>
              <a:off x="793" y="3116"/>
              <a:ext cx="820"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sp>
        <p:nvSpPr>
          <p:cNvPr id="98328" name="Text Box 24"/>
          <p:cNvSpPr txBox="1"/>
          <p:nvPr/>
        </p:nvSpPr>
        <p:spPr>
          <a:xfrm>
            <a:off x="468313" y="2781300"/>
            <a:ext cx="4751387" cy="579438"/>
          </a:xfrm>
          <a:prstGeom prst="rect">
            <a:avLst/>
          </a:prstGeom>
          <a:noFill/>
          <a:ln w="19050">
            <a:noFill/>
          </a:ln>
        </p:spPr>
        <p:txBody>
          <a:bodyPr>
            <a:spAutoFit/>
          </a:bodyPr>
          <a:lstStyle/>
          <a:p>
            <a:pPr eaLnBrk="1" hangingPunct="1">
              <a:spcBef>
                <a:spcPct val="50000"/>
              </a:spcBef>
            </a:pPr>
            <a:r>
              <a:rPr lang="en-US" altLang="zh-CN" sz="3200" b="1" dirty="0">
                <a:solidFill>
                  <a:schemeClr val="bg1"/>
                </a:solidFill>
                <a:latin typeface="楷体_GB2312" pitchFamily="49" charset="-122"/>
              </a:rPr>
              <a:t>2.</a:t>
            </a:r>
            <a:r>
              <a:rPr lang="zh-CN" altLang="en-US" sz="3200" b="1" dirty="0">
                <a:solidFill>
                  <a:schemeClr val="bg1"/>
                </a:solidFill>
                <a:latin typeface="楷体_GB2312" pitchFamily="49" charset="-122"/>
              </a:rPr>
              <a:t>理想变压器的主要性能</a:t>
            </a:r>
          </a:p>
        </p:txBody>
      </p:sp>
      <p:sp>
        <p:nvSpPr>
          <p:cNvPr id="98362" name="Text Box 58"/>
          <p:cNvSpPr txBox="1"/>
          <p:nvPr/>
        </p:nvSpPr>
        <p:spPr>
          <a:xfrm>
            <a:off x="684213" y="3500438"/>
            <a:ext cx="2520950" cy="519112"/>
          </a:xfrm>
          <a:prstGeom prst="rect">
            <a:avLst/>
          </a:prstGeom>
          <a:noFill/>
          <a:ln w="9525">
            <a:noFill/>
          </a:ln>
        </p:spPr>
        <p:txBody>
          <a:bodyPr>
            <a:spAutoFit/>
          </a:bodyPr>
          <a:lstStyle/>
          <a:p>
            <a:pPr marL="342900" indent="-342900" eaLnBrk="1" hangingPunct="1">
              <a:spcBef>
                <a:spcPct val="50000"/>
              </a:spcBef>
              <a:buAutoNum type="circleNumDbPlain"/>
            </a:pPr>
            <a:r>
              <a:rPr lang="zh-CN" altLang="en-US" b="1" dirty="0">
                <a:solidFill>
                  <a:srgbClr val="FF9900"/>
                </a:solidFill>
                <a:latin typeface="Arial" panose="020B0604020202020204" pitchFamily="34" charset="0"/>
              </a:rPr>
              <a:t>变压关系</a:t>
            </a:r>
          </a:p>
        </p:txBody>
      </p:sp>
      <p:graphicFrame>
        <p:nvGraphicFramePr>
          <p:cNvPr id="98363" name="Object 59"/>
          <p:cNvGraphicFramePr>
            <a:graphicFrameLocks noChangeAspect="1"/>
          </p:cNvGraphicFramePr>
          <p:nvPr/>
        </p:nvGraphicFramePr>
        <p:xfrm>
          <a:off x="2411413" y="4292600"/>
          <a:ext cx="3960812" cy="555625"/>
        </p:xfrm>
        <a:graphic>
          <a:graphicData uri="http://schemas.openxmlformats.org/presentationml/2006/ole">
            <mc:AlternateContent xmlns:mc="http://schemas.openxmlformats.org/markup-compatibility/2006">
              <mc:Choice xmlns:v="urn:schemas-microsoft-com:vml" Requires="v">
                <p:oleObj r:id="rId4" imgW="1657985" imgH="238125" progId="Equation.3">
                  <p:embed/>
                </p:oleObj>
              </mc:Choice>
              <mc:Fallback>
                <p:oleObj r:id="rId4" imgW="1657985" imgH="238125" progId="Equation.3">
                  <p:embed/>
                  <p:pic>
                    <p:nvPicPr>
                      <p:cNvPr id="0" name="图片 3326"/>
                      <p:cNvPicPr/>
                      <p:nvPr/>
                    </p:nvPicPr>
                    <p:blipFill>
                      <a:blip r:embed="rId5">
                        <a:clrChange>
                          <a:clrFrom>
                            <a:srgbClr val="000000"/>
                          </a:clrFrom>
                          <a:clrTo>
                            <a:srgbClr val="FFFFFF"/>
                          </a:clrTo>
                        </a:clrChange>
                      </a:blip>
                      <a:stretch>
                        <a:fillRect/>
                      </a:stretch>
                    </p:blipFill>
                    <p:spPr>
                      <a:xfrm>
                        <a:off x="2411413" y="4292600"/>
                        <a:ext cx="3960812" cy="555625"/>
                      </a:xfrm>
                      <a:prstGeom prst="rect">
                        <a:avLst/>
                      </a:prstGeom>
                      <a:noFill/>
                      <a:ln w="38100">
                        <a:noFill/>
                        <a:miter/>
                      </a:ln>
                    </p:spPr>
                  </p:pic>
                </p:oleObj>
              </mc:Fallback>
            </mc:AlternateContent>
          </a:graphicData>
        </a:graphic>
      </p:graphicFrame>
      <p:graphicFrame>
        <p:nvGraphicFramePr>
          <p:cNvPr id="98364" name="Object 60"/>
          <p:cNvGraphicFramePr>
            <a:graphicFrameLocks noChangeAspect="1"/>
          </p:cNvGraphicFramePr>
          <p:nvPr/>
        </p:nvGraphicFramePr>
        <p:xfrm>
          <a:off x="755650" y="4292600"/>
          <a:ext cx="792163" cy="473075"/>
        </p:xfrm>
        <a:graphic>
          <a:graphicData uri="http://schemas.openxmlformats.org/presentationml/2006/ole">
            <mc:AlternateContent xmlns:mc="http://schemas.openxmlformats.org/markup-compatibility/2006">
              <mc:Choice xmlns:v="urn:schemas-microsoft-com:vml" Requires="v">
                <p:oleObj r:id="rId6" imgW="356870" imgH="186055" progId="Equation.3">
                  <p:embed/>
                </p:oleObj>
              </mc:Choice>
              <mc:Fallback>
                <p:oleObj r:id="rId6" imgW="356870" imgH="186055" progId="Equation.3">
                  <p:embed/>
                  <p:pic>
                    <p:nvPicPr>
                      <p:cNvPr id="0" name="图片 3325"/>
                      <p:cNvPicPr/>
                      <p:nvPr/>
                    </p:nvPicPr>
                    <p:blipFill>
                      <a:blip r:embed="rId7">
                        <a:clrChange>
                          <a:clrFrom>
                            <a:srgbClr val="000000"/>
                          </a:clrFrom>
                          <a:clrTo>
                            <a:srgbClr val="FFFFFF"/>
                          </a:clrTo>
                        </a:clrChange>
                      </a:blip>
                      <a:stretch>
                        <a:fillRect/>
                      </a:stretch>
                    </p:blipFill>
                    <p:spPr>
                      <a:xfrm>
                        <a:off x="755650" y="4292600"/>
                        <a:ext cx="792163" cy="473075"/>
                      </a:xfrm>
                      <a:prstGeom prst="rect">
                        <a:avLst/>
                      </a:prstGeom>
                      <a:noFill/>
                      <a:ln w="38100">
                        <a:noFill/>
                        <a:miter/>
                      </a:ln>
                    </p:spPr>
                  </p:pic>
                </p:oleObj>
              </mc:Fallback>
            </mc:AlternateContent>
          </a:graphicData>
        </a:graphic>
      </p:graphicFrame>
      <p:sp>
        <p:nvSpPr>
          <p:cNvPr id="98365" name="Line 61"/>
          <p:cNvSpPr/>
          <p:nvPr/>
        </p:nvSpPr>
        <p:spPr>
          <a:xfrm>
            <a:off x="1763713" y="4508500"/>
            <a:ext cx="577850" cy="0"/>
          </a:xfrm>
          <a:prstGeom prst="line">
            <a:avLst/>
          </a:prstGeom>
          <a:ln w="76200" cap="flat" cmpd="sng">
            <a:solidFill>
              <a:srgbClr val="3399FF"/>
            </a:solidFill>
            <a:prstDash val="solid"/>
            <a:headEnd type="none" w="med" len="med"/>
            <a:tailEnd type="triangle" w="med" len="med"/>
          </a:ln>
        </p:spPr>
      </p:sp>
      <p:graphicFrame>
        <p:nvGraphicFramePr>
          <p:cNvPr id="98366" name="Object 62"/>
          <p:cNvGraphicFramePr>
            <a:graphicFrameLocks noChangeAspect="1"/>
          </p:cNvGraphicFramePr>
          <p:nvPr/>
        </p:nvGraphicFramePr>
        <p:xfrm>
          <a:off x="773113" y="4941888"/>
          <a:ext cx="2771775" cy="965200"/>
        </p:xfrm>
        <a:graphic>
          <a:graphicData uri="http://schemas.openxmlformats.org/presentationml/2006/ole">
            <mc:AlternateContent xmlns:mc="http://schemas.openxmlformats.org/markup-compatibility/2006">
              <mc:Choice xmlns:v="urn:schemas-microsoft-com:vml" Requires="v">
                <p:oleObj r:id="rId8" imgW="1278890" imgH="445770" progId="Equation.3">
                  <p:embed/>
                </p:oleObj>
              </mc:Choice>
              <mc:Fallback>
                <p:oleObj r:id="rId8" imgW="1278890" imgH="445770" progId="Equation.3">
                  <p:embed/>
                  <p:pic>
                    <p:nvPicPr>
                      <p:cNvPr id="0" name="图片 3327"/>
                      <p:cNvPicPr/>
                      <p:nvPr/>
                    </p:nvPicPr>
                    <p:blipFill>
                      <a:blip r:embed="rId9">
                        <a:clrChange>
                          <a:clrFrom>
                            <a:srgbClr val="000000"/>
                          </a:clrFrom>
                          <a:clrTo>
                            <a:srgbClr val="FFFFFF"/>
                          </a:clrTo>
                        </a:clrChange>
                      </a:blip>
                      <a:stretch>
                        <a:fillRect/>
                      </a:stretch>
                    </p:blipFill>
                    <p:spPr>
                      <a:xfrm>
                        <a:off x="773113" y="4941888"/>
                        <a:ext cx="2771775" cy="965200"/>
                      </a:xfrm>
                      <a:prstGeom prst="rect">
                        <a:avLst/>
                      </a:prstGeom>
                      <a:noFill/>
                      <a:ln w="38100">
                        <a:noFill/>
                        <a:miter/>
                      </a:ln>
                    </p:spPr>
                  </p:pic>
                </p:oleObj>
              </mc:Fallback>
            </mc:AlternateContent>
          </a:graphicData>
        </a:graphic>
      </p:graphicFrame>
      <p:graphicFrame>
        <p:nvGraphicFramePr>
          <p:cNvPr id="98367" name="Object 63"/>
          <p:cNvGraphicFramePr>
            <a:graphicFrameLocks noChangeAspect="1"/>
          </p:cNvGraphicFramePr>
          <p:nvPr/>
        </p:nvGraphicFramePr>
        <p:xfrm>
          <a:off x="3995738" y="4941888"/>
          <a:ext cx="3068637" cy="1030287"/>
        </p:xfrm>
        <a:graphic>
          <a:graphicData uri="http://schemas.openxmlformats.org/presentationml/2006/ole">
            <mc:AlternateContent xmlns:mc="http://schemas.openxmlformats.org/markup-compatibility/2006">
              <mc:Choice xmlns:v="urn:schemas-microsoft-com:vml" Requires="v">
                <p:oleObj r:id="rId10" imgW="1323340" imgH="445770" progId="Equation.3">
                  <p:embed/>
                </p:oleObj>
              </mc:Choice>
              <mc:Fallback>
                <p:oleObj r:id="rId10" imgW="1323340" imgH="445770" progId="Equation.3">
                  <p:embed/>
                  <p:pic>
                    <p:nvPicPr>
                      <p:cNvPr id="0" name="图片 3324"/>
                      <p:cNvPicPr/>
                      <p:nvPr/>
                    </p:nvPicPr>
                    <p:blipFill>
                      <a:blip r:embed="rId11">
                        <a:clrChange>
                          <a:clrFrom>
                            <a:srgbClr val="000000"/>
                          </a:clrFrom>
                          <a:clrTo>
                            <a:srgbClr val="FFFFFF"/>
                          </a:clrTo>
                        </a:clrChange>
                      </a:blip>
                      <a:stretch>
                        <a:fillRect/>
                      </a:stretch>
                    </p:blipFill>
                    <p:spPr>
                      <a:xfrm>
                        <a:off x="3995738" y="4941888"/>
                        <a:ext cx="3068637" cy="1030287"/>
                      </a:xfrm>
                      <a:prstGeom prst="rect">
                        <a:avLst/>
                      </a:prstGeom>
                      <a:noFill/>
                      <a:ln w="38100">
                        <a:noFill/>
                        <a:miter/>
                      </a:ln>
                    </p:spPr>
                  </p:pic>
                </p:oleObj>
              </mc:Fallback>
            </mc:AlternateContent>
          </a:graphicData>
        </a:graphic>
      </p:graphicFrame>
      <p:grpSp>
        <p:nvGrpSpPr>
          <p:cNvPr id="75789" name="Group 67"/>
          <p:cNvGrpSpPr/>
          <p:nvPr/>
        </p:nvGrpSpPr>
        <p:grpSpPr>
          <a:xfrm>
            <a:off x="6588125" y="6446838"/>
            <a:ext cx="792163" cy="366712"/>
            <a:chOff x="4649" y="4020"/>
            <a:chExt cx="499" cy="231"/>
          </a:xfrm>
        </p:grpSpPr>
        <p:pic>
          <p:nvPicPr>
            <p:cNvPr id="75823" name="Picture 68"/>
            <p:cNvPicPr>
              <a:picLocks noChangeAspect="1"/>
            </p:cNvPicPr>
            <p:nvPr/>
          </p:nvPicPr>
          <p:blipFill>
            <a:blip r:embed="rId2"/>
            <a:stretch>
              <a:fillRect/>
            </a:stretch>
          </p:blipFill>
          <p:spPr>
            <a:xfrm>
              <a:off x="4649" y="4066"/>
              <a:ext cx="499" cy="181"/>
            </a:xfrm>
            <a:prstGeom prst="rect">
              <a:avLst/>
            </a:prstGeom>
            <a:noFill/>
            <a:ln w="9525">
              <a:noFill/>
            </a:ln>
          </p:spPr>
        </p:pic>
        <p:sp>
          <p:nvSpPr>
            <p:cNvPr id="75824" name="Text Box 69">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98406" name="Group 102"/>
          <p:cNvGrpSpPr/>
          <p:nvPr/>
        </p:nvGrpSpPr>
        <p:grpSpPr>
          <a:xfrm>
            <a:off x="5381625" y="2465388"/>
            <a:ext cx="3438525" cy="1698625"/>
            <a:chOff x="3390" y="1553"/>
            <a:chExt cx="2166" cy="1070"/>
          </a:xfrm>
        </p:grpSpPr>
        <p:grpSp>
          <p:nvGrpSpPr>
            <p:cNvPr id="75791" name="Group 70"/>
            <p:cNvGrpSpPr/>
            <p:nvPr/>
          </p:nvGrpSpPr>
          <p:grpSpPr>
            <a:xfrm>
              <a:off x="3390" y="1553"/>
              <a:ext cx="2166" cy="1015"/>
              <a:chOff x="563" y="1725"/>
              <a:chExt cx="2166" cy="1015"/>
            </a:xfrm>
          </p:grpSpPr>
          <p:sp>
            <p:nvSpPr>
              <p:cNvPr id="75794" name="Rectangle 71"/>
              <p:cNvSpPr/>
              <p:nvPr/>
            </p:nvSpPr>
            <p:spPr>
              <a:xfrm>
                <a:off x="1211" y="1807"/>
                <a:ext cx="876" cy="933"/>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5795" name="Rectangle 72"/>
              <p:cNvSpPr/>
              <p:nvPr/>
            </p:nvSpPr>
            <p:spPr>
              <a:xfrm>
                <a:off x="1390" y="1973"/>
                <a:ext cx="482" cy="589"/>
              </a:xfrm>
              <a:prstGeom prst="rect">
                <a:avLst/>
              </a:prstGeom>
              <a:noFill/>
              <a:ln w="28575" cap="flat" cmpd="sng">
                <a:solidFill>
                  <a:srgbClr val="FF9900"/>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5796" name="AutoShape 73"/>
              <p:cNvSpPr/>
              <p:nvPr/>
            </p:nvSpPr>
            <p:spPr>
              <a:xfrm>
                <a:off x="1283" y="1894"/>
                <a:ext cx="696" cy="742"/>
              </a:xfrm>
              <a:prstGeom prst="roundRect">
                <a:avLst>
                  <a:gd name="adj" fmla="val 16667"/>
                </a:avLst>
              </a:prstGeom>
              <a:noFill/>
              <a:ln w="28575" cap="flat" cmpd="sng">
                <a:solidFill>
                  <a:srgbClr val="FF3300"/>
                </a:solidFill>
                <a:prstDash val="dash"/>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5797" name="Line 74"/>
              <p:cNvSpPr/>
              <p:nvPr/>
            </p:nvSpPr>
            <p:spPr>
              <a:xfrm>
                <a:off x="1979" y="2249"/>
                <a:ext cx="0" cy="63"/>
              </a:xfrm>
              <a:prstGeom prst="line">
                <a:avLst/>
              </a:prstGeom>
              <a:ln w="28575" cap="flat" cmpd="sng">
                <a:solidFill>
                  <a:srgbClr val="FFCC00"/>
                </a:solidFill>
                <a:prstDash val="solid"/>
                <a:headEnd type="none" w="med" len="med"/>
                <a:tailEnd type="stealth" w="sm" len="med"/>
              </a:ln>
            </p:spPr>
          </p:sp>
          <p:sp>
            <p:nvSpPr>
              <p:cNvPr id="75798" name="Text Box 75"/>
              <p:cNvSpPr txBox="1"/>
              <p:nvPr/>
            </p:nvSpPr>
            <p:spPr>
              <a:xfrm>
                <a:off x="1444" y="1725"/>
                <a:ext cx="375" cy="326"/>
              </a:xfrm>
              <a:prstGeom prst="rect">
                <a:avLst/>
              </a:prstGeom>
              <a:noFill/>
              <a:ln w="28575">
                <a:noFill/>
              </a:ln>
            </p:spPr>
            <p:txBody>
              <a:bodyPr/>
              <a:lstStyle/>
              <a:p>
                <a:pPr algn="just" eaLnBrk="1" hangingPunct="1"/>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5799" name="Text Box 76"/>
              <p:cNvSpPr txBox="1"/>
              <p:nvPr/>
            </p:nvSpPr>
            <p:spPr>
              <a:xfrm>
                <a:off x="908" y="1752"/>
                <a:ext cx="339" cy="326"/>
              </a:xfrm>
              <a:prstGeom prst="rect">
                <a:avLst/>
              </a:prstGeom>
              <a:noFill/>
              <a:ln w="28575">
                <a:noFill/>
              </a:ln>
            </p:spPr>
            <p:txBody>
              <a:bodyPr/>
              <a:lstStyle/>
              <a:p>
                <a:pPr algn="just" eaLnBrk="1" hangingPunct="1"/>
                <a:r>
                  <a:rPr lang="en-US" altLang="zh-CN" i="1" dirty="0">
                    <a:solidFill>
                      <a:schemeClr val="bg1"/>
                    </a:solidFill>
                    <a:latin typeface="Times New Roman" panose="02020603050405020304" pitchFamily="18" charset="0"/>
                    <a:ea typeface="宋体" panose="02010600030101010101" pitchFamily="2" charset="-122"/>
                  </a:rPr>
                  <a:t>i</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75800" name="Group 77"/>
              <p:cNvGrpSpPr/>
              <p:nvPr/>
            </p:nvGrpSpPr>
            <p:grpSpPr>
              <a:xfrm flipH="1">
                <a:off x="1819" y="2051"/>
                <a:ext cx="589" cy="439"/>
                <a:chOff x="862" y="2612"/>
                <a:chExt cx="423" cy="450"/>
              </a:xfrm>
            </p:grpSpPr>
            <p:sp>
              <p:nvSpPr>
                <p:cNvPr id="75815" name="Freeform 78"/>
                <p:cNvSpPr/>
                <p:nvPr/>
              </p:nvSpPr>
              <p:spPr>
                <a:xfrm>
                  <a:off x="892" y="2626"/>
                  <a:ext cx="348" cy="1"/>
                </a:xfrm>
                <a:custGeom>
                  <a:avLst/>
                  <a:gdLst/>
                  <a:ahLst/>
                  <a:cxnLst>
                    <a:cxn ang="0">
                      <a:pos x="0" y="0"/>
                    </a:cxn>
                    <a:cxn ang="0">
                      <a:pos x="348" y="0"/>
                    </a:cxn>
                  </a:cxnLst>
                  <a:rect l="0" t="0" r="0" b="0"/>
                  <a:pathLst>
                    <a:path w="739" h="1">
                      <a:moveTo>
                        <a:pt x="0" y="0"/>
                      </a:moveTo>
                      <a:lnTo>
                        <a:pt x="739"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16" name="Line 79"/>
                <p:cNvSpPr/>
                <p:nvPr/>
              </p:nvSpPr>
              <p:spPr>
                <a:xfrm>
                  <a:off x="888" y="3036"/>
                  <a:ext cx="204" cy="3"/>
                </a:xfrm>
                <a:prstGeom prst="line">
                  <a:avLst/>
                </a:prstGeom>
                <a:ln w="28575" cap="flat" cmpd="sng">
                  <a:solidFill>
                    <a:srgbClr val="00FFFF"/>
                  </a:solidFill>
                  <a:prstDash val="solid"/>
                  <a:headEnd type="none" w="med" len="med"/>
                  <a:tailEnd type="none" w="med" len="med"/>
                </a:ln>
              </p:spPr>
            </p:sp>
            <p:sp>
              <p:nvSpPr>
                <p:cNvPr id="75817" name="Freeform 80"/>
                <p:cNvSpPr/>
                <p:nvPr/>
              </p:nvSpPr>
              <p:spPr>
                <a:xfrm>
                  <a:off x="1239" y="2624"/>
                  <a:ext cx="45" cy="36"/>
                </a:xfrm>
                <a:custGeom>
                  <a:avLst/>
                  <a:gdLst/>
                  <a:ahLst/>
                  <a:cxnLst>
                    <a:cxn ang="0">
                      <a:pos x="0" y="0"/>
                    </a:cxn>
                    <a:cxn ang="0">
                      <a:pos x="43" y="11"/>
                    </a:cxn>
                    <a:cxn ang="0">
                      <a:pos x="14" y="36"/>
                    </a:cxn>
                  </a:cxnLst>
                  <a:rect l="0" t="0" r="0" b="0"/>
                  <a:pathLst>
                    <a:path w="95" h="60">
                      <a:moveTo>
                        <a:pt x="0" y="0"/>
                      </a:moveTo>
                      <a:cubicBezTo>
                        <a:pt x="15" y="3"/>
                        <a:pt x="85" y="8"/>
                        <a:pt x="90" y="18"/>
                      </a:cubicBezTo>
                      <a:cubicBezTo>
                        <a:pt x="95" y="28"/>
                        <a:pt x="42" y="51"/>
                        <a:pt x="30" y="60"/>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18" name="Freeform 81"/>
                <p:cNvSpPr/>
                <p:nvPr/>
              </p:nvSpPr>
              <p:spPr>
                <a:xfrm>
                  <a:off x="1061" y="2697"/>
                  <a:ext cx="223" cy="75"/>
                </a:xfrm>
                <a:custGeom>
                  <a:avLst/>
                  <a:gdLst/>
                  <a:ahLst/>
                  <a:cxnLst>
                    <a:cxn ang="0">
                      <a:pos x="29" y="0"/>
                    </a:cxn>
                    <a:cxn ang="0">
                      <a:pos x="1" y="8"/>
                    </a:cxn>
                    <a:cxn ang="0">
                      <a:pos x="34" y="34"/>
                    </a:cxn>
                    <a:cxn ang="0">
                      <a:pos x="196" y="49"/>
                    </a:cxn>
                    <a:cxn ang="0">
                      <a:pos x="199" y="75"/>
                    </a:cxn>
                  </a:cxnLst>
                  <a:rect l="0" t="0" r="0" b="0"/>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19" name="Freeform 82"/>
                <p:cNvSpPr/>
                <p:nvPr/>
              </p:nvSpPr>
              <p:spPr>
                <a:xfrm>
                  <a:off x="1061" y="2801"/>
                  <a:ext cx="223" cy="75"/>
                </a:xfrm>
                <a:custGeom>
                  <a:avLst/>
                  <a:gdLst/>
                  <a:ahLst/>
                  <a:cxnLst>
                    <a:cxn ang="0">
                      <a:pos x="29" y="0"/>
                    </a:cxn>
                    <a:cxn ang="0">
                      <a:pos x="0" y="8"/>
                    </a:cxn>
                    <a:cxn ang="0">
                      <a:pos x="32" y="34"/>
                    </a:cxn>
                    <a:cxn ang="0">
                      <a:pos x="195" y="49"/>
                    </a:cxn>
                    <a:cxn ang="0">
                      <a:pos x="198" y="75"/>
                    </a:cxn>
                  </a:cxnLst>
                  <a:rect l="0" t="0" r="0" b="0"/>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20" name="Freeform 83"/>
                <p:cNvSpPr/>
                <p:nvPr/>
              </p:nvSpPr>
              <p:spPr>
                <a:xfrm>
                  <a:off x="1055" y="2913"/>
                  <a:ext cx="230" cy="86"/>
                </a:xfrm>
                <a:custGeom>
                  <a:avLst/>
                  <a:gdLst/>
                  <a:ahLst/>
                  <a:cxnLst>
                    <a:cxn ang="0">
                      <a:pos x="24" y="0"/>
                    </a:cxn>
                    <a:cxn ang="0">
                      <a:pos x="6" y="13"/>
                    </a:cxn>
                    <a:cxn ang="0">
                      <a:pos x="33" y="32"/>
                    </a:cxn>
                    <a:cxn ang="0">
                      <a:pos x="202" y="48"/>
                    </a:cxn>
                    <a:cxn ang="0">
                      <a:pos x="203" y="86"/>
                    </a:cxn>
                  </a:cxnLst>
                  <a:rect l="0" t="0" r="0" b="0"/>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21" name="Oval 84"/>
                <p:cNvSpPr/>
                <p:nvPr/>
              </p:nvSpPr>
              <p:spPr>
                <a:xfrm>
                  <a:off x="862" y="2612"/>
                  <a:ext cx="29" cy="40"/>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5822" name="Oval 85"/>
                <p:cNvSpPr/>
                <p:nvPr/>
              </p:nvSpPr>
              <p:spPr>
                <a:xfrm>
                  <a:off x="866" y="3022"/>
                  <a:ext cx="28" cy="40"/>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75801" name="Text Box 86"/>
              <p:cNvSpPr txBox="1"/>
              <p:nvPr/>
            </p:nvSpPr>
            <p:spPr>
              <a:xfrm>
                <a:off x="567" y="1888"/>
                <a:ext cx="214"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75802" name="Text Box 87"/>
              <p:cNvSpPr txBox="1"/>
              <p:nvPr/>
            </p:nvSpPr>
            <p:spPr>
              <a:xfrm>
                <a:off x="563" y="2341"/>
                <a:ext cx="321"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a:t>
                </a:r>
              </a:p>
            </p:txBody>
          </p:sp>
          <p:sp>
            <p:nvSpPr>
              <p:cNvPr id="75803" name="Text Box 88"/>
              <p:cNvSpPr txBox="1"/>
              <p:nvPr/>
            </p:nvSpPr>
            <p:spPr>
              <a:xfrm>
                <a:off x="2408" y="1905"/>
                <a:ext cx="321"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sp>
            <p:nvSpPr>
              <p:cNvPr id="75804" name="Text Box 89"/>
              <p:cNvSpPr txBox="1"/>
              <p:nvPr/>
            </p:nvSpPr>
            <p:spPr>
              <a:xfrm>
                <a:off x="2408" y="2295"/>
                <a:ext cx="321" cy="327"/>
              </a:xfrm>
              <a:prstGeom prst="rect">
                <a:avLst/>
              </a:prstGeom>
              <a:noFill/>
              <a:ln w="2857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2'</a:t>
                </a:r>
              </a:p>
            </p:txBody>
          </p:sp>
          <p:grpSp>
            <p:nvGrpSpPr>
              <p:cNvPr id="75805" name="Group 90"/>
              <p:cNvGrpSpPr/>
              <p:nvPr/>
            </p:nvGrpSpPr>
            <p:grpSpPr>
              <a:xfrm>
                <a:off x="793" y="2024"/>
                <a:ext cx="639" cy="494"/>
                <a:chOff x="793" y="1979"/>
                <a:chExt cx="639" cy="494"/>
              </a:xfrm>
            </p:grpSpPr>
            <p:sp>
              <p:nvSpPr>
                <p:cNvPr id="75806" name="Oval 91"/>
                <p:cNvSpPr/>
                <p:nvPr/>
              </p:nvSpPr>
              <p:spPr>
                <a:xfrm>
                  <a:off x="793" y="2024"/>
                  <a:ext cx="32" cy="41"/>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5807" name="Oval 92"/>
                <p:cNvSpPr/>
                <p:nvPr/>
              </p:nvSpPr>
              <p:spPr>
                <a:xfrm>
                  <a:off x="807" y="2432"/>
                  <a:ext cx="32" cy="41"/>
                </a:xfrm>
                <a:prstGeom prst="ellipse">
                  <a:avLst/>
                </a:prstGeom>
                <a:noFill/>
                <a:ln w="28575" cap="flat" cmpd="sng">
                  <a:solidFill>
                    <a:srgbClr val="00FF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75808" name="Freeform 93"/>
                <p:cNvSpPr/>
                <p:nvPr/>
              </p:nvSpPr>
              <p:spPr>
                <a:xfrm flipV="1">
                  <a:off x="839" y="1979"/>
                  <a:ext cx="543" cy="56"/>
                </a:xfrm>
                <a:custGeom>
                  <a:avLst/>
                  <a:gdLst/>
                  <a:ahLst/>
                  <a:cxnLst>
                    <a:cxn ang="0">
                      <a:pos x="0" y="0"/>
                    </a:cxn>
                    <a:cxn ang="0">
                      <a:pos x="543" y="0"/>
                    </a:cxn>
                  </a:cxnLst>
                  <a:rect l="0" t="0" r="0" b="0"/>
                  <a:pathLst>
                    <a:path w="739" h="1">
                      <a:moveTo>
                        <a:pt x="0" y="0"/>
                      </a:moveTo>
                      <a:lnTo>
                        <a:pt x="739" y="0"/>
                      </a:ln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09" name="Freeform 94"/>
                <p:cNvSpPr/>
                <p:nvPr/>
              </p:nvSpPr>
              <p:spPr>
                <a:xfrm>
                  <a:off x="1381" y="2035"/>
                  <a:ext cx="50" cy="37"/>
                </a:xfrm>
                <a:custGeom>
                  <a:avLst/>
                  <a:gdLst/>
                  <a:ahLst/>
                  <a:cxnLst>
                    <a:cxn ang="0">
                      <a:pos x="0" y="0"/>
                    </a:cxn>
                    <a:cxn ang="0">
                      <a:pos x="47" y="11"/>
                    </a:cxn>
                    <a:cxn ang="0">
                      <a:pos x="16" y="37"/>
                    </a:cxn>
                  </a:cxnLst>
                  <a:rect l="0" t="0" r="0" b="0"/>
                  <a:pathLst>
                    <a:path w="95" h="60">
                      <a:moveTo>
                        <a:pt x="0" y="0"/>
                      </a:moveTo>
                      <a:cubicBezTo>
                        <a:pt x="15" y="3"/>
                        <a:pt x="85" y="8"/>
                        <a:pt x="90" y="18"/>
                      </a:cubicBezTo>
                      <a:cubicBezTo>
                        <a:pt x="95" y="28"/>
                        <a:pt x="42" y="51"/>
                        <a:pt x="30" y="60"/>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10" name="Freeform 95"/>
                <p:cNvSpPr/>
                <p:nvPr/>
              </p:nvSpPr>
              <p:spPr>
                <a:xfrm>
                  <a:off x="1182" y="2115"/>
                  <a:ext cx="249" cy="76"/>
                </a:xfrm>
                <a:custGeom>
                  <a:avLst/>
                  <a:gdLst/>
                  <a:ahLst/>
                  <a:cxnLst>
                    <a:cxn ang="0">
                      <a:pos x="33" y="0"/>
                    </a:cxn>
                    <a:cxn ang="0">
                      <a:pos x="1" y="8"/>
                    </a:cxn>
                    <a:cxn ang="0">
                      <a:pos x="38" y="34"/>
                    </a:cxn>
                    <a:cxn ang="0">
                      <a:pos x="219" y="49"/>
                    </a:cxn>
                    <a:cxn ang="0">
                      <a:pos x="222" y="76"/>
                    </a:cxn>
                  </a:cxnLst>
                  <a:rect l="0" t="0" r="0" b="0"/>
                  <a:pathLst>
                    <a:path w="474" h="126">
                      <a:moveTo>
                        <a:pt x="62" y="0"/>
                      </a:moveTo>
                      <a:cubicBezTo>
                        <a:pt x="34" y="2"/>
                        <a:pt x="0" y="5"/>
                        <a:pt x="2" y="14"/>
                      </a:cubicBezTo>
                      <a:cubicBezTo>
                        <a:pt x="4" y="23"/>
                        <a:pt x="4" y="46"/>
                        <a:pt x="73" y="57"/>
                      </a:cubicBezTo>
                      <a:cubicBezTo>
                        <a:pt x="142" y="68"/>
                        <a:pt x="358" y="71"/>
                        <a:pt x="416" y="82"/>
                      </a:cubicBezTo>
                      <a:cubicBezTo>
                        <a:pt x="474" y="93"/>
                        <a:pt x="451" y="109"/>
                        <a:pt x="422" y="126"/>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11" name="Freeform 96"/>
                <p:cNvSpPr/>
                <p:nvPr/>
              </p:nvSpPr>
              <p:spPr>
                <a:xfrm>
                  <a:off x="1182" y="2222"/>
                  <a:ext cx="249" cy="76"/>
                </a:xfrm>
                <a:custGeom>
                  <a:avLst/>
                  <a:gdLst/>
                  <a:ahLst/>
                  <a:cxnLst>
                    <a:cxn ang="0">
                      <a:pos x="32" y="0"/>
                    </a:cxn>
                    <a:cxn ang="0">
                      <a:pos x="1" y="8"/>
                    </a:cxn>
                    <a:cxn ang="0">
                      <a:pos x="36" y="34"/>
                    </a:cxn>
                    <a:cxn ang="0">
                      <a:pos x="218" y="49"/>
                    </a:cxn>
                    <a:cxn ang="0">
                      <a:pos x="221" y="76"/>
                    </a:cxn>
                  </a:cxnLst>
                  <a:rect l="0" t="0" r="0" b="0"/>
                  <a:pathLst>
                    <a:path w="474" h="126">
                      <a:moveTo>
                        <a:pt x="61" y="0"/>
                      </a:moveTo>
                      <a:cubicBezTo>
                        <a:pt x="33" y="2"/>
                        <a:pt x="0" y="5"/>
                        <a:pt x="1" y="14"/>
                      </a:cubicBezTo>
                      <a:cubicBezTo>
                        <a:pt x="2" y="23"/>
                        <a:pt x="0" y="46"/>
                        <a:pt x="69" y="57"/>
                      </a:cubicBezTo>
                      <a:cubicBezTo>
                        <a:pt x="138" y="68"/>
                        <a:pt x="356" y="71"/>
                        <a:pt x="415" y="82"/>
                      </a:cubicBezTo>
                      <a:cubicBezTo>
                        <a:pt x="474" y="93"/>
                        <a:pt x="450" y="109"/>
                        <a:pt x="421" y="126"/>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12" name="Freeform 97"/>
                <p:cNvSpPr/>
                <p:nvPr/>
              </p:nvSpPr>
              <p:spPr>
                <a:xfrm>
                  <a:off x="1175" y="2336"/>
                  <a:ext cx="257" cy="87"/>
                </a:xfrm>
                <a:custGeom>
                  <a:avLst/>
                  <a:gdLst/>
                  <a:ahLst/>
                  <a:cxnLst>
                    <a:cxn ang="0">
                      <a:pos x="27" y="0"/>
                    </a:cxn>
                    <a:cxn ang="0">
                      <a:pos x="6" y="13"/>
                    </a:cxn>
                    <a:cxn ang="0">
                      <a:pos x="36" y="33"/>
                    </a:cxn>
                    <a:cxn ang="0">
                      <a:pos x="225" y="49"/>
                    </a:cxn>
                    <a:cxn ang="0">
                      <a:pos x="226" y="87"/>
                    </a:cxn>
                  </a:cxnLst>
                  <a:rect l="0" t="0" r="0" b="0"/>
                  <a:pathLst>
                    <a:path w="487" h="144">
                      <a:moveTo>
                        <a:pt x="51" y="0"/>
                      </a:moveTo>
                      <a:cubicBezTo>
                        <a:pt x="45" y="3"/>
                        <a:pt x="9" y="12"/>
                        <a:pt x="12" y="21"/>
                      </a:cubicBezTo>
                      <a:cubicBezTo>
                        <a:pt x="15" y="30"/>
                        <a:pt x="0" y="44"/>
                        <a:pt x="69" y="54"/>
                      </a:cubicBezTo>
                      <a:cubicBezTo>
                        <a:pt x="138" y="64"/>
                        <a:pt x="367" y="66"/>
                        <a:pt x="427" y="81"/>
                      </a:cubicBezTo>
                      <a:cubicBezTo>
                        <a:pt x="487" y="96"/>
                        <a:pt x="429" y="131"/>
                        <a:pt x="429" y="144"/>
                      </a:cubicBezTo>
                    </a:path>
                  </a:pathLst>
                </a:custGeom>
                <a:noFill/>
                <a:ln w="28575" cap="flat" cmpd="sng">
                  <a:solidFill>
                    <a:srgbClr val="00FFFF">
                      <a:alpha val="100000"/>
                    </a:srgbClr>
                  </a:solidFill>
                  <a:prstDash val="solid"/>
                  <a:round/>
                  <a:headEnd type="none" w="med" len="med"/>
                  <a:tailEnd type="none" w="med" len="med"/>
                </a:ln>
              </p:spPr>
              <p:txBody>
                <a:bodyPr/>
                <a:lstStyle/>
                <a:p>
                  <a:endParaRPr lang="zh-CN" altLang="en-US"/>
                </a:p>
              </p:txBody>
            </p:sp>
            <p:sp>
              <p:nvSpPr>
                <p:cNvPr id="75813" name="Line 98"/>
                <p:cNvSpPr/>
                <p:nvPr/>
              </p:nvSpPr>
              <p:spPr>
                <a:xfrm flipH="1">
                  <a:off x="839" y="2441"/>
                  <a:ext cx="363" cy="0"/>
                </a:xfrm>
                <a:prstGeom prst="line">
                  <a:avLst/>
                </a:prstGeom>
                <a:ln w="28575" cap="flat" cmpd="sng">
                  <a:solidFill>
                    <a:srgbClr val="00FFFF"/>
                  </a:solidFill>
                  <a:prstDash val="solid"/>
                  <a:headEnd type="none" w="med" len="med"/>
                  <a:tailEnd type="none" w="med" len="med"/>
                </a:ln>
              </p:spPr>
            </p:sp>
            <p:sp>
              <p:nvSpPr>
                <p:cNvPr id="75814" name="Line 99"/>
                <p:cNvSpPr/>
                <p:nvPr/>
              </p:nvSpPr>
              <p:spPr>
                <a:xfrm>
                  <a:off x="884" y="2035"/>
                  <a:ext cx="231" cy="0"/>
                </a:xfrm>
                <a:prstGeom prst="line">
                  <a:avLst/>
                </a:prstGeom>
                <a:ln w="28575" cap="flat" cmpd="sng">
                  <a:solidFill>
                    <a:srgbClr val="FF9900"/>
                  </a:solidFill>
                  <a:prstDash val="solid"/>
                  <a:headEnd type="none" w="med" len="med"/>
                  <a:tailEnd type="triangle" w="med" len="med"/>
                </a:ln>
              </p:spPr>
            </p:sp>
          </p:grpSp>
        </p:grpSp>
        <p:sp>
          <p:nvSpPr>
            <p:cNvPr id="75792" name="Text Box 100"/>
            <p:cNvSpPr txBox="1"/>
            <p:nvPr/>
          </p:nvSpPr>
          <p:spPr>
            <a:xfrm>
              <a:off x="3696" y="2296"/>
              <a:ext cx="363"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rPr>
                <a:t>N</a:t>
              </a:r>
              <a:r>
                <a:rPr lang="en-US" altLang="zh-CN" baseline="-25000" dirty="0">
                  <a:solidFill>
                    <a:schemeClr val="bg1"/>
                  </a:solidFill>
                  <a:latin typeface="Times New Roman" panose="02020603050405020304" pitchFamily="18" charset="0"/>
                </a:rPr>
                <a:t>1</a:t>
              </a:r>
            </a:p>
          </p:txBody>
        </p:sp>
        <p:sp>
          <p:nvSpPr>
            <p:cNvPr id="75793" name="Text Box 101"/>
            <p:cNvSpPr txBox="1"/>
            <p:nvPr/>
          </p:nvSpPr>
          <p:spPr>
            <a:xfrm>
              <a:off x="4967" y="2296"/>
              <a:ext cx="363"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rPr>
                <a:t>N</a:t>
              </a:r>
              <a:r>
                <a:rPr lang="en-US" altLang="zh-CN" baseline="-25000" dirty="0">
                  <a:solidFill>
                    <a:schemeClr val="bg1"/>
                  </a:solidFill>
                  <a:latin typeface="Times New Roman" panose="02020603050405020304" pitchFamily="18" charset="0"/>
                </a:rPr>
                <a:t>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8325"/>
                                        </p:tgtEl>
                                        <p:attrNameLst>
                                          <p:attrName>style.visibility</p:attrName>
                                        </p:attrNameLst>
                                      </p:cBhvr>
                                      <p:to>
                                        <p:strVal val="visible"/>
                                      </p:to>
                                    </p:set>
                                    <p:animEffect transition="in" filter="blinds(horizontal)">
                                      <p:cBhvr>
                                        <p:cTn id="7" dur="500"/>
                                        <p:tgtEl>
                                          <p:spTgt spid="98325"/>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98318"/>
                                        </p:tgtEl>
                                        <p:attrNameLst>
                                          <p:attrName>style.visibility</p:attrName>
                                        </p:attrNameLst>
                                      </p:cBhvr>
                                      <p:to>
                                        <p:strVal val="visible"/>
                                      </p:to>
                                    </p:set>
                                    <p:anim calcmode="lin" valueType="num">
                                      <p:cBhvr>
                                        <p:cTn id="12" dur="1000" fill="hold"/>
                                        <p:tgtEl>
                                          <p:spTgt spid="98318"/>
                                        </p:tgtEl>
                                        <p:attrNameLst>
                                          <p:attrName>ppt_w</p:attrName>
                                        </p:attrNameLst>
                                      </p:cBhvr>
                                      <p:tavLst>
                                        <p:tav tm="0">
                                          <p:val>
                                            <p:strVal val="#ppt_w*0.70"/>
                                          </p:val>
                                        </p:tav>
                                        <p:tav tm="100000">
                                          <p:val>
                                            <p:strVal val="#ppt_w"/>
                                          </p:val>
                                        </p:tav>
                                      </p:tavLst>
                                    </p:anim>
                                    <p:anim calcmode="lin" valueType="num">
                                      <p:cBhvr>
                                        <p:cTn id="13" dur="1000" fill="hold"/>
                                        <p:tgtEl>
                                          <p:spTgt spid="98318"/>
                                        </p:tgtEl>
                                        <p:attrNameLst>
                                          <p:attrName>ppt_h</p:attrName>
                                        </p:attrNameLst>
                                      </p:cBhvr>
                                      <p:tavLst>
                                        <p:tav tm="0">
                                          <p:val>
                                            <p:strVal val="#ppt_h"/>
                                          </p:val>
                                        </p:tav>
                                        <p:tav tm="100000">
                                          <p:val>
                                            <p:strVal val="#ppt_h"/>
                                          </p:val>
                                        </p:tav>
                                      </p:tavLst>
                                    </p:anim>
                                    <p:animEffect transition="in" filter="fade">
                                      <p:cBhvr>
                                        <p:cTn id="14" dur="1000"/>
                                        <p:tgtEl>
                                          <p:spTgt spid="9831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8328"/>
                                        </p:tgtEl>
                                        <p:attrNameLst>
                                          <p:attrName>style.visibility</p:attrName>
                                        </p:attrNameLst>
                                      </p:cBhvr>
                                      <p:to>
                                        <p:strVal val="visible"/>
                                      </p:to>
                                    </p:set>
                                    <p:anim calcmode="lin" valueType="num">
                                      <p:cBhvr additive="base">
                                        <p:cTn id="19" dur="500" fill="hold"/>
                                        <p:tgtEl>
                                          <p:spTgt spid="98328"/>
                                        </p:tgtEl>
                                        <p:attrNameLst>
                                          <p:attrName>ppt_x</p:attrName>
                                        </p:attrNameLst>
                                      </p:cBhvr>
                                      <p:tavLst>
                                        <p:tav tm="0">
                                          <p:val>
                                            <p:strVal val="0-#ppt_w/2"/>
                                          </p:val>
                                        </p:tav>
                                        <p:tav tm="100000">
                                          <p:val>
                                            <p:strVal val="#ppt_x"/>
                                          </p:val>
                                        </p:tav>
                                      </p:tavLst>
                                    </p:anim>
                                    <p:anim calcmode="lin" valueType="num">
                                      <p:cBhvr additive="base">
                                        <p:cTn id="20" dur="500" fill="hold"/>
                                        <p:tgtEl>
                                          <p:spTgt spid="98328"/>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98406"/>
                                        </p:tgtEl>
                                        <p:attrNameLst>
                                          <p:attrName>style.visibility</p:attrName>
                                        </p:attrNameLst>
                                      </p:cBhvr>
                                      <p:to>
                                        <p:strVal val="visible"/>
                                      </p:to>
                                    </p:set>
                                    <p:animEffect transition="in" filter="blinds(horizontal)">
                                      <p:cBhvr>
                                        <p:cTn id="24" dur="1000"/>
                                        <p:tgtEl>
                                          <p:spTgt spid="9840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98362"/>
                                        </p:tgtEl>
                                        <p:attrNameLst>
                                          <p:attrName>style.visibility</p:attrName>
                                        </p:attrNameLst>
                                      </p:cBhvr>
                                      <p:to>
                                        <p:strVal val="visible"/>
                                      </p:to>
                                    </p:set>
                                    <p:anim calcmode="lin" valueType="num">
                                      <p:cBhvr additive="base">
                                        <p:cTn id="29" dur="500" fill="hold"/>
                                        <p:tgtEl>
                                          <p:spTgt spid="98362"/>
                                        </p:tgtEl>
                                        <p:attrNameLst>
                                          <p:attrName>ppt_x</p:attrName>
                                        </p:attrNameLst>
                                      </p:cBhvr>
                                      <p:tavLst>
                                        <p:tav tm="0">
                                          <p:val>
                                            <p:strVal val="0-#ppt_w/2"/>
                                          </p:val>
                                        </p:tav>
                                        <p:tav tm="100000">
                                          <p:val>
                                            <p:strVal val="#ppt_x"/>
                                          </p:val>
                                        </p:tav>
                                      </p:tavLst>
                                    </p:anim>
                                    <p:anim calcmode="lin" valueType="num">
                                      <p:cBhvr additive="base">
                                        <p:cTn id="30" dur="500" fill="hold"/>
                                        <p:tgtEl>
                                          <p:spTgt spid="98362"/>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8364"/>
                                        </p:tgtEl>
                                        <p:attrNameLst>
                                          <p:attrName>style.visibility</p:attrName>
                                        </p:attrNameLst>
                                      </p:cBhvr>
                                      <p:to>
                                        <p:strVal val="visible"/>
                                      </p:to>
                                    </p:set>
                                    <p:animEffect transition="in" filter="wipe(left)">
                                      <p:cBhvr>
                                        <p:cTn id="35" dur="2000"/>
                                        <p:tgtEl>
                                          <p:spTgt spid="98364"/>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nodeType="clickEffect">
                                  <p:stCondLst>
                                    <p:cond delay="0"/>
                                  </p:stCondLst>
                                  <p:childTnLst>
                                    <p:set>
                                      <p:cBhvr>
                                        <p:cTn id="39" dur="1" fill="hold">
                                          <p:stCondLst>
                                            <p:cond delay="0"/>
                                          </p:stCondLst>
                                        </p:cTn>
                                        <p:tgtEl>
                                          <p:spTgt spid="98365"/>
                                        </p:tgtEl>
                                        <p:attrNameLst>
                                          <p:attrName>style.visibility</p:attrName>
                                        </p:attrNameLst>
                                      </p:cBhvr>
                                      <p:to>
                                        <p:strVal val="visible"/>
                                      </p:to>
                                    </p:set>
                                    <p:animEffect transition="in" filter="slide(fromLeft)">
                                      <p:cBhvr>
                                        <p:cTn id="40" dur="500"/>
                                        <p:tgtEl>
                                          <p:spTgt spid="98365"/>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98363"/>
                                        </p:tgtEl>
                                        <p:attrNameLst>
                                          <p:attrName>style.visibility</p:attrName>
                                        </p:attrNameLst>
                                      </p:cBhvr>
                                      <p:to>
                                        <p:strVal val="visible"/>
                                      </p:to>
                                    </p:set>
                                    <p:animEffect transition="in" filter="wipe(left)">
                                      <p:cBhvr>
                                        <p:cTn id="44" dur="2000"/>
                                        <p:tgtEl>
                                          <p:spTgt spid="98363"/>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nodeType="clickEffect">
                                  <p:stCondLst>
                                    <p:cond delay="0"/>
                                  </p:stCondLst>
                                  <p:childTnLst>
                                    <p:set>
                                      <p:cBhvr>
                                        <p:cTn id="48" dur="1" fill="hold">
                                          <p:stCondLst>
                                            <p:cond delay="0"/>
                                          </p:stCondLst>
                                        </p:cTn>
                                        <p:tgtEl>
                                          <p:spTgt spid="98366"/>
                                        </p:tgtEl>
                                        <p:attrNameLst>
                                          <p:attrName>style.visibility</p:attrName>
                                        </p:attrNameLst>
                                      </p:cBhvr>
                                      <p:to>
                                        <p:strVal val="visible"/>
                                      </p:to>
                                    </p:set>
                                    <p:animEffect transition="in" filter="strips(downRight)">
                                      <p:cBhvr>
                                        <p:cTn id="49" dur="2000"/>
                                        <p:tgtEl>
                                          <p:spTgt spid="98366"/>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98367"/>
                                        </p:tgtEl>
                                        <p:attrNameLst>
                                          <p:attrName>style.visibility</p:attrName>
                                        </p:attrNameLst>
                                      </p:cBhvr>
                                      <p:to>
                                        <p:strVal val="visible"/>
                                      </p:to>
                                    </p:set>
                                    <p:animEffect transition="in" filter="strips(downRight)">
                                      <p:cBhvr>
                                        <p:cTn id="54" dur="2000"/>
                                        <p:tgtEl>
                                          <p:spTgt spid="98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8" grpId="0"/>
      <p:bldP spid="98328" grpId="0"/>
      <p:bldP spid="9836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96" name="Object 48"/>
          <p:cNvGraphicFramePr>
            <a:graphicFrameLocks noChangeAspect="1"/>
          </p:cNvGraphicFramePr>
          <p:nvPr/>
        </p:nvGraphicFramePr>
        <p:xfrm>
          <a:off x="1042988" y="715963"/>
          <a:ext cx="2663825" cy="1560512"/>
        </p:xfrm>
        <a:graphic>
          <a:graphicData uri="http://schemas.openxmlformats.org/presentationml/2006/ole">
            <mc:AlternateContent xmlns:mc="http://schemas.openxmlformats.org/markup-compatibility/2006">
              <mc:Choice xmlns:v="urn:schemas-microsoft-com:vml" Requires="v">
                <p:oleObj r:id="rId2" imgW="869950" imgH="483235" progId="Equation.3">
                  <p:embed/>
                </p:oleObj>
              </mc:Choice>
              <mc:Fallback>
                <p:oleObj r:id="rId2" imgW="869950" imgH="483235" progId="Equation.3">
                  <p:embed/>
                  <p:pic>
                    <p:nvPicPr>
                      <p:cNvPr id="0" name="图片 3328"/>
                      <p:cNvPicPr/>
                      <p:nvPr/>
                    </p:nvPicPr>
                    <p:blipFill>
                      <a:blip r:embed="rId3">
                        <a:clrChange>
                          <a:clrFrom>
                            <a:srgbClr val="000000"/>
                          </a:clrFrom>
                          <a:clrTo>
                            <a:srgbClr val="000000"/>
                          </a:clrTo>
                        </a:clrChange>
                      </a:blip>
                      <a:stretch>
                        <a:fillRect/>
                      </a:stretch>
                    </p:blipFill>
                    <p:spPr>
                      <a:xfrm>
                        <a:off x="1042988" y="715963"/>
                        <a:ext cx="2663825" cy="1560512"/>
                      </a:xfrm>
                      <a:prstGeom prst="rect">
                        <a:avLst/>
                      </a:prstGeom>
                      <a:gradFill rotWithShape="1">
                        <a:gsLst>
                          <a:gs pos="0">
                            <a:srgbClr val="3399FF"/>
                          </a:gs>
                          <a:gs pos="100000">
                            <a:schemeClr val="bg1"/>
                          </a:gs>
                        </a:gsLst>
                        <a:lin ang="5400000" scaled="1"/>
                        <a:tileRect/>
                      </a:gradFill>
                      <a:ln w="38100">
                        <a:noFill/>
                        <a:miter/>
                      </a:ln>
                    </p:spPr>
                  </p:pic>
                </p:oleObj>
              </mc:Fallback>
            </mc:AlternateContent>
          </a:graphicData>
        </a:graphic>
      </p:graphicFrame>
      <p:sp>
        <p:nvSpPr>
          <p:cNvPr id="53376" name="Text Box 128"/>
          <p:cNvSpPr txBox="1"/>
          <p:nvPr/>
        </p:nvSpPr>
        <p:spPr>
          <a:xfrm>
            <a:off x="2124075" y="2732088"/>
            <a:ext cx="431800" cy="519112"/>
          </a:xfrm>
          <a:prstGeom prst="rect">
            <a:avLst/>
          </a:prstGeom>
          <a:noFill/>
          <a:ln w="9525">
            <a:noFill/>
          </a:ln>
        </p:spPr>
        <p:txBody>
          <a:bodyPr>
            <a:spAutoFit/>
          </a:bodyPr>
          <a:lstStyle/>
          <a:p>
            <a:pPr eaLnBrk="1" hangingPunct="1">
              <a:spcBef>
                <a:spcPct val="50000"/>
              </a:spcBef>
            </a:pPr>
            <a:r>
              <a:rPr lang="zh-CN" altLang="en-US" b="1" dirty="0">
                <a:latin typeface="Arial" panose="020B0604020202020204" pitchFamily="34" charset="0"/>
              </a:rPr>
              <a:t>若</a:t>
            </a:r>
          </a:p>
        </p:txBody>
      </p:sp>
      <p:sp>
        <p:nvSpPr>
          <p:cNvPr id="53377" name="Line 129"/>
          <p:cNvSpPr/>
          <p:nvPr/>
        </p:nvSpPr>
        <p:spPr>
          <a:xfrm>
            <a:off x="4284663" y="4605338"/>
            <a:ext cx="792162" cy="0"/>
          </a:xfrm>
          <a:prstGeom prst="line">
            <a:avLst/>
          </a:prstGeom>
          <a:ln w="76200" cap="flat" cmpd="sng">
            <a:solidFill>
              <a:srgbClr val="3399FF"/>
            </a:solidFill>
            <a:prstDash val="solid"/>
            <a:headEnd type="none" w="med" len="med"/>
            <a:tailEnd type="triangle" w="med" len="med"/>
          </a:ln>
        </p:spPr>
      </p:sp>
      <p:grpSp>
        <p:nvGrpSpPr>
          <p:cNvPr id="76805" name="Group 135"/>
          <p:cNvGrpSpPr/>
          <p:nvPr/>
        </p:nvGrpSpPr>
        <p:grpSpPr>
          <a:xfrm>
            <a:off x="8316913" y="6446838"/>
            <a:ext cx="792162" cy="366712"/>
            <a:chOff x="5193" y="4020"/>
            <a:chExt cx="499" cy="231"/>
          </a:xfrm>
        </p:grpSpPr>
        <p:pic>
          <p:nvPicPr>
            <p:cNvPr id="76881" name="Picture 136"/>
            <p:cNvPicPr>
              <a:picLocks noChangeAspect="1"/>
            </p:cNvPicPr>
            <p:nvPr/>
          </p:nvPicPr>
          <p:blipFill>
            <a:blip r:embed="rId4"/>
            <a:stretch>
              <a:fillRect/>
            </a:stretch>
          </p:blipFill>
          <p:spPr>
            <a:xfrm>
              <a:off x="5193" y="4066"/>
              <a:ext cx="499" cy="181"/>
            </a:xfrm>
            <a:prstGeom prst="rect">
              <a:avLst/>
            </a:prstGeom>
            <a:noFill/>
            <a:ln w="9525">
              <a:noFill/>
            </a:ln>
          </p:spPr>
        </p:pic>
        <p:sp>
          <p:nvSpPr>
            <p:cNvPr id="76882" name="Text Box 137">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6806" name="Group 138"/>
          <p:cNvGrpSpPr/>
          <p:nvPr/>
        </p:nvGrpSpPr>
        <p:grpSpPr>
          <a:xfrm>
            <a:off x="7453313" y="6446838"/>
            <a:ext cx="792162" cy="366712"/>
            <a:chOff x="4649" y="4020"/>
            <a:chExt cx="499" cy="231"/>
          </a:xfrm>
        </p:grpSpPr>
        <p:pic>
          <p:nvPicPr>
            <p:cNvPr id="76879" name="Picture 139"/>
            <p:cNvPicPr>
              <a:picLocks noChangeAspect="1"/>
            </p:cNvPicPr>
            <p:nvPr/>
          </p:nvPicPr>
          <p:blipFill>
            <a:blip r:embed="rId4"/>
            <a:stretch>
              <a:fillRect/>
            </a:stretch>
          </p:blipFill>
          <p:spPr>
            <a:xfrm>
              <a:off x="4649" y="4066"/>
              <a:ext cx="499" cy="181"/>
            </a:xfrm>
            <a:prstGeom prst="rect">
              <a:avLst/>
            </a:prstGeom>
            <a:noFill/>
            <a:ln w="9525">
              <a:noFill/>
            </a:ln>
          </p:spPr>
        </p:pic>
        <p:sp>
          <p:nvSpPr>
            <p:cNvPr id="76880" name="Text Box 140">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53423" name="Group 175"/>
          <p:cNvGrpSpPr/>
          <p:nvPr/>
        </p:nvGrpSpPr>
        <p:grpSpPr>
          <a:xfrm>
            <a:off x="395288" y="2516188"/>
            <a:ext cx="1949450" cy="850900"/>
            <a:chOff x="385" y="3022"/>
            <a:chExt cx="1228" cy="536"/>
          </a:xfrm>
        </p:grpSpPr>
        <p:pic>
          <p:nvPicPr>
            <p:cNvPr id="76877" name="Picture 176"/>
            <p:cNvPicPr>
              <a:picLocks noChangeAspect="1"/>
            </p:cNvPicPr>
            <p:nvPr/>
          </p:nvPicPr>
          <p:blipFill>
            <a:blip r:embed="rId5"/>
            <a:stretch>
              <a:fillRect/>
            </a:stretch>
          </p:blipFill>
          <p:spPr>
            <a:xfrm>
              <a:off x="385" y="3022"/>
              <a:ext cx="590" cy="536"/>
            </a:xfrm>
            <a:prstGeom prst="rect">
              <a:avLst/>
            </a:prstGeom>
            <a:noFill/>
            <a:ln w="9525">
              <a:noFill/>
            </a:ln>
          </p:spPr>
        </p:pic>
        <p:sp>
          <p:nvSpPr>
            <p:cNvPr id="76878" name="Text Box 177"/>
            <p:cNvSpPr txBox="1"/>
            <p:nvPr/>
          </p:nvSpPr>
          <p:spPr>
            <a:xfrm>
              <a:off x="793" y="3116"/>
              <a:ext cx="820"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graphicFrame>
        <p:nvGraphicFramePr>
          <p:cNvPr id="53426" name="Object 178"/>
          <p:cNvGraphicFramePr>
            <a:graphicFrameLocks noChangeAspect="1"/>
          </p:cNvGraphicFramePr>
          <p:nvPr/>
        </p:nvGraphicFramePr>
        <p:xfrm>
          <a:off x="5219700" y="3789363"/>
          <a:ext cx="3308350" cy="1560512"/>
        </p:xfrm>
        <a:graphic>
          <a:graphicData uri="http://schemas.openxmlformats.org/presentationml/2006/ole">
            <mc:AlternateContent xmlns:mc="http://schemas.openxmlformats.org/markup-compatibility/2006">
              <mc:Choice xmlns:v="urn:schemas-microsoft-com:vml" Requires="v">
                <p:oleObj r:id="rId6" imgW="1078230" imgH="483235" progId="Equation.3">
                  <p:embed/>
                </p:oleObj>
              </mc:Choice>
              <mc:Fallback>
                <p:oleObj r:id="rId6" imgW="1078230" imgH="483235" progId="Equation.3">
                  <p:embed/>
                  <p:pic>
                    <p:nvPicPr>
                      <p:cNvPr id="0" name="图片 3329"/>
                      <p:cNvPicPr/>
                      <p:nvPr/>
                    </p:nvPicPr>
                    <p:blipFill>
                      <a:blip r:embed="rId7">
                        <a:clrChange>
                          <a:clrFrom>
                            <a:srgbClr val="000000"/>
                          </a:clrFrom>
                          <a:clrTo>
                            <a:srgbClr val="000000"/>
                          </a:clrTo>
                        </a:clrChange>
                      </a:blip>
                      <a:stretch>
                        <a:fillRect/>
                      </a:stretch>
                    </p:blipFill>
                    <p:spPr>
                      <a:xfrm>
                        <a:off x="5219700" y="3789363"/>
                        <a:ext cx="3308350" cy="1560512"/>
                      </a:xfrm>
                      <a:prstGeom prst="rect">
                        <a:avLst/>
                      </a:prstGeom>
                      <a:gradFill rotWithShape="1">
                        <a:gsLst>
                          <a:gs pos="0">
                            <a:srgbClr val="3399FF"/>
                          </a:gs>
                          <a:gs pos="100000">
                            <a:schemeClr val="bg1"/>
                          </a:gs>
                        </a:gsLst>
                        <a:lin ang="5400000" scaled="1"/>
                        <a:tileRect/>
                      </a:gradFill>
                      <a:ln w="38100">
                        <a:noFill/>
                        <a:miter/>
                      </a:ln>
                    </p:spPr>
                  </p:pic>
                </p:oleObj>
              </mc:Fallback>
            </mc:AlternateContent>
          </a:graphicData>
        </a:graphic>
      </p:graphicFrame>
      <p:grpSp>
        <p:nvGrpSpPr>
          <p:cNvPr id="76809" name="Group 212"/>
          <p:cNvGrpSpPr/>
          <p:nvPr/>
        </p:nvGrpSpPr>
        <p:grpSpPr>
          <a:xfrm>
            <a:off x="6588125" y="6446838"/>
            <a:ext cx="792163" cy="366712"/>
            <a:chOff x="4649" y="4020"/>
            <a:chExt cx="499" cy="231"/>
          </a:xfrm>
        </p:grpSpPr>
        <p:pic>
          <p:nvPicPr>
            <p:cNvPr id="76875" name="Picture 213"/>
            <p:cNvPicPr>
              <a:picLocks noChangeAspect="1"/>
            </p:cNvPicPr>
            <p:nvPr/>
          </p:nvPicPr>
          <p:blipFill>
            <a:blip r:embed="rId4"/>
            <a:stretch>
              <a:fillRect/>
            </a:stretch>
          </p:blipFill>
          <p:spPr>
            <a:xfrm>
              <a:off x="4649" y="4066"/>
              <a:ext cx="499" cy="181"/>
            </a:xfrm>
            <a:prstGeom prst="rect">
              <a:avLst/>
            </a:prstGeom>
            <a:noFill/>
            <a:ln w="9525">
              <a:noFill/>
            </a:ln>
          </p:spPr>
        </p:pic>
        <p:sp>
          <p:nvSpPr>
            <p:cNvPr id="76876" name="Text Box 21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53477" name="Group 229"/>
          <p:cNvGrpSpPr/>
          <p:nvPr/>
        </p:nvGrpSpPr>
        <p:grpSpPr>
          <a:xfrm>
            <a:off x="4932363" y="549275"/>
            <a:ext cx="3362325" cy="2390775"/>
            <a:chOff x="3061" y="361"/>
            <a:chExt cx="2118" cy="1506"/>
          </a:xfrm>
        </p:grpSpPr>
        <p:sp>
          <p:nvSpPr>
            <p:cNvPr id="76843" name="Rectangle 127"/>
            <p:cNvSpPr/>
            <p:nvPr/>
          </p:nvSpPr>
          <p:spPr>
            <a:xfrm>
              <a:off x="3243" y="1540"/>
              <a:ext cx="1825" cy="327"/>
            </a:xfrm>
            <a:prstGeom prst="rect">
              <a:avLst/>
            </a:prstGeom>
            <a:blipFill rotWithShape="1">
              <a:blip r:embed="rId8"/>
            </a:blipFill>
            <a:ln w="9525">
              <a:noFill/>
            </a:ln>
          </p:spPr>
          <p:txBody>
            <a:bodyPr wrap="none" lIns="198000" rIns="198000">
              <a:spAutoFit/>
            </a:bodyPr>
            <a:lstStyle/>
            <a:p>
              <a:pPr eaLnBrk="1" hangingPunct="1">
                <a:spcBef>
                  <a:spcPct val="50000"/>
                </a:spcBef>
              </a:pPr>
              <a:r>
                <a:rPr lang="zh-CN" altLang="en-US" b="1" dirty="0">
                  <a:solidFill>
                    <a:schemeClr val="tx1"/>
                  </a:solidFill>
                  <a:latin typeface="Arial" panose="020B0604020202020204" pitchFamily="34" charset="0"/>
                </a:rPr>
                <a:t>理想变压器模型</a:t>
              </a:r>
            </a:p>
          </p:txBody>
        </p:sp>
        <p:sp>
          <p:nvSpPr>
            <p:cNvPr id="76844" name="Line 145"/>
            <p:cNvSpPr/>
            <p:nvPr/>
          </p:nvSpPr>
          <p:spPr>
            <a:xfrm flipV="1">
              <a:off x="3923" y="588"/>
              <a:ext cx="0" cy="283"/>
            </a:xfrm>
            <a:prstGeom prst="line">
              <a:avLst/>
            </a:prstGeom>
            <a:ln w="28575" cap="flat" cmpd="sng">
              <a:solidFill>
                <a:srgbClr val="FFCC00"/>
              </a:solidFill>
              <a:prstDash val="solid"/>
              <a:headEnd type="none" w="med" len="med"/>
              <a:tailEnd type="none" w="med" len="med"/>
            </a:ln>
          </p:spPr>
        </p:sp>
        <p:sp>
          <p:nvSpPr>
            <p:cNvPr id="76845" name="Line 146"/>
            <p:cNvSpPr/>
            <p:nvPr/>
          </p:nvSpPr>
          <p:spPr>
            <a:xfrm flipH="1" flipV="1">
              <a:off x="3923" y="1223"/>
              <a:ext cx="0" cy="192"/>
            </a:xfrm>
            <a:prstGeom prst="line">
              <a:avLst/>
            </a:prstGeom>
            <a:ln w="28575" cap="flat" cmpd="sng">
              <a:solidFill>
                <a:srgbClr val="FFCC00"/>
              </a:solidFill>
              <a:prstDash val="solid"/>
              <a:headEnd type="none" w="med" len="med"/>
              <a:tailEnd type="none" w="med" len="med"/>
            </a:ln>
          </p:spPr>
        </p:sp>
        <p:sp>
          <p:nvSpPr>
            <p:cNvPr id="76846" name="Line 147"/>
            <p:cNvSpPr/>
            <p:nvPr/>
          </p:nvSpPr>
          <p:spPr>
            <a:xfrm>
              <a:off x="3242" y="1404"/>
              <a:ext cx="681" cy="0"/>
            </a:xfrm>
            <a:prstGeom prst="line">
              <a:avLst/>
            </a:prstGeom>
            <a:ln w="28575" cap="flat" cmpd="sng">
              <a:solidFill>
                <a:srgbClr val="FFCC00"/>
              </a:solidFill>
              <a:prstDash val="solid"/>
              <a:headEnd type="none" w="med" len="med"/>
              <a:tailEnd type="none" w="med" len="med"/>
            </a:ln>
          </p:spPr>
        </p:sp>
        <p:sp>
          <p:nvSpPr>
            <p:cNvPr id="76847" name="Text Box 148"/>
            <p:cNvSpPr txBox="1"/>
            <p:nvPr/>
          </p:nvSpPr>
          <p:spPr>
            <a:xfrm>
              <a:off x="3705" y="73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6848" name="Text Box 149"/>
            <p:cNvSpPr txBox="1"/>
            <p:nvPr/>
          </p:nvSpPr>
          <p:spPr>
            <a:xfrm>
              <a:off x="4267" y="750"/>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6849" name="Text Box 150"/>
            <p:cNvSpPr txBox="1"/>
            <p:nvPr/>
          </p:nvSpPr>
          <p:spPr>
            <a:xfrm>
              <a:off x="3923" y="361"/>
              <a:ext cx="402"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n</a:t>
              </a:r>
              <a:r>
                <a:rPr lang="en-US" altLang="zh-CN" dirty="0">
                  <a:solidFill>
                    <a:schemeClr val="bg1"/>
                  </a:solidFill>
                  <a:latin typeface="Times New Roman" panose="02020603050405020304" pitchFamily="18" charset="0"/>
                  <a:ea typeface="宋体" panose="02010600030101010101" pitchFamily="2" charset="-122"/>
                </a:rPr>
                <a:t>:1</a:t>
              </a:r>
            </a:p>
          </p:txBody>
        </p:sp>
        <p:sp>
          <p:nvSpPr>
            <p:cNvPr id="76850" name="Text Box 151"/>
            <p:cNvSpPr txBox="1"/>
            <p:nvPr/>
          </p:nvSpPr>
          <p:spPr>
            <a:xfrm>
              <a:off x="3061" y="633"/>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6851" name="Text Box 152"/>
            <p:cNvSpPr txBox="1"/>
            <p:nvPr/>
          </p:nvSpPr>
          <p:spPr>
            <a:xfrm>
              <a:off x="3061" y="95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6852" name="Text Box 153"/>
            <p:cNvSpPr txBox="1"/>
            <p:nvPr/>
          </p:nvSpPr>
          <p:spPr>
            <a:xfrm>
              <a:off x="3061" y="815"/>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6853" name="Text Box 154"/>
            <p:cNvSpPr txBox="1"/>
            <p:nvPr/>
          </p:nvSpPr>
          <p:spPr>
            <a:xfrm>
              <a:off x="4875" y="588"/>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6854" name="Text Box 155"/>
            <p:cNvSpPr txBox="1"/>
            <p:nvPr/>
          </p:nvSpPr>
          <p:spPr>
            <a:xfrm>
              <a:off x="4875" y="996"/>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6855" name="Text Box 156"/>
            <p:cNvSpPr txBox="1"/>
            <p:nvPr/>
          </p:nvSpPr>
          <p:spPr>
            <a:xfrm>
              <a:off x="4875" y="815"/>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6856" name="Line 158"/>
            <p:cNvSpPr/>
            <p:nvPr/>
          </p:nvSpPr>
          <p:spPr>
            <a:xfrm>
              <a:off x="4285" y="1404"/>
              <a:ext cx="681" cy="0"/>
            </a:xfrm>
            <a:prstGeom prst="line">
              <a:avLst/>
            </a:prstGeom>
            <a:ln w="28575" cap="flat" cmpd="sng">
              <a:solidFill>
                <a:srgbClr val="FFCC00"/>
              </a:solidFill>
              <a:prstDash val="solid"/>
              <a:headEnd type="none" w="med" len="med"/>
              <a:tailEnd type="none" w="med" len="med"/>
            </a:ln>
          </p:spPr>
        </p:sp>
        <p:sp>
          <p:nvSpPr>
            <p:cNvPr id="76857" name="Line 160"/>
            <p:cNvSpPr/>
            <p:nvPr/>
          </p:nvSpPr>
          <p:spPr>
            <a:xfrm>
              <a:off x="4285" y="588"/>
              <a:ext cx="681" cy="0"/>
            </a:xfrm>
            <a:prstGeom prst="line">
              <a:avLst/>
            </a:prstGeom>
            <a:ln w="28575" cap="flat" cmpd="sng">
              <a:solidFill>
                <a:srgbClr val="FFCC00"/>
              </a:solidFill>
              <a:prstDash val="solid"/>
              <a:headEnd type="none" w="med" len="med"/>
              <a:tailEnd type="none" w="med" len="med"/>
            </a:ln>
          </p:spPr>
        </p:sp>
        <p:sp>
          <p:nvSpPr>
            <p:cNvPr id="76858" name="Line 162"/>
            <p:cNvSpPr/>
            <p:nvPr/>
          </p:nvSpPr>
          <p:spPr>
            <a:xfrm>
              <a:off x="3197" y="588"/>
              <a:ext cx="726" cy="0"/>
            </a:xfrm>
            <a:prstGeom prst="line">
              <a:avLst/>
            </a:prstGeom>
            <a:ln w="28575" cap="flat" cmpd="sng">
              <a:solidFill>
                <a:srgbClr val="FFCC00"/>
              </a:solidFill>
              <a:prstDash val="solid"/>
              <a:headEnd type="none" w="med" len="med"/>
              <a:tailEnd type="none" w="med" len="med"/>
            </a:ln>
          </p:spPr>
        </p:sp>
        <p:sp>
          <p:nvSpPr>
            <p:cNvPr id="76859" name="Line 172"/>
            <p:cNvSpPr/>
            <p:nvPr/>
          </p:nvSpPr>
          <p:spPr>
            <a:xfrm flipH="1" flipV="1">
              <a:off x="4285" y="1223"/>
              <a:ext cx="0" cy="192"/>
            </a:xfrm>
            <a:prstGeom prst="line">
              <a:avLst/>
            </a:prstGeom>
            <a:ln w="28575" cap="flat" cmpd="sng">
              <a:solidFill>
                <a:srgbClr val="FFCC00"/>
              </a:solidFill>
              <a:prstDash val="solid"/>
              <a:headEnd type="none" w="med" len="med"/>
              <a:tailEnd type="none" w="med" len="med"/>
            </a:ln>
          </p:spPr>
        </p:sp>
        <p:sp>
          <p:nvSpPr>
            <p:cNvPr id="76860" name="Line 173"/>
            <p:cNvSpPr/>
            <p:nvPr/>
          </p:nvSpPr>
          <p:spPr>
            <a:xfrm flipH="1" flipV="1">
              <a:off x="4285" y="588"/>
              <a:ext cx="0" cy="283"/>
            </a:xfrm>
            <a:prstGeom prst="line">
              <a:avLst/>
            </a:prstGeom>
            <a:ln w="28575" cap="flat" cmpd="sng">
              <a:solidFill>
                <a:srgbClr val="FFCC00"/>
              </a:solidFill>
              <a:prstDash val="solid"/>
              <a:headEnd type="none" w="med" len="med"/>
              <a:tailEnd type="none" w="med" len="med"/>
            </a:ln>
          </p:spPr>
        </p:sp>
        <p:grpSp>
          <p:nvGrpSpPr>
            <p:cNvPr id="76861" name="Group 215"/>
            <p:cNvGrpSpPr/>
            <p:nvPr/>
          </p:nvGrpSpPr>
          <p:grpSpPr>
            <a:xfrm>
              <a:off x="4195" y="872"/>
              <a:ext cx="91" cy="363"/>
              <a:chOff x="1565" y="2614"/>
              <a:chExt cx="90" cy="486"/>
            </a:xfrm>
          </p:grpSpPr>
          <p:sp>
            <p:nvSpPr>
              <p:cNvPr id="76871" name="Arc 216"/>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72" name="Arc 217"/>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73" name="Arc 218"/>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74" name="Arc 219"/>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6862" name="Group 220"/>
            <p:cNvGrpSpPr/>
            <p:nvPr/>
          </p:nvGrpSpPr>
          <p:grpSpPr>
            <a:xfrm rot="10800000">
              <a:off x="3923" y="872"/>
              <a:ext cx="90" cy="363"/>
              <a:chOff x="1565" y="2614"/>
              <a:chExt cx="90" cy="486"/>
            </a:xfrm>
          </p:grpSpPr>
          <p:sp>
            <p:nvSpPr>
              <p:cNvPr id="76867" name="Arc 221"/>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68" name="Arc 222"/>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69" name="Arc 223"/>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70" name="Arc 224"/>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76863" name="Oval 225"/>
            <p:cNvSpPr/>
            <p:nvPr/>
          </p:nvSpPr>
          <p:spPr>
            <a:xfrm>
              <a:off x="4967" y="554"/>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6864" name="Oval 226"/>
            <p:cNvSpPr/>
            <p:nvPr/>
          </p:nvSpPr>
          <p:spPr>
            <a:xfrm>
              <a:off x="4967" y="136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6865" name="Oval 227"/>
            <p:cNvSpPr/>
            <p:nvPr/>
          </p:nvSpPr>
          <p:spPr>
            <a:xfrm>
              <a:off x="3134" y="554"/>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6866" name="Oval 228"/>
            <p:cNvSpPr/>
            <p:nvPr/>
          </p:nvSpPr>
          <p:spPr>
            <a:xfrm>
              <a:off x="3170" y="137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53511" name="Group 263"/>
          <p:cNvGrpSpPr/>
          <p:nvPr/>
        </p:nvGrpSpPr>
        <p:grpSpPr>
          <a:xfrm>
            <a:off x="539750" y="3500438"/>
            <a:ext cx="3362325" cy="1728787"/>
            <a:chOff x="340" y="2069"/>
            <a:chExt cx="2118" cy="1089"/>
          </a:xfrm>
        </p:grpSpPr>
        <p:sp>
          <p:nvSpPr>
            <p:cNvPr id="76812" name="Line 232"/>
            <p:cNvSpPr/>
            <p:nvPr/>
          </p:nvSpPr>
          <p:spPr>
            <a:xfrm flipV="1">
              <a:off x="1202" y="2296"/>
              <a:ext cx="0" cy="283"/>
            </a:xfrm>
            <a:prstGeom prst="line">
              <a:avLst/>
            </a:prstGeom>
            <a:ln w="28575" cap="flat" cmpd="sng">
              <a:solidFill>
                <a:srgbClr val="FFCC00"/>
              </a:solidFill>
              <a:prstDash val="solid"/>
              <a:headEnd type="none" w="med" len="med"/>
              <a:tailEnd type="none" w="med" len="med"/>
            </a:ln>
          </p:spPr>
        </p:sp>
        <p:sp>
          <p:nvSpPr>
            <p:cNvPr id="76813" name="Line 233"/>
            <p:cNvSpPr/>
            <p:nvPr/>
          </p:nvSpPr>
          <p:spPr>
            <a:xfrm flipH="1" flipV="1">
              <a:off x="1202" y="2931"/>
              <a:ext cx="0" cy="192"/>
            </a:xfrm>
            <a:prstGeom prst="line">
              <a:avLst/>
            </a:prstGeom>
            <a:ln w="28575" cap="flat" cmpd="sng">
              <a:solidFill>
                <a:srgbClr val="FFCC00"/>
              </a:solidFill>
              <a:prstDash val="solid"/>
              <a:headEnd type="none" w="med" len="med"/>
              <a:tailEnd type="none" w="med" len="med"/>
            </a:ln>
          </p:spPr>
        </p:sp>
        <p:sp>
          <p:nvSpPr>
            <p:cNvPr id="76814" name="Line 234"/>
            <p:cNvSpPr/>
            <p:nvPr/>
          </p:nvSpPr>
          <p:spPr>
            <a:xfrm>
              <a:off x="521" y="3112"/>
              <a:ext cx="681" cy="0"/>
            </a:xfrm>
            <a:prstGeom prst="line">
              <a:avLst/>
            </a:prstGeom>
            <a:ln w="28575" cap="flat" cmpd="sng">
              <a:solidFill>
                <a:srgbClr val="FFCC00"/>
              </a:solidFill>
              <a:prstDash val="solid"/>
              <a:headEnd type="none" w="med" len="med"/>
              <a:tailEnd type="none" w="med" len="med"/>
            </a:ln>
          </p:spPr>
        </p:sp>
        <p:sp>
          <p:nvSpPr>
            <p:cNvPr id="76815" name="Text Box 235"/>
            <p:cNvSpPr txBox="1"/>
            <p:nvPr/>
          </p:nvSpPr>
          <p:spPr>
            <a:xfrm>
              <a:off x="984" y="2440"/>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6816" name="Text Box 236"/>
            <p:cNvSpPr txBox="1"/>
            <p:nvPr/>
          </p:nvSpPr>
          <p:spPr>
            <a:xfrm>
              <a:off x="1556" y="283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6817" name="Text Box 237"/>
            <p:cNvSpPr txBox="1"/>
            <p:nvPr/>
          </p:nvSpPr>
          <p:spPr>
            <a:xfrm>
              <a:off x="1202" y="2069"/>
              <a:ext cx="402"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n</a:t>
              </a:r>
              <a:r>
                <a:rPr lang="en-US" altLang="zh-CN" dirty="0">
                  <a:solidFill>
                    <a:schemeClr val="bg1"/>
                  </a:solidFill>
                  <a:latin typeface="Times New Roman" panose="02020603050405020304" pitchFamily="18" charset="0"/>
                  <a:ea typeface="宋体" panose="02010600030101010101" pitchFamily="2" charset="-122"/>
                </a:rPr>
                <a:t>:1</a:t>
              </a:r>
            </a:p>
          </p:txBody>
        </p:sp>
        <p:sp>
          <p:nvSpPr>
            <p:cNvPr id="76818" name="Text Box 238"/>
            <p:cNvSpPr txBox="1"/>
            <p:nvPr/>
          </p:nvSpPr>
          <p:spPr>
            <a:xfrm>
              <a:off x="340" y="2341"/>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6819" name="Text Box 239"/>
            <p:cNvSpPr txBox="1"/>
            <p:nvPr/>
          </p:nvSpPr>
          <p:spPr>
            <a:xfrm>
              <a:off x="340" y="2659"/>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6820" name="Text Box 240"/>
            <p:cNvSpPr txBox="1"/>
            <p:nvPr/>
          </p:nvSpPr>
          <p:spPr>
            <a:xfrm>
              <a:off x="340" y="2523"/>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6821" name="Text Box 241"/>
            <p:cNvSpPr txBox="1"/>
            <p:nvPr/>
          </p:nvSpPr>
          <p:spPr>
            <a:xfrm>
              <a:off x="2154" y="2296"/>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6822" name="Text Box 242"/>
            <p:cNvSpPr txBox="1"/>
            <p:nvPr/>
          </p:nvSpPr>
          <p:spPr>
            <a:xfrm>
              <a:off x="2154" y="270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6823" name="Text Box 243"/>
            <p:cNvSpPr txBox="1"/>
            <p:nvPr/>
          </p:nvSpPr>
          <p:spPr>
            <a:xfrm>
              <a:off x="2154" y="2523"/>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6824" name="Line 244"/>
            <p:cNvSpPr/>
            <p:nvPr/>
          </p:nvSpPr>
          <p:spPr>
            <a:xfrm>
              <a:off x="1564" y="3112"/>
              <a:ext cx="681" cy="0"/>
            </a:xfrm>
            <a:prstGeom prst="line">
              <a:avLst/>
            </a:prstGeom>
            <a:ln w="28575" cap="flat" cmpd="sng">
              <a:solidFill>
                <a:srgbClr val="FFCC00"/>
              </a:solidFill>
              <a:prstDash val="solid"/>
              <a:headEnd type="none" w="med" len="med"/>
              <a:tailEnd type="none" w="med" len="med"/>
            </a:ln>
          </p:spPr>
        </p:sp>
        <p:sp>
          <p:nvSpPr>
            <p:cNvPr id="76825" name="Line 245"/>
            <p:cNvSpPr/>
            <p:nvPr/>
          </p:nvSpPr>
          <p:spPr>
            <a:xfrm>
              <a:off x="1564" y="2296"/>
              <a:ext cx="681" cy="0"/>
            </a:xfrm>
            <a:prstGeom prst="line">
              <a:avLst/>
            </a:prstGeom>
            <a:ln w="28575" cap="flat" cmpd="sng">
              <a:solidFill>
                <a:srgbClr val="FFCC00"/>
              </a:solidFill>
              <a:prstDash val="solid"/>
              <a:headEnd type="none" w="med" len="med"/>
              <a:tailEnd type="none" w="med" len="med"/>
            </a:ln>
          </p:spPr>
        </p:sp>
        <p:sp>
          <p:nvSpPr>
            <p:cNvPr id="76826" name="Line 246"/>
            <p:cNvSpPr/>
            <p:nvPr/>
          </p:nvSpPr>
          <p:spPr>
            <a:xfrm>
              <a:off x="476" y="2296"/>
              <a:ext cx="726" cy="0"/>
            </a:xfrm>
            <a:prstGeom prst="line">
              <a:avLst/>
            </a:prstGeom>
            <a:ln w="28575" cap="flat" cmpd="sng">
              <a:solidFill>
                <a:srgbClr val="FFCC00"/>
              </a:solidFill>
              <a:prstDash val="solid"/>
              <a:headEnd type="none" w="med" len="med"/>
              <a:tailEnd type="none" w="med" len="med"/>
            </a:ln>
          </p:spPr>
        </p:sp>
        <p:sp>
          <p:nvSpPr>
            <p:cNvPr id="76827" name="Line 247"/>
            <p:cNvSpPr/>
            <p:nvPr/>
          </p:nvSpPr>
          <p:spPr>
            <a:xfrm flipH="1" flipV="1">
              <a:off x="1564" y="2931"/>
              <a:ext cx="0" cy="192"/>
            </a:xfrm>
            <a:prstGeom prst="line">
              <a:avLst/>
            </a:prstGeom>
            <a:ln w="28575" cap="flat" cmpd="sng">
              <a:solidFill>
                <a:srgbClr val="FFCC00"/>
              </a:solidFill>
              <a:prstDash val="solid"/>
              <a:headEnd type="none" w="med" len="med"/>
              <a:tailEnd type="none" w="med" len="med"/>
            </a:ln>
          </p:spPr>
        </p:sp>
        <p:sp>
          <p:nvSpPr>
            <p:cNvPr id="76828" name="Line 248"/>
            <p:cNvSpPr/>
            <p:nvPr/>
          </p:nvSpPr>
          <p:spPr>
            <a:xfrm flipH="1" flipV="1">
              <a:off x="1564" y="2296"/>
              <a:ext cx="0" cy="283"/>
            </a:xfrm>
            <a:prstGeom prst="line">
              <a:avLst/>
            </a:prstGeom>
            <a:ln w="28575" cap="flat" cmpd="sng">
              <a:solidFill>
                <a:srgbClr val="FFCC00"/>
              </a:solidFill>
              <a:prstDash val="solid"/>
              <a:headEnd type="none" w="med" len="med"/>
              <a:tailEnd type="none" w="med" len="med"/>
            </a:ln>
          </p:spPr>
        </p:sp>
        <p:grpSp>
          <p:nvGrpSpPr>
            <p:cNvPr id="76829" name="Group 249"/>
            <p:cNvGrpSpPr/>
            <p:nvPr/>
          </p:nvGrpSpPr>
          <p:grpSpPr>
            <a:xfrm>
              <a:off x="1474" y="2580"/>
              <a:ext cx="91" cy="363"/>
              <a:chOff x="1565" y="2614"/>
              <a:chExt cx="90" cy="486"/>
            </a:xfrm>
          </p:grpSpPr>
          <p:sp>
            <p:nvSpPr>
              <p:cNvPr id="76839" name="Arc 25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40" name="Arc 25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41" name="Arc 25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42" name="Arc 25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6830" name="Group 254"/>
            <p:cNvGrpSpPr/>
            <p:nvPr/>
          </p:nvGrpSpPr>
          <p:grpSpPr>
            <a:xfrm rot="10800000">
              <a:off x="1202" y="2580"/>
              <a:ext cx="90" cy="363"/>
              <a:chOff x="1565" y="2614"/>
              <a:chExt cx="90" cy="486"/>
            </a:xfrm>
          </p:grpSpPr>
          <p:sp>
            <p:nvSpPr>
              <p:cNvPr id="76835" name="Arc 25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36" name="Arc 25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37" name="Arc 25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6838" name="Arc 25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76831" name="Oval 259"/>
            <p:cNvSpPr/>
            <p:nvPr/>
          </p:nvSpPr>
          <p:spPr>
            <a:xfrm>
              <a:off x="2246" y="226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6832" name="Oval 260"/>
            <p:cNvSpPr/>
            <p:nvPr/>
          </p:nvSpPr>
          <p:spPr>
            <a:xfrm>
              <a:off x="2246" y="307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6833" name="Oval 261"/>
            <p:cNvSpPr/>
            <p:nvPr/>
          </p:nvSpPr>
          <p:spPr>
            <a:xfrm>
              <a:off x="413" y="226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6834" name="Oval 262"/>
            <p:cNvSpPr/>
            <p:nvPr/>
          </p:nvSpPr>
          <p:spPr>
            <a:xfrm>
              <a:off x="449" y="307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3296"/>
                                        </p:tgtEl>
                                        <p:attrNameLst>
                                          <p:attrName>style.visibility</p:attrName>
                                        </p:attrNameLst>
                                      </p:cBhvr>
                                      <p:to>
                                        <p:strVal val="visible"/>
                                      </p:to>
                                    </p:set>
                                    <p:anim calcmode="lin" valueType="num">
                                      <p:cBhvr additive="base">
                                        <p:cTn id="7" dur="500" fill="hold"/>
                                        <p:tgtEl>
                                          <p:spTgt spid="53296"/>
                                        </p:tgtEl>
                                        <p:attrNameLst>
                                          <p:attrName>ppt_x</p:attrName>
                                        </p:attrNameLst>
                                      </p:cBhvr>
                                      <p:tavLst>
                                        <p:tav tm="0">
                                          <p:val>
                                            <p:strVal val="0-#ppt_w/2"/>
                                          </p:val>
                                        </p:tav>
                                        <p:tav tm="100000">
                                          <p:val>
                                            <p:strVal val="#ppt_x"/>
                                          </p:val>
                                        </p:tav>
                                      </p:tavLst>
                                    </p:anim>
                                    <p:anim calcmode="lin" valueType="num">
                                      <p:cBhvr additive="base">
                                        <p:cTn id="8" dur="500" fill="hold"/>
                                        <p:tgtEl>
                                          <p:spTgt spid="532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3477"/>
                                        </p:tgtEl>
                                        <p:attrNameLst>
                                          <p:attrName>style.visibility</p:attrName>
                                        </p:attrNameLst>
                                      </p:cBhvr>
                                      <p:to>
                                        <p:strVal val="visible"/>
                                      </p:to>
                                    </p:set>
                                    <p:animEffect transition="in" filter="blinds(horizontal)">
                                      <p:cBhvr>
                                        <p:cTn id="13" dur="500"/>
                                        <p:tgtEl>
                                          <p:spTgt spid="5347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3423"/>
                                        </p:tgtEl>
                                        <p:attrNameLst>
                                          <p:attrName>style.visibility</p:attrName>
                                        </p:attrNameLst>
                                      </p:cBhvr>
                                      <p:to>
                                        <p:strVal val="visible"/>
                                      </p:to>
                                    </p:set>
                                    <p:animEffect transition="in" filter="blinds(horizontal)">
                                      <p:cBhvr>
                                        <p:cTn id="18" dur="500"/>
                                        <p:tgtEl>
                                          <p:spTgt spid="5342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53376"/>
                                        </p:tgtEl>
                                        <p:attrNameLst>
                                          <p:attrName>style.visibility</p:attrName>
                                        </p:attrNameLst>
                                      </p:cBhvr>
                                      <p:to>
                                        <p:strVal val="visible"/>
                                      </p:to>
                                    </p:set>
                                    <p:animEffect transition="in" filter="slide(fromLeft)">
                                      <p:cBhvr>
                                        <p:cTn id="23" dur="500"/>
                                        <p:tgtEl>
                                          <p:spTgt spid="53376"/>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53511"/>
                                        </p:tgtEl>
                                        <p:attrNameLst>
                                          <p:attrName>style.visibility</p:attrName>
                                        </p:attrNameLst>
                                      </p:cBhvr>
                                      <p:to>
                                        <p:strVal val="visible"/>
                                      </p:to>
                                    </p:set>
                                    <p:animEffect transition="in" filter="blinds(horizontal)">
                                      <p:cBhvr>
                                        <p:cTn id="27" dur="500"/>
                                        <p:tgtEl>
                                          <p:spTgt spid="53511"/>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53377"/>
                                        </p:tgtEl>
                                        <p:attrNameLst>
                                          <p:attrName>style.visibility</p:attrName>
                                        </p:attrNameLst>
                                      </p:cBhvr>
                                      <p:to>
                                        <p:strVal val="visible"/>
                                      </p:to>
                                    </p:set>
                                    <p:animEffect transition="in" filter="slide(fromLeft)">
                                      <p:cBhvr>
                                        <p:cTn id="32" dur="500"/>
                                        <p:tgtEl>
                                          <p:spTgt spid="53377"/>
                                        </p:tgtEl>
                                      </p:cBhvr>
                                    </p:animEffect>
                                  </p:childTnLst>
                                </p:cTn>
                              </p:par>
                            </p:childTnLst>
                          </p:cTn>
                        </p:par>
                        <p:par>
                          <p:cTn id="33" fill="hold">
                            <p:stCondLst>
                              <p:cond delay="500"/>
                            </p:stCondLst>
                            <p:childTnLst>
                              <p:par>
                                <p:cTn id="34" presetID="2" presetClass="entr" presetSubtype="2" fill="hold" nodeType="afterEffect">
                                  <p:stCondLst>
                                    <p:cond delay="0"/>
                                  </p:stCondLst>
                                  <p:childTnLst>
                                    <p:set>
                                      <p:cBhvr>
                                        <p:cTn id="35" dur="1" fill="hold">
                                          <p:stCondLst>
                                            <p:cond delay="0"/>
                                          </p:stCondLst>
                                        </p:cTn>
                                        <p:tgtEl>
                                          <p:spTgt spid="53426"/>
                                        </p:tgtEl>
                                        <p:attrNameLst>
                                          <p:attrName>style.visibility</p:attrName>
                                        </p:attrNameLst>
                                      </p:cBhvr>
                                      <p:to>
                                        <p:strVal val="visible"/>
                                      </p:to>
                                    </p:set>
                                    <p:anim calcmode="lin" valueType="num">
                                      <p:cBhvr additive="base">
                                        <p:cTn id="36" dur="500" fill="hold"/>
                                        <p:tgtEl>
                                          <p:spTgt spid="53426"/>
                                        </p:tgtEl>
                                        <p:attrNameLst>
                                          <p:attrName>ppt_x</p:attrName>
                                        </p:attrNameLst>
                                      </p:cBhvr>
                                      <p:tavLst>
                                        <p:tav tm="0">
                                          <p:val>
                                            <p:strVal val="1+#ppt_w/2"/>
                                          </p:val>
                                        </p:tav>
                                        <p:tav tm="100000">
                                          <p:val>
                                            <p:strVal val="#ppt_x"/>
                                          </p:val>
                                        </p:tav>
                                      </p:tavLst>
                                    </p:anim>
                                    <p:anim calcmode="lin" valueType="num">
                                      <p:cBhvr additive="base">
                                        <p:cTn id="37" dur="500" fill="hold"/>
                                        <p:tgtEl>
                                          <p:spTgt spid="534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7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10" name="Text Box 78"/>
          <p:cNvSpPr txBox="1"/>
          <p:nvPr/>
        </p:nvSpPr>
        <p:spPr>
          <a:xfrm>
            <a:off x="611188" y="587375"/>
            <a:ext cx="2232025" cy="519113"/>
          </a:xfrm>
          <a:prstGeom prst="rect">
            <a:avLst/>
          </a:prstGeom>
          <a:noFill/>
          <a:ln w="9525">
            <a:noFill/>
          </a:ln>
        </p:spPr>
        <p:txBody>
          <a:bodyPr>
            <a:spAutoFit/>
          </a:bodyPr>
          <a:lstStyle/>
          <a:p>
            <a:pPr marL="342900" indent="-342900" eaLnBrk="1" hangingPunct="1">
              <a:spcBef>
                <a:spcPct val="50000"/>
              </a:spcBef>
              <a:buAutoNum type="circleNumDbPlain" startAt="2"/>
            </a:pPr>
            <a:r>
              <a:rPr lang="zh-CN" altLang="en-US" b="1" dirty="0">
                <a:solidFill>
                  <a:srgbClr val="FF9900"/>
                </a:solidFill>
                <a:latin typeface="楷体_GB2312" pitchFamily="49" charset="-122"/>
              </a:rPr>
              <a:t>变流关系</a:t>
            </a:r>
          </a:p>
        </p:txBody>
      </p:sp>
      <p:graphicFrame>
        <p:nvGraphicFramePr>
          <p:cNvPr id="120911" name="Object 79"/>
          <p:cNvGraphicFramePr>
            <a:graphicFrameLocks noChangeAspect="1"/>
          </p:cNvGraphicFramePr>
          <p:nvPr/>
        </p:nvGraphicFramePr>
        <p:xfrm>
          <a:off x="827088" y="1236663"/>
          <a:ext cx="3594100" cy="1028700"/>
        </p:xfrm>
        <a:graphic>
          <a:graphicData uri="http://schemas.openxmlformats.org/presentationml/2006/ole">
            <mc:AlternateContent xmlns:mc="http://schemas.openxmlformats.org/markup-compatibility/2006">
              <mc:Choice xmlns:v="urn:schemas-microsoft-com:vml" Requires="v">
                <p:oleObj r:id="rId2" imgW="1278890" imgH="445770" progId="Equation.3">
                  <p:embed/>
                </p:oleObj>
              </mc:Choice>
              <mc:Fallback>
                <p:oleObj r:id="rId2" imgW="1278890" imgH="445770" progId="Equation.3">
                  <p:embed/>
                  <p:pic>
                    <p:nvPicPr>
                      <p:cNvPr id="0" name="图片 3332"/>
                      <p:cNvPicPr/>
                      <p:nvPr/>
                    </p:nvPicPr>
                    <p:blipFill>
                      <a:blip r:embed="rId3">
                        <a:clrChange>
                          <a:clrFrom>
                            <a:srgbClr val="000000"/>
                          </a:clrFrom>
                          <a:clrTo>
                            <a:srgbClr val="FFFFFF"/>
                          </a:clrTo>
                        </a:clrChange>
                      </a:blip>
                      <a:stretch>
                        <a:fillRect/>
                      </a:stretch>
                    </p:blipFill>
                    <p:spPr>
                      <a:xfrm>
                        <a:off x="827088" y="1236663"/>
                        <a:ext cx="3594100" cy="1028700"/>
                      </a:xfrm>
                      <a:prstGeom prst="rect">
                        <a:avLst/>
                      </a:prstGeom>
                      <a:noFill/>
                      <a:ln w="38100">
                        <a:noFill/>
                        <a:miter/>
                      </a:ln>
                    </p:spPr>
                  </p:pic>
                </p:oleObj>
              </mc:Fallback>
            </mc:AlternateContent>
          </a:graphicData>
        </a:graphic>
      </p:graphicFrame>
      <p:graphicFrame>
        <p:nvGraphicFramePr>
          <p:cNvPr id="120912" name="Object 80"/>
          <p:cNvGraphicFramePr>
            <a:graphicFrameLocks noChangeAspect="1"/>
          </p:cNvGraphicFramePr>
          <p:nvPr/>
        </p:nvGraphicFramePr>
        <p:xfrm>
          <a:off x="684213" y="2349500"/>
          <a:ext cx="4778375" cy="1114425"/>
        </p:xfrm>
        <a:graphic>
          <a:graphicData uri="http://schemas.openxmlformats.org/presentationml/2006/ole">
            <mc:AlternateContent xmlns:mc="http://schemas.openxmlformats.org/markup-compatibility/2006">
              <mc:Choice xmlns:v="urn:schemas-microsoft-com:vml" Requires="v">
                <p:oleObj r:id="rId4" imgW="1955165" imgH="483235" progId="Equation.3">
                  <p:embed/>
                </p:oleObj>
              </mc:Choice>
              <mc:Fallback>
                <p:oleObj r:id="rId4" imgW="1955165" imgH="483235" progId="Equation.3">
                  <p:embed/>
                  <p:pic>
                    <p:nvPicPr>
                      <p:cNvPr id="0" name="图片 3331"/>
                      <p:cNvPicPr/>
                      <p:nvPr/>
                    </p:nvPicPr>
                    <p:blipFill>
                      <a:blip r:embed="rId5">
                        <a:clrChange>
                          <a:clrFrom>
                            <a:srgbClr val="000000"/>
                          </a:clrFrom>
                          <a:clrTo>
                            <a:srgbClr val="FFFFFF"/>
                          </a:clrTo>
                        </a:clrChange>
                      </a:blip>
                      <a:stretch>
                        <a:fillRect/>
                      </a:stretch>
                    </p:blipFill>
                    <p:spPr>
                      <a:xfrm>
                        <a:off x="684213" y="2349500"/>
                        <a:ext cx="4778375" cy="1114425"/>
                      </a:xfrm>
                      <a:prstGeom prst="rect">
                        <a:avLst/>
                      </a:prstGeom>
                      <a:noFill/>
                      <a:ln w="38100">
                        <a:noFill/>
                        <a:miter/>
                      </a:ln>
                    </p:spPr>
                  </p:pic>
                </p:oleObj>
              </mc:Fallback>
            </mc:AlternateContent>
          </a:graphicData>
        </a:graphic>
      </p:graphicFrame>
      <p:sp>
        <p:nvSpPr>
          <p:cNvPr id="120913" name="Text Box 81"/>
          <p:cNvSpPr txBox="1"/>
          <p:nvPr/>
        </p:nvSpPr>
        <p:spPr>
          <a:xfrm>
            <a:off x="755650" y="3468688"/>
            <a:ext cx="3382963" cy="519112"/>
          </a:xfrm>
          <a:prstGeom prst="rect">
            <a:avLst/>
          </a:prstGeom>
          <a:noFill/>
          <a:ln w="9525">
            <a:noFill/>
          </a:ln>
        </p:spPr>
        <p:txBody>
          <a:bodyPr>
            <a:spAutoFit/>
          </a:bodyPr>
          <a:lstStyle/>
          <a:p>
            <a:pPr eaLnBrk="1" hangingPunct="1">
              <a:spcBef>
                <a:spcPct val="50000"/>
              </a:spcBef>
            </a:pPr>
            <a:r>
              <a:rPr lang="zh-CN" altLang="en-US" b="1" dirty="0">
                <a:latin typeface="Arial" panose="020B0604020202020204" pitchFamily="34" charset="0"/>
              </a:rPr>
              <a:t>考虑理想化条件：</a:t>
            </a:r>
          </a:p>
        </p:txBody>
      </p:sp>
      <p:graphicFrame>
        <p:nvGraphicFramePr>
          <p:cNvPr id="120914" name="Object 82"/>
          <p:cNvGraphicFramePr>
            <a:graphicFrameLocks noChangeAspect="1"/>
          </p:cNvGraphicFramePr>
          <p:nvPr/>
        </p:nvGraphicFramePr>
        <p:xfrm>
          <a:off x="3924300" y="3468688"/>
          <a:ext cx="2763838" cy="649287"/>
        </p:xfrm>
        <a:graphic>
          <a:graphicData uri="http://schemas.openxmlformats.org/presentationml/2006/ole">
            <mc:AlternateContent xmlns:mc="http://schemas.openxmlformats.org/markup-compatibility/2006">
              <mc:Choice xmlns:v="urn:schemas-microsoft-com:vml" Requires="v">
                <p:oleObj r:id="rId6" imgW="1397635" imgH="282575" progId="Equation.3">
                  <p:embed/>
                </p:oleObj>
              </mc:Choice>
              <mc:Fallback>
                <p:oleObj r:id="rId6" imgW="1397635" imgH="282575" progId="Equation.3">
                  <p:embed/>
                  <p:pic>
                    <p:nvPicPr>
                      <p:cNvPr id="0" name="图片 3335"/>
                      <p:cNvPicPr/>
                      <p:nvPr/>
                    </p:nvPicPr>
                    <p:blipFill>
                      <a:blip r:embed="rId7">
                        <a:clrChange>
                          <a:clrFrom>
                            <a:srgbClr val="000000"/>
                          </a:clrFrom>
                          <a:clrTo>
                            <a:srgbClr val="FFFFFF"/>
                          </a:clrTo>
                        </a:clrChange>
                      </a:blip>
                      <a:stretch>
                        <a:fillRect/>
                      </a:stretch>
                    </p:blipFill>
                    <p:spPr>
                      <a:xfrm>
                        <a:off x="3924300" y="3468688"/>
                        <a:ext cx="2763838" cy="649287"/>
                      </a:xfrm>
                      <a:prstGeom prst="rect">
                        <a:avLst/>
                      </a:prstGeom>
                      <a:noFill/>
                      <a:ln w="38100">
                        <a:noFill/>
                        <a:miter/>
                      </a:ln>
                    </p:spPr>
                  </p:pic>
                </p:oleObj>
              </mc:Fallback>
            </mc:AlternateContent>
          </a:graphicData>
        </a:graphic>
      </p:graphicFrame>
      <p:graphicFrame>
        <p:nvGraphicFramePr>
          <p:cNvPr id="120915" name="Object 83"/>
          <p:cNvGraphicFramePr>
            <a:graphicFrameLocks noChangeAspect="1"/>
          </p:cNvGraphicFramePr>
          <p:nvPr/>
        </p:nvGraphicFramePr>
        <p:xfrm>
          <a:off x="4106863" y="4216400"/>
          <a:ext cx="3594100" cy="593725"/>
        </p:xfrm>
        <a:graphic>
          <a:graphicData uri="http://schemas.openxmlformats.org/presentationml/2006/ole">
            <mc:AlternateContent xmlns:mc="http://schemas.openxmlformats.org/markup-compatibility/2006">
              <mc:Choice xmlns:v="urn:schemas-microsoft-com:vml" Requires="v">
                <p:oleObj r:id="rId8" imgW="1821180" imgH="260350" progId="Equation.DSMT4">
                  <p:embed/>
                </p:oleObj>
              </mc:Choice>
              <mc:Fallback>
                <p:oleObj r:id="rId8" imgW="1821180" imgH="260350" progId="Equation.DSMT4">
                  <p:embed/>
                  <p:pic>
                    <p:nvPicPr>
                      <p:cNvPr id="0" name="图片 3333"/>
                      <p:cNvPicPr/>
                      <p:nvPr/>
                    </p:nvPicPr>
                    <p:blipFill>
                      <a:blip r:embed="rId9">
                        <a:clrChange>
                          <a:clrFrom>
                            <a:srgbClr val="000000"/>
                          </a:clrFrom>
                          <a:clrTo>
                            <a:srgbClr val="FFFFFF"/>
                          </a:clrTo>
                        </a:clrChange>
                      </a:blip>
                      <a:stretch>
                        <a:fillRect/>
                      </a:stretch>
                    </p:blipFill>
                    <p:spPr>
                      <a:xfrm>
                        <a:off x="4106863" y="4216400"/>
                        <a:ext cx="3594100" cy="593725"/>
                      </a:xfrm>
                      <a:prstGeom prst="rect">
                        <a:avLst/>
                      </a:prstGeom>
                      <a:noFill/>
                      <a:ln w="38100">
                        <a:noFill/>
                        <a:miter/>
                      </a:ln>
                    </p:spPr>
                  </p:pic>
                </p:oleObj>
              </mc:Fallback>
            </mc:AlternateContent>
          </a:graphicData>
        </a:graphic>
      </p:graphicFrame>
      <p:grpSp>
        <p:nvGrpSpPr>
          <p:cNvPr id="120916" name="Group 84"/>
          <p:cNvGrpSpPr/>
          <p:nvPr/>
        </p:nvGrpSpPr>
        <p:grpSpPr>
          <a:xfrm>
            <a:off x="1906588" y="2133600"/>
            <a:ext cx="1873250" cy="1189038"/>
            <a:chOff x="1156" y="1071"/>
            <a:chExt cx="1134" cy="635"/>
          </a:xfrm>
        </p:grpSpPr>
        <p:sp>
          <p:nvSpPr>
            <p:cNvPr id="77924" name="Line 85"/>
            <p:cNvSpPr/>
            <p:nvPr/>
          </p:nvSpPr>
          <p:spPr>
            <a:xfrm flipV="1">
              <a:off x="1156" y="1207"/>
              <a:ext cx="771" cy="499"/>
            </a:xfrm>
            <a:prstGeom prst="line">
              <a:avLst/>
            </a:prstGeom>
            <a:ln w="28575" cap="flat" cmpd="sng">
              <a:solidFill>
                <a:srgbClr val="FF3300"/>
              </a:solidFill>
              <a:prstDash val="solid"/>
              <a:headEnd type="none" w="med" len="med"/>
              <a:tailEnd type="triangle" w="med" len="med"/>
            </a:ln>
          </p:spPr>
        </p:sp>
        <p:sp>
          <p:nvSpPr>
            <p:cNvPr id="77925" name="Text Box 86"/>
            <p:cNvSpPr txBox="1"/>
            <p:nvPr/>
          </p:nvSpPr>
          <p:spPr>
            <a:xfrm>
              <a:off x="1927" y="1071"/>
              <a:ext cx="363" cy="277"/>
            </a:xfrm>
            <a:prstGeom prst="rect">
              <a:avLst/>
            </a:prstGeom>
            <a:noFill/>
            <a:ln w="9525">
              <a:noFill/>
            </a:ln>
          </p:spPr>
          <p:txBody>
            <a:bodyPr>
              <a:spAutoFit/>
            </a:bodyPr>
            <a:lstStyle/>
            <a:p>
              <a:pPr eaLnBrk="1" hangingPunct="1">
                <a:spcBef>
                  <a:spcPct val="50000"/>
                </a:spcBef>
              </a:pPr>
              <a:r>
                <a:rPr lang="en-US" altLang="zh-CN" dirty="0">
                  <a:solidFill>
                    <a:srgbClr val="FF3300"/>
                  </a:solidFill>
                  <a:latin typeface="Times New Roman" panose="02020603050405020304" pitchFamily="18" charset="0"/>
                  <a:ea typeface="仿宋_GB2312" pitchFamily="49" charset="-122"/>
                </a:rPr>
                <a:t>0</a:t>
              </a:r>
            </a:p>
          </p:txBody>
        </p:sp>
      </p:grpSp>
      <p:graphicFrame>
        <p:nvGraphicFramePr>
          <p:cNvPr id="120919" name="Object 87"/>
          <p:cNvGraphicFramePr>
            <a:graphicFrameLocks noChangeAspect="1"/>
          </p:cNvGraphicFramePr>
          <p:nvPr/>
        </p:nvGraphicFramePr>
        <p:xfrm>
          <a:off x="1042988" y="4835525"/>
          <a:ext cx="1790700" cy="1077913"/>
        </p:xfrm>
        <a:graphic>
          <a:graphicData uri="http://schemas.openxmlformats.org/presentationml/2006/ole">
            <mc:AlternateContent xmlns:mc="http://schemas.openxmlformats.org/markup-compatibility/2006">
              <mc:Choice xmlns:v="urn:schemas-microsoft-com:vml" Requires="v">
                <p:oleObj r:id="rId10" imgW="1003300" imgH="520700" progId="Equation.3">
                  <p:embed/>
                </p:oleObj>
              </mc:Choice>
              <mc:Fallback>
                <p:oleObj r:id="rId10" imgW="1003300" imgH="520700" progId="Equation.3">
                  <p:embed/>
                  <p:pic>
                    <p:nvPicPr>
                      <p:cNvPr id="0" name="图片 3330"/>
                      <p:cNvPicPr/>
                      <p:nvPr/>
                    </p:nvPicPr>
                    <p:blipFill>
                      <a:blip r:embed="rId11">
                        <a:clrChange>
                          <a:clrFrom>
                            <a:srgbClr val="000000"/>
                          </a:clrFrom>
                          <a:clrTo>
                            <a:srgbClr val="FFFFFF"/>
                          </a:clrTo>
                        </a:clrChange>
                      </a:blip>
                      <a:stretch>
                        <a:fillRect/>
                      </a:stretch>
                    </p:blipFill>
                    <p:spPr>
                      <a:xfrm>
                        <a:off x="1042988" y="4835525"/>
                        <a:ext cx="1790700" cy="1077913"/>
                      </a:xfrm>
                      <a:prstGeom prst="rect">
                        <a:avLst/>
                      </a:prstGeom>
                      <a:noFill/>
                      <a:ln w="38100">
                        <a:noFill/>
                        <a:miter/>
                      </a:ln>
                    </p:spPr>
                  </p:pic>
                </p:oleObj>
              </mc:Fallback>
            </mc:AlternateContent>
          </a:graphicData>
        </a:graphic>
      </p:graphicFrame>
      <p:sp>
        <p:nvSpPr>
          <p:cNvPr id="120920" name="Line 88"/>
          <p:cNvSpPr/>
          <p:nvPr/>
        </p:nvSpPr>
        <p:spPr>
          <a:xfrm>
            <a:off x="3132138" y="5411788"/>
            <a:ext cx="647700" cy="0"/>
          </a:xfrm>
          <a:prstGeom prst="line">
            <a:avLst/>
          </a:prstGeom>
          <a:ln w="76200" cap="flat" cmpd="sng">
            <a:solidFill>
              <a:srgbClr val="3399FF"/>
            </a:solidFill>
            <a:prstDash val="solid"/>
            <a:headEnd type="none" w="med" len="med"/>
            <a:tailEnd type="triangle" w="med" len="med"/>
          </a:ln>
        </p:spPr>
      </p:sp>
      <p:grpSp>
        <p:nvGrpSpPr>
          <p:cNvPr id="77835" name="Group 89"/>
          <p:cNvGrpSpPr/>
          <p:nvPr/>
        </p:nvGrpSpPr>
        <p:grpSpPr>
          <a:xfrm>
            <a:off x="8316913" y="6446838"/>
            <a:ext cx="792162" cy="366712"/>
            <a:chOff x="5193" y="4020"/>
            <a:chExt cx="499" cy="231"/>
          </a:xfrm>
        </p:grpSpPr>
        <p:pic>
          <p:nvPicPr>
            <p:cNvPr id="77922" name="Picture 90"/>
            <p:cNvPicPr>
              <a:picLocks noChangeAspect="1"/>
            </p:cNvPicPr>
            <p:nvPr/>
          </p:nvPicPr>
          <p:blipFill>
            <a:blip r:embed="rId12"/>
            <a:stretch>
              <a:fillRect/>
            </a:stretch>
          </p:blipFill>
          <p:spPr>
            <a:xfrm>
              <a:off x="5193" y="4066"/>
              <a:ext cx="499" cy="181"/>
            </a:xfrm>
            <a:prstGeom prst="rect">
              <a:avLst/>
            </a:prstGeom>
            <a:noFill/>
            <a:ln w="9525">
              <a:noFill/>
            </a:ln>
          </p:spPr>
        </p:pic>
        <p:sp>
          <p:nvSpPr>
            <p:cNvPr id="77923" name="Text Box 91">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7836" name="Group 92"/>
          <p:cNvGrpSpPr/>
          <p:nvPr/>
        </p:nvGrpSpPr>
        <p:grpSpPr>
          <a:xfrm>
            <a:off x="7453313" y="6446838"/>
            <a:ext cx="792162" cy="366712"/>
            <a:chOff x="4649" y="4020"/>
            <a:chExt cx="499" cy="231"/>
          </a:xfrm>
        </p:grpSpPr>
        <p:pic>
          <p:nvPicPr>
            <p:cNvPr id="77920" name="Picture 93"/>
            <p:cNvPicPr>
              <a:picLocks noChangeAspect="1"/>
            </p:cNvPicPr>
            <p:nvPr/>
          </p:nvPicPr>
          <p:blipFill>
            <a:blip r:embed="rId12"/>
            <a:stretch>
              <a:fillRect/>
            </a:stretch>
          </p:blipFill>
          <p:spPr>
            <a:xfrm>
              <a:off x="4649" y="4066"/>
              <a:ext cx="499" cy="181"/>
            </a:xfrm>
            <a:prstGeom prst="rect">
              <a:avLst/>
            </a:prstGeom>
            <a:noFill/>
            <a:ln w="9525">
              <a:noFill/>
            </a:ln>
          </p:spPr>
        </p:pic>
        <p:sp>
          <p:nvSpPr>
            <p:cNvPr id="77921" name="Text Box 94">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aphicFrame>
        <p:nvGraphicFramePr>
          <p:cNvPr id="120927" name="Object 95"/>
          <p:cNvGraphicFramePr>
            <a:graphicFrameLocks noChangeAspect="1"/>
          </p:cNvGraphicFramePr>
          <p:nvPr/>
        </p:nvGraphicFramePr>
        <p:xfrm>
          <a:off x="3995738" y="4908550"/>
          <a:ext cx="3168650" cy="1328738"/>
        </p:xfrm>
        <a:graphic>
          <a:graphicData uri="http://schemas.openxmlformats.org/presentationml/2006/ole">
            <mc:AlternateContent xmlns:mc="http://schemas.openxmlformats.org/markup-compatibility/2006">
              <mc:Choice xmlns:v="urn:schemas-microsoft-com:vml" Requires="v">
                <p:oleObj r:id="rId13" imgW="1003300" imgH="445770" progId="Equation.3">
                  <p:embed/>
                </p:oleObj>
              </mc:Choice>
              <mc:Fallback>
                <p:oleObj r:id="rId13" imgW="1003300" imgH="445770" progId="Equation.3">
                  <p:embed/>
                  <p:pic>
                    <p:nvPicPr>
                      <p:cNvPr id="0" name="图片 3334"/>
                      <p:cNvPicPr/>
                      <p:nvPr/>
                    </p:nvPicPr>
                    <p:blipFill>
                      <a:blip r:embed="rId14">
                        <a:clrChange>
                          <a:clrFrom>
                            <a:srgbClr val="000000"/>
                          </a:clrFrom>
                          <a:clrTo>
                            <a:srgbClr val="000000"/>
                          </a:clrTo>
                        </a:clrChange>
                      </a:blip>
                      <a:stretch>
                        <a:fillRect/>
                      </a:stretch>
                    </p:blipFill>
                    <p:spPr>
                      <a:xfrm>
                        <a:off x="3995738" y="4908550"/>
                        <a:ext cx="3168650" cy="1328738"/>
                      </a:xfrm>
                      <a:prstGeom prst="rect">
                        <a:avLst/>
                      </a:prstGeom>
                      <a:gradFill rotWithShape="1">
                        <a:gsLst>
                          <a:gs pos="0">
                            <a:srgbClr val="3399FF"/>
                          </a:gs>
                          <a:gs pos="100000">
                            <a:schemeClr val="bg1"/>
                          </a:gs>
                        </a:gsLst>
                        <a:lin ang="5400000" scaled="1"/>
                        <a:tileRect/>
                      </a:gradFill>
                      <a:ln w="38100">
                        <a:noFill/>
                        <a:miter/>
                      </a:ln>
                    </p:spPr>
                  </p:pic>
                </p:oleObj>
              </mc:Fallback>
            </mc:AlternateContent>
          </a:graphicData>
        </a:graphic>
      </p:graphicFrame>
      <p:grpSp>
        <p:nvGrpSpPr>
          <p:cNvPr id="77838" name="Group 96"/>
          <p:cNvGrpSpPr/>
          <p:nvPr/>
        </p:nvGrpSpPr>
        <p:grpSpPr>
          <a:xfrm>
            <a:off x="6588125" y="6446838"/>
            <a:ext cx="792163" cy="366712"/>
            <a:chOff x="4649" y="4020"/>
            <a:chExt cx="499" cy="231"/>
          </a:xfrm>
        </p:grpSpPr>
        <p:pic>
          <p:nvPicPr>
            <p:cNvPr id="77918" name="Picture 97"/>
            <p:cNvPicPr>
              <a:picLocks noChangeAspect="1"/>
            </p:cNvPicPr>
            <p:nvPr/>
          </p:nvPicPr>
          <p:blipFill>
            <a:blip r:embed="rId12"/>
            <a:stretch>
              <a:fillRect/>
            </a:stretch>
          </p:blipFill>
          <p:spPr>
            <a:xfrm>
              <a:off x="4649" y="4066"/>
              <a:ext cx="499" cy="181"/>
            </a:xfrm>
            <a:prstGeom prst="rect">
              <a:avLst/>
            </a:prstGeom>
            <a:noFill/>
            <a:ln w="9525">
              <a:noFill/>
            </a:ln>
          </p:spPr>
        </p:pic>
        <p:sp>
          <p:nvSpPr>
            <p:cNvPr id="77919" name="Text Box 98">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120945" name="Group 113"/>
          <p:cNvGrpSpPr/>
          <p:nvPr/>
        </p:nvGrpSpPr>
        <p:grpSpPr>
          <a:xfrm>
            <a:off x="5219700" y="549275"/>
            <a:ext cx="3362325" cy="1922463"/>
            <a:chOff x="3288" y="346"/>
            <a:chExt cx="2118" cy="1211"/>
          </a:xfrm>
        </p:grpSpPr>
        <p:sp>
          <p:nvSpPr>
            <p:cNvPr id="77879" name="Line 3"/>
            <p:cNvSpPr/>
            <p:nvPr/>
          </p:nvSpPr>
          <p:spPr>
            <a:xfrm flipV="1">
              <a:off x="4150" y="709"/>
              <a:ext cx="0" cy="283"/>
            </a:xfrm>
            <a:prstGeom prst="line">
              <a:avLst/>
            </a:prstGeom>
            <a:ln w="28575" cap="flat" cmpd="sng">
              <a:solidFill>
                <a:srgbClr val="FFCC00"/>
              </a:solidFill>
              <a:prstDash val="solid"/>
              <a:headEnd type="none" w="med" len="med"/>
              <a:tailEnd type="none" w="med" len="med"/>
            </a:ln>
          </p:spPr>
        </p:sp>
        <p:sp>
          <p:nvSpPr>
            <p:cNvPr id="77880" name="Line 4"/>
            <p:cNvSpPr/>
            <p:nvPr/>
          </p:nvSpPr>
          <p:spPr>
            <a:xfrm flipH="1" flipV="1">
              <a:off x="4150" y="1344"/>
              <a:ext cx="0" cy="192"/>
            </a:xfrm>
            <a:prstGeom prst="line">
              <a:avLst/>
            </a:prstGeom>
            <a:ln w="28575" cap="flat" cmpd="sng">
              <a:solidFill>
                <a:srgbClr val="FFCC00"/>
              </a:solidFill>
              <a:prstDash val="solid"/>
              <a:headEnd type="none" w="med" len="med"/>
              <a:tailEnd type="none" w="med" len="med"/>
            </a:ln>
          </p:spPr>
        </p:sp>
        <p:sp>
          <p:nvSpPr>
            <p:cNvPr id="77881" name="Line 5"/>
            <p:cNvSpPr/>
            <p:nvPr/>
          </p:nvSpPr>
          <p:spPr>
            <a:xfrm>
              <a:off x="3469" y="1525"/>
              <a:ext cx="681" cy="0"/>
            </a:xfrm>
            <a:prstGeom prst="line">
              <a:avLst/>
            </a:prstGeom>
            <a:ln w="28575" cap="flat" cmpd="sng">
              <a:solidFill>
                <a:srgbClr val="FFCC00"/>
              </a:solidFill>
              <a:prstDash val="solid"/>
              <a:headEnd type="none" w="med" len="med"/>
              <a:tailEnd type="none" w="med" len="med"/>
            </a:ln>
          </p:spPr>
        </p:sp>
        <p:sp>
          <p:nvSpPr>
            <p:cNvPr id="77882" name="Text Box 6"/>
            <p:cNvSpPr txBox="1"/>
            <p:nvPr/>
          </p:nvSpPr>
          <p:spPr>
            <a:xfrm>
              <a:off x="3923" y="75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7883" name="Text Box 7"/>
            <p:cNvSpPr txBox="1"/>
            <p:nvPr/>
          </p:nvSpPr>
          <p:spPr>
            <a:xfrm>
              <a:off x="4513" y="75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7884" name="Text Box 8"/>
            <p:cNvSpPr txBox="1"/>
            <p:nvPr/>
          </p:nvSpPr>
          <p:spPr>
            <a:xfrm>
              <a:off x="3288" y="754"/>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7885" name="Text Box 9"/>
            <p:cNvSpPr txBox="1"/>
            <p:nvPr/>
          </p:nvSpPr>
          <p:spPr>
            <a:xfrm>
              <a:off x="3288" y="107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7886" name="Text Box 10"/>
            <p:cNvSpPr txBox="1"/>
            <p:nvPr/>
          </p:nvSpPr>
          <p:spPr>
            <a:xfrm>
              <a:off x="3288" y="936"/>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887" name="Text Box 11"/>
            <p:cNvSpPr txBox="1"/>
            <p:nvPr/>
          </p:nvSpPr>
          <p:spPr>
            <a:xfrm>
              <a:off x="5102" y="709"/>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7888" name="Text Box 12"/>
            <p:cNvSpPr txBox="1"/>
            <p:nvPr/>
          </p:nvSpPr>
          <p:spPr>
            <a:xfrm>
              <a:off x="5102" y="1117"/>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7889" name="Text Box 13"/>
            <p:cNvSpPr txBox="1"/>
            <p:nvPr/>
          </p:nvSpPr>
          <p:spPr>
            <a:xfrm>
              <a:off x="5102" y="936"/>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890" name="Line 15"/>
            <p:cNvSpPr/>
            <p:nvPr/>
          </p:nvSpPr>
          <p:spPr>
            <a:xfrm>
              <a:off x="4512" y="1525"/>
              <a:ext cx="681" cy="0"/>
            </a:xfrm>
            <a:prstGeom prst="line">
              <a:avLst/>
            </a:prstGeom>
            <a:ln w="28575" cap="flat" cmpd="sng">
              <a:solidFill>
                <a:srgbClr val="FFCC00"/>
              </a:solidFill>
              <a:prstDash val="solid"/>
              <a:headEnd type="none" w="med" len="med"/>
              <a:tailEnd type="none" w="med" len="med"/>
            </a:ln>
          </p:spPr>
        </p:sp>
        <p:sp>
          <p:nvSpPr>
            <p:cNvPr id="77891" name="Line 17"/>
            <p:cNvSpPr/>
            <p:nvPr/>
          </p:nvSpPr>
          <p:spPr>
            <a:xfrm>
              <a:off x="4512" y="709"/>
              <a:ext cx="681" cy="0"/>
            </a:xfrm>
            <a:prstGeom prst="line">
              <a:avLst/>
            </a:prstGeom>
            <a:ln w="28575" cap="flat" cmpd="sng">
              <a:solidFill>
                <a:srgbClr val="FFCC00"/>
              </a:solidFill>
              <a:prstDash val="solid"/>
              <a:headEnd type="none" w="med" len="med"/>
              <a:tailEnd type="none" w="med" len="med"/>
            </a:ln>
          </p:spPr>
        </p:sp>
        <p:sp>
          <p:nvSpPr>
            <p:cNvPr id="77892" name="Line 19"/>
            <p:cNvSpPr/>
            <p:nvPr/>
          </p:nvSpPr>
          <p:spPr>
            <a:xfrm>
              <a:off x="3424" y="709"/>
              <a:ext cx="726" cy="0"/>
            </a:xfrm>
            <a:prstGeom prst="line">
              <a:avLst/>
            </a:prstGeom>
            <a:ln w="28575" cap="flat" cmpd="sng">
              <a:solidFill>
                <a:srgbClr val="FFCC00"/>
              </a:solidFill>
              <a:prstDash val="solid"/>
              <a:headEnd type="none" w="med" len="med"/>
              <a:tailEnd type="none" w="med" len="med"/>
            </a:ln>
          </p:spPr>
        </p:sp>
        <p:sp>
          <p:nvSpPr>
            <p:cNvPr id="77893" name="Line 29"/>
            <p:cNvSpPr/>
            <p:nvPr/>
          </p:nvSpPr>
          <p:spPr>
            <a:xfrm flipH="1" flipV="1">
              <a:off x="4512" y="1344"/>
              <a:ext cx="0" cy="192"/>
            </a:xfrm>
            <a:prstGeom prst="line">
              <a:avLst/>
            </a:prstGeom>
            <a:ln w="28575" cap="flat" cmpd="sng">
              <a:solidFill>
                <a:srgbClr val="FFCC00"/>
              </a:solidFill>
              <a:prstDash val="solid"/>
              <a:headEnd type="none" w="med" len="med"/>
              <a:tailEnd type="none" w="med" len="med"/>
            </a:ln>
          </p:spPr>
        </p:sp>
        <p:sp>
          <p:nvSpPr>
            <p:cNvPr id="77894" name="Line 30"/>
            <p:cNvSpPr/>
            <p:nvPr/>
          </p:nvSpPr>
          <p:spPr>
            <a:xfrm flipH="1" flipV="1">
              <a:off x="4512" y="709"/>
              <a:ext cx="0" cy="283"/>
            </a:xfrm>
            <a:prstGeom prst="line">
              <a:avLst/>
            </a:prstGeom>
            <a:ln w="28575" cap="flat" cmpd="sng">
              <a:solidFill>
                <a:srgbClr val="FFCC00"/>
              </a:solidFill>
              <a:prstDash val="solid"/>
              <a:headEnd type="none" w="med" len="med"/>
              <a:tailEnd type="none" w="med" len="med"/>
            </a:ln>
          </p:spPr>
        </p:sp>
        <p:sp>
          <p:nvSpPr>
            <p:cNvPr id="77895" name="Text Box 31"/>
            <p:cNvSpPr txBox="1"/>
            <p:nvPr/>
          </p:nvSpPr>
          <p:spPr>
            <a:xfrm>
              <a:off x="3470" y="346"/>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896" name="Line 32"/>
            <p:cNvSpPr/>
            <p:nvPr/>
          </p:nvSpPr>
          <p:spPr>
            <a:xfrm>
              <a:off x="3470" y="709"/>
              <a:ext cx="288" cy="0"/>
            </a:xfrm>
            <a:prstGeom prst="line">
              <a:avLst/>
            </a:prstGeom>
            <a:ln w="28575" cap="flat" cmpd="sng">
              <a:solidFill>
                <a:srgbClr val="00FFFF"/>
              </a:solidFill>
              <a:prstDash val="solid"/>
              <a:headEnd type="none" w="med" len="med"/>
              <a:tailEnd type="triangle" w="med" len="med"/>
            </a:ln>
          </p:spPr>
        </p:sp>
        <p:sp>
          <p:nvSpPr>
            <p:cNvPr id="77897" name="Text Box 33"/>
            <p:cNvSpPr txBox="1"/>
            <p:nvPr/>
          </p:nvSpPr>
          <p:spPr>
            <a:xfrm>
              <a:off x="3833" y="981"/>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898" name="Text Box 34"/>
            <p:cNvSpPr txBox="1"/>
            <p:nvPr/>
          </p:nvSpPr>
          <p:spPr>
            <a:xfrm>
              <a:off x="4513" y="981"/>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899" name="Text Box 35"/>
            <p:cNvSpPr txBox="1"/>
            <p:nvPr/>
          </p:nvSpPr>
          <p:spPr>
            <a:xfrm>
              <a:off x="4876" y="346"/>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900" name="Text Box 36"/>
            <p:cNvSpPr txBox="1"/>
            <p:nvPr/>
          </p:nvSpPr>
          <p:spPr>
            <a:xfrm>
              <a:off x="4195" y="346"/>
              <a:ext cx="303"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901" name="Line 37"/>
            <p:cNvSpPr/>
            <p:nvPr/>
          </p:nvSpPr>
          <p:spPr>
            <a:xfrm flipH="1">
              <a:off x="4830" y="709"/>
              <a:ext cx="288" cy="0"/>
            </a:xfrm>
            <a:prstGeom prst="line">
              <a:avLst/>
            </a:prstGeom>
            <a:ln w="28575" cap="flat" cmpd="sng">
              <a:solidFill>
                <a:srgbClr val="00FFFF"/>
              </a:solidFill>
              <a:prstDash val="solid"/>
              <a:headEnd type="none" w="med" len="med"/>
              <a:tailEnd type="triangle" w="med" len="med"/>
            </a:ln>
          </p:spPr>
        </p:sp>
        <p:sp>
          <p:nvSpPr>
            <p:cNvPr id="77902" name="Arc 38"/>
            <p:cNvSpPr/>
            <p:nvPr/>
          </p:nvSpPr>
          <p:spPr>
            <a:xfrm flipH="1">
              <a:off x="4099" y="545"/>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77903" name="Arc 39"/>
            <p:cNvSpPr/>
            <p:nvPr/>
          </p:nvSpPr>
          <p:spPr>
            <a:xfrm>
              <a:off x="4405" y="553"/>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grpSp>
          <p:nvGrpSpPr>
            <p:cNvPr id="77904" name="Group 99"/>
            <p:cNvGrpSpPr/>
            <p:nvPr/>
          </p:nvGrpSpPr>
          <p:grpSpPr>
            <a:xfrm>
              <a:off x="4422" y="981"/>
              <a:ext cx="91" cy="363"/>
              <a:chOff x="1565" y="2614"/>
              <a:chExt cx="90" cy="486"/>
            </a:xfrm>
          </p:grpSpPr>
          <p:sp>
            <p:nvSpPr>
              <p:cNvPr id="77914" name="Arc 10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915" name="Arc 10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916" name="Arc 10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917" name="Arc 10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7905" name="Group 104"/>
            <p:cNvGrpSpPr/>
            <p:nvPr/>
          </p:nvGrpSpPr>
          <p:grpSpPr>
            <a:xfrm rot="10800000">
              <a:off x="4141" y="990"/>
              <a:ext cx="90" cy="363"/>
              <a:chOff x="1565" y="2614"/>
              <a:chExt cx="90" cy="486"/>
            </a:xfrm>
          </p:grpSpPr>
          <p:sp>
            <p:nvSpPr>
              <p:cNvPr id="77910" name="Arc 10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911" name="Arc 10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912" name="Arc 10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913" name="Arc 10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77906" name="Oval 109"/>
            <p:cNvSpPr/>
            <p:nvPr/>
          </p:nvSpPr>
          <p:spPr>
            <a:xfrm>
              <a:off x="5202" y="67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7907" name="Oval 110"/>
            <p:cNvSpPr/>
            <p:nvPr/>
          </p:nvSpPr>
          <p:spPr>
            <a:xfrm>
              <a:off x="5193" y="148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7908" name="Oval 111"/>
            <p:cNvSpPr/>
            <p:nvPr/>
          </p:nvSpPr>
          <p:spPr>
            <a:xfrm>
              <a:off x="3406" y="148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7909" name="Oval 112"/>
            <p:cNvSpPr/>
            <p:nvPr/>
          </p:nvSpPr>
          <p:spPr>
            <a:xfrm>
              <a:off x="3352" y="67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120946" name="Group 114"/>
          <p:cNvGrpSpPr/>
          <p:nvPr/>
        </p:nvGrpSpPr>
        <p:grpSpPr>
          <a:xfrm>
            <a:off x="5148263" y="620713"/>
            <a:ext cx="3671887" cy="2463800"/>
            <a:chOff x="3152" y="2069"/>
            <a:chExt cx="2313" cy="1552"/>
          </a:xfrm>
        </p:grpSpPr>
        <p:sp>
          <p:nvSpPr>
            <p:cNvPr id="77841" name="Rectangle 115"/>
            <p:cNvSpPr/>
            <p:nvPr/>
          </p:nvSpPr>
          <p:spPr>
            <a:xfrm>
              <a:off x="3152" y="2115"/>
              <a:ext cx="2313" cy="1134"/>
            </a:xfrm>
            <a:prstGeom prst="rect">
              <a:avLst/>
            </a:prstGeom>
            <a:solidFill>
              <a:schemeClr val="bg2"/>
            </a:solidFill>
            <a:ln w="952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77842" name="Group 116"/>
            <p:cNvGrpSpPr/>
            <p:nvPr/>
          </p:nvGrpSpPr>
          <p:grpSpPr>
            <a:xfrm>
              <a:off x="3243" y="2069"/>
              <a:ext cx="2118" cy="1089"/>
              <a:chOff x="340" y="2069"/>
              <a:chExt cx="2118" cy="1089"/>
            </a:xfrm>
          </p:grpSpPr>
          <p:sp>
            <p:nvSpPr>
              <p:cNvPr id="77848" name="Line 117"/>
              <p:cNvSpPr/>
              <p:nvPr/>
            </p:nvSpPr>
            <p:spPr>
              <a:xfrm flipV="1">
                <a:off x="1202" y="2296"/>
                <a:ext cx="0" cy="283"/>
              </a:xfrm>
              <a:prstGeom prst="line">
                <a:avLst/>
              </a:prstGeom>
              <a:ln w="28575" cap="flat" cmpd="sng">
                <a:solidFill>
                  <a:srgbClr val="FFCC00"/>
                </a:solidFill>
                <a:prstDash val="solid"/>
                <a:headEnd type="none" w="med" len="med"/>
                <a:tailEnd type="none" w="med" len="med"/>
              </a:ln>
            </p:spPr>
          </p:sp>
          <p:sp>
            <p:nvSpPr>
              <p:cNvPr id="77849" name="Line 118"/>
              <p:cNvSpPr/>
              <p:nvPr/>
            </p:nvSpPr>
            <p:spPr>
              <a:xfrm flipH="1" flipV="1">
                <a:off x="1202" y="2931"/>
                <a:ext cx="0" cy="192"/>
              </a:xfrm>
              <a:prstGeom prst="line">
                <a:avLst/>
              </a:prstGeom>
              <a:ln w="28575" cap="flat" cmpd="sng">
                <a:solidFill>
                  <a:srgbClr val="FFCC00"/>
                </a:solidFill>
                <a:prstDash val="solid"/>
                <a:headEnd type="none" w="med" len="med"/>
                <a:tailEnd type="none" w="med" len="med"/>
              </a:ln>
            </p:spPr>
          </p:sp>
          <p:sp>
            <p:nvSpPr>
              <p:cNvPr id="77850" name="Line 119"/>
              <p:cNvSpPr/>
              <p:nvPr/>
            </p:nvSpPr>
            <p:spPr>
              <a:xfrm>
                <a:off x="521" y="3112"/>
                <a:ext cx="681" cy="0"/>
              </a:xfrm>
              <a:prstGeom prst="line">
                <a:avLst/>
              </a:prstGeom>
              <a:ln w="28575" cap="flat" cmpd="sng">
                <a:solidFill>
                  <a:srgbClr val="FFCC00"/>
                </a:solidFill>
                <a:prstDash val="solid"/>
                <a:headEnd type="none" w="med" len="med"/>
                <a:tailEnd type="none" w="med" len="med"/>
              </a:ln>
            </p:spPr>
          </p:sp>
          <p:sp>
            <p:nvSpPr>
              <p:cNvPr id="77851" name="Text Box 120"/>
              <p:cNvSpPr txBox="1"/>
              <p:nvPr/>
            </p:nvSpPr>
            <p:spPr>
              <a:xfrm>
                <a:off x="984" y="2440"/>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7852" name="Text Box 121"/>
              <p:cNvSpPr txBox="1"/>
              <p:nvPr/>
            </p:nvSpPr>
            <p:spPr>
              <a:xfrm>
                <a:off x="1556" y="283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7853" name="Text Box 122"/>
              <p:cNvSpPr txBox="1"/>
              <p:nvPr/>
            </p:nvSpPr>
            <p:spPr>
              <a:xfrm>
                <a:off x="1202" y="2069"/>
                <a:ext cx="402"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n</a:t>
                </a:r>
                <a:r>
                  <a:rPr lang="en-US" altLang="zh-CN" dirty="0">
                    <a:solidFill>
                      <a:schemeClr val="bg1"/>
                    </a:solidFill>
                    <a:latin typeface="Times New Roman" panose="02020603050405020304" pitchFamily="18" charset="0"/>
                    <a:ea typeface="宋体" panose="02010600030101010101" pitchFamily="2" charset="-122"/>
                  </a:rPr>
                  <a:t>:1</a:t>
                </a:r>
              </a:p>
            </p:txBody>
          </p:sp>
          <p:sp>
            <p:nvSpPr>
              <p:cNvPr id="77854" name="Text Box 123"/>
              <p:cNvSpPr txBox="1"/>
              <p:nvPr/>
            </p:nvSpPr>
            <p:spPr>
              <a:xfrm>
                <a:off x="340" y="2341"/>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7855" name="Text Box 124"/>
              <p:cNvSpPr txBox="1"/>
              <p:nvPr/>
            </p:nvSpPr>
            <p:spPr>
              <a:xfrm>
                <a:off x="340" y="2659"/>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7856" name="Text Box 125"/>
              <p:cNvSpPr txBox="1"/>
              <p:nvPr/>
            </p:nvSpPr>
            <p:spPr>
              <a:xfrm>
                <a:off x="340" y="2523"/>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857" name="Text Box 126"/>
              <p:cNvSpPr txBox="1"/>
              <p:nvPr/>
            </p:nvSpPr>
            <p:spPr>
              <a:xfrm>
                <a:off x="2154" y="2296"/>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7858" name="Text Box 127"/>
              <p:cNvSpPr txBox="1"/>
              <p:nvPr/>
            </p:nvSpPr>
            <p:spPr>
              <a:xfrm>
                <a:off x="2154" y="270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7859" name="Text Box 128"/>
              <p:cNvSpPr txBox="1"/>
              <p:nvPr/>
            </p:nvSpPr>
            <p:spPr>
              <a:xfrm>
                <a:off x="2154" y="2523"/>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7860" name="Line 129"/>
              <p:cNvSpPr/>
              <p:nvPr/>
            </p:nvSpPr>
            <p:spPr>
              <a:xfrm>
                <a:off x="1564" y="3112"/>
                <a:ext cx="681" cy="0"/>
              </a:xfrm>
              <a:prstGeom prst="line">
                <a:avLst/>
              </a:prstGeom>
              <a:ln w="28575" cap="flat" cmpd="sng">
                <a:solidFill>
                  <a:srgbClr val="FFCC00"/>
                </a:solidFill>
                <a:prstDash val="solid"/>
                <a:headEnd type="none" w="med" len="med"/>
                <a:tailEnd type="none" w="med" len="med"/>
              </a:ln>
            </p:spPr>
          </p:sp>
          <p:sp>
            <p:nvSpPr>
              <p:cNvPr id="77861" name="Line 130"/>
              <p:cNvSpPr/>
              <p:nvPr/>
            </p:nvSpPr>
            <p:spPr>
              <a:xfrm>
                <a:off x="1564" y="2296"/>
                <a:ext cx="681" cy="0"/>
              </a:xfrm>
              <a:prstGeom prst="line">
                <a:avLst/>
              </a:prstGeom>
              <a:ln w="28575" cap="flat" cmpd="sng">
                <a:solidFill>
                  <a:srgbClr val="FFCC00"/>
                </a:solidFill>
                <a:prstDash val="solid"/>
                <a:headEnd type="none" w="med" len="med"/>
                <a:tailEnd type="none" w="med" len="med"/>
              </a:ln>
            </p:spPr>
          </p:sp>
          <p:sp>
            <p:nvSpPr>
              <p:cNvPr id="77862" name="Line 131"/>
              <p:cNvSpPr/>
              <p:nvPr/>
            </p:nvSpPr>
            <p:spPr>
              <a:xfrm>
                <a:off x="476" y="2296"/>
                <a:ext cx="726" cy="0"/>
              </a:xfrm>
              <a:prstGeom prst="line">
                <a:avLst/>
              </a:prstGeom>
              <a:ln w="28575" cap="flat" cmpd="sng">
                <a:solidFill>
                  <a:srgbClr val="FFCC00"/>
                </a:solidFill>
                <a:prstDash val="solid"/>
                <a:headEnd type="none" w="med" len="med"/>
                <a:tailEnd type="none" w="med" len="med"/>
              </a:ln>
            </p:spPr>
          </p:sp>
          <p:sp>
            <p:nvSpPr>
              <p:cNvPr id="77863" name="Line 132"/>
              <p:cNvSpPr/>
              <p:nvPr/>
            </p:nvSpPr>
            <p:spPr>
              <a:xfrm flipH="1" flipV="1">
                <a:off x="1564" y="2931"/>
                <a:ext cx="0" cy="192"/>
              </a:xfrm>
              <a:prstGeom prst="line">
                <a:avLst/>
              </a:prstGeom>
              <a:ln w="28575" cap="flat" cmpd="sng">
                <a:solidFill>
                  <a:srgbClr val="FFCC00"/>
                </a:solidFill>
                <a:prstDash val="solid"/>
                <a:headEnd type="none" w="med" len="med"/>
                <a:tailEnd type="none" w="med" len="med"/>
              </a:ln>
            </p:spPr>
          </p:sp>
          <p:sp>
            <p:nvSpPr>
              <p:cNvPr id="77864" name="Line 133"/>
              <p:cNvSpPr/>
              <p:nvPr/>
            </p:nvSpPr>
            <p:spPr>
              <a:xfrm flipH="1" flipV="1">
                <a:off x="1564" y="2296"/>
                <a:ext cx="0" cy="283"/>
              </a:xfrm>
              <a:prstGeom prst="line">
                <a:avLst/>
              </a:prstGeom>
              <a:ln w="28575" cap="flat" cmpd="sng">
                <a:solidFill>
                  <a:srgbClr val="FFCC00"/>
                </a:solidFill>
                <a:prstDash val="solid"/>
                <a:headEnd type="none" w="med" len="med"/>
                <a:tailEnd type="none" w="med" len="med"/>
              </a:ln>
            </p:spPr>
          </p:sp>
          <p:grpSp>
            <p:nvGrpSpPr>
              <p:cNvPr id="77865" name="Group 134"/>
              <p:cNvGrpSpPr/>
              <p:nvPr/>
            </p:nvGrpSpPr>
            <p:grpSpPr>
              <a:xfrm>
                <a:off x="1474" y="2580"/>
                <a:ext cx="91" cy="363"/>
                <a:chOff x="1565" y="2614"/>
                <a:chExt cx="90" cy="486"/>
              </a:xfrm>
            </p:grpSpPr>
            <p:sp>
              <p:nvSpPr>
                <p:cNvPr id="77875" name="Arc 13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876" name="Arc 13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877" name="Arc 13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878" name="Arc 13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7866" name="Group 139"/>
              <p:cNvGrpSpPr/>
              <p:nvPr/>
            </p:nvGrpSpPr>
            <p:grpSpPr>
              <a:xfrm rot="10800000">
                <a:off x="1202" y="2580"/>
                <a:ext cx="90" cy="363"/>
                <a:chOff x="1565" y="2614"/>
                <a:chExt cx="90" cy="486"/>
              </a:xfrm>
            </p:grpSpPr>
            <p:sp>
              <p:nvSpPr>
                <p:cNvPr id="77871" name="Arc 14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872" name="Arc 14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873" name="Arc 14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7874" name="Arc 14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77867" name="Oval 144"/>
              <p:cNvSpPr/>
              <p:nvPr/>
            </p:nvSpPr>
            <p:spPr>
              <a:xfrm>
                <a:off x="2246" y="226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7868" name="Oval 145"/>
              <p:cNvSpPr/>
              <p:nvPr/>
            </p:nvSpPr>
            <p:spPr>
              <a:xfrm>
                <a:off x="2246" y="307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7869" name="Oval 146"/>
              <p:cNvSpPr/>
              <p:nvPr/>
            </p:nvSpPr>
            <p:spPr>
              <a:xfrm>
                <a:off x="413" y="226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7870" name="Oval 147"/>
              <p:cNvSpPr/>
              <p:nvPr/>
            </p:nvSpPr>
            <p:spPr>
              <a:xfrm>
                <a:off x="449" y="307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
          <p:nvSpPr>
            <p:cNvPr id="77843" name="Rectangle 148"/>
            <p:cNvSpPr/>
            <p:nvPr/>
          </p:nvSpPr>
          <p:spPr>
            <a:xfrm>
              <a:off x="3379" y="3294"/>
              <a:ext cx="1945" cy="327"/>
            </a:xfrm>
            <a:prstGeom prst="rect">
              <a:avLst/>
            </a:prstGeom>
            <a:blipFill rotWithShape="1">
              <a:blip r:embed="rId15"/>
            </a:blipFill>
            <a:ln w="9525">
              <a:noFill/>
            </a:ln>
          </p:spPr>
          <p:txBody>
            <a:bodyPr lIns="198000" rIns="198000">
              <a:spAutoFit/>
            </a:bodyPr>
            <a:lstStyle/>
            <a:p>
              <a:pPr eaLnBrk="1" hangingPunct="1">
                <a:spcBef>
                  <a:spcPct val="50000"/>
                </a:spcBef>
              </a:pPr>
              <a:r>
                <a:rPr lang="zh-CN" altLang="en-US" b="1" dirty="0">
                  <a:solidFill>
                    <a:schemeClr val="tx1"/>
                  </a:solidFill>
                  <a:latin typeface="Arial" panose="020B0604020202020204" pitchFamily="34" charset="0"/>
                </a:rPr>
                <a:t>理想变压器模型</a:t>
              </a:r>
            </a:p>
          </p:txBody>
        </p:sp>
        <p:sp>
          <p:nvSpPr>
            <p:cNvPr id="77844" name="Line 149"/>
            <p:cNvSpPr/>
            <p:nvPr/>
          </p:nvSpPr>
          <p:spPr>
            <a:xfrm>
              <a:off x="3424" y="2296"/>
              <a:ext cx="387" cy="0"/>
            </a:xfrm>
            <a:prstGeom prst="line">
              <a:avLst/>
            </a:prstGeom>
            <a:ln w="28575" cap="flat" cmpd="sng">
              <a:solidFill>
                <a:srgbClr val="00FFFF"/>
              </a:solidFill>
              <a:prstDash val="solid"/>
              <a:headEnd type="none" w="med" len="med"/>
              <a:tailEnd type="triangle" w="med" len="med"/>
            </a:ln>
          </p:spPr>
        </p:sp>
        <p:sp>
          <p:nvSpPr>
            <p:cNvPr id="77845" name="Line 150"/>
            <p:cNvSpPr/>
            <p:nvPr/>
          </p:nvSpPr>
          <p:spPr>
            <a:xfrm>
              <a:off x="4604" y="2296"/>
              <a:ext cx="387" cy="0"/>
            </a:xfrm>
            <a:prstGeom prst="line">
              <a:avLst/>
            </a:prstGeom>
            <a:ln w="28575" cap="flat" cmpd="sng">
              <a:solidFill>
                <a:srgbClr val="00FFFF"/>
              </a:solidFill>
              <a:prstDash val="solid"/>
              <a:headEnd type="triangle" w="med" len="med"/>
              <a:tailEnd type="none" w="med" len="med"/>
            </a:ln>
          </p:spPr>
        </p:sp>
        <p:sp>
          <p:nvSpPr>
            <p:cNvPr id="77846" name="Text Box 151"/>
            <p:cNvSpPr txBox="1"/>
            <p:nvPr/>
          </p:nvSpPr>
          <p:spPr>
            <a:xfrm>
              <a:off x="3515" y="2232"/>
              <a:ext cx="484"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i</a:t>
              </a:r>
              <a:r>
                <a:rPr lang="en-US" altLang="zh-CN" baseline="-25000" dirty="0">
                  <a:solidFill>
                    <a:schemeClr val="bg1"/>
                  </a:solidFill>
                  <a:latin typeface="Times New Roman" panose="02020603050405020304" pitchFamily="18" charset="0"/>
                  <a:ea typeface="仿宋_GB2312" pitchFamily="49" charset="-122"/>
                </a:rPr>
                <a:t>1</a:t>
              </a:r>
            </a:p>
          </p:txBody>
        </p:sp>
        <p:sp>
          <p:nvSpPr>
            <p:cNvPr id="77847" name="Text Box 152"/>
            <p:cNvSpPr txBox="1"/>
            <p:nvPr/>
          </p:nvSpPr>
          <p:spPr>
            <a:xfrm>
              <a:off x="4694" y="2205"/>
              <a:ext cx="484"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i</a:t>
              </a:r>
              <a:r>
                <a:rPr lang="en-US" altLang="zh-CN" baseline="-25000" dirty="0">
                  <a:solidFill>
                    <a:schemeClr val="bg1"/>
                  </a:solidFill>
                  <a:latin typeface="Times New Roman" panose="02020603050405020304" pitchFamily="18" charset="0"/>
                  <a:ea typeface="仿宋_GB2312" pitchFamily="49" charset="-122"/>
                </a:rPr>
                <a:t>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20910"/>
                                        </p:tgtEl>
                                        <p:attrNameLst>
                                          <p:attrName>style.visibility</p:attrName>
                                        </p:attrNameLst>
                                      </p:cBhvr>
                                      <p:to>
                                        <p:strVal val="visible"/>
                                      </p:to>
                                    </p:set>
                                    <p:anim calcmode="lin" valueType="num">
                                      <p:cBhvr additive="base">
                                        <p:cTn id="7" dur="500" fill="hold"/>
                                        <p:tgtEl>
                                          <p:spTgt spid="120910"/>
                                        </p:tgtEl>
                                        <p:attrNameLst>
                                          <p:attrName>ppt_x</p:attrName>
                                        </p:attrNameLst>
                                      </p:cBhvr>
                                      <p:tavLst>
                                        <p:tav tm="0">
                                          <p:val>
                                            <p:strVal val="0-#ppt_w/2"/>
                                          </p:val>
                                        </p:tav>
                                        <p:tav tm="100000">
                                          <p:val>
                                            <p:strVal val="#ppt_x"/>
                                          </p:val>
                                        </p:tav>
                                      </p:tavLst>
                                    </p:anim>
                                    <p:anim calcmode="lin" valueType="num">
                                      <p:cBhvr additive="base">
                                        <p:cTn id="8" dur="500" fill="hold"/>
                                        <p:tgtEl>
                                          <p:spTgt spid="1209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20945"/>
                                        </p:tgtEl>
                                        <p:attrNameLst>
                                          <p:attrName>style.visibility</p:attrName>
                                        </p:attrNameLst>
                                      </p:cBhvr>
                                      <p:to>
                                        <p:strVal val="visible"/>
                                      </p:to>
                                    </p:set>
                                    <p:animEffect transition="in" filter="blinds(horizontal)">
                                      <p:cBhvr>
                                        <p:cTn id="13" dur="500"/>
                                        <p:tgtEl>
                                          <p:spTgt spid="120945"/>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120911"/>
                                        </p:tgtEl>
                                        <p:attrNameLst>
                                          <p:attrName>style.visibility</p:attrName>
                                        </p:attrNameLst>
                                      </p:cBhvr>
                                      <p:to>
                                        <p:strVal val="visible"/>
                                      </p:to>
                                    </p:set>
                                    <p:animEffect transition="in" filter="strips(downRight)">
                                      <p:cBhvr>
                                        <p:cTn id="18" dur="1000"/>
                                        <p:tgtEl>
                                          <p:spTgt spid="120911"/>
                                        </p:tgtEl>
                                      </p:cBhvr>
                                    </p:animEffect>
                                  </p:childTnLst>
                                </p:cTn>
                              </p:par>
                            </p:childTnLst>
                          </p:cTn>
                        </p:par>
                        <p:par>
                          <p:cTn id="19" fill="hold">
                            <p:stCondLst>
                              <p:cond delay="1000"/>
                            </p:stCondLst>
                            <p:childTnLst>
                              <p:par>
                                <p:cTn id="20" presetID="18" presetClass="entr" presetSubtype="6" fill="hold" nodeType="afterEffect">
                                  <p:stCondLst>
                                    <p:cond delay="0"/>
                                  </p:stCondLst>
                                  <p:childTnLst>
                                    <p:set>
                                      <p:cBhvr>
                                        <p:cTn id="21" dur="1" fill="hold">
                                          <p:stCondLst>
                                            <p:cond delay="0"/>
                                          </p:stCondLst>
                                        </p:cTn>
                                        <p:tgtEl>
                                          <p:spTgt spid="120912"/>
                                        </p:tgtEl>
                                        <p:attrNameLst>
                                          <p:attrName>style.visibility</p:attrName>
                                        </p:attrNameLst>
                                      </p:cBhvr>
                                      <p:to>
                                        <p:strVal val="visible"/>
                                      </p:to>
                                    </p:set>
                                    <p:animEffect transition="in" filter="strips(downRight)">
                                      <p:cBhvr>
                                        <p:cTn id="22" dur="1000"/>
                                        <p:tgtEl>
                                          <p:spTgt spid="120912"/>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120913"/>
                                        </p:tgtEl>
                                        <p:attrNameLst>
                                          <p:attrName>style.visibility</p:attrName>
                                        </p:attrNameLst>
                                      </p:cBhvr>
                                      <p:to>
                                        <p:strVal val="visible"/>
                                      </p:to>
                                    </p:set>
                                    <p:animEffect transition="in" filter="slide(fromLeft)">
                                      <p:cBhvr>
                                        <p:cTn id="27" dur="1000"/>
                                        <p:tgtEl>
                                          <p:spTgt spid="120913"/>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120914"/>
                                        </p:tgtEl>
                                        <p:attrNameLst>
                                          <p:attrName>style.visibility</p:attrName>
                                        </p:attrNameLst>
                                      </p:cBhvr>
                                      <p:to>
                                        <p:strVal val="visible"/>
                                      </p:to>
                                    </p:set>
                                    <p:animEffect transition="in" filter="wipe(left)">
                                      <p:cBhvr>
                                        <p:cTn id="31" dur="1000"/>
                                        <p:tgtEl>
                                          <p:spTgt spid="120914"/>
                                        </p:tgtEl>
                                      </p:cBhvr>
                                    </p:animEffect>
                                  </p:childTnLst>
                                </p:cTn>
                              </p:par>
                            </p:childTnLst>
                          </p:cTn>
                        </p:par>
                        <p:par>
                          <p:cTn id="32" fill="hold">
                            <p:stCondLst>
                              <p:cond delay="2000"/>
                            </p:stCondLst>
                            <p:childTnLst>
                              <p:par>
                                <p:cTn id="33" presetID="22" presetClass="entr" presetSubtype="1" fill="hold" nodeType="afterEffect">
                                  <p:stCondLst>
                                    <p:cond delay="0"/>
                                  </p:stCondLst>
                                  <p:childTnLst>
                                    <p:set>
                                      <p:cBhvr>
                                        <p:cTn id="34" dur="1" fill="hold">
                                          <p:stCondLst>
                                            <p:cond delay="0"/>
                                          </p:stCondLst>
                                        </p:cTn>
                                        <p:tgtEl>
                                          <p:spTgt spid="120915"/>
                                        </p:tgtEl>
                                        <p:attrNameLst>
                                          <p:attrName>style.visibility</p:attrName>
                                        </p:attrNameLst>
                                      </p:cBhvr>
                                      <p:to>
                                        <p:strVal val="visible"/>
                                      </p:to>
                                    </p:set>
                                    <p:animEffect transition="in" filter="wipe(up)">
                                      <p:cBhvr>
                                        <p:cTn id="35" dur="1000"/>
                                        <p:tgtEl>
                                          <p:spTgt spid="1209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20916"/>
                                        </p:tgtEl>
                                        <p:attrNameLst>
                                          <p:attrName>style.visibility</p:attrName>
                                        </p:attrNameLst>
                                      </p:cBhvr>
                                      <p:to>
                                        <p:strVal val="visible"/>
                                      </p:to>
                                    </p:set>
                                    <p:animEffect transition="in" filter="wipe(down)">
                                      <p:cBhvr>
                                        <p:cTn id="40" dur="1000"/>
                                        <p:tgtEl>
                                          <p:spTgt spid="1209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20919"/>
                                        </p:tgtEl>
                                        <p:attrNameLst>
                                          <p:attrName>style.visibility</p:attrName>
                                        </p:attrNameLst>
                                      </p:cBhvr>
                                      <p:to>
                                        <p:strVal val="visible"/>
                                      </p:to>
                                    </p:set>
                                    <p:animEffect transition="in" filter="wipe(up)">
                                      <p:cBhvr>
                                        <p:cTn id="45" dur="1000"/>
                                        <p:tgtEl>
                                          <p:spTgt spid="120919"/>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nodeType="clickEffect">
                                  <p:stCondLst>
                                    <p:cond delay="0"/>
                                  </p:stCondLst>
                                  <p:childTnLst>
                                    <p:set>
                                      <p:cBhvr>
                                        <p:cTn id="49" dur="1" fill="hold">
                                          <p:stCondLst>
                                            <p:cond delay="0"/>
                                          </p:stCondLst>
                                        </p:cTn>
                                        <p:tgtEl>
                                          <p:spTgt spid="120920"/>
                                        </p:tgtEl>
                                        <p:attrNameLst>
                                          <p:attrName>style.visibility</p:attrName>
                                        </p:attrNameLst>
                                      </p:cBhvr>
                                      <p:to>
                                        <p:strVal val="visible"/>
                                      </p:to>
                                    </p:set>
                                    <p:animEffect transition="in" filter="slide(fromLeft)">
                                      <p:cBhvr>
                                        <p:cTn id="50" dur="1000"/>
                                        <p:tgtEl>
                                          <p:spTgt spid="120920"/>
                                        </p:tgtEl>
                                      </p:cBhvr>
                                    </p:animEffect>
                                  </p:childTnLst>
                                </p:cTn>
                              </p:par>
                            </p:childTnLst>
                          </p:cTn>
                        </p:par>
                        <p:par>
                          <p:cTn id="51" fill="hold">
                            <p:stCondLst>
                              <p:cond delay="1000"/>
                            </p:stCondLst>
                            <p:childTnLst>
                              <p:par>
                                <p:cTn id="52" presetID="18" presetClass="entr" presetSubtype="6" fill="hold" nodeType="afterEffect">
                                  <p:stCondLst>
                                    <p:cond delay="0"/>
                                  </p:stCondLst>
                                  <p:childTnLst>
                                    <p:set>
                                      <p:cBhvr>
                                        <p:cTn id="53" dur="1" fill="hold">
                                          <p:stCondLst>
                                            <p:cond delay="0"/>
                                          </p:stCondLst>
                                        </p:cTn>
                                        <p:tgtEl>
                                          <p:spTgt spid="120927"/>
                                        </p:tgtEl>
                                        <p:attrNameLst>
                                          <p:attrName>style.visibility</p:attrName>
                                        </p:attrNameLst>
                                      </p:cBhvr>
                                      <p:to>
                                        <p:strVal val="visible"/>
                                      </p:to>
                                    </p:set>
                                    <p:animEffect transition="in" filter="strips(downRight)">
                                      <p:cBhvr>
                                        <p:cTn id="54" dur="1000"/>
                                        <p:tgtEl>
                                          <p:spTgt spid="120927"/>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20946"/>
                                        </p:tgtEl>
                                        <p:attrNameLst>
                                          <p:attrName>style.visibility</p:attrName>
                                        </p:attrNameLst>
                                      </p:cBhvr>
                                      <p:to>
                                        <p:strVal val="visible"/>
                                      </p:to>
                                    </p:set>
                                    <p:animEffect transition="in" filter="blinds(horizontal)">
                                      <p:cBhvr>
                                        <p:cTn id="59" dur="500"/>
                                        <p:tgtEl>
                                          <p:spTgt spid="120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10" grpId="0"/>
      <p:bldP spid="12091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42" name="Text Box 14"/>
          <p:cNvSpPr txBox="1"/>
          <p:nvPr/>
        </p:nvSpPr>
        <p:spPr>
          <a:xfrm>
            <a:off x="1835150" y="476250"/>
            <a:ext cx="6337300" cy="1117600"/>
          </a:xfrm>
          <a:prstGeom prst="rect">
            <a:avLst/>
          </a:prstGeom>
          <a:noFill/>
          <a:ln w="9525">
            <a:noFill/>
          </a:ln>
        </p:spPr>
        <p:txBody>
          <a:bodyPr>
            <a:spAutoFit/>
          </a:bodyPr>
          <a:lstStyle/>
          <a:p>
            <a:pPr eaLnBrk="1" hangingPunct="1">
              <a:lnSpc>
                <a:spcPct val="120000"/>
              </a:lnSpc>
              <a:spcBef>
                <a:spcPct val="50000"/>
              </a:spcBef>
            </a:pPr>
            <a:r>
              <a:rPr lang="zh-CN" altLang="en-US" b="1" dirty="0">
                <a:latin typeface="Arial" panose="020B0604020202020204" pitchFamily="34" charset="0"/>
              </a:rPr>
              <a:t>若</a:t>
            </a:r>
            <a:r>
              <a:rPr lang="en-US" altLang="zh-CN" i="1" dirty="0">
                <a:solidFill>
                  <a:schemeClr val="bg1"/>
                </a:solidFill>
                <a:latin typeface="Times New Roman" panose="02020603050405020304" pitchFamily="18" charset="0"/>
                <a:ea typeface="仿宋_GB2312" pitchFamily="49" charset="-122"/>
              </a:rPr>
              <a:t>i</a:t>
            </a:r>
            <a:r>
              <a:rPr lang="en-US" altLang="zh-CN" baseline="-25000" dirty="0">
                <a:solidFill>
                  <a:schemeClr val="bg1"/>
                </a:solidFill>
                <a:latin typeface="Times New Roman" panose="02020603050405020304" pitchFamily="18" charset="0"/>
                <a:ea typeface="仿宋_GB2312" pitchFamily="49" charset="-122"/>
              </a:rPr>
              <a:t>1</a:t>
            </a:r>
            <a:r>
              <a:rPr lang="zh-CN" altLang="en-US" dirty="0">
                <a:solidFill>
                  <a:schemeClr val="bg1"/>
                </a:solidFill>
                <a:latin typeface="Times New Roman" panose="02020603050405020304" pitchFamily="18" charset="0"/>
                <a:ea typeface="仿宋_GB2312" pitchFamily="49" charset="-122"/>
              </a:rPr>
              <a:t>、</a:t>
            </a:r>
            <a:r>
              <a:rPr lang="en-US" altLang="zh-CN" i="1" dirty="0">
                <a:solidFill>
                  <a:schemeClr val="bg1"/>
                </a:solidFill>
                <a:latin typeface="Times New Roman" panose="02020603050405020304" pitchFamily="18" charset="0"/>
                <a:ea typeface="仿宋_GB2312" pitchFamily="49" charset="-122"/>
              </a:rPr>
              <a:t>i</a:t>
            </a:r>
            <a:r>
              <a:rPr lang="en-US" altLang="zh-CN" baseline="-25000" dirty="0">
                <a:solidFill>
                  <a:schemeClr val="bg1"/>
                </a:solidFill>
                <a:latin typeface="Times New Roman" panose="02020603050405020304" pitchFamily="18" charset="0"/>
                <a:ea typeface="仿宋_GB2312" pitchFamily="49" charset="-122"/>
              </a:rPr>
              <a:t>2</a:t>
            </a:r>
            <a:r>
              <a:rPr lang="zh-CN" altLang="en-US" b="1" dirty="0">
                <a:latin typeface="Arial" panose="020B0604020202020204" pitchFamily="34" charset="0"/>
              </a:rPr>
              <a:t>一个从同名端流入，一个从同名端流出，则有</a:t>
            </a:r>
          </a:p>
        </p:txBody>
      </p:sp>
      <p:grpSp>
        <p:nvGrpSpPr>
          <p:cNvPr id="78851" name="Group 16"/>
          <p:cNvGrpSpPr/>
          <p:nvPr/>
        </p:nvGrpSpPr>
        <p:grpSpPr>
          <a:xfrm>
            <a:off x="8316913" y="6446838"/>
            <a:ext cx="792162" cy="366712"/>
            <a:chOff x="5193" y="4020"/>
            <a:chExt cx="499" cy="231"/>
          </a:xfrm>
        </p:grpSpPr>
        <p:pic>
          <p:nvPicPr>
            <p:cNvPr id="78959" name="Picture 17"/>
            <p:cNvPicPr>
              <a:picLocks noChangeAspect="1"/>
            </p:cNvPicPr>
            <p:nvPr/>
          </p:nvPicPr>
          <p:blipFill>
            <a:blip r:embed="rId2"/>
            <a:stretch>
              <a:fillRect/>
            </a:stretch>
          </p:blipFill>
          <p:spPr>
            <a:xfrm>
              <a:off x="5193" y="4066"/>
              <a:ext cx="499" cy="181"/>
            </a:xfrm>
            <a:prstGeom prst="rect">
              <a:avLst/>
            </a:prstGeom>
            <a:noFill/>
            <a:ln w="9525">
              <a:noFill/>
            </a:ln>
          </p:spPr>
        </p:pic>
        <p:sp>
          <p:nvSpPr>
            <p:cNvPr id="78960" name="Text Box 18">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8852" name="Group 19"/>
          <p:cNvGrpSpPr/>
          <p:nvPr/>
        </p:nvGrpSpPr>
        <p:grpSpPr>
          <a:xfrm>
            <a:off x="7453313" y="6446838"/>
            <a:ext cx="792162" cy="366712"/>
            <a:chOff x="4649" y="4020"/>
            <a:chExt cx="499" cy="231"/>
          </a:xfrm>
        </p:grpSpPr>
        <p:pic>
          <p:nvPicPr>
            <p:cNvPr id="78957" name="Picture 20"/>
            <p:cNvPicPr>
              <a:picLocks noChangeAspect="1"/>
            </p:cNvPicPr>
            <p:nvPr/>
          </p:nvPicPr>
          <p:blipFill>
            <a:blip r:embed="rId2"/>
            <a:stretch>
              <a:fillRect/>
            </a:stretch>
          </p:blipFill>
          <p:spPr>
            <a:xfrm>
              <a:off x="4649" y="4066"/>
              <a:ext cx="499" cy="181"/>
            </a:xfrm>
            <a:prstGeom prst="rect">
              <a:avLst/>
            </a:prstGeom>
            <a:noFill/>
            <a:ln w="9525">
              <a:noFill/>
            </a:ln>
          </p:spPr>
        </p:pic>
        <p:sp>
          <p:nvSpPr>
            <p:cNvPr id="78958" name="Text Box 21">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99422" name="Group 94"/>
          <p:cNvGrpSpPr/>
          <p:nvPr/>
        </p:nvGrpSpPr>
        <p:grpSpPr>
          <a:xfrm>
            <a:off x="323850" y="404813"/>
            <a:ext cx="1949450" cy="850900"/>
            <a:chOff x="385" y="3022"/>
            <a:chExt cx="1228" cy="536"/>
          </a:xfrm>
        </p:grpSpPr>
        <p:pic>
          <p:nvPicPr>
            <p:cNvPr id="78955" name="Picture 95"/>
            <p:cNvPicPr>
              <a:picLocks noChangeAspect="1"/>
            </p:cNvPicPr>
            <p:nvPr/>
          </p:nvPicPr>
          <p:blipFill>
            <a:blip r:embed="rId3"/>
            <a:stretch>
              <a:fillRect/>
            </a:stretch>
          </p:blipFill>
          <p:spPr>
            <a:xfrm>
              <a:off x="385" y="3022"/>
              <a:ext cx="590" cy="536"/>
            </a:xfrm>
            <a:prstGeom prst="rect">
              <a:avLst/>
            </a:prstGeom>
            <a:noFill/>
            <a:ln w="9525">
              <a:noFill/>
            </a:ln>
          </p:spPr>
        </p:pic>
        <p:sp>
          <p:nvSpPr>
            <p:cNvPr id="78956" name="Text Box 96"/>
            <p:cNvSpPr txBox="1"/>
            <p:nvPr/>
          </p:nvSpPr>
          <p:spPr>
            <a:xfrm>
              <a:off x="793" y="3116"/>
              <a:ext cx="820"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graphicFrame>
        <p:nvGraphicFramePr>
          <p:cNvPr id="99501" name="Object 173"/>
          <p:cNvGraphicFramePr>
            <a:graphicFrameLocks noChangeAspect="1"/>
          </p:cNvGraphicFramePr>
          <p:nvPr/>
        </p:nvGraphicFramePr>
        <p:xfrm>
          <a:off x="1116013" y="1628775"/>
          <a:ext cx="2592387" cy="1239838"/>
        </p:xfrm>
        <a:graphic>
          <a:graphicData uri="http://schemas.openxmlformats.org/presentationml/2006/ole">
            <mc:AlternateContent xmlns:mc="http://schemas.openxmlformats.org/markup-compatibility/2006">
              <mc:Choice xmlns:v="urn:schemas-microsoft-com:vml" Requires="v">
                <p:oleObj r:id="rId4" imgW="876935" imgH="445770" progId="Equation.3">
                  <p:embed/>
                </p:oleObj>
              </mc:Choice>
              <mc:Fallback>
                <p:oleObj r:id="rId4" imgW="876935" imgH="445770" progId="Equation.3">
                  <p:embed/>
                  <p:pic>
                    <p:nvPicPr>
                      <p:cNvPr id="0" name="图片 3337"/>
                      <p:cNvPicPr/>
                      <p:nvPr/>
                    </p:nvPicPr>
                    <p:blipFill>
                      <a:blip r:embed="rId5">
                        <a:clrChange>
                          <a:clrFrom>
                            <a:srgbClr val="000000"/>
                          </a:clrFrom>
                          <a:clrTo>
                            <a:srgbClr val="000000"/>
                          </a:clrTo>
                        </a:clrChange>
                      </a:blip>
                      <a:stretch>
                        <a:fillRect/>
                      </a:stretch>
                    </p:blipFill>
                    <p:spPr>
                      <a:xfrm>
                        <a:off x="1116013" y="1628775"/>
                        <a:ext cx="2592387" cy="1239838"/>
                      </a:xfrm>
                      <a:prstGeom prst="rect">
                        <a:avLst/>
                      </a:prstGeom>
                      <a:gradFill rotWithShape="1">
                        <a:gsLst>
                          <a:gs pos="0">
                            <a:srgbClr val="3399FF"/>
                          </a:gs>
                          <a:gs pos="100000">
                            <a:schemeClr val="bg1"/>
                          </a:gs>
                        </a:gsLst>
                        <a:lin ang="5400000" scaled="1"/>
                        <a:tileRect/>
                      </a:gradFill>
                      <a:ln w="38100">
                        <a:noFill/>
                        <a:miter/>
                      </a:ln>
                    </p:spPr>
                  </p:pic>
                </p:oleObj>
              </mc:Fallback>
            </mc:AlternateContent>
          </a:graphicData>
        </a:graphic>
      </p:graphicFrame>
      <p:sp>
        <p:nvSpPr>
          <p:cNvPr id="99503" name="Text Box 175"/>
          <p:cNvSpPr txBox="1"/>
          <p:nvPr/>
        </p:nvSpPr>
        <p:spPr>
          <a:xfrm>
            <a:off x="611188" y="3068638"/>
            <a:ext cx="2520950" cy="519112"/>
          </a:xfrm>
          <a:prstGeom prst="rect">
            <a:avLst/>
          </a:prstGeom>
          <a:noFill/>
          <a:ln w="9525">
            <a:noFill/>
          </a:ln>
        </p:spPr>
        <p:txBody>
          <a:bodyPr>
            <a:spAutoFit/>
          </a:bodyPr>
          <a:lstStyle/>
          <a:p>
            <a:pPr marL="342900" indent="-342900" eaLnBrk="1" hangingPunct="1">
              <a:spcBef>
                <a:spcPct val="50000"/>
              </a:spcBef>
              <a:buAutoNum type="circleNumDbPlain" startAt="3"/>
            </a:pPr>
            <a:r>
              <a:rPr lang="zh-CN" altLang="en-US" b="1" dirty="0">
                <a:solidFill>
                  <a:srgbClr val="FF9900"/>
                </a:solidFill>
                <a:latin typeface="楷体_GB2312" pitchFamily="49" charset="-122"/>
              </a:rPr>
              <a:t>变阻抗关系</a:t>
            </a:r>
          </a:p>
        </p:txBody>
      </p:sp>
      <p:graphicFrame>
        <p:nvGraphicFramePr>
          <p:cNvPr id="99504" name="Object 176"/>
          <p:cNvGraphicFramePr>
            <a:graphicFrameLocks noChangeAspect="1"/>
          </p:cNvGraphicFramePr>
          <p:nvPr/>
        </p:nvGraphicFramePr>
        <p:xfrm>
          <a:off x="611188" y="3789363"/>
          <a:ext cx="4938712" cy="1127125"/>
        </p:xfrm>
        <a:graphic>
          <a:graphicData uri="http://schemas.openxmlformats.org/presentationml/2006/ole">
            <mc:AlternateContent xmlns:mc="http://schemas.openxmlformats.org/markup-compatibility/2006">
              <mc:Choice xmlns:v="urn:schemas-microsoft-com:vml" Requires="v">
                <p:oleObj r:id="rId6" imgW="2118995" imgH="483235" progId="Equation.3">
                  <p:embed/>
                </p:oleObj>
              </mc:Choice>
              <mc:Fallback>
                <p:oleObj r:id="rId6" imgW="2118995" imgH="483235" progId="Equation.3">
                  <p:embed/>
                  <p:pic>
                    <p:nvPicPr>
                      <p:cNvPr id="0" name="图片 3336"/>
                      <p:cNvPicPr/>
                      <p:nvPr/>
                    </p:nvPicPr>
                    <p:blipFill>
                      <a:blip r:embed="rId7">
                        <a:clrChange>
                          <a:clrFrom>
                            <a:srgbClr val="000000"/>
                          </a:clrFrom>
                          <a:clrTo>
                            <a:srgbClr val="FFFFFF"/>
                          </a:clrTo>
                        </a:clrChange>
                      </a:blip>
                      <a:stretch>
                        <a:fillRect/>
                      </a:stretch>
                    </p:blipFill>
                    <p:spPr>
                      <a:xfrm>
                        <a:off x="611188" y="3789363"/>
                        <a:ext cx="4938712" cy="1127125"/>
                      </a:xfrm>
                      <a:prstGeom prst="rect">
                        <a:avLst/>
                      </a:prstGeom>
                      <a:noFill/>
                      <a:ln w="38100">
                        <a:noFill/>
                        <a:miter/>
                      </a:ln>
                    </p:spPr>
                  </p:pic>
                </p:oleObj>
              </mc:Fallback>
            </mc:AlternateContent>
          </a:graphicData>
        </a:graphic>
      </p:graphicFrame>
      <p:grpSp>
        <p:nvGrpSpPr>
          <p:cNvPr id="99505" name="Group 177"/>
          <p:cNvGrpSpPr/>
          <p:nvPr/>
        </p:nvGrpSpPr>
        <p:grpSpPr>
          <a:xfrm>
            <a:off x="539750" y="5084763"/>
            <a:ext cx="1949450" cy="850900"/>
            <a:chOff x="385" y="3022"/>
            <a:chExt cx="1228" cy="536"/>
          </a:xfrm>
        </p:grpSpPr>
        <p:pic>
          <p:nvPicPr>
            <p:cNvPr id="78953" name="Picture 178"/>
            <p:cNvPicPr>
              <a:picLocks noChangeAspect="1"/>
            </p:cNvPicPr>
            <p:nvPr/>
          </p:nvPicPr>
          <p:blipFill>
            <a:blip r:embed="rId3"/>
            <a:stretch>
              <a:fillRect/>
            </a:stretch>
          </p:blipFill>
          <p:spPr>
            <a:xfrm>
              <a:off x="385" y="3022"/>
              <a:ext cx="590" cy="536"/>
            </a:xfrm>
            <a:prstGeom prst="rect">
              <a:avLst/>
            </a:prstGeom>
            <a:noFill/>
            <a:ln w="9525">
              <a:noFill/>
            </a:ln>
          </p:spPr>
        </p:pic>
        <p:sp>
          <p:nvSpPr>
            <p:cNvPr id="78954" name="Text Box 179"/>
            <p:cNvSpPr txBox="1"/>
            <p:nvPr/>
          </p:nvSpPr>
          <p:spPr>
            <a:xfrm>
              <a:off x="793" y="3116"/>
              <a:ext cx="820"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注意   </a:t>
              </a:r>
            </a:p>
          </p:txBody>
        </p:sp>
      </p:grpSp>
      <p:sp>
        <p:nvSpPr>
          <p:cNvPr id="99508" name="Text Box 180"/>
          <p:cNvSpPr txBox="1"/>
          <p:nvPr/>
        </p:nvSpPr>
        <p:spPr>
          <a:xfrm>
            <a:off x="611188" y="5157788"/>
            <a:ext cx="7632700" cy="1117600"/>
          </a:xfrm>
          <a:prstGeom prst="rect">
            <a:avLst/>
          </a:prstGeom>
          <a:noFill/>
          <a:ln w="9525">
            <a:noFill/>
          </a:ln>
        </p:spPr>
        <p:txBody>
          <a:bodyPr>
            <a:spAutoFit/>
          </a:bodyPr>
          <a:lstStyle/>
          <a:p>
            <a:pPr eaLnBrk="1" hangingPunct="1">
              <a:lnSpc>
                <a:spcPct val="120000"/>
              </a:lnSpc>
              <a:spcBef>
                <a:spcPct val="50000"/>
              </a:spcBef>
            </a:pPr>
            <a:r>
              <a:rPr lang="en-US" altLang="zh-CN" b="1" dirty="0">
                <a:latin typeface="楷体_GB2312" pitchFamily="49" charset="-122"/>
              </a:rPr>
              <a:t>         </a:t>
            </a:r>
            <a:r>
              <a:rPr lang="zh-CN" altLang="en-US" b="1" dirty="0">
                <a:latin typeface="楷体_GB2312" pitchFamily="49" charset="-122"/>
              </a:rPr>
              <a:t>理想变压器的阻抗变换只改变阻抗的大小，不改变阻抗的性质。</a:t>
            </a:r>
          </a:p>
        </p:txBody>
      </p:sp>
      <p:sp>
        <p:nvSpPr>
          <p:cNvPr id="99594" name="AutoShape 266"/>
          <p:cNvSpPr/>
          <p:nvPr/>
        </p:nvSpPr>
        <p:spPr>
          <a:xfrm rot="5400000">
            <a:off x="5722938" y="3500438"/>
            <a:ext cx="647700" cy="792162"/>
          </a:xfrm>
          <a:custGeom>
            <a:avLst/>
            <a:gdLst>
              <a:gd name="txL" fmla="*/ 0 w 21600"/>
              <a:gd name="txT" fmla="*/ 16916 h 21600"/>
              <a:gd name="txR" fmla="*/ 17576 w 21600"/>
              <a:gd name="txB" fmla="*/ 21600 h 21600"/>
            </a:gdLst>
            <a:ahLst/>
            <a:cxnLst>
              <a:cxn ang="17694720">
                <a:pos x="469912" y="0"/>
              </a:cxn>
              <a:cxn ang="11796480">
                <a:pos x="292095" y="263504"/>
              </a:cxn>
              <a:cxn ang="11796480">
                <a:pos x="0" y="706309"/>
              </a:cxn>
              <a:cxn ang="5898240">
                <a:pos x="263518" y="792163"/>
              </a:cxn>
              <a:cxn ang="0">
                <a:pos x="527036" y="558035"/>
              </a:cxn>
              <a:cxn ang="0">
                <a:pos x="647700" y="263504"/>
              </a:cxn>
            </a:cxnLst>
            <a:rect l="txL" t="txT" r="txR" b="txB"/>
            <a:pathLst>
              <a:path w="21600" h="21600">
                <a:moveTo>
                  <a:pt x="15671" y="0"/>
                </a:moveTo>
                <a:lnTo>
                  <a:pt x="9741" y="7185"/>
                </a:lnTo>
                <a:lnTo>
                  <a:pt x="13765" y="7185"/>
                </a:lnTo>
                <a:lnTo>
                  <a:pt x="13765" y="16916"/>
                </a:lnTo>
                <a:lnTo>
                  <a:pt x="0" y="16916"/>
                </a:lnTo>
                <a:lnTo>
                  <a:pt x="0" y="21600"/>
                </a:lnTo>
                <a:lnTo>
                  <a:pt x="17576" y="21600"/>
                </a:lnTo>
                <a:lnTo>
                  <a:pt x="17576" y="7185"/>
                </a:lnTo>
                <a:lnTo>
                  <a:pt x="21600" y="7185"/>
                </a:lnTo>
                <a:lnTo>
                  <a:pt x="15671" y="0"/>
                </a:lnTo>
                <a:close/>
              </a:path>
            </a:pathLst>
          </a:custGeom>
          <a:solidFill>
            <a:srgbClr val="3399FF">
              <a:alpha val="100000"/>
            </a:srgbClr>
          </a:solidFill>
          <a:ln w="9525">
            <a:noFill/>
          </a:ln>
        </p:spPr>
        <p:txBody>
          <a:bodyPr/>
          <a:lstStyle/>
          <a:p>
            <a:endParaRPr lang="zh-CN" altLang="en-US"/>
          </a:p>
        </p:txBody>
      </p:sp>
      <p:grpSp>
        <p:nvGrpSpPr>
          <p:cNvPr id="99595" name="Group 267"/>
          <p:cNvGrpSpPr/>
          <p:nvPr/>
        </p:nvGrpSpPr>
        <p:grpSpPr>
          <a:xfrm>
            <a:off x="6535738" y="3573463"/>
            <a:ext cx="2500312" cy="1584325"/>
            <a:chOff x="3061" y="2523"/>
            <a:chExt cx="1575" cy="998"/>
          </a:xfrm>
        </p:grpSpPr>
        <p:sp>
          <p:nvSpPr>
            <p:cNvPr id="78942" name="Text Box 268"/>
            <p:cNvSpPr txBox="1"/>
            <p:nvPr/>
          </p:nvSpPr>
          <p:spPr>
            <a:xfrm>
              <a:off x="3923" y="2886"/>
              <a:ext cx="713"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n</a:t>
              </a:r>
              <a:r>
                <a:rPr lang="en-US" altLang="zh-CN" baseline="30000" dirty="0">
                  <a:solidFill>
                    <a:schemeClr val="bg1"/>
                  </a:solidFill>
                  <a:latin typeface="Times New Roman" panose="02020603050405020304" pitchFamily="18" charset="0"/>
                  <a:ea typeface="宋体" panose="02010600030101010101" pitchFamily="2" charset="-122"/>
                </a:rPr>
                <a:t>2</a:t>
              </a:r>
              <a:r>
                <a:rPr lang="en-US" altLang="zh-CN" i="1" dirty="0">
                  <a:solidFill>
                    <a:schemeClr val="bg1"/>
                  </a:solidFill>
                  <a:latin typeface="Times New Roman" panose="02020603050405020304" pitchFamily="18" charset="0"/>
                  <a:ea typeface="宋体" panose="02010600030101010101" pitchFamily="2" charset="-122"/>
                </a:rPr>
                <a:t>Z</a:t>
              </a:r>
            </a:p>
          </p:txBody>
        </p:sp>
        <p:grpSp>
          <p:nvGrpSpPr>
            <p:cNvPr id="78943" name="Group 269"/>
            <p:cNvGrpSpPr/>
            <p:nvPr/>
          </p:nvGrpSpPr>
          <p:grpSpPr>
            <a:xfrm>
              <a:off x="3061" y="2523"/>
              <a:ext cx="898" cy="998"/>
              <a:chOff x="3379" y="1979"/>
              <a:chExt cx="898" cy="998"/>
            </a:xfrm>
          </p:grpSpPr>
          <p:sp>
            <p:nvSpPr>
              <p:cNvPr id="78944" name="Line 270"/>
              <p:cNvSpPr/>
              <p:nvPr/>
            </p:nvSpPr>
            <p:spPr>
              <a:xfrm flipH="1">
                <a:off x="3515" y="2931"/>
                <a:ext cx="680" cy="0"/>
              </a:xfrm>
              <a:prstGeom prst="line">
                <a:avLst/>
              </a:prstGeom>
              <a:ln w="28575" cap="flat" cmpd="sng">
                <a:solidFill>
                  <a:srgbClr val="FFCC00"/>
                </a:solidFill>
                <a:prstDash val="solid"/>
                <a:headEnd type="none" w="med" len="med"/>
                <a:tailEnd type="none" w="med" len="med"/>
              </a:ln>
            </p:spPr>
          </p:sp>
          <p:sp>
            <p:nvSpPr>
              <p:cNvPr id="78945" name="Oval 271"/>
              <p:cNvSpPr/>
              <p:nvPr/>
            </p:nvSpPr>
            <p:spPr>
              <a:xfrm flipH="1">
                <a:off x="3424" y="1979"/>
                <a:ext cx="90" cy="91"/>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8946" name="Text Box 272"/>
              <p:cNvSpPr txBox="1"/>
              <p:nvPr/>
            </p:nvSpPr>
            <p:spPr>
              <a:xfrm>
                <a:off x="3379" y="2024"/>
                <a:ext cx="26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78947" name="Text Box 273"/>
              <p:cNvSpPr txBox="1"/>
              <p:nvPr/>
            </p:nvSpPr>
            <p:spPr>
              <a:xfrm>
                <a:off x="3379" y="2604"/>
                <a:ext cx="26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78948" name="Object 274"/>
              <p:cNvGraphicFramePr>
                <a:graphicFrameLocks noChangeAspect="1"/>
              </p:cNvGraphicFramePr>
              <p:nvPr/>
            </p:nvGraphicFramePr>
            <p:xfrm>
              <a:off x="3379" y="2251"/>
              <a:ext cx="235" cy="451"/>
            </p:xfrm>
            <a:graphic>
              <a:graphicData uri="http://schemas.openxmlformats.org/presentationml/2006/ole">
                <mc:AlternateContent xmlns:mc="http://schemas.openxmlformats.org/markup-compatibility/2006">
                  <mc:Choice xmlns:v="urn:schemas-microsoft-com:vml" Requires="v">
                    <p:oleObj r:id="rId8" imgW="200660" imgH="349250" progId="Equation.3">
                      <p:embed/>
                    </p:oleObj>
                  </mc:Choice>
                  <mc:Fallback>
                    <p:oleObj r:id="rId8" imgW="200660" imgH="349250" progId="Equation.3">
                      <p:embed/>
                      <p:pic>
                        <p:nvPicPr>
                          <p:cNvPr id="0" name="图片 3310"/>
                          <p:cNvPicPr/>
                          <p:nvPr/>
                        </p:nvPicPr>
                        <p:blipFill>
                          <a:blip r:embed="rId9">
                            <a:clrChange>
                              <a:clrFrom>
                                <a:srgbClr val="000000"/>
                              </a:clrFrom>
                              <a:clrTo>
                                <a:srgbClr val="FFFFFF"/>
                              </a:clrTo>
                            </a:clrChange>
                          </a:blip>
                          <a:stretch>
                            <a:fillRect/>
                          </a:stretch>
                        </p:blipFill>
                        <p:spPr>
                          <a:xfrm>
                            <a:off x="3379" y="2251"/>
                            <a:ext cx="235" cy="451"/>
                          </a:xfrm>
                          <a:prstGeom prst="rect">
                            <a:avLst/>
                          </a:prstGeom>
                          <a:noFill/>
                          <a:ln w="38100">
                            <a:noFill/>
                            <a:miter/>
                          </a:ln>
                        </p:spPr>
                      </p:pic>
                    </p:oleObj>
                  </mc:Fallback>
                </mc:AlternateContent>
              </a:graphicData>
            </a:graphic>
          </p:graphicFrame>
          <p:sp>
            <p:nvSpPr>
              <p:cNvPr id="78949" name="Line 275"/>
              <p:cNvSpPr/>
              <p:nvPr/>
            </p:nvSpPr>
            <p:spPr>
              <a:xfrm>
                <a:off x="4195" y="2024"/>
                <a:ext cx="0" cy="907"/>
              </a:xfrm>
              <a:prstGeom prst="line">
                <a:avLst/>
              </a:prstGeom>
              <a:ln w="28575" cap="flat" cmpd="sng">
                <a:solidFill>
                  <a:srgbClr val="FFCC00"/>
                </a:solidFill>
                <a:prstDash val="solid"/>
                <a:headEnd type="none" w="med" len="med"/>
                <a:tailEnd type="none" w="med" len="med"/>
              </a:ln>
            </p:spPr>
          </p:sp>
          <p:sp>
            <p:nvSpPr>
              <p:cNvPr id="78950" name="Rectangle 276"/>
              <p:cNvSpPr/>
              <p:nvPr/>
            </p:nvSpPr>
            <p:spPr>
              <a:xfrm>
                <a:off x="4150" y="234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8951" name="Line 277"/>
              <p:cNvSpPr/>
              <p:nvPr/>
            </p:nvSpPr>
            <p:spPr>
              <a:xfrm flipH="1">
                <a:off x="3515" y="2024"/>
                <a:ext cx="680" cy="0"/>
              </a:xfrm>
              <a:prstGeom prst="line">
                <a:avLst/>
              </a:prstGeom>
              <a:ln w="28575" cap="flat" cmpd="sng">
                <a:solidFill>
                  <a:srgbClr val="FFCC00"/>
                </a:solidFill>
                <a:prstDash val="solid"/>
                <a:headEnd type="none" w="med" len="med"/>
                <a:tailEnd type="none" w="med" len="med"/>
              </a:ln>
            </p:spPr>
          </p:sp>
          <p:sp>
            <p:nvSpPr>
              <p:cNvPr id="78952" name="Oval 278"/>
              <p:cNvSpPr/>
              <p:nvPr/>
            </p:nvSpPr>
            <p:spPr>
              <a:xfrm flipH="1">
                <a:off x="3424" y="2886"/>
                <a:ext cx="90" cy="91"/>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grpSp>
        <p:nvGrpSpPr>
          <p:cNvPr id="78861" name="Group 282"/>
          <p:cNvGrpSpPr/>
          <p:nvPr/>
        </p:nvGrpSpPr>
        <p:grpSpPr>
          <a:xfrm>
            <a:off x="6588125" y="6446838"/>
            <a:ext cx="792163" cy="366712"/>
            <a:chOff x="4649" y="4020"/>
            <a:chExt cx="499" cy="231"/>
          </a:xfrm>
        </p:grpSpPr>
        <p:pic>
          <p:nvPicPr>
            <p:cNvPr id="78940" name="Picture 283"/>
            <p:cNvPicPr>
              <a:picLocks noChangeAspect="1"/>
            </p:cNvPicPr>
            <p:nvPr/>
          </p:nvPicPr>
          <p:blipFill>
            <a:blip r:embed="rId2"/>
            <a:stretch>
              <a:fillRect/>
            </a:stretch>
          </p:blipFill>
          <p:spPr>
            <a:xfrm>
              <a:off x="4649" y="4066"/>
              <a:ext cx="499" cy="181"/>
            </a:xfrm>
            <a:prstGeom prst="rect">
              <a:avLst/>
            </a:prstGeom>
            <a:noFill/>
            <a:ln w="9525">
              <a:noFill/>
            </a:ln>
          </p:spPr>
        </p:pic>
        <p:sp>
          <p:nvSpPr>
            <p:cNvPr id="78941" name="Text Box 28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99613" name="Group 285"/>
          <p:cNvGrpSpPr/>
          <p:nvPr/>
        </p:nvGrpSpPr>
        <p:grpSpPr>
          <a:xfrm>
            <a:off x="4643438" y="1125538"/>
            <a:ext cx="3362325" cy="1922462"/>
            <a:chOff x="3288" y="346"/>
            <a:chExt cx="2118" cy="1211"/>
          </a:xfrm>
        </p:grpSpPr>
        <p:sp>
          <p:nvSpPr>
            <p:cNvPr id="78901" name="Line 286"/>
            <p:cNvSpPr/>
            <p:nvPr/>
          </p:nvSpPr>
          <p:spPr>
            <a:xfrm flipV="1">
              <a:off x="4150" y="709"/>
              <a:ext cx="0" cy="283"/>
            </a:xfrm>
            <a:prstGeom prst="line">
              <a:avLst/>
            </a:prstGeom>
            <a:ln w="28575" cap="flat" cmpd="sng">
              <a:solidFill>
                <a:srgbClr val="FFCC00"/>
              </a:solidFill>
              <a:prstDash val="solid"/>
              <a:headEnd type="none" w="med" len="med"/>
              <a:tailEnd type="none" w="med" len="med"/>
            </a:ln>
          </p:spPr>
        </p:sp>
        <p:sp>
          <p:nvSpPr>
            <p:cNvPr id="78902" name="Line 287"/>
            <p:cNvSpPr/>
            <p:nvPr/>
          </p:nvSpPr>
          <p:spPr>
            <a:xfrm flipH="1" flipV="1">
              <a:off x="4150" y="1344"/>
              <a:ext cx="0" cy="192"/>
            </a:xfrm>
            <a:prstGeom prst="line">
              <a:avLst/>
            </a:prstGeom>
            <a:ln w="28575" cap="flat" cmpd="sng">
              <a:solidFill>
                <a:srgbClr val="FFCC00"/>
              </a:solidFill>
              <a:prstDash val="solid"/>
              <a:headEnd type="none" w="med" len="med"/>
              <a:tailEnd type="none" w="med" len="med"/>
            </a:ln>
          </p:spPr>
        </p:sp>
        <p:sp>
          <p:nvSpPr>
            <p:cNvPr id="78903" name="Line 288"/>
            <p:cNvSpPr/>
            <p:nvPr/>
          </p:nvSpPr>
          <p:spPr>
            <a:xfrm>
              <a:off x="3469" y="1525"/>
              <a:ext cx="681" cy="0"/>
            </a:xfrm>
            <a:prstGeom prst="line">
              <a:avLst/>
            </a:prstGeom>
            <a:ln w="28575" cap="flat" cmpd="sng">
              <a:solidFill>
                <a:srgbClr val="FFCC00"/>
              </a:solidFill>
              <a:prstDash val="solid"/>
              <a:headEnd type="none" w="med" len="med"/>
              <a:tailEnd type="none" w="med" len="med"/>
            </a:ln>
          </p:spPr>
        </p:sp>
        <p:sp>
          <p:nvSpPr>
            <p:cNvPr id="78904" name="Text Box 289"/>
            <p:cNvSpPr txBox="1"/>
            <p:nvPr/>
          </p:nvSpPr>
          <p:spPr>
            <a:xfrm>
              <a:off x="3923" y="75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8905" name="Text Box 290"/>
            <p:cNvSpPr txBox="1"/>
            <p:nvPr/>
          </p:nvSpPr>
          <p:spPr>
            <a:xfrm>
              <a:off x="4513" y="75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8906" name="Text Box 291"/>
            <p:cNvSpPr txBox="1"/>
            <p:nvPr/>
          </p:nvSpPr>
          <p:spPr>
            <a:xfrm>
              <a:off x="3288" y="754"/>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8907" name="Text Box 292"/>
            <p:cNvSpPr txBox="1"/>
            <p:nvPr/>
          </p:nvSpPr>
          <p:spPr>
            <a:xfrm>
              <a:off x="3288" y="1072"/>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8908" name="Text Box 293"/>
            <p:cNvSpPr txBox="1"/>
            <p:nvPr/>
          </p:nvSpPr>
          <p:spPr>
            <a:xfrm>
              <a:off x="3288" y="936"/>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8909" name="Text Box 294"/>
            <p:cNvSpPr txBox="1"/>
            <p:nvPr/>
          </p:nvSpPr>
          <p:spPr>
            <a:xfrm>
              <a:off x="5102" y="709"/>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8910" name="Text Box 295"/>
            <p:cNvSpPr txBox="1"/>
            <p:nvPr/>
          </p:nvSpPr>
          <p:spPr>
            <a:xfrm>
              <a:off x="5102" y="1117"/>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8911" name="Text Box 296"/>
            <p:cNvSpPr txBox="1"/>
            <p:nvPr/>
          </p:nvSpPr>
          <p:spPr>
            <a:xfrm>
              <a:off x="5102" y="936"/>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8912" name="Line 297"/>
            <p:cNvSpPr/>
            <p:nvPr/>
          </p:nvSpPr>
          <p:spPr>
            <a:xfrm>
              <a:off x="4512" y="1525"/>
              <a:ext cx="681" cy="0"/>
            </a:xfrm>
            <a:prstGeom prst="line">
              <a:avLst/>
            </a:prstGeom>
            <a:ln w="28575" cap="flat" cmpd="sng">
              <a:solidFill>
                <a:srgbClr val="FFCC00"/>
              </a:solidFill>
              <a:prstDash val="solid"/>
              <a:headEnd type="none" w="med" len="med"/>
              <a:tailEnd type="none" w="med" len="med"/>
            </a:ln>
          </p:spPr>
        </p:sp>
        <p:sp>
          <p:nvSpPr>
            <p:cNvPr id="78913" name="Line 298"/>
            <p:cNvSpPr/>
            <p:nvPr/>
          </p:nvSpPr>
          <p:spPr>
            <a:xfrm>
              <a:off x="4512" y="709"/>
              <a:ext cx="681" cy="0"/>
            </a:xfrm>
            <a:prstGeom prst="line">
              <a:avLst/>
            </a:prstGeom>
            <a:ln w="28575" cap="flat" cmpd="sng">
              <a:solidFill>
                <a:srgbClr val="FFCC00"/>
              </a:solidFill>
              <a:prstDash val="solid"/>
              <a:headEnd type="none" w="med" len="med"/>
              <a:tailEnd type="none" w="med" len="med"/>
            </a:ln>
          </p:spPr>
        </p:sp>
        <p:sp>
          <p:nvSpPr>
            <p:cNvPr id="78914" name="Line 299"/>
            <p:cNvSpPr/>
            <p:nvPr/>
          </p:nvSpPr>
          <p:spPr>
            <a:xfrm>
              <a:off x="3424" y="709"/>
              <a:ext cx="726" cy="0"/>
            </a:xfrm>
            <a:prstGeom prst="line">
              <a:avLst/>
            </a:prstGeom>
            <a:ln w="28575" cap="flat" cmpd="sng">
              <a:solidFill>
                <a:srgbClr val="FFCC00"/>
              </a:solidFill>
              <a:prstDash val="solid"/>
              <a:headEnd type="none" w="med" len="med"/>
              <a:tailEnd type="none" w="med" len="med"/>
            </a:ln>
          </p:spPr>
        </p:sp>
        <p:sp>
          <p:nvSpPr>
            <p:cNvPr id="78915" name="Line 300"/>
            <p:cNvSpPr/>
            <p:nvPr/>
          </p:nvSpPr>
          <p:spPr>
            <a:xfrm flipH="1" flipV="1">
              <a:off x="4512" y="1344"/>
              <a:ext cx="0" cy="192"/>
            </a:xfrm>
            <a:prstGeom prst="line">
              <a:avLst/>
            </a:prstGeom>
            <a:ln w="28575" cap="flat" cmpd="sng">
              <a:solidFill>
                <a:srgbClr val="FFCC00"/>
              </a:solidFill>
              <a:prstDash val="solid"/>
              <a:headEnd type="none" w="med" len="med"/>
              <a:tailEnd type="none" w="med" len="med"/>
            </a:ln>
          </p:spPr>
        </p:sp>
        <p:sp>
          <p:nvSpPr>
            <p:cNvPr id="78916" name="Line 301"/>
            <p:cNvSpPr/>
            <p:nvPr/>
          </p:nvSpPr>
          <p:spPr>
            <a:xfrm flipH="1" flipV="1">
              <a:off x="4512" y="709"/>
              <a:ext cx="0" cy="283"/>
            </a:xfrm>
            <a:prstGeom prst="line">
              <a:avLst/>
            </a:prstGeom>
            <a:ln w="28575" cap="flat" cmpd="sng">
              <a:solidFill>
                <a:srgbClr val="FFCC00"/>
              </a:solidFill>
              <a:prstDash val="solid"/>
              <a:headEnd type="none" w="med" len="med"/>
              <a:tailEnd type="none" w="med" len="med"/>
            </a:ln>
          </p:spPr>
        </p:sp>
        <p:sp>
          <p:nvSpPr>
            <p:cNvPr id="78917" name="Text Box 302"/>
            <p:cNvSpPr txBox="1"/>
            <p:nvPr/>
          </p:nvSpPr>
          <p:spPr>
            <a:xfrm>
              <a:off x="3470" y="346"/>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8918" name="Line 303"/>
            <p:cNvSpPr/>
            <p:nvPr/>
          </p:nvSpPr>
          <p:spPr>
            <a:xfrm>
              <a:off x="3470" y="709"/>
              <a:ext cx="288" cy="0"/>
            </a:xfrm>
            <a:prstGeom prst="line">
              <a:avLst/>
            </a:prstGeom>
            <a:ln w="28575" cap="flat" cmpd="sng">
              <a:solidFill>
                <a:srgbClr val="00FFFF"/>
              </a:solidFill>
              <a:prstDash val="solid"/>
              <a:headEnd type="none" w="med" len="med"/>
              <a:tailEnd type="triangle" w="med" len="med"/>
            </a:ln>
          </p:spPr>
        </p:sp>
        <p:sp>
          <p:nvSpPr>
            <p:cNvPr id="78919" name="Text Box 304"/>
            <p:cNvSpPr txBox="1"/>
            <p:nvPr/>
          </p:nvSpPr>
          <p:spPr>
            <a:xfrm>
              <a:off x="3833" y="981"/>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8920" name="Text Box 305"/>
            <p:cNvSpPr txBox="1"/>
            <p:nvPr/>
          </p:nvSpPr>
          <p:spPr>
            <a:xfrm>
              <a:off x="4513" y="981"/>
              <a:ext cx="317"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L</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8921" name="Text Box 306"/>
            <p:cNvSpPr txBox="1"/>
            <p:nvPr/>
          </p:nvSpPr>
          <p:spPr>
            <a:xfrm>
              <a:off x="4876" y="346"/>
              <a:ext cx="25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8922" name="Text Box 307"/>
            <p:cNvSpPr txBox="1"/>
            <p:nvPr/>
          </p:nvSpPr>
          <p:spPr>
            <a:xfrm>
              <a:off x="4195" y="346"/>
              <a:ext cx="303"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M</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8923" name="Line 308"/>
            <p:cNvSpPr/>
            <p:nvPr/>
          </p:nvSpPr>
          <p:spPr>
            <a:xfrm flipH="1">
              <a:off x="4830" y="709"/>
              <a:ext cx="288" cy="0"/>
            </a:xfrm>
            <a:prstGeom prst="line">
              <a:avLst/>
            </a:prstGeom>
            <a:ln w="28575" cap="flat" cmpd="sng">
              <a:solidFill>
                <a:srgbClr val="00FFFF"/>
              </a:solidFill>
              <a:prstDash val="solid"/>
              <a:headEnd type="triangle" w="med" len="med"/>
              <a:tailEnd type="none" w="med" len="med"/>
            </a:ln>
          </p:spPr>
        </p:sp>
        <p:sp>
          <p:nvSpPr>
            <p:cNvPr id="78924" name="Arc 309"/>
            <p:cNvSpPr/>
            <p:nvPr/>
          </p:nvSpPr>
          <p:spPr>
            <a:xfrm flipH="1">
              <a:off x="4099" y="545"/>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78925" name="Arc 310"/>
            <p:cNvSpPr/>
            <p:nvPr/>
          </p:nvSpPr>
          <p:spPr>
            <a:xfrm>
              <a:off x="4405" y="553"/>
              <a:ext cx="148" cy="131"/>
            </a:xfrm>
            <a:custGeom>
              <a:avLst/>
              <a:gdLst/>
              <a:ahLst/>
              <a:cxnLst>
                <a:cxn ang="0">
                  <a:pos x="0" y="0"/>
                </a:cxn>
                <a:cxn ang="0">
                  <a:pos x="148" y="105"/>
                </a:cxn>
                <a:cxn ang="0">
                  <a:pos x="10" y="131"/>
                </a:cxn>
              </a:cxnLst>
              <a:rect l="0" t="0" r="0" b="0"/>
              <a:pathLst>
                <a:path w="22702" h="21600" fill="none">
                  <a:moveTo>
                    <a:pt x="-1" y="54"/>
                  </a:moveTo>
                  <a:cubicBezTo>
                    <a:pt x="512" y="18"/>
                    <a:pt x="1025" y="0"/>
                    <a:pt x="1539" y="0"/>
                  </a:cubicBezTo>
                  <a:cubicBezTo>
                    <a:pt x="11801" y="0"/>
                    <a:pt x="20647" y="7221"/>
                    <a:pt x="22701" y="17276"/>
                  </a:cubicBezTo>
                </a:path>
                <a:path w="22702" h="21600" stroke="0">
                  <a:moveTo>
                    <a:pt x="-1" y="54"/>
                  </a:moveTo>
                  <a:cubicBezTo>
                    <a:pt x="512" y="18"/>
                    <a:pt x="1025" y="0"/>
                    <a:pt x="1539" y="0"/>
                  </a:cubicBezTo>
                  <a:cubicBezTo>
                    <a:pt x="11801" y="0"/>
                    <a:pt x="20647" y="7221"/>
                    <a:pt x="22701" y="17276"/>
                  </a:cubicBezTo>
                  <a:lnTo>
                    <a:pt x="1539" y="21600"/>
                  </a:lnTo>
                  <a:lnTo>
                    <a:pt x="-1" y="54"/>
                  </a:lnTo>
                  <a:close/>
                </a:path>
              </a:pathLst>
            </a:custGeom>
            <a:noFill/>
            <a:ln w="38100" cap="flat" cmpd="sng">
              <a:solidFill>
                <a:srgbClr val="FF3300">
                  <a:alpha val="100000"/>
                </a:srgbClr>
              </a:solidFill>
              <a:prstDash val="solid"/>
              <a:round/>
              <a:headEnd type="none" w="med" len="med"/>
              <a:tailEnd type="triangle" w="med" len="med"/>
            </a:ln>
          </p:spPr>
          <p:txBody>
            <a:bodyPr/>
            <a:lstStyle/>
            <a:p>
              <a:endParaRPr lang="zh-CN" altLang="en-US"/>
            </a:p>
          </p:txBody>
        </p:sp>
        <p:grpSp>
          <p:nvGrpSpPr>
            <p:cNvPr id="78926" name="Group 311"/>
            <p:cNvGrpSpPr/>
            <p:nvPr/>
          </p:nvGrpSpPr>
          <p:grpSpPr>
            <a:xfrm>
              <a:off x="4422" y="981"/>
              <a:ext cx="91" cy="363"/>
              <a:chOff x="1565" y="2614"/>
              <a:chExt cx="90" cy="486"/>
            </a:xfrm>
          </p:grpSpPr>
          <p:sp>
            <p:nvSpPr>
              <p:cNvPr id="78936" name="Arc 31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937" name="Arc 31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938" name="Arc 31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939" name="Arc 31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8927" name="Group 316"/>
            <p:cNvGrpSpPr/>
            <p:nvPr/>
          </p:nvGrpSpPr>
          <p:grpSpPr>
            <a:xfrm rot="10800000">
              <a:off x="4141" y="990"/>
              <a:ext cx="90" cy="363"/>
              <a:chOff x="1565" y="2614"/>
              <a:chExt cx="90" cy="486"/>
            </a:xfrm>
          </p:grpSpPr>
          <p:sp>
            <p:nvSpPr>
              <p:cNvPr id="78932" name="Arc 31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933" name="Arc 31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934" name="Arc 31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935" name="Arc 32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78928" name="Oval 321"/>
            <p:cNvSpPr/>
            <p:nvPr/>
          </p:nvSpPr>
          <p:spPr>
            <a:xfrm>
              <a:off x="5202" y="67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8929" name="Oval 322"/>
            <p:cNvSpPr/>
            <p:nvPr/>
          </p:nvSpPr>
          <p:spPr>
            <a:xfrm>
              <a:off x="5193" y="148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8930" name="Oval 323"/>
            <p:cNvSpPr/>
            <p:nvPr/>
          </p:nvSpPr>
          <p:spPr>
            <a:xfrm>
              <a:off x="3406" y="148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8931" name="Oval 324"/>
            <p:cNvSpPr/>
            <p:nvPr/>
          </p:nvSpPr>
          <p:spPr>
            <a:xfrm>
              <a:off x="3352" y="67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99653" name="Group 325"/>
          <p:cNvGrpSpPr/>
          <p:nvPr/>
        </p:nvGrpSpPr>
        <p:grpSpPr>
          <a:xfrm>
            <a:off x="4284663" y="1052513"/>
            <a:ext cx="3673475" cy="2233612"/>
            <a:chOff x="521" y="2296"/>
            <a:chExt cx="2314" cy="1407"/>
          </a:xfrm>
        </p:grpSpPr>
        <p:sp>
          <p:nvSpPr>
            <p:cNvPr id="78864" name="Rectangle 326"/>
            <p:cNvSpPr/>
            <p:nvPr/>
          </p:nvSpPr>
          <p:spPr>
            <a:xfrm>
              <a:off x="521" y="2432"/>
              <a:ext cx="2314" cy="1271"/>
            </a:xfrm>
            <a:prstGeom prst="rect">
              <a:avLst/>
            </a:prstGeom>
            <a:solidFill>
              <a:schemeClr val="bg2"/>
            </a:solidFill>
            <a:ln w="9525">
              <a:noFill/>
            </a:ln>
          </p:spPr>
          <p:txBody>
            <a:bodyPr wrap="none" anchor="ctr" anchorCtr="0"/>
            <a:lstStyle/>
            <a:p>
              <a:pPr eaLnBrk="1" hangingPunct="1"/>
              <a:endParaRPr lang="zh-CN" altLang="en-US" dirty="0">
                <a:latin typeface="Times New Roman" panose="02020603050405020304" pitchFamily="18" charset="0"/>
              </a:endParaRPr>
            </a:p>
          </p:txBody>
        </p:sp>
        <p:sp>
          <p:nvSpPr>
            <p:cNvPr id="78865" name="Text Box 327"/>
            <p:cNvSpPr txBox="1"/>
            <p:nvPr/>
          </p:nvSpPr>
          <p:spPr>
            <a:xfrm>
              <a:off x="2245" y="2704"/>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8866" name="Text Box 328"/>
            <p:cNvSpPr txBox="1"/>
            <p:nvPr/>
          </p:nvSpPr>
          <p:spPr>
            <a:xfrm>
              <a:off x="2245" y="315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graphicFrame>
          <p:nvGraphicFramePr>
            <p:cNvPr id="78867" name="Object 329"/>
            <p:cNvGraphicFramePr>
              <a:graphicFrameLocks noChangeAspect="1"/>
            </p:cNvGraphicFramePr>
            <p:nvPr/>
          </p:nvGraphicFramePr>
          <p:xfrm>
            <a:off x="930" y="2296"/>
            <a:ext cx="201" cy="424"/>
          </p:xfrm>
          <a:graphic>
            <a:graphicData uri="http://schemas.openxmlformats.org/presentationml/2006/ole">
              <mc:AlternateContent xmlns:mc="http://schemas.openxmlformats.org/markup-compatibility/2006">
                <mc:Choice xmlns:v="urn:schemas-microsoft-com:vml" Requires="v">
                  <p:oleObj r:id="rId10" imgW="148590" imgH="334645" progId="Equation.3">
                    <p:embed/>
                  </p:oleObj>
                </mc:Choice>
                <mc:Fallback>
                  <p:oleObj r:id="rId10" imgW="148590" imgH="334645" progId="Equation.3">
                    <p:embed/>
                    <p:pic>
                      <p:nvPicPr>
                        <p:cNvPr id="0" name="图片 3314"/>
                        <p:cNvPicPr/>
                        <p:nvPr/>
                      </p:nvPicPr>
                      <p:blipFill>
                        <a:blip r:embed="rId11">
                          <a:clrChange>
                            <a:clrFrom>
                              <a:srgbClr val="000000"/>
                            </a:clrFrom>
                            <a:clrTo>
                              <a:srgbClr val="FFFFFF"/>
                            </a:clrTo>
                          </a:clrChange>
                        </a:blip>
                        <a:stretch>
                          <a:fillRect/>
                        </a:stretch>
                      </p:blipFill>
                      <p:spPr>
                        <a:xfrm>
                          <a:off x="930" y="2296"/>
                          <a:ext cx="201" cy="424"/>
                        </a:xfrm>
                        <a:prstGeom prst="rect">
                          <a:avLst/>
                        </a:prstGeom>
                        <a:noFill/>
                        <a:ln w="38100">
                          <a:noFill/>
                          <a:miter/>
                        </a:ln>
                      </p:spPr>
                    </p:pic>
                  </p:oleObj>
                </mc:Fallback>
              </mc:AlternateContent>
            </a:graphicData>
          </a:graphic>
        </p:graphicFrame>
        <p:graphicFrame>
          <p:nvGraphicFramePr>
            <p:cNvPr id="78868" name="Object 330"/>
            <p:cNvGraphicFramePr>
              <a:graphicFrameLocks noChangeAspect="1"/>
            </p:cNvGraphicFramePr>
            <p:nvPr/>
          </p:nvGraphicFramePr>
          <p:xfrm>
            <a:off x="2064" y="2314"/>
            <a:ext cx="223" cy="432"/>
          </p:xfrm>
          <a:graphic>
            <a:graphicData uri="http://schemas.openxmlformats.org/presentationml/2006/ole">
              <mc:AlternateContent xmlns:mc="http://schemas.openxmlformats.org/markup-compatibility/2006">
                <mc:Choice xmlns:v="urn:schemas-microsoft-com:vml" Requires="v">
                  <p:oleObj r:id="rId12" imgW="163830" imgH="334645" progId="Equation.3">
                    <p:embed/>
                  </p:oleObj>
                </mc:Choice>
                <mc:Fallback>
                  <p:oleObj r:id="rId12" imgW="163830" imgH="334645" progId="Equation.3">
                    <p:embed/>
                    <p:pic>
                      <p:nvPicPr>
                        <p:cNvPr id="0" name="图片 3311"/>
                        <p:cNvPicPr/>
                        <p:nvPr/>
                      </p:nvPicPr>
                      <p:blipFill>
                        <a:blip r:embed="rId13">
                          <a:clrChange>
                            <a:clrFrom>
                              <a:srgbClr val="000000"/>
                            </a:clrFrom>
                            <a:clrTo>
                              <a:srgbClr val="FFFFFF"/>
                            </a:clrTo>
                          </a:clrChange>
                        </a:blip>
                        <a:stretch>
                          <a:fillRect/>
                        </a:stretch>
                      </p:blipFill>
                      <p:spPr>
                        <a:xfrm>
                          <a:off x="2064" y="2314"/>
                          <a:ext cx="223" cy="432"/>
                        </a:xfrm>
                        <a:prstGeom prst="rect">
                          <a:avLst/>
                        </a:prstGeom>
                        <a:noFill/>
                        <a:ln w="38100">
                          <a:noFill/>
                          <a:miter/>
                        </a:ln>
                      </p:spPr>
                    </p:pic>
                  </p:oleObj>
                </mc:Fallback>
              </mc:AlternateContent>
            </a:graphicData>
          </a:graphic>
        </p:graphicFrame>
        <p:graphicFrame>
          <p:nvGraphicFramePr>
            <p:cNvPr id="78869" name="Object 331"/>
            <p:cNvGraphicFramePr>
              <a:graphicFrameLocks noChangeAspect="1"/>
            </p:cNvGraphicFramePr>
            <p:nvPr/>
          </p:nvGraphicFramePr>
          <p:xfrm>
            <a:off x="2200" y="2840"/>
            <a:ext cx="247" cy="448"/>
          </p:xfrm>
          <a:graphic>
            <a:graphicData uri="http://schemas.openxmlformats.org/presentationml/2006/ole">
              <mc:AlternateContent xmlns:mc="http://schemas.openxmlformats.org/markup-compatibility/2006">
                <mc:Choice xmlns:v="urn:schemas-microsoft-com:vml" Requires="v">
                  <p:oleObj r:id="rId14" imgW="208280" imgH="349250" progId="Equation.3">
                    <p:embed/>
                  </p:oleObj>
                </mc:Choice>
                <mc:Fallback>
                  <p:oleObj r:id="rId14" imgW="208280" imgH="349250" progId="Equation.3">
                    <p:embed/>
                    <p:pic>
                      <p:nvPicPr>
                        <p:cNvPr id="0" name="图片 3312"/>
                        <p:cNvPicPr/>
                        <p:nvPr/>
                      </p:nvPicPr>
                      <p:blipFill>
                        <a:blip r:embed="rId15">
                          <a:clrChange>
                            <a:clrFrom>
                              <a:srgbClr val="000000"/>
                            </a:clrFrom>
                            <a:clrTo>
                              <a:srgbClr val="FFFFFF"/>
                            </a:clrTo>
                          </a:clrChange>
                        </a:blip>
                        <a:stretch>
                          <a:fillRect/>
                        </a:stretch>
                      </p:blipFill>
                      <p:spPr>
                        <a:xfrm>
                          <a:off x="2200" y="2840"/>
                          <a:ext cx="247" cy="448"/>
                        </a:xfrm>
                        <a:prstGeom prst="rect">
                          <a:avLst/>
                        </a:prstGeom>
                        <a:noFill/>
                        <a:ln w="38100">
                          <a:noFill/>
                          <a:miter/>
                        </a:ln>
                      </p:spPr>
                    </p:pic>
                  </p:oleObj>
                </mc:Fallback>
              </mc:AlternateContent>
            </a:graphicData>
          </a:graphic>
        </p:graphicFrame>
        <p:graphicFrame>
          <p:nvGraphicFramePr>
            <p:cNvPr id="78870" name="Object 332"/>
            <p:cNvGraphicFramePr>
              <a:graphicFrameLocks noChangeAspect="1"/>
            </p:cNvGraphicFramePr>
            <p:nvPr/>
          </p:nvGraphicFramePr>
          <p:xfrm>
            <a:off x="612" y="2886"/>
            <a:ext cx="235" cy="451"/>
          </p:xfrm>
          <a:graphic>
            <a:graphicData uri="http://schemas.openxmlformats.org/presentationml/2006/ole">
              <mc:AlternateContent xmlns:mc="http://schemas.openxmlformats.org/markup-compatibility/2006">
                <mc:Choice xmlns:v="urn:schemas-microsoft-com:vml" Requires="v">
                  <p:oleObj r:id="rId16" imgW="200660" imgH="349250" progId="Equation.3">
                    <p:embed/>
                  </p:oleObj>
                </mc:Choice>
                <mc:Fallback>
                  <p:oleObj r:id="rId16" imgW="200660" imgH="349250" progId="Equation.3">
                    <p:embed/>
                    <p:pic>
                      <p:nvPicPr>
                        <p:cNvPr id="0" name="图片 3313"/>
                        <p:cNvPicPr/>
                        <p:nvPr/>
                      </p:nvPicPr>
                      <p:blipFill>
                        <a:blip r:embed="rId17">
                          <a:clrChange>
                            <a:clrFrom>
                              <a:srgbClr val="000000"/>
                            </a:clrFrom>
                            <a:clrTo>
                              <a:srgbClr val="FFFFFF"/>
                            </a:clrTo>
                          </a:clrChange>
                        </a:blip>
                        <a:stretch>
                          <a:fillRect/>
                        </a:stretch>
                      </p:blipFill>
                      <p:spPr>
                        <a:xfrm>
                          <a:off x="612" y="2886"/>
                          <a:ext cx="235" cy="451"/>
                        </a:xfrm>
                        <a:prstGeom prst="rect">
                          <a:avLst/>
                        </a:prstGeom>
                        <a:noFill/>
                        <a:ln w="38100">
                          <a:noFill/>
                          <a:miter/>
                        </a:ln>
                      </p:spPr>
                    </p:pic>
                  </p:oleObj>
                </mc:Fallback>
              </mc:AlternateContent>
            </a:graphicData>
          </a:graphic>
        </p:graphicFrame>
        <p:sp>
          <p:nvSpPr>
            <p:cNvPr id="78871" name="Line 333"/>
            <p:cNvSpPr/>
            <p:nvPr/>
          </p:nvSpPr>
          <p:spPr>
            <a:xfrm>
              <a:off x="2517" y="2750"/>
              <a:ext cx="0" cy="816"/>
            </a:xfrm>
            <a:prstGeom prst="line">
              <a:avLst/>
            </a:prstGeom>
            <a:ln w="28575" cap="flat" cmpd="sng">
              <a:solidFill>
                <a:srgbClr val="FFCC00"/>
              </a:solidFill>
              <a:prstDash val="solid"/>
              <a:headEnd type="none" w="med" len="med"/>
              <a:tailEnd type="none" w="med" len="med"/>
            </a:ln>
          </p:spPr>
        </p:sp>
        <p:sp>
          <p:nvSpPr>
            <p:cNvPr id="78872" name="Text Box 334"/>
            <p:cNvSpPr txBox="1"/>
            <p:nvPr/>
          </p:nvSpPr>
          <p:spPr>
            <a:xfrm>
              <a:off x="2554" y="2976"/>
              <a:ext cx="189"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Z</a:t>
              </a:r>
            </a:p>
          </p:txBody>
        </p:sp>
        <p:sp>
          <p:nvSpPr>
            <p:cNvPr id="78873" name="Rectangle 335"/>
            <p:cNvSpPr/>
            <p:nvPr/>
          </p:nvSpPr>
          <p:spPr>
            <a:xfrm>
              <a:off x="2445" y="297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78874" name="Line 336"/>
            <p:cNvSpPr/>
            <p:nvPr/>
          </p:nvSpPr>
          <p:spPr>
            <a:xfrm flipV="1">
              <a:off x="1474" y="2750"/>
              <a:ext cx="0" cy="283"/>
            </a:xfrm>
            <a:prstGeom prst="line">
              <a:avLst/>
            </a:prstGeom>
            <a:ln w="28575" cap="flat" cmpd="sng">
              <a:solidFill>
                <a:srgbClr val="FFCC00"/>
              </a:solidFill>
              <a:prstDash val="solid"/>
              <a:headEnd type="none" w="med" len="med"/>
              <a:tailEnd type="none" w="med" len="med"/>
            </a:ln>
          </p:spPr>
        </p:sp>
        <p:sp>
          <p:nvSpPr>
            <p:cNvPr id="78875" name="Line 337"/>
            <p:cNvSpPr/>
            <p:nvPr/>
          </p:nvSpPr>
          <p:spPr>
            <a:xfrm flipH="1" flipV="1">
              <a:off x="1474" y="3385"/>
              <a:ext cx="0" cy="192"/>
            </a:xfrm>
            <a:prstGeom prst="line">
              <a:avLst/>
            </a:prstGeom>
            <a:ln w="28575" cap="flat" cmpd="sng">
              <a:solidFill>
                <a:srgbClr val="FFCC00"/>
              </a:solidFill>
              <a:prstDash val="solid"/>
              <a:headEnd type="none" w="med" len="med"/>
              <a:tailEnd type="none" w="med" len="med"/>
            </a:ln>
          </p:spPr>
        </p:sp>
        <p:sp>
          <p:nvSpPr>
            <p:cNvPr id="78876" name="Line 338"/>
            <p:cNvSpPr/>
            <p:nvPr/>
          </p:nvSpPr>
          <p:spPr>
            <a:xfrm>
              <a:off x="793" y="3566"/>
              <a:ext cx="681" cy="0"/>
            </a:xfrm>
            <a:prstGeom prst="line">
              <a:avLst/>
            </a:prstGeom>
            <a:ln w="28575" cap="flat" cmpd="sng">
              <a:solidFill>
                <a:srgbClr val="FFCC00"/>
              </a:solidFill>
              <a:prstDash val="solid"/>
              <a:headEnd type="none" w="med" len="med"/>
              <a:tailEnd type="none" w="med" len="med"/>
            </a:ln>
          </p:spPr>
        </p:sp>
        <p:sp>
          <p:nvSpPr>
            <p:cNvPr id="78877" name="Text Box 339"/>
            <p:cNvSpPr txBox="1"/>
            <p:nvPr/>
          </p:nvSpPr>
          <p:spPr>
            <a:xfrm>
              <a:off x="1256" y="289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8878" name="Text Box 340"/>
            <p:cNvSpPr txBox="1"/>
            <p:nvPr/>
          </p:nvSpPr>
          <p:spPr>
            <a:xfrm>
              <a:off x="1837" y="290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8879" name="Text Box 341"/>
            <p:cNvSpPr txBox="1"/>
            <p:nvPr/>
          </p:nvSpPr>
          <p:spPr>
            <a:xfrm>
              <a:off x="1474" y="2523"/>
              <a:ext cx="402"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n</a:t>
              </a:r>
              <a:r>
                <a:rPr lang="en-US" altLang="zh-CN" dirty="0">
                  <a:solidFill>
                    <a:schemeClr val="bg1"/>
                  </a:solidFill>
                  <a:latin typeface="Times New Roman" panose="02020603050405020304" pitchFamily="18" charset="0"/>
                  <a:ea typeface="宋体" panose="02010600030101010101" pitchFamily="2" charset="-122"/>
                </a:rPr>
                <a:t>:1</a:t>
              </a:r>
            </a:p>
          </p:txBody>
        </p:sp>
        <p:sp>
          <p:nvSpPr>
            <p:cNvPr id="78880" name="Text Box 342"/>
            <p:cNvSpPr txBox="1"/>
            <p:nvPr/>
          </p:nvSpPr>
          <p:spPr>
            <a:xfrm>
              <a:off x="612" y="2795"/>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8881" name="Text Box 343"/>
            <p:cNvSpPr txBox="1"/>
            <p:nvPr/>
          </p:nvSpPr>
          <p:spPr>
            <a:xfrm>
              <a:off x="612" y="3113"/>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8882" name="Line 344"/>
            <p:cNvSpPr/>
            <p:nvPr/>
          </p:nvSpPr>
          <p:spPr>
            <a:xfrm>
              <a:off x="1836" y="3566"/>
              <a:ext cx="681" cy="0"/>
            </a:xfrm>
            <a:prstGeom prst="line">
              <a:avLst/>
            </a:prstGeom>
            <a:ln w="28575" cap="flat" cmpd="sng">
              <a:solidFill>
                <a:srgbClr val="FFCC00"/>
              </a:solidFill>
              <a:prstDash val="solid"/>
              <a:headEnd type="none" w="med" len="med"/>
              <a:tailEnd type="none" w="med" len="med"/>
            </a:ln>
          </p:spPr>
        </p:sp>
        <p:sp>
          <p:nvSpPr>
            <p:cNvPr id="78883" name="Line 345"/>
            <p:cNvSpPr/>
            <p:nvPr/>
          </p:nvSpPr>
          <p:spPr>
            <a:xfrm>
              <a:off x="1836" y="2750"/>
              <a:ext cx="681" cy="0"/>
            </a:xfrm>
            <a:prstGeom prst="line">
              <a:avLst/>
            </a:prstGeom>
            <a:ln w="28575" cap="flat" cmpd="sng">
              <a:solidFill>
                <a:srgbClr val="FFCC00"/>
              </a:solidFill>
              <a:prstDash val="solid"/>
              <a:headEnd type="none" w="med" len="med"/>
              <a:tailEnd type="none" w="med" len="med"/>
            </a:ln>
          </p:spPr>
        </p:sp>
        <p:sp>
          <p:nvSpPr>
            <p:cNvPr id="78884" name="Line 346"/>
            <p:cNvSpPr/>
            <p:nvPr/>
          </p:nvSpPr>
          <p:spPr>
            <a:xfrm>
              <a:off x="748" y="2750"/>
              <a:ext cx="726" cy="0"/>
            </a:xfrm>
            <a:prstGeom prst="line">
              <a:avLst/>
            </a:prstGeom>
            <a:ln w="28575" cap="flat" cmpd="sng">
              <a:solidFill>
                <a:srgbClr val="FFCC00"/>
              </a:solidFill>
              <a:prstDash val="solid"/>
              <a:headEnd type="none" w="med" len="med"/>
              <a:tailEnd type="none" w="med" len="med"/>
            </a:ln>
          </p:spPr>
        </p:sp>
        <p:sp>
          <p:nvSpPr>
            <p:cNvPr id="78885" name="Line 347"/>
            <p:cNvSpPr/>
            <p:nvPr/>
          </p:nvSpPr>
          <p:spPr>
            <a:xfrm flipH="1" flipV="1">
              <a:off x="1836" y="3385"/>
              <a:ext cx="0" cy="192"/>
            </a:xfrm>
            <a:prstGeom prst="line">
              <a:avLst/>
            </a:prstGeom>
            <a:ln w="28575" cap="flat" cmpd="sng">
              <a:solidFill>
                <a:srgbClr val="FFCC00"/>
              </a:solidFill>
              <a:prstDash val="solid"/>
              <a:headEnd type="none" w="med" len="med"/>
              <a:tailEnd type="none" w="med" len="med"/>
            </a:ln>
          </p:spPr>
        </p:sp>
        <p:sp>
          <p:nvSpPr>
            <p:cNvPr id="78886" name="Line 348"/>
            <p:cNvSpPr/>
            <p:nvPr/>
          </p:nvSpPr>
          <p:spPr>
            <a:xfrm flipH="1" flipV="1">
              <a:off x="1836" y="2750"/>
              <a:ext cx="0" cy="283"/>
            </a:xfrm>
            <a:prstGeom prst="line">
              <a:avLst/>
            </a:prstGeom>
            <a:ln w="28575" cap="flat" cmpd="sng">
              <a:solidFill>
                <a:srgbClr val="FFCC00"/>
              </a:solidFill>
              <a:prstDash val="solid"/>
              <a:headEnd type="none" w="med" len="med"/>
              <a:tailEnd type="none" w="med" len="med"/>
            </a:ln>
          </p:spPr>
        </p:sp>
        <p:grpSp>
          <p:nvGrpSpPr>
            <p:cNvPr id="78887" name="Group 349"/>
            <p:cNvGrpSpPr/>
            <p:nvPr/>
          </p:nvGrpSpPr>
          <p:grpSpPr>
            <a:xfrm>
              <a:off x="1746" y="3034"/>
              <a:ext cx="91" cy="363"/>
              <a:chOff x="1565" y="2614"/>
              <a:chExt cx="90" cy="486"/>
            </a:xfrm>
          </p:grpSpPr>
          <p:sp>
            <p:nvSpPr>
              <p:cNvPr id="78897" name="Arc 35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898" name="Arc 35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899" name="Arc 35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900" name="Arc 35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8888" name="Group 354"/>
            <p:cNvGrpSpPr/>
            <p:nvPr/>
          </p:nvGrpSpPr>
          <p:grpSpPr>
            <a:xfrm rot="10800000">
              <a:off x="1474" y="3034"/>
              <a:ext cx="90" cy="363"/>
              <a:chOff x="1565" y="2614"/>
              <a:chExt cx="90" cy="486"/>
            </a:xfrm>
          </p:grpSpPr>
          <p:sp>
            <p:nvSpPr>
              <p:cNvPr id="78893" name="Arc 35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894" name="Arc 35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895" name="Arc 35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8896" name="Arc 35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78889" name="Oval 359"/>
            <p:cNvSpPr/>
            <p:nvPr/>
          </p:nvSpPr>
          <p:spPr>
            <a:xfrm>
              <a:off x="685" y="2716"/>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8890" name="Oval 360"/>
            <p:cNvSpPr/>
            <p:nvPr/>
          </p:nvSpPr>
          <p:spPr>
            <a:xfrm>
              <a:off x="721" y="353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8891" name="Line 361"/>
            <p:cNvSpPr/>
            <p:nvPr/>
          </p:nvSpPr>
          <p:spPr>
            <a:xfrm>
              <a:off x="793" y="2750"/>
              <a:ext cx="387" cy="0"/>
            </a:xfrm>
            <a:prstGeom prst="line">
              <a:avLst/>
            </a:prstGeom>
            <a:ln w="28575" cap="flat" cmpd="sng">
              <a:solidFill>
                <a:srgbClr val="00FFFF"/>
              </a:solidFill>
              <a:prstDash val="solid"/>
              <a:headEnd type="none" w="med" len="med"/>
              <a:tailEnd type="triangle" w="med" len="med"/>
            </a:ln>
          </p:spPr>
        </p:sp>
        <p:sp>
          <p:nvSpPr>
            <p:cNvPr id="78892" name="Line 362"/>
            <p:cNvSpPr/>
            <p:nvPr/>
          </p:nvSpPr>
          <p:spPr>
            <a:xfrm>
              <a:off x="1973" y="2750"/>
              <a:ext cx="387" cy="0"/>
            </a:xfrm>
            <a:prstGeom prst="line">
              <a:avLst/>
            </a:prstGeom>
            <a:ln w="28575" cap="flat" cmpd="sng">
              <a:solidFill>
                <a:srgbClr val="00FFFF"/>
              </a:solidFill>
              <a:prstDash val="solid"/>
              <a:headEnd type="triangl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9422"/>
                                        </p:tgtEl>
                                        <p:attrNameLst>
                                          <p:attrName>style.visibility</p:attrName>
                                        </p:attrNameLst>
                                      </p:cBhvr>
                                      <p:to>
                                        <p:strVal val="visible"/>
                                      </p:to>
                                    </p:set>
                                    <p:animEffect transition="in" filter="blinds(horizontal)">
                                      <p:cBhvr>
                                        <p:cTn id="7" dur="500"/>
                                        <p:tgtEl>
                                          <p:spTgt spid="9942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9342"/>
                                        </p:tgtEl>
                                        <p:attrNameLst>
                                          <p:attrName>style.visibility</p:attrName>
                                        </p:attrNameLst>
                                      </p:cBhvr>
                                      <p:to>
                                        <p:strVal val="visible"/>
                                      </p:to>
                                    </p:set>
                                    <p:animEffect transition="in" filter="slide(fromBottom)">
                                      <p:cBhvr>
                                        <p:cTn id="12" dur="1000"/>
                                        <p:tgtEl>
                                          <p:spTgt spid="99342"/>
                                        </p:tgtEl>
                                      </p:cBhvr>
                                    </p:animEffect>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99613"/>
                                        </p:tgtEl>
                                        <p:attrNameLst>
                                          <p:attrName>style.visibility</p:attrName>
                                        </p:attrNameLst>
                                      </p:cBhvr>
                                      <p:to>
                                        <p:strVal val="visible"/>
                                      </p:to>
                                    </p:set>
                                    <p:animEffect transition="in" filter="blinds(horizontal)">
                                      <p:cBhvr>
                                        <p:cTn id="16" dur="500"/>
                                        <p:tgtEl>
                                          <p:spTgt spid="99613"/>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99501"/>
                                        </p:tgtEl>
                                        <p:attrNameLst>
                                          <p:attrName>style.visibility</p:attrName>
                                        </p:attrNameLst>
                                      </p:cBhvr>
                                      <p:to>
                                        <p:strVal val="visible"/>
                                      </p:to>
                                    </p:set>
                                    <p:animEffect transition="in" filter="strips(downRight)">
                                      <p:cBhvr>
                                        <p:cTn id="21" dur="1000"/>
                                        <p:tgtEl>
                                          <p:spTgt spid="99501"/>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99503"/>
                                        </p:tgtEl>
                                        <p:attrNameLst>
                                          <p:attrName>style.visibility</p:attrName>
                                        </p:attrNameLst>
                                      </p:cBhvr>
                                      <p:to>
                                        <p:strVal val="visible"/>
                                      </p:to>
                                    </p:set>
                                    <p:anim calcmode="lin" valueType="num">
                                      <p:cBhvr additive="base">
                                        <p:cTn id="26" dur="500" fill="hold"/>
                                        <p:tgtEl>
                                          <p:spTgt spid="99503"/>
                                        </p:tgtEl>
                                        <p:attrNameLst>
                                          <p:attrName>ppt_x</p:attrName>
                                        </p:attrNameLst>
                                      </p:cBhvr>
                                      <p:tavLst>
                                        <p:tav tm="0">
                                          <p:val>
                                            <p:strVal val="0-#ppt_w/2"/>
                                          </p:val>
                                        </p:tav>
                                        <p:tav tm="100000">
                                          <p:val>
                                            <p:strVal val="#ppt_x"/>
                                          </p:val>
                                        </p:tav>
                                      </p:tavLst>
                                    </p:anim>
                                    <p:anim calcmode="lin" valueType="num">
                                      <p:cBhvr additive="base">
                                        <p:cTn id="27" dur="500" fill="hold"/>
                                        <p:tgtEl>
                                          <p:spTgt spid="99503"/>
                                        </p:tgtEl>
                                        <p:attrNameLst>
                                          <p:attrName>ppt_y</p:attrName>
                                        </p:attrNameLst>
                                      </p:cBhvr>
                                      <p:tavLst>
                                        <p:tav tm="0">
                                          <p:val>
                                            <p:strVal val="#ppt_y"/>
                                          </p:val>
                                        </p:tav>
                                        <p:tav tm="100000">
                                          <p:val>
                                            <p:strVal val="#ppt_y"/>
                                          </p:val>
                                        </p:tav>
                                      </p:tavLst>
                                    </p:anim>
                                  </p:childTnLst>
                                </p:cTn>
                              </p:par>
                            </p:childTnLst>
                          </p:cTn>
                        </p:par>
                        <p:par>
                          <p:cTn id="28" fill="hold">
                            <p:stCondLst>
                              <p:cond delay="500"/>
                            </p:stCondLst>
                            <p:childTnLst>
                              <p:par>
                                <p:cTn id="29" presetID="3" presetClass="entr" presetSubtype="10" fill="hold" nodeType="afterEffect">
                                  <p:stCondLst>
                                    <p:cond delay="0"/>
                                  </p:stCondLst>
                                  <p:childTnLst>
                                    <p:set>
                                      <p:cBhvr>
                                        <p:cTn id="30" dur="1" fill="hold">
                                          <p:stCondLst>
                                            <p:cond delay="0"/>
                                          </p:stCondLst>
                                        </p:cTn>
                                        <p:tgtEl>
                                          <p:spTgt spid="99653"/>
                                        </p:tgtEl>
                                        <p:attrNameLst>
                                          <p:attrName>style.visibility</p:attrName>
                                        </p:attrNameLst>
                                      </p:cBhvr>
                                      <p:to>
                                        <p:strVal val="visible"/>
                                      </p:to>
                                    </p:set>
                                    <p:animEffect transition="in" filter="blinds(horizontal)">
                                      <p:cBhvr>
                                        <p:cTn id="31" dur="500"/>
                                        <p:tgtEl>
                                          <p:spTgt spid="9965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9504"/>
                                        </p:tgtEl>
                                        <p:attrNameLst>
                                          <p:attrName>style.visibility</p:attrName>
                                        </p:attrNameLst>
                                      </p:cBhvr>
                                      <p:to>
                                        <p:strVal val="visible"/>
                                      </p:to>
                                    </p:set>
                                    <p:animEffect transition="in" filter="wipe(left)">
                                      <p:cBhvr>
                                        <p:cTn id="36" dur="2000"/>
                                        <p:tgtEl>
                                          <p:spTgt spid="9950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9594"/>
                                        </p:tgtEl>
                                        <p:attrNameLst>
                                          <p:attrName>style.visibility</p:attrName>
                                        </p:attrNameLst>
                                      </p:cBhvr>
                                      <p:to>
                                        <p:strVal val="visible"/>
                                      </p:to>
                                    </p:set>
                                    <p:animEffect transition="in" filter="wipe(left)">
                                      <p:cBhvr>
                                        <p:cTn id="41" dur="500"/>
                                        <p:tgtEl>
                                          <p:spTgt spid="99594"/>
                                        </p:tgtEl>
                                      </p:cBhvr>
                                    </p:animEffect>
                                  </p:childTnLst>
                                </p:cTn>
                              </p:par>
                            </p:childTnLst>
                          </p:cTn>
                        </p:par>
                        <p:par>
                          <p:cTn id="42" fill="hold">
                            <p:stCondLst>
                              <p:cond delay="500"/>
                            </p:stCondLst>
                            <p:childTnLst>
                              <p:par>
                                <p:cTn id="43" presetID="3" presetClass="entr" presetSubtype="10" fill="hold" nodeType="afterEffect">
                                  <p:stCondLst>
                                    <p:cond delay="0"/>
                                  </p:stCondLst>
                                  <p:childTnLst>
                                    <p:set>
                                      <p:cBhvr>
                                        <p:cTn id="44" dur="1" fill="hold">
                                          <p:stCondLst>
                                            <p:cond delay="0"/>
                                          </p:stCondLst>
                                        </p:cTn>
                                        <p:tgtEl>
                                          <p:spTgt spid="99595"/>
                                        </p:tgtEl>
                                        <p:attrNameLst>
                                          <p:attrName>style.visibility</p:attrName>
                                        </p:attrNameLst>
                                      </p:cBhvr>
                                      <p:to>
                                        <p:strVal val="visible"/>
                                      </p:to>
                                    </p:set>
                                    <p:animEffect transition="in" filter="blinds(horizontal)">
                                      <p:cBhvr>
                                        <p:cTn id="45" dur="500"/>
                                        <p:tgtEl>
                                          <p:spTgt spid="99595"/>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99505"/>
                                        </p:tgtEl>
                                        <p:attrNameLst>
                                          <p:attrName>style.visibility</p:attrName>
                                        </p:attrNameLst>
                                      </p:cBhvr>
                                      <p:to>
                                        <p:strVal val="visible"/>
                                      </p:to>
                                    </p:set>
                                    <p:animEffect transition="in" filter="blinds(horizontal)">
                                      <p:cBhvr>
                                        <p:cTn id="50" dur="500"/>
                                        <p:tgtEl>
                                          <p:spTgt spid="99505"/>
                                        </p:tgtEl>
                                      </p:cBhvr>
                                    </p:animEffect>
                                  </p:childTnLst>
                                </p:cTn>
                              </p:par>
                            </p:childTnLst>
                          </p:cTn>
                        </p:par>
                        <p:par>
                          <p:cTn id="51" fill="hold">
                            <p:stCondLst>
                              <p:cond delay="500"/>
                            </p:stCondLst>
                            <p:childTnLst>
                              <p:par>
                                <p:cTn id="52" presetID="12" presetClass="entr" presetSubtype="4" fill="hold" grpId="0" nodeType="afterEffect">
                                  <p:stCondLst>
                                    <p:cond delay="0"/>
                                  </p:stCondLst>
                                  <p:childTnLst>
                                    <p:set>
                                      <p:cBhvr>
                                        <p:cTn id="53" dur="1" fill="hold">
                                          <p:stCondLst>
                                            <p:cond delay="0"/>
                                          </p:stCondLst>
                                        </p:cTn>
                                        <p:tgtEl>
                                          <p:spTgt spid="99508"/>
                                        </p:tgtEl>
                                        <p:attrNameLst>
                                          <p:attrName>style.visibility</p:attrName>
                                        </p:attrNameLst>
                                      </p:cBhvr>
                                      <p:to>
                                        <p:strVal val="visible"/>
                                      </p:to>
                                    </p:set>
                                    <p:animEffect transition="in" filter="slide(fromBottom)">
                                      <p:cBhvr>
                                        <p:cTn id="54" dur="2000"/>
                                        <p:tgtEl>
                                          <p:spTgt spid="99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42" grpId="0"/>
      <p:bldP spid="99503" grpId="0"/>
      <p:bldP spid="9950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3"/>
          <p:cNvSpPr txBox="1"/>
          <p:nvPr/>
        </p:nvSpPr>
        <p:spPr>
          <a:xfrm>
            <a:off x="2051050" y="4724400"/>
            <a:ext cx="6624638" cy="1117600"/>
          </a:xfrm>
          <a:prstGeom prst="rect">
            <a:avLst/>
          </a:prstGeom>
          <a:noFill/>
          <a:ln w="19050">
            <a:noFill/>
          </a:ln>
        </p:spPr>
        <p:txBody>
          <a:bodyPr>
            <a:spAutoFit/>
          </a:bodyPr>
          <a:lstStyle/>
          <a:p>
            <a:pPr marL="342900" indent="-342900" algn="just" eaLnBrk="1" hangingPunct="1">
              <a:lnSpc>
                <a:spcPct val="120000"/>
              </a:lnSpc>
              <a:spcBef>
                <a:spcPct val="50000"/>
              </a:spcBef>
              <a:buAutoNum type="circleNumDbPlain" startAt="2"/>
            </a:pPr>
            <a:r>
              <a:rPr lang="zh-CN" altLang="en-US" b="1" dirty="0">
                <a:latin typeface="Times New Roman" panose="02020603050405020304" pitchFamily="18" charset="0"/>
              </a:rPr>
              <a:t>理想变压器的特性方程为代数关系，因此它是无记忆的多端元件。</a:t>
            </a:r>
          </a:p>
        </p:txBody>
      </p:sp>
      <p:grpSp>
        <p:nvGrpSpPr>
          <p:cNvPr id="50180" name="Group 4"/>
          <p:cNvGrpSpPr/>
          <p:nvPr/>
        </p:nvGrpSpPr>
        <p:grpSpPr>
          <a:xfrm>
            <a:off x="1042988" y="1196975"/>
            <a:ext cx="2143125" cy="1411288"/>
            <a:chOff x="975" y="1223"/>
            <a:chExt cx="1023" cy="797"/>
          </a:xfrm>
        </p:grpSpPr>
        <p:graphicFrame>
          <p:nvGraphicFramePr>
            <p:cNvPr id="79927" name="Object 5"/>
            <p:cNvGraphicFramePr>
              <a:graphicFrameLocks noChangeAspect="1"/>
            </p:cNvGraphicFramePr>
            <p:nvPr/>
          </p:nvGraphicFramePr>
          <p:xfrm>
            <a:off x="1143" y="1223"/>
            <a:ext cx="801" cy="302"/>
          </p:xfrm>
          <a:graphic>
            <a:graphicData uri="http://schemas.openxmlformats.org/presentationml/2006/ole">
              <mc:AlternateContent xmlns:mc="http://schemas.openxmlformats.org/markup-compatibility/2006">
                <mc:Choice xmlns:v="urn:schemas-microsoft-com:vml" Requires="v">
                  <p:oleObj r:id="rId2" imgW="617220" imgH="238125" progId="Equation.3">
                    <p:embed/>
                  </p:oleObj>
                </mc:Choice>
                <mc:Fallback>
                  <p:oleObj r:id="rId2" imgW="617220" imgH="238125" progId="Equation.3">
                    <p:embed/>
                    <p:pic>
                      <p:nvPicPr>
                        <p:cNvPr id="0" name="图片 3338"/>
                        <p:cNvPicPr/>
                        <p:nvPr/>
                      </p:nvPicPr>
                      <p:blipFill>
                        <a:blip r:embed="rId3">
                          <a:clrChange>
                            <a:clrFrom>
                              <a:srgbClr val="000000"/>
                            </a:clrFrom>
                            <a:clrTo>
                              <a:srgbClr val="FFFFFF"/>
                            </a:clrTo>
                          </a:clrChange>
                        </a:blip>
                        <a:stretch>
                          <a:fillRect/>
                        </a:stretch>
                      </p:blipFill>
                      <p:spPr>
                        <a:xfrm>
                          <a:off x="1143" y="1223"/>
                          <a:ext cx="801" cy="302"/>
                        </a:xfrm>
                        <a:prstGeom prst="rect">
                          <a:avLst/>
                        </a:prstGeom>
                        <a:noFill/>
                        <a:ln w="38100">
                          <a:noFill/>
                          <a:miter/>
                        </a:ln>
                      </p:spPr>
                    </p:pic>
                  </p:oleObj>
                </mc:Fallback>
              </mc:AlternateContent>
            </a:graphicData>
          </a:graphic>
        </p:graphicFrame>
        <p:graphicFrame>
          <p:nvGraphicFramePr>
            <p:cNvPr id="79928" name="Object 6"/>
            <p:cNvGraphicFramePr>
              <a:graphicFrameLocks noChangeAspect="1"/>
            </p:cNvGraphicFramePr>
            <p:nvPr/>
          </p:nvGraphicFramePr>
          <p:xfrm>
            <a:off x="1169" y="1552"/>
            <a:ext cx="829" cy="468"/>
          </p:xfrm>
          <a:graphic>
            <a:graphicData uri="http://schemas.openxmlformats.org/presentationml/2006/ole">
              <mc:AlternateContent xmlns:mc="http://schemas.openxmlformats.org/markup-compatibility/2006">
                <mc:Choice xmlns:v="urn:schemas-microsoft-com:vml" Requires="v">
                  <p:oleObj r:id="rId4" imgW="631825" imgH="356870" progId="Equation.3">
                    <p:embed/>
                  </p:oleObj>
                </mc:Choice>
                <mc:Fallback>
                  <p:oleObj r:id="rId4" imgW="631825" imgH="356870" progId="Equation.3">
                    <p:embed/>
                    <p:pic>
                      <p:nvPicPr>
                        <p:cNvPr id="0" name="图片 3340"/>
                        <p:cNvPicPr/>
                        <p:nvPr/>
                      </p:nvPicPr>
                      <p:blipFill>
                        <a:blip r:embed="rId5">
                          <a:clrChange>
                            <a:clrFrom>
                              <a:srgbClr val="000000"/>
                            </a:clrFrom>
                            <a:clrTo>
                              <a:srgbClr val="FFFFFF"/>
                            </a:clrTo>
                          </a:clrChange>
                        </a:blip>
                        <a:stretch>
                          <a:fillRect/>
                        </a:stretch>
                      </p:blipFill>
                      <p:spPr>
                        <a:xfrm>
                          <a:off x="1169" y="1552"/>
                          <a:ext cx="829" cy="468"/>
                        </a:xfrm>
                        <a:prstGeom prst="rect">
                          <a:avLst/>
                        </a:prstGeom>
                        <a:noFill/>
                        <a:ln w="38100">
                          <a:noFill/>
                          <a:miter/>
                        </a:ln>
                      </p:spPr>
                    </p:pic>
                  </p:oleObj>
                </mc:Fallback>
              </mc:AlternateContent>
            </a:graphicData>
          </a:graphic>
        </p:graphicFrame>
        <p:sp>
          <p:nvSpPr>
            <p:cNvPr id="79929" name="AutoShape 7"/>
            <p:cNvSpPr/>
            <p:nvPr/>
          </p:nvSpPr>
          <p:spPr>
            <a:xfrm>
              <a:off x="975" y="1356"/>
              <a:ext cx="119" cy="548"/>
            </a:xfrm>
            <a:prstGeom prst="leftBrace">
              <a:avLst>
                <a:gd name="adj1" fmla="val 38375"/>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aphicFrame>
        <p:nvGraphicFramePr>
          <p:cNvPr id="50220" name="Object 44"/>
          <p:cNvGraphicFramePr>
            <a:graphicFrameLocks noChangeAspect="1"/>
          </p:cNvGraphicFramePr>
          <p:nvPr/>
        </p:nvGraphicFramePr>
        <p:xfrm>
          <a:off x="827088" y="2420938"/>
          <a:ext cx="6481762" cy="1146175"/>
        </p:xfrm>
        <a:graphic>
          <a:graphicData uri="http://schemas.openxmlformats.org/presentationml/2006/ole">
            <mc:AlternateContent xmlns:mc="http://schemas.openxmlformats.org/markup-compatibility/2006">
              <mc:Choice xmlns:v="urn:schemas-microsoft-com:vml" Requires="v">
                <p:oleObj r:id="rId6" imgW="2512695" imgH="445770" progId="Equation.3">
                  <p:embed/>
                </p:oleObj>
              </mc:Choice>
              <mc:Fallback>
                <p:oleObj r:id="rId6" imgW="2512695" imgH="445770" progId="Equation.3">
                  <p:embed/>
                  <p:pic>
                    <p:nvPicPr>
                      <p:cNvPr id="0" name="图片 3339"/>
                      <p:cNvPicPr/>
                      <p:nvPr/>
                    </p:nvPicPr>
                    <p:blipFill>
                      <a:blip r:embed="rId7">
                        <a:clrChange>
                          <a:clrFrom>
                            <a:srgbClr val="000000"/>
                          </a:clrFrom>
                          <a:clrTo>
                            <a:srgbClr val="FFFFFF"/>
                          </a:clrTo>
                        </a:clrChange>
                      </a:blip>
                      <a:stretch>
                        <a:fillRect/>
                      </a:stretch>
                    </p:blipFill>
                    <p:spPr>
                      <a:xfrm>
                        <a:off x="827088" y="2420938"/>
                        <a:ext cx="6481762" cy="1146175"/>
                      </a:xfrm>
                      <a:prstGeom prst="rect">
                        <a:avLst/>
                      </a:prstGeom>
                      <a:noFill/>
                      <a:ln w="38100">
                        <a:noFill/>
                        <a:miter/>
                      </a:ln>
                    </p:spPr>
                  </p:pic>
                </p:oleObj>
              </mc:Fallback>
            </mc:AlternateContent>
          </a:graphicData>
        </a:graphic>
      </p:graphicFrame>
      <p:sp>
        <p:nvSpPr>
          <p:cNvPr id="50221" name="Text Box 45"/>
          <p:cNvSpPr txBox="1"/>
          <p:nvPr/>
        </p:nvSpPr>
        <p:spPr>
          <a:xfrm>
            <a:off x="1979613" y="3573463"/>
            <a:ext cx="6478587" cy="1117600"/>
          </a:xfrm>
          <a:prstGeom prst="rect">
            <a:avLst/>
          </a:prstGeom>
          <a:noFill/>
          <a:ln w="19050">
            <a:noFill/>
          </a:ln>
        </p:spPr>
        <p:txBody>
          <a:bodyPr>
            <a:spAutoFit/>
          </a:bodyPr>
          <a:lstStyle/>
          <a:p>
            <a:pPr marL="342900" indent="-342900" algn="just" eaLnBrk="1" hangingPunct="1">
              <a:lnSpc>
                <a:spcPct val="120000"/>
              </a:lnSpc>
              <a:spcBef>
                <a:spcPct val="50000"/>
              </a:spcBef>
              <a:buAutoNum type="circleNumDbPlain"/>
            </a:pPr>
            <a:r>
              <a:rPr lang="zh-CN" altLang="en-US" b="1" dirty="0">
                <a:latin typeface="楷体_GB2312" pitchFamily="49" charset="-122"/>
              </a:rPr>
              <a:t>理想变压器既不储能，也不耗能，在电路中只起传递信号和能量的作用。</a:t>
            </a:r>
          </a:p>
        </p:txBody>
      </p:sp>
      <p:sp>
        <p:nvSpPr>
          <p:cNvPr id="50222" name="Text Box 46"/>
          <p:cNvSpPr txBox="1"/>
          <p:nvPr/>
        </p:nvSpPr>
        <p:spPr>
          <a:xfrm>
            <a:off x="611188" y="476250"/>
            <a:ext cx="2305050" cy="519113"/>
          </a:xfrm>
          <a:prstGeom prst="rect">
            <a:avLst/>
          </a:prstGeom>
          <a:noFill/>
          <a:ln w="9525">
            <a:noFill/>
          </a:ln>
        </p:spPr>
        <p:txBody>
          <a:bodyPr>
            <a:spAutoFit/>
          </a:bodyPr>
          <a:lstStyle/>
          <a:p>
            <a:pPr marL="342900" indent="-342900" eaLnBrk="1" hangingPunct="1">
              <a:spcBef>
                <a:spcPct val="50000"/>
              </a:spcBef>
              <a:buAutoNum type="circleNumDbPlain" startAt="4"/>
            </a:pPr>
            <a:r>
              <a:rPr lang="zh-CN" altLang="en-US" b="1" dirty="0">
                <a:solidFill>
                  <a:srgbClr val="FF9900"/>
                </a:solidFill>
                <a:latin typeface="Arial" panose="020B0604020202020204" pitchFamily="34" charset="0"/>
              </a:rPr>
              <a:t>功率性质</a:t>
            </a:r>
          </a:p>
        </p:txBody>
      </p:sp>
      <p:grpSp>
        <p:nvGrpSpPr>
          <p:cNvPr id="79879" name="Group 53"/>
          <p:cNvGrpSpPr/>
          <p:nvPr/>
        </p:nvGrpSpPr>
        <p:grpSpPr>
          <a:xfrm>
            <a:off x="8316913" y="6446838"/>
            <a:ext cx="792162" cy="366712"/>
            <a:chOff x="5193" y="4020"/>
            <a:chExt cx="499" cy="231"/>
          </a:xfrm>
        </p:grpSpPr>
        <p:pic>
          <p:nvPicPr>
            <p:cNvPr id="79925" name="Picture 54"/>
            <p:cNvPicPr>
              <a:picLocks noChangeAspect="1"/>
            </p:cNvPicPr>
            <p:nvPr/>
          </p:nvPicPr>
          <p:blipFill>
            <a:blip r:embed="rId8"/>
            <a:stretch>
              <a:fillRect/>
            </a:stretch>
          </p:blipFill>
          <p:spPr>
            <a:xfrm>
              <a:off x="5193" y="4066"/>
              <a:ext cx="499" cy="181"/>
            </a:xfrm>
            <a:prstGeom prst="rect">
              <a:avLst/>
            </a:prstGeom>
            <a:noFill/>
            <a:ln w="9525">
              <a:noFill/>
            </a:ln>
          </p:spPr>
        </p:pic>
        <p:sp>
          <p:nvSpPr>
            <p:cNvPr id="79926" name="Text Box 55">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79880" name="Group 56"/>
          <p:cNvGrpSpPr/>
          <p:nvPr/>
        </p:nvGrpSpPr>
        <p:grpSpPr>
          <a:xfrm>
            <a:off x="7453313" y="6446838"/>
            <a:ext cx="792162" cy="366712"/>
            <a:chOff x="4649" y="4020"/>
            <a:chExt cx="499" cy="231"/>
          </a:xfrm>
        </p:grpSpPr>
        <p:pic>
          <p:nvPicPr>
            <p:cNvPr id="79923" name="Picture 57"/>
            <p:cNvPicPr>
              <a:picLocks noChangeAspect="1"/>
            </p:cNvPicPr>
            <p:nvPr/>
          </p:nvPicPr>
          <p:blipFill>
            <a:blip r:embed="rId8"/>
            <a:stretch>
              <a:fillRect/>
            </a:stretch>
          </p:blipFill>
          <p:spPr>
            <a:xfrm>
              <a:off x="4649" y="4066"/>
              <a:ext cx="499" cy="181"/>
            </a:xfrm>
            <a:prstGeom prst="rect">
              <a:avLst/>
            </a:prstGeom>
            <a:noFill/>
            <a:ln w="9525">
              <a:noFill/>
            </a:ln>
          </p:spPr>
        </p:pic>
        <p:sp>
          <p:nvSpPr>
            <p:cNvPr id="79924" name="Text Box 58">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50277" name="Group 101"/>
          <p:cNvGrpSpPr/>
          <p:nvPr/>
        </p:nvGrpSpPr>
        <p:grpSpPr>
          <a:xfrm>
            <a:off x="323850" y="3573463"/>
            <a:ext cx="1949450" cy="850900"/>
            <a:chOff x="385" y="3022"/>
            <a:chExt cx="1228" cy="536"/>
          </a:xfrm>
        </p:grpSpPr>
        <p:pic>
          <p:nvPicPr>
            <p:cNvPr id="79921" name="Picture 102"/>
            <p:cNvPicPr>
              <a:picLocks noChangeAspect="1"/>
            </p:cNvPicPr>
            <p:nvPr/>
          </p:nvPicPr>
          <p:blipFill>
            <a:blip r:embed="rId9"/>
            <a:stretch>
              <a:fillRect/>
            </a:stretch>
          </p:blipFill>
          <p:spPr>
            <a:xfrm>
              <a:off x="385" y="3022"/>
              <a:ext cx="590" cy="536"/>
            </a:xfrm>
            <a:prstGeom prst="rect">
              <a:avLst/>
            </a:prstGeom>
            <a:noFill/>
            <a:ln w="9525">
              <a:noFill/>
            </a:ln>
          </p:spPr>
        </p:pic>
        <p:sp>
          <p:nvSpPr>
            <p:cNvPr id="79922" name="Text Box 103"/>
            <p:cNvSpPr txBox="1"/>
            <p:nvPr/>
          </p:nvSpPr>
          <p:spPr>
            <a:xfrm>
              <a:off x="793" y="3116"/>
              <a:ext cx="820" cy="365"/>
            </a:xfrm>
            <a:prstGeom prst="rect">
              <a:avLst/>
            </a:prstGeom>
            <a:noFill/>
            <a:ln w="9525">
              <a:noFill/>
            </a:ln>
          </p:spPr>
          <p:txBody>
            <a:bodyPr wrap="none">
              <a:spAutoFit/>
            </a:bodyPr>
            <a:lstStyle/>
            <a:p>
              <a:pPr eaLnBrk="1" hangingPunct="1"/>
              <a:r>
                <a:rPr lang="zh-CN" altLang="en-US" sz="3200" dirty="0">
                  <a:solidFill>
                    <a:srgbClr val="FA7748"/>
                  </a:solidFill>
                  <a:latin typeface="Times New Roman" panose="02020603050405020304" pitchFamily="18" charset="0"/>
                  <a:ea typeface="华文行楷" panose="02010800040101010101" pitchFamily="2" charset="-122"/>
                </a:rPr>
                <a:t>表明   </a:t>
              </a:r>
            </a:p>
          </p:txBody>
        </p:sp>
      </p:grpSp>
      <p:grpSp>
        <p:nvGrpSpPr>
          <p:cNvPr id="79882" name="Group 107"/>
          <p:cNvGrpSpPr/>
          <p:nvPr/>
        </p:nvGrpSpPr>
        <p:grpSpPr>
          <a:xfrm>
            <a:off x="6588125" y="6446838"/>
            <a:ext cx="792163" cy="366712"/>
            <a:chOff x="4649" y="4020"/>
            <a:chExt cx="499" cy="231"/>
          </a:xfrm>
        </p:grpSpPr>
        <p:pic>
          <p:nvPicPr>
            <p:cNvPr id="79919" name="Picture 108"/>
            <p:cNvPicPr>
              <a:picLocks noChangeAspect="1"/>
            </p:cNvPicPr>
            <p:nvPr/>
          </p:nvPicPr>
          <p:blipFill>
            <a:blip r:embed="rId8"/>
            <a:stretch>
              <a:fillRect/>
            </a:stretch>
          </p:blipFill>
          <p:spPr>
            <a:xfrm>
              <a:off x="4649" y="4066"/>
              <a:ext cx="499" cy="181"/>
            </a:xfrm>
            <a:prstGeom prst="rect">
              <a:avLst/>
            </a:prstGeom>
            <a:noFill/>
            <a:ln w="9525">
              <a:noFill/>
            </a:ln>
          </p:spPr>
        </p:pic>
        <p:sp>
          <p:nvSpPr>
            <p:cNvPr id="79920" name="Text Box 109">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50323" name="Group 147"/>
          <p:cNvGrpSpPr/>
          <p:nvPr/>
        </p:nvGrpSpPr>
        <p:grpSpPr>
          <a:xfrm>
            <a:off x="5003800" y="476250"/>
            <a:ext cx="3362325" cy="1711325"/>
            <a:chOff x="3152" y="300"/>
            <a:chExt cx="2118" cy="1078"/>
          </a:xfrm>
        </p:grpSpPr>
        <p:sp>
          <p:nvSpPr>
            <p:cNvPr id="79884" name="Line 112"/>
            <p:cNvSpPr/>
            <p:nvPr/>
          </p:nvSpPr>
          <p:spPr>
            <a:xfrm flipV="1">
              <a:off x="4014" y="527"/>
              <a:ext cx="0" cy="283"/>
            </a:xfrm>
            <a:prstGeom prst="line">
              <a:avLst/>
            </a:prstGeom>
            <a:ln w="28575" cap="flat" cmpd="sng">
              <a:solidFill>
                <a:srgbClr val="FFCC00"/>
              </a:solidFill>
              <a:prstDash val="solid"/>
              <a:headEnd type="none" w="med" len="med"/>
              <a:tailEnd type="none" w="med" len="med"/>
            </a:ln>
          </p:spPr>
        </p:sp>
        <p:sp>
          <p:nvSpPr>
            <p:cNvPr id="79885" name="Line 113"/>
            <p:cNvSpPr/>
            <p:nvPr/>
          </p:nvSpPr>
          <p:spPr>
            <a:xfrm flipH="1" flipV="1">
              <a:off x="4014" y="1162"/>
              <a:ext cx="0" cy="192"/>
            </a:xfrm>
            <a:prstGeom prst="line">
              <a:avLst/>
            </a:prstGeom>
            <a:ln w="28575" cap="flat" cmpd="sng">
              <a:solidFill>
                <a:srgbClr val="FFCC00"/>
              </a:solidFill>
              <a:prstDash val="solid"/>
              <a:headEnd type="none" w="med" len="med"/>
              <a:tailEnd type="none" w="med" len="med"/>
            </a:ln>
          </p:spPr>
        </p:sp>
        <p:sp>
          <p:nvSpPr>
            <p:cNvPr id="79886" name="Line 114"/>
            <p:cNvSpPr/>
            <p:nvPr/>
          </p:nvSpPr>
          <p:spPr>
            <a:xfrm>
              <a:off x="3333" y="1343"/>
              <a:ext cx="681" cy="0"/>
            </a:xfrm>
            <a:prstGeom prst="line">
              <a:avLst/>
            </a:prstGeom>
            <a:ln w="28575" cap="flat" cmpd="sng">
              <a:solidFill>
                <a:srgbClr val="FFCC00"/>
              </a:solidFill>
              <a:prstDash val="solid"/>
              <a:headEnd type="none" w="med" len="med"/>
              <a:tailEnd type="none" w="med" len="med"/>
            </a:ln>
          </p:spPr>
        </p:sp>
        <p:sp>
          <p:nvSpPr>
            <p:cNvPr id="79887" name="Text Box 115"/>
            <p:cNvSpPr txBox="1"/>
            <p:nvPr/>
          </p:nvSpPr>
          <p:spPr>
            <a:xfrm>
              <a:off x="3796" y="671"/>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9888" name="Text Box 116"/>
            <p:cNvSpPr txBox="1"/>
            <p:nvPr/>
          </p:nvSpPr>
          <p:spPr>
            <a:xfrm>
              <a:off x="4358" y="689"/>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9889" name="Text Box 117"/>
            <p:cNvSpPr txBox="1"/>
            <p:nvPr/>
          </p:nvSpPr>
          <p:spPr>
            <a:xfrm>
              <a:off x="4014" y="300"/>
              <a:ext cx="402"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n</a:t>
              </a:r>
              <a:r>
                <a:rPr lang="en-US" altLang="zh-CN" dirty="0">
                  <a:solidFill>
                    <a:schemeClr val="bg1"/>
                  </a:solidFill>
                  <a:latin typeface="Times New Roman" panose="02020603050405020304" pitchFamily="18" charset="0"/>
                  <a:ea typeface="宋体" panose="02010600030101010101" pitchFamily="2" charset="-122"/>
                </a:rPr>
                <a:t>:1</a:t>
              </a:r>
            </a:p>
          </p:txBody>
        </p:sp>
        <p:sp>
          <p:nvSpPr>
            <p:cNvPr id="79890" name="Text Box 118"/>
            <p:cNvSpPr txBox="1"/>
            <p:nvPr/>
          </p:nvSpPr>
          <p:spPr>
            <a:xfrm>
              <a:off x="3152" y="572"/>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9891" name="Text Box 119"/>
            <p:cNvSpPr txBox="1"/>
            <p:nvPr/>
          </p:nvSpPr>
          <p:spPr>
            <a:xfrm>
              <a:off x="3152" y="890"/>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9892" name="Text Box 120"/>
            <p:cNvSpPr txBox="1"/>
            <p:nvPr/>
          </p:nvSpPr>
          <p:spPr>
            <a:xfrm>
              <a:off x="3152" y="754"/>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9893" name="Text Box 121"/>
            <p:cNvSpPr txBox="1"/>
            <p:nvPr/>
          </p:nvSpPr>
          <p:spPr>
            <a:xfrm>
              <a:off x="4966" y="527"/>
              <a:ext cx="242"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79894" name="Text Box 122"/>
            <p:cNvSpPr txBox="1"/>
            <p:nvPr/>
          </p:nvSpPr>
          <p:spPr>
            <a:xfrm>
              <a:off x="4966" y="935"/>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79895" name="Text Box 123"/>
            <p:cNvSpPr txBox="1"/>
            <p:nvPr/>
          </p:nvSpPr>
          <p:spPr>
            <a:xfrm>
              <a:off x="4966" y="754"/>
              <a:ext cx="304"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2</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79896" name="Line 124"/>
            <p:cNvSpPr/>
            <p:nvPr/>
          </p:nvSpPr>
          <p:spPr>
            <a:xfrm>
              <a:off x="4376" y="1343"/>
              <a:ext cx="681" cy="0"/>
            </a:xfrm>
            <a:prstGeom prst="line">
              <a:avLst/>
            </a:prstGeom>
            <a:ln w="28575" cap="flat" cmpd="sng">
              <a:solidFill>
                <a:srgbClr val="FFCC00"/>
              </a:solidFill>
              <a:prstDash val="solid"/>
              <a:headEnd type="none" w="med" len="med"/>
              <a:tailEnd type="none" w="med" len="med"/>
            </a:ln>
          </p:spPr>
        </p:sp>
        <p:sp>
          <p:nvSpPr>
            <p:cNvPr id="79897" name="Line 125"/>
            <p:cNvSpPr/>
            <p:nvPr/>
          </p:nvSpPr>
          <p:spPr>
            <a:xfrm>
              <a:off x="4376" y="527"/>
              <a:ext cx="681" cy="0"/>
            </a:xfrm>
            <a:prstGeom prst="line">
              <a:avLst/>
            </a:prstGeom>
            <a:ln w="28575" cap="flat" cmpd="sng">
              <a:solidFill>
                <a:srgbClr val="FFCC00"/>
              </a:solidFill>
              <a:prstDash val="solid"/>
              <a:headEnd type="none" w="med" len="med"/>
              <a:tailEnd type="none" w="med" len="med"/>
            </a:ln>
          </p:spPr>
        </p:sp>
        <p:sp>
          <p:nvSpPr>
            <p:cNvPr id="79898" name="Line 126"/>
            <p:cNvSpPr/>
            <p:nvPr/>
          </p:nvSpPr>
          <p:spPr>
            <a:xfrm>
              <a:off x="3288" y="527"/>
              <a:ext cx="726" cy="0"/>
            </a:xfrm>
            <a:prstGeom prst="line">
              <a:avLst/>
            </a:prstGeom>
            <a:ln w="28575" cap="flat" cmpd="sng">
              <a:solidFill>
                <a:srgbClr val="FFCC00"/>
              </a:solidFill>
              <a:prstDash val="solid"/>
              <a:headEnd type="none" w="med" len="med"/>
              <a:tailEnd type="none" w="med" len="med"/>
            </a:ln>
          </p:spPr>
        </p:sp>
        <p:sp>
          <p:nvSpPr>
            <p:cNvPr id="79899" name="Line 127"/>
            <p:cNvSpPr/>
            <p:nvPr/>
          </p:nvSpPr>
          <p:spPr>
            <a:xfrm flipH="1" flipV="1">
              <a:off x="4376" y="1162"/>
              <a:ext cx="0" cy="192"/>
            </a:xfrm>
            <a:prstGeom prst="line">
              <a:avLst/>
            </a:prstGeom>
            <a:ln w="28575" cap="flat" cmpd="sng">
              <a:solidFill>
                <a:srgbClr val="FFCC00"/>
              </a:solidFill>
              <a:prstDash val="solid"/>
              <a:headEnd type="none" w="med" len="med"/>
              <a:tailEnd type="none" w="med" len="med"/>
            </a:ln>
          </p:spPr>
        </p:sp>
        <p:sp>
          <p:nvSpPr>
            <p:cNvPr id="79900" name="Line 128"/>
            <p:cNvSpPr/>
            <p:nvPr/>
          </p:nvSpPr>
          <p:spPr>
            <a:xfrm flipH="1" flipV="1">
              <a:off x="4376" y="527"/>
              <a:ext cx="0" cy="283"/>
            </a:xfrm>
            <a:prstGeom prst="line">
              <a:avLst/>
            </a:prstGeom>
            <a:ln w="28575" cap="flat" cmpd="sng">
              <a:solidFill>
                <a:srgbClr val="FFCC00"/>
              </a:solidFill>
              <a:prstDash val="solid"/>
              <a:headEnd type="none" w="med" len="med"/>
              <a:tailEnd type="none" w="med" len="med"/>
            </a:ln>
          </p:spPr>
        </p:sp>
        <p:grpSp>
          <p:nvGrpSpPr>
            <p:cNvPr id="79901" name="Group 129"/>
            <p:cNvGrpSpPr/>
            <p:nvPr/>
          </p:nvGrpSpPr>
          <p:grpSpPr>
            <a:xfrm>
              <a:off x="4286" y="811"/>
              <a:ext cx="91" cy="363"/>
              <a:chOff x="1565" y="2614"/>
              <a:chExt cx="90" cy="486"/>
            </a:xfrm>
          </p:grpSpPr>
          <p:sp>
            <p:nvSpPr>
              <p:cNvPr id="79915" name="Arc 130"/>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9916" name="Arc 131"/>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9917" name="Arc 132"/>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9918" name="Arc 133"/>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79902" name="Group 134"/>
            <p:cNvGrpSpPr/>
            <p:nvPr/>
          </p:nvGrpSpPr>
          <p:grpSpPr>
            <a:xfrm rot="10800000">
              <a:off x="4014" y="811"/>
              <a:ext cx="90" cy="363"/>
              <a:chOff x="1565" y="2614"/>
              <a:chExt cx="90" cy="486"/>
            </a:xfrm>
          </p:grpSpPr>
          <p:sp>
            <p:nvSpPr>
              <p:cNvPr id="79911" name="Arc 135"/>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9912" name="Arc 136"/>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9913" name="Arc 137"/>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79914" name="Arc 138"/>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79903" name="Oval 139"/>
            <p:cNvSpPr/>
            <p:nvPr/>
          </p:nvSpPr>
          <p:spPr>
            <a:xfrm>
              <a:off x="5058" y="49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9904" name="Oval 140"/>
            <p:cNvSpPr/>
            <p:nvPr/>
          </p:nvSpPr>
          <p:spPr>
            <a:xfrm>
              <a:off x="5058" y="130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9905" name="Oval 141"/>
            <p:cNvSpPr/>
            <p:nvPr/>
          </p:nvSpPr>
          <p:spPr>
            <a:xfrm>
              <a:off x="3225" y="49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9906" name="Oval 142"/>
            <p:cNvSpPr/>
            <p:nvPr/>
          </p:nvSpPr>
          <p:spPr>
            <a:xfrm>
              <a:off x="3261" y="131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79907" name="Line 143"/>
            <p:cNvSpPr/>
            <p:nvPr/>
          </p:nvSpPr>
          <p:spPr>
            <a:xfrm>
              <a:off x="3378" y="527"/>
              <a:ext cx="363" cy="0"/>
            </a:xfrm>
            <a:prstGeom prst="line">
              <a:avLst/>
            </a:prstGeom>
            <a:ln w="28575" cap="flat" cmpd="sng">
              <a:solidFill>
                <a:srgbClr val="00FFFF"/>
              </a:solidFill>
              <a:prstDash val="solid"/>
              <a:headEnd type="none" w="med" len="med"/>
              <a:tailEnd type="triangle" w="med" len="med"/>
            </a:ln>
          </p:spPr>
        </p:sp>
        <p:sp>
          <p:nvSpPr>
            <p:cNvPr id="79908" name="Line 144"/>
            <p:cNvSpPr/>
            <p:nvPr/>
          </p:nvSpPr>
          <p:spPr>
            <a:xfrm>
              <a:off x="4603" y="527"/>
              <a:ext cx="363" cy="0"/>
            </a:xfrm>
            <a:prstGeom prst="line">
              <a:avLst/>
            </a:prstGeom>
            <a:ln w="28575" cap="flat" cmpd="sng">
              <a:solidFill>
                <a:srgbClr val="00FFFF"/>
              </a:solidFill>
              <a:prstDash val="solid"/>
              <a:headEnd type="triangle" w="med" len="med"/>
              <a:tailEnd type="none" w="med" len="med"/>
            </a:ln>
          </p:spPr>
        </p:sp>
        <p:sp>
          <p:nvSpPr>
            <p:cNvPr id="79909" name="Text Box 145"/>
            <p:cNvSpPr txBox="1"/>
            <p:nvPr/>
          </p:nvSpPr>
          <p:spPr>
            <a:xfrm>
              <a:off x="3379" y="482"/>
              <a:ext cx="454"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i</a:t>
              </a:r>
              <a:r>
                <a:rPr lang="en-US" altLang="zh-CN" baseline="-25000" dirty="0">
                  <a:solidFill>
                    <a:schemeClr val="bg1"/>
                  </a:solidFill>
                  <a:latin typeface="Times New Roman" panose="02020603050405020304" pitchFamily="18" charset="0"/>
                  <a:ea typeface="仿宋_GB2312" pitchFamily="49" charset="-122"/>
                </a:rPr>
                <a:t>1</a:t>
              </a:r>
            </a:p>
          </p:txBody>
        </p:sp>
        <p:sp>
          <p:nvSpPr>
            <p:cNvPr id="79910" name="Text Box 146"/>
            <p:cNvSpPr txBox="1"/>
            <p:nvPr/>
          </p:nvSpPr>
          <p:spPr>
            <a:xfrm>
              <a:off x="4694" y="473"/>
              <a:ext cx="454" cy="327"/>
            </a:xfrm>
            <a:prstGeom prst="rect">
              <a:avLst/>
            </a:prstGeom>
            <a:noFill/>
            <a:ln w="9525">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仿宋_GB2312" pitchFamily="49" charset="-122"/>
                </a:rPr>
                <a:t>i</a:t>
              </a:r>
              <a:r>
                <a:rPr lang="en-US" altLang="zh-CN" baseline="-25000" dirty="0">
                  <a:solidFill>
                    <a:schemeClr val="bg1"/>
                  </a:solidFill>
                  <a:latin typeface="Times New Roman" panose="02020603050405020304" pitchFamily="18" charset="0"/>
                  <a:ea typeface="仿宋_GB2312" pitchFamily="49" charset="-122"/>
                </a:rPr>
                <a:t>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0222"/>
                                        </p:tgtEl>
                                        <p:attrNameLst>
                                          <p:attrName>style.visibility</p:attrName>
                                        </p:attrNameLst>
                                      </p:cBhvr>
                                      <p:to>
                                        <p:strVal val="visible"/>
                                      </p:to>
                                    </p:set>
                                    <p:anim calcmode="lin" valueType="num">
                                      <p:cBhvr additive="base">
                                        <p:cTn id="7" dur="500" fill="hold"/>
                                        <p:tgtEl>
                                          <p:spTgt spid="50222"/>
                                        </p:tgtEl>
                                        <p:attrNameLst>
                                          <p:attrName>ppt_x</p:attrName>
                                        </p:attrNameLst>
                                      </p:cBhvr>
                                      <p:tavLst>
                                        <p:tav tm="0">
                                          <p:val>
                                            <p:strVal val="0-#ppt_w/2"/>
                                          </p:val>
                                        </p:tav>
                                        <p:tav tm="100000">
                                          <p:val>
                                            <p:strVal val="#ppt_x"/>
                                          </p:val>
                                        </p:tav>
                                      </p:tavLst>
                                    </p:anim>
                                    <p:anim calcmode="lin" valueType="num">
                                      <p:cBhvr additive="base">
                                        <p:cTn id="8" dur="500" fill="hold"/>
                                        <p:tgtEl>
                                          <p:spTgt spid="502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0323"/>
                                        </p:tgtEl>
                                        <p:attrNameLst>
                                          <p:attrName>style.visibility</p:attrName>
                                        </p:attrNameLst>
                                      </p:cBhvr>
                                      <p:to>
                                        <p:strVal val="visible"/>
                                      </p:to>
                                    </p:set>
                                    <p:animEffect transition="in" filter="blinds(horizontal)">
                                      <p:cBhvr>
                                        <p:cTn id="13" dur="500"/>
                                        <p:tgtEl>
                                          <p:spTgt spid="50323"/>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50180"/>
                                        </p:tgtEl>
                                        <p:attrNameLst>
                                          <p:attrName>style.visibility</p:attrName>
                                        </p:attrNameLst>
                                      </p:cBhvr>
                                      <p:to>
                                        <p:strVal val="visible"/>
                                      </p:to>
                                    </p:set>
                                    <p:animEffect transition="in" filter="strips(downRight)">
                                      <p:cBhvr>
                                        <p:cTn id="18" dur="1000"/>
                                        <p:tgtEl>
                                          <p:spTgt spid="5018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0220"/>
                                        </p:tgtEl>
                                        <p:attrNameLst>
                                          <p:attrName>style.visibility</p:attrName>
                                        </p:attrNameLst>
                                      </p:cBhvr>
                                      <p:to>
                                        <p:strVal val="visible"/>
                                      </p:to>
                                    </p:set>
                                    <p:animEffect transition="in" filter="wipe(left)">
                                      <p:cBhvr>
                                        <p:cTn id="23" dur="1000"/>
                                        <p:tgtEl>
                                          <p:spTgt spid="5022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0277"/>
                                        </p:tgtEl>
                                        <p:attrNameLst>
                                          <p:attrName>style.visibility</p:attrName>
                                        </p:attrNameLst>
                                      </p:cBhvr>
                                      <p:to>
                                        <p:strVal val="visible"/>
                                      </p:to>
                                    </p:set>
                                    <p:animEffect transition="in" filter="blinds(horizontal)">
                                      <p:cBhvr>
                                        <p:cTn id="28" dur="500"/>
                                        <p:tgtEl>
                                          <p:spTgt spid="5027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50221"/>
                                        </p:tgtEl>
                                        <p:attrNameLst>
                                          <p:attrName>style.visibility</p:attrName>
                                        </p:attrNameLst>
                                      </p:cBhvr>
                                      <p:to>
                                        <p:strVal val="visible"/>
                                      </p:to>
                                    </p:set>
                                    <p:animEffect transition="in" filter="wipe(up)">
                                      <p:cBhvr>
                                        <p:cTn id="33" dur="2000"/>
                                        <p:tgtEl>
                                          <p:spTgt spid="502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50179"/>
                                        </p:tgtEl>
                                        <p:attrNameLst>
                                          <p:attrName>style.visibility</p:attrName>
                                        </p:attrNameLst>
                                      </p:cBhvr>
                                      <p:to>
                                        <p:strVal val="visible"/>
                                      </p:to>
                                    </p:set>
                                    <p:animEffect transition="in" filter="wipe(up)">
                                      <p:cBhvr>
                                        <p:cTn id="38" dur="2000"/>
                                        <p:tgtEl>
                                          <p:spTgt spid="50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p:bldP spid="50221" grpId="0"/>
      <p:bldP spid="5022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p:nvPr/>
        </p:nvSpPr>
        <p:spPr>
          <a:xfrm>
            <a:off x="395288" y="620713"/>
            <a:ext cx="1439862" cy="579437"/>
          </a:xfrm>
          <a:prstGeom prst="rect">
            <a:avLst/>
          </a:prstGeom>
          <a:noFill/>
          <a:ln w="19050">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5-1</a:t>
            </a:r>
          </a:p>
        </p:txBody>
      </p:sp>
      <p:sp>
        <p:nvSpPr>
          <p:cNvPr id="49155" name="Text Box 3"/>
          <p:cNvSpPr txBox="1"/>
          <p:nvPr/>
        </p:nvSpPr>
        <p:spPr>
          <a:xfrm>
            <a:off x="1403350" y="404813"/>
            <a:ext cx="7272338" cy="1117600"/>
          </a:xfrm>
          <a:prstGeom prst="rect">
            <a:avLst/>
          </a:prstGeom>
          <a:noFill/>
          <a:ln w="19050">
            <a:noFill/>
          </a:ln>
        </p:spPr>
        <p:txBody>
          <a:bodyPr>
            <a:spAutoFit/>
          </a:bodyPr>
          <a:lstStyle/>
          <a:p>
            <a:pPr algn="just" eaLnBrk="1" hangingPunct="1">
              <a:lnSpc>
                <a:spcPct val="120000"/>
              </a:lnSpc>
              <a:spcBef>
                <a:spcPct val="50000"/>
              </a:spcBef>
            </a:pPr>
            <a:r>
              <a:rPr lang="zh-CN" altLang="en-US" b="1" dirty="0">
                <a:latin typeface="楷体_GB2312" pitchFamily="49" charset="-122"/>
              </a:rPr>
              <a:t>已知电源内阻</a:t>
            </a:r>
            <a:r>
              <a:rPr lang="en-US" altLang="zh-CN" i="1" dirty="0">
                <a:solidFill>
                  <a:schemeClr val="bg1"/>
                </a:solidFill>
                <a:latin typeface="Times New Roman" panose="02020603050405020304" pitchFamily="18" charset="0"/>
              </a:rPr>
              <a:t>R</a:t>
            </a:r>
            <a:r>
              <a:rPr lang="en-US" altLang="zh-CN" baseline="-25000" dirty="0">
                <a:solidFill>
                  <a:schemeClr val="bg1"/>
                </a:solidFill>
                <a:latin typeface="Times New Roman" panose="02020603050405020304" pitchFamily="18" charset="0"/>
              </a:rPr>
              <a:t>S</a:t>
            </a:r>
            <a:r>
              <a:rPr lang="en-US" altLang="zh-CN" dirty="0">
                <a:solidFill>
                  <a:schemeClr val="bg1"/>
                </a:solidFill>
                <a:latin typeface="Times New Roman" panose="02020603050405020304" pitchFamily="18" charset="0"/>
              </a:rPr>
              <a:t>=1k</a:t>
            </a:r>
            <a:r>
              <a:rPr lang="en-US" altLang="zh-CN" dirty="0">
                <a:solidFill>
                  <a:schemeClr val="bg1"/>
                </a:solidFill>
                <a:latin typeface="Times New Roman" panose="02020603050405020304" pitchFamily="18" charset="0"/>
                <a:sym typeface="Symbol" panose="05050102010706020507" pitchFamily="18" charset="2"/>
              </a:rPr>
              <a:t></a:t>
            </a:r>
            <a:r>
              <a:rPr lang="zh-CN" altLang="en-US" b="1" dirty="0">
                <a:latin typeface="楷体_GB2312" pitchFamily="49" charset="-122"/>
                <a:sym typeface="Symbol" panose="05050102010706020507" pitchFamily="18" charset="2"/>
              </a:rPr>
              <a:t>，负载电阻</a:t>
            </a:r>
            <a:r>
              <a:rPr lang="en-US" altLang="zh-CN" i="1" dirty="0">
                <a:solidFill>
                  <a:schemeClr val="bg1"/>
                </a:solidFill>
                <a:latin typeface="Times New Roman" panose="02020603050405020304" pitchFamily="18" charset="0"/>
              </a:rPr>
              <a:t>R</a:t>
            </a:r>
            <a:r>
              <a:rPr lang="en-US" altLang="zh-CN" baseline="-25000" dirty="0">
                <a:solidFill>
                  <a:schemeClr val="bg1"/>
                </a:solidFill>
                <a:latin typeface="Times New Roman" panose="02020603050405020304" pitchFamily="18" charset="0"/>
              </a:rPr>
              <a:t>L</a:t>
            </a:r>
            <a:r>
              <a:rPr lang="en-US" altLang="zh-CN" dirty="0">
                <a:solidFill>
                  <a:schemeClr val="bg1"/>
                </a:solidFill>
                <a:latin typeface="Times New Roman" panose="02020603050405020304" pitchFamily="18" charset="0"/>
              </a:rPr>
              <a:t>=10</a:t>
            </a:r>
            <a:r>
              <a:rPr lang="en-US" altLang="zh-CN" dirty="0">
                <a:solidFill>
                  <a:schemeClr val="bg1"/>
                </a:solidFill>
                <a:latin typeface="Times New Roman" panose="02020603050405020304" pitchFamily="18" charset="0"/>
                <a:sym typeface="Symbol" panose="05050102010706020507" pitchFamily="18" charset="2"/>
              </a:rPr>
              <a:t></a:t>
            </a:r>
            <a:r>
              <a:rPr lang="zh-CN" altLang="en-US" b="1" dirty="0">
                <a:latin typeface="楷体_GB2312" pitchFamily="49" charset="-122"/>
                <a:sym typeface="Symbol" panose="05050102010706020507" pitchFamily="18" charset="2"/>
              </a:rPr>
              <a:t>。为使</a:t>
            </a:r>
            <a:r>
              <a:rPr lang="en-US" altLang="zh-CN" i="1" dirty="0">
                <a:solidFill>
                  <a:schemeClr val="bg1"/>
                </a:solidFill>
                <a:latin typeface="Times New Roman" panose="02020603050405020304" pitchFamily="18" charset="0"/>
                <a:sym typeface="Symbol" panose="05050102010706020507" pitchFamily="18" charset="2"/>
              </a:rPr>
              <a:t>R</a:t>
            </a:r>
            <a:r>
              <a:rPr lang="en-US" altLang="zh-CN" baseline="-25000" dirty="0">
                <a:solidFill>
                  <a:schemeClr val="bg1"/>
                </a:solidFill>
                <a:latin typeface="Times New Roman" panose="02020603050405020304" pitchFamily="18" charset="0"/>
                <a:sym typeface="Symbol" panose="05050102010706020507" pitchFamily="18" charset="2"/>
              </a:rPr>
              <a:t>L</a:t>
            </a:r>
            <a:r>
              <a:rPr lang="zh-CN" altLang="en-US" b="1" dirty="0">
                <a:latin typeface="楷体_GB2312" pitchFamily="49" charset="-122"/>
                <a:sym typeface="Symbol" panose="05050102010706020507" pitchFamily="18" charset="2"/>
              </a:rPr>
              <a:t>获得最大功率，求理想变压器的变比</a:t>
            </a:r>
            <a:r>
              <a:rPr lang="en-US" altLang="zh-CN" i="1" dirty="0">
                <a:solidFill>
                  <a:schemeClr val="bg1"/>
                </a:solidFill>
                <a:latin typeface="Times New Roman" panose="02020603050405020304" pitchFamily="18" charset="0"/>
                <a:sym typeface="Symbol" panose="05050102010706020507" pitchFamily="18" charset="2"/>
              </a:rPr>
              <a:t>n</a:t>
            </a:r>
            <a:r>
              <a:rPr lang="zh-CN" altLang="en-US" b="1" dirty="0">
                <a:latin typeface="楷体_GB2312" pitchFamily="49" charset="-122"/>
                <a:sym typeface="Symbol" panose="05050102010706020507" pitchFamily="18" charset="2"/>
              </a:rPr>
              <a:t>。</a:t>
            </a:r>
          </a:p>
        </p:txBody>
      </p:sp>
      <p:sp>
        <p:nvSpPr>
          <p:cNvPr id="49190" name="AutoShape 38"/>
          <p:cNvSpPr/>
          <p:nvPr/>
        </p:nvSpPr>
        <p:spPr>
          <a:xfrm>
            <a:off x="5003800" y="2708275"/>
            <a:ext cx="581025" cy="260350"/>
          </a:xfrm>
          <a:prstGeom prst="rightArrow">
            <a:avLst>
              <a:gd name="adj1" fmla="val 50000"/>
              <a:gd name="adj2" fmla="val 55792"/>
            </a:avLst>
          </a:prstGeom>
          <a:solidFill>
            <a:srgbClr val="3399FF"/>
          </a:solidFill>
          <a:ln w="19050" cap="flat" cmpd="sng">
            <a:solidFill>
              <a:srgbClr val="3399FF"/>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9206" name="Text Box 54"/>
          <p:cNvSpPr txBox="1"/>
          <p:nvPr/>
        </p:nvSpPr>
        <p:spPr>
          <a:xfrm>
            <a:off x="1403350" y="4437063"/>
            <a:ext cx="5184775" cy="579437"/>
          </a:xfrm>
          <a:prstGeom prst="rect">
            <a:avLst/>
          </a:prstGeom>
          <a:noFill/>
          <a:ln w="19050">
            <a:noFill/>
          </a:ln>
        </p:spPr>
        <p:txBody>
          <a:bodyPr>
            <a:spAutoFit/>
          </a:bodyPr>
          <a:lstStyle/>
          <a:p>
            <a:pPr eaLnBrk="1" hangingPunct="1">
              <a:spcBef>
                <a:spcPct val="50000"/>
              </a:spcBef>
            </a:pPr>
            <a:r>
              <a:rPr lang="zh-CN" altLang="en-US" b="1" dirty="0">
                <a:solidFill>
                  <a:schemeClr val="bg1"/>
                </a:solidFill>
                <a:latin typeface="楷体_GB2312" pitchFamily="49" charset="-122"/>
              </a:rPr>
              <a:t>当 </a:t>
            </a:r>
            <a:r>
              <a:rPr lang="zh-CN" altLang="en-US" sz="3200" dirty="0">
                <a:solidFill>
                  <a:schemeClr val="bg1"/>
                </a:solidFill>
                <a:latin typeface="Times New Roman" panose="02020603050405020304" pitchFamily="18" charset="0"/>
              </a:rPr>
              <a:t> </a:t>
            </a:r>
            <a:r>
              <a:rPr lang="en-US" altLang="zh-CN" sz="3200" i="1" dirty="0">
                <a:solidFill>
                  <a:schemeClr val="bg1"/>
                </a:solidFill>
                <a:latin typeface="Times New Roman" panose="02020603050405020304" pitchFamily="18" charset="0"/>
              </a:rPr>
              <a:t>n</a:t>
            </a:r>
            <a:r>
              <a:rPr lang="en-US" altLang="zh-CN" sz="3200" baseline="30000" dirty="0">
                <a:solidFill>
                  <a:schemeClr val="bg1"/>
                </a:solidFill>
                <a:latin typeface="Times New Roman" panose="02020603050405020304" pitchFamily="18" charset="0"/>
              </a:rPr>
              <a:t>2</a:t>
            </a:r>
            <a:r>
              <a:rPr lang="en-US" altLang="zh-CN" sz="3200" i="1" dirty="0">
                <a:solidFill>
                  <a:schemeClr val="bg1"/>
                </a:solidFill>
                <a:latin typeface="Times New Roman" panose="02020603050405020304" pitchFamily="18" charset="0"/>
              </a:rPr>
              <a:t>R</a:t>
            </a:r>
            <a:r>
              <a:rPr lang="en-US" altLang="zh-CN" sz="3200" baseline="-25000" dirty="0">
                <a:solidFill>
                  <a:schemeClr val="bg1"/>
                </a:solidFill>
                <a:latin typeface="Times New Roman" panose="02020603050405020304" pitchFamily="18" charset="0"/>
              </a:rPr>
              <a:t>L</a:t>
            </a:r>
            <a:r>
              <a:rPr lang="en-US" altLang="zh-CN" sz="3200" dirty="0">
                <a:solidFill>
                  <a:schemeClr val="bg1"/>
                </a:solidFill>
                <a:latin typeface="Times New Roman" panose="02020603050405020304" pitchFamily="18" charset="0"/>
              </a:rPr>
              <a:t>=</a:t>
            </a:r>
            <a:r>
              <a:rPr lang="en-US" altLang="zh-CN" sz="3200" i="1" dirty="0">
                <a:solidFill>
                  <a:schemeClr val="bg1"/>
                </a:solidFill>
                <a:latin typeface="Times New Roman" panose="02020603050405020304" pitchFamily="18" charset="0"/>
              </a:rPr>
              <a:t>R</a:t>
            </a:r>
            <a:r>
              <a:rPr lang="en-US" altLang="zh-CN" sz="3200" baseline="-25000" dirty="0">
                <a:solidFill>
                  <a:schemeClr val="bg1"/>
                </a:solidFill>
                <a:latin typeface="Times New Roman" panose="02020603050405020304" pitchFamily="18" charset="0"/>
              </a:rPr>
              <a:t>S  </a:t>
            </a:r>
            <a:r>
              <a:rPr lang="zh-CN" altLang="en-US" b="1" dirty="0">
                <a:solidFill>
                  <a:schemeClr val="bg1"/>
                </a:solidFill>
                <a:latin typeface="楷体_GB2312" pitchFamily="49" charset="-122"/>
              </a:rPr>
              <a:t>时匹配，即</a:t>
            </a:r>
          </a:p>
        </p:txBody>
      </p:sp>
      <p:sp>
        <p:nvSpPr>
          <p:cNvPr id="49207" name="Text Box 55"/>
          <p:cNvSpPr txBox="1"/>
          <p:nvPr/>
        </p:nvSpPr>
        <p:spPr>
          <a:xfrm>
            <a:off x="5724525" y="4437063"/>
            <a:ext cx="2646363" cy="579437"/>
          </a:xfrm>
          <a:prstGeom prst="rect">
            <a:avLst/>
          </a:prstGeom>
          <a:noFill/>
          <a:ln w="19050">
            <a:noFill/>
          </a:ln>
        </p:spPr>
        <p:txBody>
          <a:bodyPr>
            <a:spAutoFit/>
          </a:bodyPr>
          <a:lstStyle/>
          <a:p>
            <a:pPr eaLnBrk="1" hangingPunct="1">
              <a:spcBef>
                <a:spcPct val="50000"/>
              </a:spcBef>
            </a:pPr>
            <a:r>
              <a:rPr lang="en-US" altLang="zh-CN" sz="3200" dirty="0">
                <a:solidFill>
                  <a:schemeClr val="bg1"/>
                </a:solidFill>
                <a:latin typeface="Times New Roman" panose="02020603050405020304" pitchFamily="18" charset="0"/>
                <a:ea typeface="宋体" panose="02010600030101010101" pitchFamily="2" charset="-122"/>
              </a:rPr>
              <a:t>10</a:t>
            </a:r>
            <a:r>
              <a:rPr lang="en-US" altLang="zh-CN" sz="3200" i="1" dirty="0">
                <a:solidFill>
                  <a:schemeClr val="bg1"/>
                </a:solidFill>
                <a:latin typeface="Times New Roman" panose="02020603050405020304" pitchFamily="18" charset="0"/>
                <a:ea typeface="宋体" panose="02010600030101010101" pitchFamily="2" charset="-122"/>
              </a:rPr>
              <a:t>n</a:t>
            </a:r>
            <a:r>
              <a:rPr lang="en-US" altLang="zh-CN" sz="3200" baseline="30000" dirty="0">
                <a:solidFill>
                  <a:schemeClr val="bg1"/>
                </a:solidFill>
                <a:latin typeface="Times New Roman" panose="02020603050405020304" pitchFamily="18" charset="0"/>
                <a:ea typeface="宋体" panose="02010600030101010101" pitchFamily="2" charset="-122"/>
              </a:rPr>
              <a:t>2</a:t>
            </a:r>
            <a:r>
              <a:rPr lang="en-US" altLang="zh-CN" sz="3200" dirty="0">
                <a:solidFill>
                  <a:schemeClr val="bg1"/>
                </a:solidFill>
                <a:latin typeface="Times New Roman" panose="02020603050405020304" pitchFamily="18" charset="0"/>
                <a:ea typeface="宋体" panose="02010600030101010101" pitchFamily="2" charset="-122"/>
              </a:rPr>
              <a:t>=1 000</a:t>
            </a:r>
          </a:p>
        </p:txBody>
      </p:sp>
      <p:sp>
        <p:nvSpPr>
          <p:cNvPr id="49208" name="Text Box 56"/>
          <p:cNvSpPr txBox="1"/>
          <p:nvPr/>
        </p:nvSpPr>
        <p:spPr>
          <a:xfrm>
            <a:off x="1979613" y="5084763"/>
            <a:ext cx="4032250" cy="579437"/>
          </a:xfrm>
          <a:prstGeom prst="rect">
            <a:avLst/>
          </a:prstGeom>
          <a:noFill/>
          <a:ln w="19050">
            <a:noFill/>
          </a:ln>
        </p:spPr>
        <p:txBody>
          <a:bodyPr>
            <a:spAutoFit/>
          </a:bodyPr>
          <a:lstStyle/>
          <a:p>
            <a:pPr eaLnBrk="1" hangingPunct="1">
              <a:spcBef>
                <a:spcPct val="50000"/>
              </a:spcBef>
            </a:pPr>
            <a:r>
              <a:rPr lang="en-US" altLang="zh-CN" sz="3200" i="1" dirty="0">
                <a:solidFill>
                  <a:schemeClr val="bg1"/>
                </a:solidFill>
                <a:latin typeface="Times New Roman" panose="02020603050405020304" pitchFamily="18" charset="0"/>
                <a:ea typeface="宋体" panose="02010600030101010101" pitchFamily="2" charset="-122"/>
              </a:rPr>
              <a:t>n</a:t>
            </a:r>
            <a:r>
              <a:rPr lang="en-US" altLang="zh-CN" sz="3200" baseline="30000" dirty="0">
                <a:solidFill>
                  <a:schemeClr val="bg1"/>
                </a:solidFill>
                <a:latin typeface="Times New Roman" panose="02020603050405020304" pitchFamily="18" charset="0"/>
                <a:ea typeface="宋体" panose="02010600030101010101" pitchFamily="2" charset="-122"/>
              </a:rPr>
              <a:t>2</a:t>
            </a:r>
            <a:r>
              <a:rPr lang="en-US" altLang="zh-CN" sz="3200" dirty="0">
                <a:solidFill>
                  <a:schemeClr val="bg1"/>
                </a:solidFill>
                <a:latin typeface="Times New Roman" panose="02020603050405020304" pitchFamily="18" charset="0"/>
                <a:ea typeface="宋体" panose="02010600030101010101" pitchFamily="2" charset="-122"/>
              </a:rPr>
              <a:t>=100</a:t>
            </a:r>
            <a:r>
              <a:rPr lang="zh-CN" altLang="en-US" sz="3200" dirty="0">
                <a:solidFill>
                  <a:schemeClr val="bg1"/>
                </a:solidFill>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n</a:t>
            </a:r>
            <a:r>
              <a:rPr lang="en-US" altLang="zh-CN" sz="3200" dirty="0">
                <a:solidFill>
                  <a:schemeClr val="bg1"/>
                </a:solidFill>
                <a:latin typeface="Times New Roman" panose="02020603050405020304" pitchFamily="18" charset="0"/>
                <a:ea typeface="宋体" panose="02010600030101010101" pitchFamily="2" charset="-122"/>
              </a:rPr>
              <a:t>=10</a:t>
            </a:r>
            <a:endPar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80904" name="Group 64"/>
          <p:cNvGrpSpPr/>
          <p:nvPr/>
        </p:nvGrpSpPr>
        <p:grpSpPr>
          <a:xfrm>
            <a:off x="8316913" y="6446838"/>
            <a:ext cx="792162" cy="366712"/>
            <a:chOff x="5193" y="4020"/>
            <a:chExt cx="499" cy="231"/>
          </a:xfrm>
        </p:grpSpPr>
        <p:pic>
          <p:nvPicPr>
            <p:cNvPr id="80956" name="Picture 65"/>
            <p:cNvPicPr>
              <a:picLocks noChangeAspect="1"/>
            </p:cNvPicPr>
            <p:nvPr/>
          </p:nvPicPr>
          <p:blipFill>
            <a:blip r:embed="rId2"/>
            <a:stretch>
              <a:fillRect/>
            </a:stretch>
          </p:blipFill>
          <p:spPr>
            <a:xfrm>
              <a:off x="5193" y="4066"/>
              <a:ext cx="499" cy="181"/>
            </a:xfrm>
            <a:prstGeom prst="rect">
              <a:avLst/>
            </a:prstGeom>
            <a:noFill/>
            <a:ln w="9525">
              <a:noFill/>
            </a:ln>
          </p:spPr>
        </p:pic>
        <p:sp>
          <p:nvSpPr>
            <p:cNvPr id="80957" name="Text Box 66">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80905" name="Group 67"/>
          <p:cNvGrpSpPr/>
          <p:nvPr/>
        </p:nvGrpSpPr>
        <p:grpSpPr>
          <a:xfrm>
            <a:off x="7453313" y="6446838"/>
            <a:ext cx="792162" cy="366712"/>
            <a:chOff x="4649" y="4020"/>
            <a:chExt cx="499" cy="231"/>
          </a:xfrm>
        </p:grpSpPr>
        <p:pic>
          <p:nvPicPr>
            <p:cNvPr id="80954" name="Picture 68"/>
            <p:cNvPicPr>
              <a:picLocks noChangeAspect="1"/>
            </p:cNvPicPr>
            <p:nvPr/>
          </p:nvPicPr>
          <p:blipFill>
            <a:blip r:embed="rId2"/>
            <a:stretch>
              <a:fillRect/>
            </a:stretch>
          </p:blipFill>
          <p:spPr>
            <a:xfrm>
              <a:off x="4649" y="4066"/>
              <a:ext cx="499" cy="181"/>
            </a:xfrm>
            <a:prstGeom prst="rect">
              <a:avLst/>
            </a:prstGeom>
            <a:noFill/>
            <a:ln w="9525">
              <a:noFill/>
            </a:ln>
          </p:spPr>
        </p:pic>
        <p:sp>
          <p:nvSpPr>
            <p:cNvPr id="80955" name="Text Box 69">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49284" name="Group 132"/>
          <p:cNvGrpSpPr/>
          <p:nvPr/>
        </p:nvGrpSpPr>
        <p:grpSpPr>
          <a:xfrm>
            <a:off x="5795963" y="1412875"/>
            <a:ext cx="2127250" cy="2232025"/>
            <a:chOff x="3651" y="890"/>
            <a:chExt cx="1340" cy="1406"/>
          </a:xfrm>
        </p:grpSpPr>
        <p:sp>
          <p:nvSpPr>
            <p:cNvPr id="80945" name="Oval 104"/>
            <p:cNvSpPr/>
            <p:nvPr/>
          </p:nvSpPr>
          <p:spPr>
            <a:xfrm>
              <a:off x="3651" y="157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80946" name="Text Box 105"/>
            <p:cNvSpPr txBox="1"/>
            <p:nvPr/>
          </p:nvSpPr>
          <p:spPr>
            <a:xfrm>
              <a:off x="4376" y="1570"/>
              <a:ext cx="61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n</a:t>
              </a:r>
              <a:r>
                <a:rPr lang="en-US" altLang="zh-CN" baseline="30000" dirty="0">
                  <a:solidFill>
                    <a:schemeClr val="bg1"/>
                  </a:solidFill>
                  <a:latin typeface="Times New Roman" panose="02020603050405020304" pitchFamily="18" charset="0"/>
                  <a:ea typeface="宋体" panose="02010600030101010101" pitchFamily="2" charset="-122"/>
                </a:rPr>
                <a:t>2</a:t>
              </a: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L</a:t>
              </a:r>
              <a:endParaRPr lang="en-US" altLang="zh-CN" i="1" dirty="0">
                <a:solidFill>
                  <a:schemeClr val="bg1"/>
                </a:solidFill>
                <a:latin typeface="Times New Roman" panose="02020603050405020304" pitchFamily="18" charset="0"/>
                <a:ea typeface="宋体" panose="02010600030101010101" pitchFamily="2" charset="-122"/>
              </a:endParaRPr>
            </a:p>
          </p:txBody>
        </p:sp>
        <p:sp>
          <p:nvSpPr>
            <p:cNvPr id="80947" name="Text Box 106"/>
            <p:cNvSpPr txBox="1"/>
            <p:nvPr/>
          </p:nvSpPr>
          <p:spPr>
            <a:xfrm>
              <a:off x="3832" y="1253"/>
              <a:ext cx="218"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0948" name="Text Box 107"/>
            <p:cNvSpPr txBox="1"/>
            <p:nvPr/>
          </p:nvSpPr>
          <p:spPr>
            <a:xfrm>
              <a:off x="3832" y="1888"/>
              <a:ext cx="20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0949" name="Text Box 108"/>
            <p:cNvSpPr txBox="1"/>
            <p:nvPr/>
          </p:nvSpPr>
          <p:spPr>
            <a:xfrm>
              <a:off x="3996" y="1570"/>
              <a:ext cx="63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S</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0950" name="Text Box 109"/>
            <p:cNvSpPr txBox="1"/>
            <p:nvPr/>
          </p:nvSpPr>
          <p:spPr>
            <a:xfrm>
              <a:off x="4240" y="890"/>
              <a:ext cx="38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S</a:t>
              </a:r>
              <a:endParaRPr lang="en-US" altLang="zh-CN" i="1" dirty="0">
                <a:solidFill>
                  <a:schemeClr val="bg1"/>
                </a:solidFill>
                <a:latin typeface="Times New Roman" panose="02020603050405020304" pitchFamily="18" charset="0"/>
                <a:ea typeface="宋体" panose="02010600030101010101" pitchFamily="2" charset="-122"/>
              </a:endParaRPr>
            </a:p>
          </p:txBody>
        </p:sp>
        <p:sp>
          <p:nvSpPr>
            <p:cNvPr id="80951" name="Rectangle 110"/>
            <p:cNvSpPr/>
            <p:nvPr/>
          </p:nvSpPr>
          <p:spPr>
            <a:xfrm>
              <a:off x="3832" y="1253"/>
              <a:ext cx="1089" cy="104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0952" name="Rectangle 111"/>
            <p:cNvSpPr/>
            <p:nvPr/>
          </p:nvSpPr>
          <p:spPr>
            <a:xfrm>
              <a:off x="4857" y="157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0953" name="Rectangle 112"/>
            <p:cNvSpPr/>
            <p:nvPr/>
          </p:nvSpPr>
          <p:spPr>
            <a:xfrm>
              <a:off x="4240" y="120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sp>
        <p:nvSpPr>
          <p:cNvPr id="49265" name="Text Box 113"/>
          <p:cNvSpPr txBox="1"/>
          <p:nvPr/>
        </p:nvSpPr>
        <p:spPr>
          <a:xfrm>
            <a:off x="611188" y="3716338"/>
            <a:ext cx="647700" cy="519112"/>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49266" name="Rectangle 114"/>
          <p:cNvSpPr/>
          <p:nvPr/>
        </p:nvSpPr>
        <p:spPr>
          <a:xfrm>
            <a:off x="1547813" y="3716338"/>
            <a:ext cx="2684462" cy="519112"/>
          </a:xfrm>
          <a:prstGeom prst="rect">
            <a:avLst/>
          </a:prstGeom>
          <a:noFill/>
          <a:ln w="9525">
            <a:noFill/>
          </a:ln>
        </p:spPr>
        <p:txBody>
          <a:bodyPr wrap="none">
            <a:spAutoFit/>
          </a:bodyPr>
          <a:lstStyle/>
          <a:p>
            <a:pPr eaLnBrk="1" hangingPunct="1"/>
            <a:r>
              <a:rPr lang="zh-CN" altLang="en-US" b="1" dirty="0">
                <a:latin typeface="Arial" panose="020B0604020202020204" pitchFamily="34" charset="0"/>
              </a:rPr>
              <a:t>应用变阻抗性质</a:t>
            </a:r>
          </a:p>
        </p:txBody>
      </p:sp>
      <p:grpSp>
        <p:nvGrpSpPr>
          <p:cNvPr id="80909" name="Group 118"/>
          <p:cNvGrpSpPr/>
          <p:nvPr/>
        </p:nvGrpSpPr>
        <p:grpSpPr>
          <a:xfrm>
            <a:off x="6588125" y="6446838"/>
            <a:ext cx="792163" cy="366712"/>
            <a:chOff x="4649" y="4020"/>
            <a:chExt cx="499" cy="231"/>
          </a:xfrm>
        </p:grpSpPr>
        <p:pic>
          <p:nvPicPr>
            <p:cNvPr id="80943" name="Picture 119"/>
            <p:cNvPicPr>
              <a:picLocks noChangeAspect="1"/>
            </p:cNvPicPr>
            <p:nvPr/>
          </p:nvPicPr>
          <p:blipFill>
            <a:blip r:embed="rId2"/>
            <a:stretch>
              <a:fillRect/>
            </a:stretch>
          </p:blipFill>
          <p:spPr>
            <a:xfrm>
              <a:off x="4649" y="4066"/>
              <a:ext cx="499" cy="181"/>
            </a:xfrm>
            <a:prstGeom prst="rect">
              <a:avLst/>
            </a:prstGeom>
            <a:noFill/>
            <a:ln w="9525">
              <a:noFill/>
            </a:ln>
          </p:spPr>
        </p:pic>
        <p:sp>
          <p:nvSpPr>
            <p:cNvPr id="80944" name="Text Box 120">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49283" name="Group 131"/>
          <p:cNvGrpSpPr/>
          <p:nvPr/>
        </p:nvGrpSpPr>
        <p:grpSpPr>
          <a:xfrm>
            <a:off x="812800" y="1512888"/>
            <a:ext cx="3656013" cy="1931987"/>
            <a:chOff x="512" y="953"/>
            <a:chExt cx="2303" cy="1217"/>
          </a:xfrm>
        </p:grpSpPr>
        <p:sp>
          <p:nvSpPr>
            <p:cNvPr id="80912" name="Oval 74"/>
            <p:cNvSpPr/>
            <p:nvPr/>
          </p:nvSpPr>
          <p:spPr>
            <a:xfrm>
              <a:off x="793" y="152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80913" name="Text Box 75"/>
            <p:cNvSpPr txBox="1"/>
            <p:nvPr/>
          </p:nvSpPr>
          <p:spPr>
            <a:xfrm>
              <a:off x="2381" y="1570"/>
              <a:ext cx="38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L</a:t>
              </a:r>
              <a:endParaRPr lang="en-US" altLang="zh-CN" i="1" dirty="0">
                <a:solidFill>
                  <a:schemeClr val="bg1"/>
                </a:solidFill>
                <a:latin typeface="Times New Roman" panose="02020603050405020304" pitchFamily="18" charset="0"/>
                <a:ea typeface="宋体" panose="02010600030101010101" pitchFamily="2" charset="-122"/>
              </a:endParaRPr>
            </a:p>
          </p:txBody>
        </p:sp>
        <p:sp>
          <p:nvSpPr>
            <p:cNvPr id="80914" name="Line 76"/>
            <p:cNvSpPr/>
            <p:nvPr/>
          </p:nvSpPr>
          <p:spPr>
            <a:xfrm>
              <a:off x="975" y="1343"/>
              <a:ext cx="0" cy="817"/>
            </a:xfrm>
            <a:prstGeom prst="line">
              <a:avLst/>
            </a:prstGeom>
            <a:ln w="28575" cap="flat" cmpd="sng">
              <a:solidFill>
                <a:srgbClr val="FFCC00"/>
              </a:solidFill>
              <a:prstDash val="solid"/>
              <a:headEnd type="none" w="med" len="med"/>
              <a:tailEnd type="none" w="med" len="med"/>
            </a:ln>
          </p:spPr>
        </p:sp>
        <p:sp>
          <p:nvSpPr>
            <p:cNvPr id="80915" name="Text Box 77"/>
            <p:cNvSpPr txBox="1"/>
            <p:nvPr/>
          </p:nvSpPr>
          <p:spPr>
            <a:xfrm>
              <a:off x="512" y="1525"/>
              <a:ext cx="63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u</a:t>
              </a:r>
              <a:r>
                <a:rPr lang="en-US" altLang="zh-CN" baseline="-25000" dirty="0">
                  <a:solidFill>
                    <a:schemeClr val="bg1"/>
                  </a:solidFill>
                  <a:latin typeface="Times New Roman" panose="02020603050405020304" pitchFamily="18" charset="0"/>
                  <a:ea typeface="宋体" panose="02010600030101010101" pitchFamily="2" charset="-122"/>
                </a:rPr>
                <a:t>S</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0916" name="Text Box 78"/>
            <p:cNvSpPr txBox="1"/>
            <p:nvPr/>
          </p:nvSpPr>
          <p:spPr>
            <a:xfrm>
              <a:off x="1111" y="953"/>
              <a:ext cx="38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S</a:t>
              </a:r>
              <a:endParaRPr lang="en-US" altLang="zh-CN" i="1" dirty="0">
                <a:solidFill>
                  <a:schemeClr val="bg1"/>
                </a:solidFill>
                <a:latin typeface="Times New Roman" panose="02020603050405020304" pitchFamily="18" charset="0"/>
                <a:ea typeface="宋体" panose="02010600030101010101" pitchFamily="2" charset="-122"/>
              </a:endParaRPr>
            </a:p>
          </p:txBody>
        </p:sp>
        <p:sp>
          <p:nvSpPr>
            <p:cNvPr id="80917" name="Line 79"/>
            <p:cNvSpPr/>
            <p:nvPr/>
          </p:nvSpPr>
          <p:spPr>
            <a:xfrm flipV="1">
              <a:off x="1700" y="1343"/>
              <a:ext cx="0" cy="283"/>
            </a:xfrm>
            <a:prstGeom prst="line">
              <a:avLst/>
            </a:prstGeom>
            <a:ln w="28575" cap="flat" cmpd="sng">
              <a:solidFill>
                <a:srgbClr val="FFCC00"/>
              </a:solidFill>
              <a:prstDash val="solid"/>
              <a:headEnd type="none" w="med" len="med"/>
              <a:tailEnd type="none" w="med" len="med"/>
            </a:ln>
          </p:spPr>
        </p:sp>
        <p:sp>
          <p:nvSpPr>
            <p:cNvPr id="80918" name="Line 80"/>
            <p:cNvSpPr/>
            <p:nvPr/>
          </p:nvSpPr>
          <p:spPr>
            <a:xfrm flipH="1" flipV="1">
              <a:off x="1700" y="1978"/>
              <a:ext cx="0" cy="192"/>
            </a:xfrm>
            <a:prstGeom prst="line">
              <a:avLst/>
            </a:prstGeom>
            <a:ln w="28575" cap="flat" cmpd="sng">
              <a:solidFill>
                <a:srgbClr val="FFCC00"/>
              </a:solidFill>
              <a:prstDash val="solid"/>
              <a:headEnd type="none" w="med" len="med"/>
              <a:tailEnd type="none" w="med" len="med"/>
            </a:ln>
          </p:spPr>
        </p:sp>
        <p:sp>
          <p:nvSpPr>
            <p:cNvPr id="80919" name="Line 81"/>
            <p:cNvSpPr/>
            <p:nvPr/>
          </p:nvSpPr>
          <p:spPr>
            <a:xfrm flipV="1">
              <a:off x="975" y="2159"/>
              <a:ext cx="725" cy="1"/>
            </a:xfrm>
            <a:prstGeom prst="line">
              <a:avLst/>
            </a:prstGeom>
            <a:ln w="28575" cap="flat" cmpd="sng">
              <a:solidFill>
                <a:srgbClr val="FFCC00"/>
              </a:solidFill>
              <a:prstDash val="solid"/>
              <a:headEnd type="none" w="med" len="med"/>
              <a:tailEnd type="none" w="med" len="med"/>
            </a:ln>
          </p:spPr>
        </p:sp>
        <p:sp>
          <p:nvSpPr>
            <p:cNvPr id="80920" name="Text Box 82"/>
            <p:cNvSpPr txBox="1"/>
            <p:nvPr/>
          </p:nvSpPr>
          <p:spPr>
            <a:xfrm>
              <a:off x="1473" y="138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0921" name="Text Box 83"/>
            <p:cNvSpPr txBox="1"/>
            <p:nvPr/>
          </p:nvSpPr>
          <p:spPr>
            <a:xfrm>
              <a:off x="2062" y="142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0922" name="Text Box 84"/>
            <p:cNvSpPr txBox="1"/>
            <p:nvPr/>
          </p:nvSpPr>
          <p:spPr>
            <a:xfrm>
              <a:off x="1700" y="1116"/>
              <a:ext cx="402" cy="327"/>
            </a:xfrm>
            <a:prstGeom prst="rect">
              <a:avLst/>
            </a:prstGeom>
            <a:noFill/>
            <a:ln w="38100">
              <a:noFill/>
            </a:ln>
          </p:spPr>
          <p:txBody>
            <a:bodyPr wrap="none">
              <a:spAutoFit/>
            </a:bodyPr>
            <a:lstStyle/>
            <a:p>
              <a:pPr eaLnBrk="1" hangingPunct="1"/>
              <a:r>
                <a:rPr lang="en-US" altLang="zh-CN" i="1" dirty="0">
                  <a:solidFill>
                    <a:schemeClr val="bg1"/>
                  </a:solidFill>
                  <a:latin typeface="Times New Roman" panose="02020603050405020304" pitchFamily="18" charset="0"/>
                  <a:ea typeface="宋体" panose="02010600030101010101" pitchFamily="2" charset="-122"/>
                </a:rPr>
                <a:t>n</a:t>
              </a:r>
              <a:r>
                <a:rPr lang="en-US" altLang="zh-CN" dirty="0">
                  <a:solidFill>
                    <a:schemeClr val="bg1"/>
                  </a:solidFill>
                  <a:latin typeface="Times New Roman" panose="02020603050405020304" pitchFamily="18" charset="0"/>
                  <a:ea typeface="宋体" panose="02010600030101010101" pitchFamily="2" charset="-122"/>
                </a:rPr>
                <a:t>:1</a:t>
              </a:r>
            </a:p>
          </p:txBody>
        </p:sp>
        <p:sp>
          <p:nvSpPr>
            <p:cNvPr id="80923" name="Text Box 85"/>
            <p:cNvSpPr txBox="1"/>
            <p:nvPr/>
          </p:nvSpPr>
          <p:spPr>
            <a:xfrm>
              <a:off x="612" y="1298"/>
              <a:ext cx="24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0924" name="Text Box 86"/>
            <p:cNvSpPr txBox="1"/>
            <p:nvPr/>
          </p:nvSpPr>
          <p:spPr>
            <a:xfrm>
              <a:off x="657" y="1706"/>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80925" name="Line 87"/>
            <p:cNvSpPr/>
            <p:nvPr/>
          </p:nvSpPr>
          <p:spPr>
            <a:xfrm>
              <a:off x="2062" y="2159"/>
              <a:ext cx="681" cy="0"/>
            </a:xfrm>
            <a:prstGeom prst="line">
              <a:avLst/>
            </a:prstGeom>
            <a:ln w="28575" cap="flat" cmpd="sng">
              <a:solidFill>
                <a:srgbClr val="FFCC00"/>
              </a:solidFill>
              <a:prstDash val="solid"/>
              <a:headEnd type="none" w="med" len="med"/>
              <a:tailEnd type="none" w="med" len="med"/>
            </a:ln>
          </p:spPr>
        </p:sp>
        <p:sp>
          <p:nvSpPr>
            <p:cNvPr id="80926" name="Line 88"/>
            <p:cNvSpPr/>
            <p:nvPr/>
          </p:nvSpPr>
          <p:spPr>
            <a:xfrm>
              <a:off x="2062" y="1343"/>
              <a:ext cx="681" cy="0"/>
            </a:xfrm>
            <a:prstGeom prst="line">
              <a:avLst/>
            </a:prstGeom>
            <a:ln w="28575" cap="flat" cmpd="sng">
              <a:solidFill>
                <a:srgbClr val="FFCC00"/>
              </a:solidFill>
              <a:prstDash val="solid"/>
              <a:headEnd type="none" w="med" len="med"/>
              <a:tailEnd type="none" w="med" len="med"/>
            </a:ln>
          </p:spPr>
        </p:sp>
        <p:sp>
          <p:nvSpPr>
            <p:cNvPr id="80927" name="Line 89"/>
            <p:cNvSpPr/>
            <p:nvPr/>
          </p:nvSpPr>
          <p:spPr>
            <a:xfrm>
              <a:off x="974" y="1343"/>
              <a:ext cx="726" cy="0"/>
            </a:xfrm>
            <a:prstGeom prst="line">
              <a:avLst/>
            </a:prstGeom>
            <a:ln w="28575" cap="flat" cmpd="sng">
              <a:solidFill>
                <a:srgbClr val="FFCC00"/>
              </a:solidFill>
              <a:prstDash val="solid"/>
              <a:headEnd type="none" w="med" len="med"/>
              <a:tailEnd type="none" w="med" len="med"/>
            </a:ln>
          </p:spPr>
        </p:sp>
        <p:sp>
          <p:nvSpPr>
            <p:cNvPr id="80928" name="Line 98"/>
            <p:cNvSpPr/>
            <p:nvPr/>
          </p:nvSpPr>
          <p:spPr>
            <a:xfrm flipH="1" flipV="1">
              <a:off x="2062" y="1978"/>
              <a:ext cx="0" cy="192"/>
            </a:xfrm>
            <a:prstGeom prst="line">
              <a:avLst/>
            </a:prstGeom>
            <a:ln w="28575" cap="flat" cmpd="sng">
              <a:solidFill>
                <a:srgbClr val="FFCC00"/>
              </a:solidFill>
              <a:prstDash val="solid"/>
              <a:headEnd type="none" w="med" len="med"/>
              <a:tailEnd type="none" w="med" len="med"/>
            </a:ln>
          </p:spPr>
        </p:sp>
        <p:sp>
          <p:nvSpPr>
            <p:cNvPr id="80929" name="Line 99"/>
            <p:cNvSpPr/>
            <p:nvPr/>
          </p:nvSpPr>
          <p:spPr>
            <a:xfrm flipH="1" flipV="1">
              <a:off x="2062" y="1343"/>
              <a:ext cx="0" cy="283"/>
            </a:xfrm>
            <a:prstGeom prst="line">
              <a:avLst/>
            </a:prstGeom>
            <a:ln w="28575" cap="flat" cmpd="sng">
              <a:solidFill>
                <a:srgbClr val="FFCC00"/>
              </a:solidFill>
              <a:prstDash val="solid"/>
              <a:headEnd type="none" w="med" len="med"/>
              <a:tailEnd type="none" w="med" len="med"/>
            </a:ln>
          </p:spPr>
        </p:sp>
        <p:sp>
          <p:nvSpPr>
            <p:cNvPr id="80930" name="Line 100"/>
            <p:cNvSpPr/>
            <p:nvPr/>
          </p:nvSpPr>
          <p:spPr>
            <a:xfrm>
              <a:off x="2743" y="1343"/>
              <a:ext cx="0" cy="816"/>
            </a:xfrm>
            <a:prstGeom prst="line">
              <a:avLst/>
            </a:prstGeom>
            <a:ln w="28575" cap="flat" cmpd="sng">
              <a:solidFill>
                <a:srgbClr val="FFCC00"/>
              </a:solidFill>
              <a:prstDash val="solid"/>
              <a:headEnd type="none" w="med" len="med"/>
              <a:tailEnd type="none" w="med" len="med"/>
            </a:ln>
          </p:spPr>
        </p:sp>
        <p:sp>
          <p:nvSpPr>
            <p:cNvPr id="80931" name="Rectangle 101"/>
            <p:cNvSpPr/>
            <p:nvPr/>
          </p:nvSpPr>
          <p:spPr>
            <a:xfrm>
              <a:off x="2688" y="156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0932" name="Rectangle 102"/>
            <p:cNvSpPr/>
            <p:nvPr/>
          </p:nvSpPr>
          <p:spPr>
            <a:xfrm>
              <a:off x="1120" y="127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80933" name="Group 121"/>
            <p:cNvGrpSpPr/>
            <p:nvPr/>
          </p:nvGrpSpPr>
          <p:grpSpPr>
            <a:xfrm>
              <a:off x="1973" y="1616"/>
              <a:ext cx="91" cy="363"/>
              <a:chOff x="1565" y="2614"/>
              <a:chExt cx="90" cy="486"/>
            </a:xfrm>
          </p:grpSpPr>
          <p:sp>
            <p:nvSpPr>
              <p:cNvPr id="80939" name="Arc 12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0940" name="Arc 12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0941" name="Arc 12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0942" name="Arc 12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80934" name="Group 126"/>
            <p:cNvGrpSpPr/>
            <p:nvPr/>
          </p:nvGrpSpPr>
          <p:grpSpPr>
            <a:xfrm rot="10800000">
              <a:off x="1701" y="1616"/>
              <a:ext cx="90" cy="363"/>
              <a:chOff x="1565" y="2614"/>
              <a:chExt cx="90" cy="486"/>
            </a:xfrm>
          </p:grpSpPr>
          <p:sp>
            <p:nvSpPr>
              <p:cNvPr id="80935" name="Arc 12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0936" name="Arc 12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0937" name="Arc 12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0938" name="Arc 13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
        <p:nvSpPr>
          <p:cNvPr id="49285" name="AutoShape 133"/>
          <p:cNvSpPr/>
          <p:nvPr/>
        </p:nvSpPr>
        <p:spPr>
          <a:xfrm>
            <a:off x="1331913" y="5229225"/>
            <a:ext cx="581025" cy="215900"/>
          </a:xfrm>
          <a:prstGeom prst="rightArrow">
            <a:avLst>
              <a:gd name="adj1" fmla="val 50000"/>
              <a:gd name="adj2" fmla="val 67279"/>
            </a:avLst>
          </a:prstGeom>
          <a:solidFill>
            <a:srgbClr val="3399FF"/>
          </a:solidFill>
          <a:ln w="19050" cap="flat" cmpd="sng">
            <a:solidFill>
              <a:srgbClr val="3399FF"/>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9154"/>
                                        </p:tgtEl>
                                        <p:attrNameLst>
                                          <p:attrName>style.visibility</p:attrName>
                                        </p:attrNameLst>
                                      </p:cBhvr>
                                      <p:to>
                                        <p:strVal val="visible"/>
                                      </p:to>
                                    </p:set>
                                    <p:anim calcmode="lin" valueType="num">
                                      <p:cBhvr>
                                        <p:cTn id="7" dur="1000" fill="hold"/>
                                        <p:tgtEl>
                                          <p:spTgt spid="49154"/>
                                        </p:tgtEl>
                                        <p:attrNameLst>
                                          <p:attrName>ppt_w</p:attrName>
                                        </p:attrNameLst>
                                      </p:cBhvr>
                                      <p:tavLst>
                                        <p:tav tm="0">
                                          <p:val>
                                            <p:fltVal val="0"/>
                                          </p:val>
                                        </p:tav>
                                        <p:tav tm="100000">
                                          <p:val>
                                            <p:strVal val="#ppt_w"/>
                                          </p:val>
                                        </p:tav>
                                      </p:tavLst>
                                    </p:anim>
                                    <p:anim calcmode="lin" valueType="num">
                                      <p:cBhvr>
                                        <p:cTn id="8" dur="1000" fill="hold"/>
                                        <p:tgtEl>
                                          <p:spTgt spid="49154"/>
                                        </p:tgtEl>
                                        <p:attrNameLst>
                                          <p:attrName>ppt_h</p:attrName>
                                        </p:attrNameLst>
                                      </p:cBhvr>
                                      <p:tavLst>
                                        <p:tav tm="0">
                                          <p:val>
                                            <p:fltVal val="0"/>
                                          </p:val>
                                        </p:tav>
                                        <p:tav tm="100000">
                                          <p:val>
                                            <p:strVal val="#ppt_h"/>
                                          </p:val>
                                        </p:tav>
                                      </p:tavLst>
                                    </p:anim>
                                    <p:anim calcmode="lin" valueType="num">
                                      <p:cBhvr>
                                        <p:cTn id="9" dur="1000" fill="hold"/>
                                        <p:tgtEl>
                                          <p:spTgt spid="4915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915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9283"/>
                                        </p:tgtEl>
                                        <p:attrNameLst>
                                          <p:attrName>style.visibility</p:attrName>
                                        </p:attrNameLst>
                                      </p:cBhvr>
                                      <p:to>
                                        <p:strVal val="visible"/>
                                      </p:to>
                                    </p:set>
                                    <p:animEffect transition="in" filter="blinds(horizontal)">
                                      <p:cBhvr>
                                        <p:cTn id="14" dur="500"/>
                                        <p:tgtEl>
                                          <p:spTgt spid="49283"/>
                                        </p:tgtEl>
                                      </p:cBhvr>
                                    </p:animEffect>
                                  </p:childTnLst>
                                </p:cTn>
                              </p:par>
                            </p:childTnLst>
                          </p:cTn>
                        </p:par>
                        <p:par>
                          <p:cTn id="15" fill="hold">
                            <p:stCondLst>
                              <p:cond delay="1500"/>
                            </p:stCondLst>
                            <p:childTnLst>
                              <p:par>
                                <p:cTn id="16" presetID="22" presetClass="entr" presetSubtype="1" fill="hold" grpId="0" nodeType="afterEffect">
                                  <p:stCondLst>
                                    <p:cond delay="0"/>
                                  </p:stCondLst>
                                  <p:childTnLst>
                                    <p:set>
                                      <p:cBhvr>
                                        <p:cTn id="17" dur="1" fill="hold">
                                          <p:stCondLst>
                                            <p:cond delay="0"/>
                                          </p:stCondLst>
                                        </p:cTn>
                                        <p:tgtEl>
                                          <p:spTgt spid="49155"/>
                                        </p:tgtEl>
                                        <p:attrNameLst>
                                          <p:attrName>style.visibility</p:attrName>
                                        </p:attrNameLst>
                                      </p:cBhvr>
                                      <p:to>
                                        <p:strVal val="visible"/>
                                      </p:to>
                                    </p:set>
                                    <p:animEffect transition="in" filter="wipe(up)">
                                      <p:cBhvr>
                                        <p:cTn id="18" dur="2000"/>
                                        <p:tgtEl>
                                          <p:spTgt spid="49155"/>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9265"/>
                                        </p:tgtEl>
                                        <p:attrNameLst>
                                          <p:attrName>style.visibility</p:attrName>
                                        </p:attrNameLst>
                                      </p:cBhvr>
                                      <p:to>
                                        <p:strVal val="visible"/>
                                      </p:to>
                                    </p:set>
                                    <p:anim calcmode="lin" valueType="num">
                                      <p:cBhvr>
                                        <p:cTn id="23" dur="1000" fill="hold"/>
                                        <p:tgtEl>
                                          <p:spTgt spid="49265"/>
                                        </p:tgtEl>
                                        <p:attrNameLst>
                                          <p:attrName>ppt_w</p:attrName>
                                        </p:attrNameLst>
                                      </p:cBhvr>
                                      <p:tavLst>
                                        <p:tav tm="0">
                                          <p:val>
                                            <p:fltVal val="0"/>
                                          </p:val>
                                        </p:tav>
                                        <p:tav tm="100000">
                                          <p:val>
                                            <p:strVal val="#ppt_w"/>
                                          </p:val>
                                        </p:tav>
                                      </p:tavLst>
                                    </p:anim>
                                    <p:anim calcmode="lin" valueType="num">
                                      <p:cBhvr>
                                        <p:cTn id="24" dur="1000" fill="hold"/>
                                        <p:tgtEl>
                                          <p:spTgt spid="49265"/>
                                        </p:tgtEl>
                                        <p:attrNameLst>
                                          <p:attrName>ppt_h</p:attrName>
                                        </p:attrNameLst>
                                      </p:cBhvr>
                                      <p:tavLst>
                                        <p:tav tm="0">
                                          <p:val>
                                            <p:fltVal val="0"/>
                                          </p:val>
                                        </p:tav>
                                        <p:tav tm="100000">
                                          <p:val>
                                            <p:strVal val="#ppt_h"/>
                                          </p:val>
                                        </p:tav>
                                      </p:tavLst>
                                    </p:anim>
                                    <p:anim calcmode="lin" valueType="num">
                                      <p:cBhvr>
                                        <p:cTn id="25" dur="1000" fill="hold"/>
                                        <p:tgtEl>
                                          <p:spTgt spid="49265"/>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926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49266"/>
                                        </p:tgtEl>
                                        <p:attrNameLst>
                                          <p:attrName>style.visibility</p:attrName>
                                        </p:attrNameLst>
                                      </p:cBhvr>
                                      <p:to>
                                        <p:strVal val="visible"/>
                                      </p:to>
                                    </p:set>
                                    <p:animEffect transition="in" filter="blinds(horizontal)">
                                      <p:cBhvr>
                                        <p:cTn id="31" dur="500"/>
                                        <p:tgtEl>
                                          <p:spTgt spid="49266"/>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nodeType="clickEffect">
                                  <p:stCondLst>
                                    <p:cond delay="0"/>
                                  </p:stCondLst>
                                  <p:childTnLst>
                                    <p:set>
                                      <p:cBhvr>
                                        <p:cTn id="35" dur="1" fill="hold">
                                          <p:stCondLst>
                                            <p:cond delay="0"/>
                                          </p:stCondLst>
                                        </p:cTn>
                                        <p:tgtEl>
                                          <p:spTgt spid="49190"/>
                                        </p:tgtEl>
                                        <p:attrNameLst>
                                          <p:attrName>style.visibility</p:attrName>
                                        </p:attrNameLst>
                                      </p:cBhvr>
                                      <p:to>
                                        <p:strVal val="visible"/>
                                      </p:to>
                                    </p:set>
                                    <p:animEffect transition="in" filter="slide(fromLeft)">
                                      <p:cBhvr>
                                        <p:cTn id="36" dur="500"/>
                                        <p:tgtEl>
                                          <p:spTgt spid="49190"/>
                                        </p:tgtEl>
                                      </p:cBhvr>
                                    </p:animEffect>
                                  </p:childTnLst>
                                </p:cTn>
                              </p:par>
                            </p:childTnLst>
                          </p:cTn>
                        </p:par>
                        <p:par>
                          <p:cTn id="37" fill="hold">
                            <p:stCondLst>
                              <p:cond delay="500"/>
                            </p:stCondLst>
                            <p:childTnLst>
                              <p:par>
                                <p:cTn id="38" presetID="3" presetClass="entr" presetSubtype="10" fill="hold" nodeType="afterEffect">
                                  <p:stCondLst>
                                    <p:cond delay="0"/>
                                  </p:stCondLst>
                                  <p:childTnLst>
                                    <p:set>
                                      <p:cBhvr>
                                        <p:cTn id="39" dur="1" fill="hold">
                                          <p:stCondLst>
                                            <p:cond delay="0"/>
                                          </p:stCondLst>
                                        </p:cTn>
                                        <p:tgtEl>
                                          <p:spTgt spid="49284"/>
                                        </p:tgtEl>
                                        <p:attrNameLst>
                                          <p:attrName>style.visibility</p:attrName>
                                        </p:attrNameLst>
                                      </p:cBhvr>
                                      <p:to>
                                        <p:strVal val="visible"/>
                                      </p:to>
                                    </p:set>
                                    <p:animEffect transition="in" filter="blinds(horizontal)">
                                      <p:cBhvr>
                                        <p:cTn id="40" dur="500"/>
                                        <p:tgtEl>
                                          <p:spTgt spid="49284"/>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49206"/>
                                        </p:tgtEl>
                                        <p:attrNameLst>
                                          <p:attrName>style.visibility</p:attrName>
                                        </p:attrNameLst>
                                      </p:cBhvr>
                                      <p:to>
                                        <p:strVal val="visible"/>
                                      </p:to>
                                    </p:set>
                                    <p:animEffect transition="in" filter="slide(fromTop)">
                                      <p:cBhvr>
                                        <p:cTn id="45" dur="2000"/>
                                        <p:tgtEl>
                                          <p:spTgt spid="4920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9207"/>
                                        </p:tgtEl>
                                        <p:attrNameLst>
                                          <p:attrName>style.visibility</p:attrName>
                                        </p:attrNameLst>
                                      </p:cBhvr>
                                      <p:to>
                                        <p:strVal val="visible"/>
                                      </p:to>
                                    </p:set>
                                    <p:animEffect transition="in" filter="wipe(left)">
                                      <p:cBhvr>
                                        <p:cTn id="50" dur="1000"/>
                                        <p:tgtEl>
                                          <p:spTgt spid="49207"/>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nodeType="clickEffect">
                                  <p:stCondLst>
                                    <p:cond delay="0"/>
                                  </p:stCondLst>
                                  <p:childTnLst>
                                    <p:set>
                                      <p:cBhvr>
                                        <p:cTn id="54" dur="1" fill="hold">
                                          <p:stCondLst>
                                            <p:cond delay="0"/>
                                          </p:stCondLst>
                                        </p:cTn>
                                        <p:tgtEl>
                                          <p:spTgt spid="49285"/>
                                        </p:tgtEl>
                                        <p:attrNameLst>
                                          <p:attrName>style.visibility</p:attrName>
                                        </p:attrNameLst>
                                      </p:cBhvr>
                                      <p:to>
                                        <p:strVal val="visible"/>
                                      </p:to>
                                    </p:set>
                                    <p:animEffect transition="in" filter="slide(fromLeft)">
                                      <p:cBhvr>
                                        <p:cTn id="55" dur="500"/>
                                        <p:tgtEl>
                                          <p:spTgt spid="49285"/>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49208"/>
                                        </p:tgtEl>
                                        <p:attrNameLst>
                                          <p:attrName>style.visibility</p:attrName>
                                        </p:attrNameLst>
                                      </p:cBhvr>
                                      <p:to>
                                        <p:strVal val="visible"/>
                                      </p:to>
                                    </p:set>
                                    <p:animEffect transition="in" filter="wipe(left)">
                                      <p:cBhvr>
                                        <p:cTn id="59" dur="1000"/>
                                        <p:tgtEl>
                                          <p:spTgt spid="49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p:bldP spid="49206" grpId="0"/>
      <p:bldP spid="49207" grpId="0"/>
      <p:bldP spid="49208" grpId="0"/>
      <p:bldP spid="49265" grpId="0" animBg="1"/>
      <p:bldP spid="4926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p:nvPr/>
        </p:nvSpPr>
        <p:spPr>
          <a:xfrm>
            <a:off x="395288" y="549275"/>
            <a:ext cx="1368425" cy="579438"/>
          </a:xfrm>
          <a:prstGeom prst="rect">
            <a:avLst/>
          </a:prstGeom>
          <a:noFill/>
          <a:ln w="19050">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5-2</a:t>
            </a:r>
          </a:p>
        </p:txBody>
      </p:sp>
      <p:graphicFrame>
        <p:nvGraphicFramePr>
          <p:cNvPr id="48175" name="Object 47"/>
          <p:cNvGraphicFramePr>
            <a:graphicFrameLocks noChangeAspect="1"/>
          </p:cNvGraphicFramePr>
          <p:nvPr/>
        </p:nvGraphicFramePr>
        <p:xfrm>
          <a:off x="1597025" y="404813"/>
          <a:ext cx="1679575" cy="652462"/>
        </p:xfrm>
        <a:graphic>
          <a:graphicData uri="http://schemas.openxmlformats.org/presentationml/2006/ole">
            <mc:AlternateContent xmlns:mc="http://schemas.openxmlformats.org/markup-compatibility/2006">
              <mc:Choice xmlns:v="urn:schemas-microsoft-com:vml" Requires="v">
                <p:oleObj r:id="rId2" imgW="914400" imgH="334645" progId="Equation.3">
                  <p:embed/>
                </p:oleObj>
              </mc:Choice>
              <mc:Fallback>
                <p:oleObj r:id="rId2" imgW="914400" imgH="334645" progId="Equation.3">
                  <p:embed/>
                  <p:pic>
                    <p:nvPicPr>
                      <p:cNvPr id="0" name="图片 3344"/>
                      <p:cNvPicPr/>
                      <p:nvPr/>
                    </p:nvPicPr>
                    <p:blipFill>
                      <a:blip r:embed="rId3">
                        <a:clrChange>
                          <a:clrFrom>
                            <a:srgbClr val="000000"/>
                          </a:clrFrom>
                          <a:clrTo>
                            <a:srgbClr val="FFFF00"/>
                          </a:clrTo>
                        </a:clrChange>
                      </a:blip>
                      <a:stretch>
                        <a:fillRect/>
                      </a:stretch>
                    </p:blipFill>
                    <p:spPr>
                      <a:xfrm>
                        <a:off x="1597025" y="404813"/>
                        <a:ext cx="1679575" cy="652462"/>
                      </a:xfrm>
                      <a:prstGeom prst="rect">
                        <a:avLst/>
                      </a:prstGeom>
                      <a:noFill/>
                      <a:ln w="38100">
                        <a:noFill/>
                        <a:miter/>
                      </a:ln>
                    </p:spPr>
                  </p:pic>
                </p:oleObj>
              </mc:Fallback>
            </mc:AlternateContent>
          </a:graphicData>
        </a:graphic>
      </p:graphicFrame>
      <p:sp>
        <p:nvSpPr>
          <p:cNvPr id="48176" name="Text Box 48"/>
          <p:cNvSpPr txBox="1"/>
          <p:nvPr/>
        </p:nvSpPr>
        <p:spPr>
          <a:xfrm>
            <a:off x="1835150" y="2781300"/>
            <a:ext cx="2584450" cy="519113"/>
          </a:xfrm>
          <a:prstGeom prst="rect">
            <a:avLst/>
          </a:prstGeom>
          <a:noFill/>
          <a:ln w="19050">
            <a:noFill/>
          </a:ln>
        </p:spPr>
        <p:txBody>
          <a:bodyPr>
            <a:spAutoFit/>
          </a:bodyPr>
          <a:lstStyle/>
          <a:p>
            <a:pPr eaLnBrk="1" hangingPunct="1">
              <a:spcBef>
                <a:spcPct val="50000"/>
              </a:spcBef>
            </a:pPr>
            <a:r>
              <a:rPr lang="zh-CN" altLang="en-US" b="1" dirty="0">
                <a:latin typeface="楷体_GB2312" pitchFamily="49" charset="-122"/>
              </a:rPr>
              <a:t>列方程</a:t>
            </a:r>
          </a:p>
        </p:txBody>
      </p:sp>
      <p:graphicFrame>
        <p:nvGraphicFramePr>
          <p:cNvPr id="48177" name="Object 49"/>
          <p:cNvGraphicFramePr>
            <a:graphicFrameLocks noChangeAspect="1"/>
          </p:cNvGraphicFramePr>
          <p:nvPr/>
        </p:nvGraphicFramePr>
        <p:xfrm>
          <a:off x="1476375" y="4508500"/>
          <a:ext cx="1657350" cy="909638"/>
        </p:xfrm>
        <a:graphic>
          <a:graphicData uri="http://schemas.openxmlformats.org/presentationml/2006/ole">
            <mc:AlternateContent xmlns:mc="http://schemas.openxmlformats.org/markup-compatibility/2006">
              <mc:Choice xmlns:v="urn:schemas-microsoft-com:vml" Requires="v">
                <p:oleObj r:id="rId4" imgW="802640" imgH="445770" progId="Equation.3">
                  <p:embed/>
                </p:oleObj>
              </mc:Choice>
              <mc:Fallback>
                <p:oleObj r:id="rId4" imgW="802640" imgH="445770" progId="Equation.3">
                  <p:embed/>
                  <p:pic>
                    <p:nvPicPr>
                      <p:cNvPr id="0" name="图片 3341"/>
                      <p:cNvPicPr/>
                      <p:nvPr/>
                    </p:nvPicPr>
                    <p:blipFill>
                      <a:blip r:embed="rId5">
                        <a:clrChange>
                          <a:clrFrom>
                            <a:srgbClr val="000000"/>
                          </a:clrFrom>
                          <a:clrTo>
                            <a:srgbClr val="FFFFFF"/>
                          </a:clrTo>
                        </a:clrChange>
                      </a:blip>
                      <a:stretch>
                        <a:fillRect/>
                      </a:stretch>
                    </p:blipFill>
                    <p:spPr>
                      <a:xfrm>
                        <a:off x="1476375" y="4508500"/>
                        <a:ext cx="1657350" cy="909638"/>
                      </a:xfrm>
                      <a:prstGeom prst="rect">
                        <a:avLst/>
                      </a:prstGeom>
                      <a:noFill/>
                      <a:ln w="38100">
                        <a:noFill/>
                        <a:miter/>
                      </a:ln>
                    </p:spPr>
                  </p:pic>
                </p:oleObj>
              </mc:Fallback>
            </mc:AlternateContent>
          </a:graphicData>
        </a:graphic>
      </p:graphicFrame>
      <p:graphicFrame>
        <p:nvGraphicFramePr>
          <p:cNvPr id="48178" name="Object 50"/>
          <p:cNvGraphicFramePr>
            <a:graphicFrameLocks noChangeAspect="1"/>
          </p:cNvGraphicFramePr>
          <p:nvPr/>
        </p:nvGraphicFramePr>
        <p:xfrm>
          <a:off x="1476375" y="5516563"/>
          <a:ext cx="1492250" cy="541337"/>
        </p:xfrm>
        <a:graphic>
          <a:graphicData uri="http://schemas.openxmlformats.org/presentationml/2006/ole">
            <mc:AlternateContent xmlns:mc="http://schemas.openxmlformats.org/markup-compatibility/2006">
              <mc:Choice xmlns:v="urn:schemas-microsoft-com:vml" Requires="v">
                <p:oleObj r:id="rId6" imgW="721360" imgH="260350" progId="Equation.3">
                  <p:embed/>
                </p:oleObj>
              </mc:Choice>
              <mc:Fallback>
                <p:oleObj r:id="rId6" imgW="721360" imgH="260350" progId="Equation.3">
                  <p:embed/>
                  <p:pic>
                    <p:nvPicPr>
                      <p:cNvPr id="0" name="图片 3342"/>
                      <p:cNvPicPr/>
                      <p:nvPr/>
                    </p:nvPicPr>
                    <p:blipFill>
                      <a:blip r:embed="rId7">
                        <a:clrChange>
                          <a:clrFrom>
                            <a:srgbClr val="000000"/>
                          </a:clrFrom>
                          <a:clrTo>
                            <a:srgbClr val="FFFFFF"/>
                          </a:clrTo>
                        </a:clrChange>
                      </a:blip>
                      <a:stretch>
                        <a:fillRect/>
                      </a:stretch>
                    </p:blipFill>
                    <p:spPr>
                      <a:xfrm>
                        <a:off x="1476375" y="5516563"/>
                        <a:ext cx="1492250" cy="541337"/>
                      </a:xfrm>
                      <a:prstGeom prst="rect">
                        <a:avLst/>
                      </a:prstGeom>
                      <a:noFill/>
                      <a:ln w="38100">
                        <a:noFill/>
                        <a:miter/>
                      </a:ln>
                    </p:spPr>
                  </p:pic>
                </p:oleObj>
              </mc:Fallback>
            </mc:AlternateContent>
          </a:graphicData>
        </a:graphic>
      </p:graphicFrame>
      <p:sp>
        <p:nvSpPr>
          <p:cNvPr id="48179" name="AutoShape 51"/>
          <p:cNvSpPr/>
          <p:nvPr/>
        </p:nvSpPr>
        <p:spPr>
          <a:xfrm>
            <a:off x="1244600" y="3463925"/>
            <a:ext cx="87313" cy="2557463"/>
          </a:xfrm>
          <a:prstGeom prst="leftBrace">
            <a:avLst>
              <a:gd name="adj1" fmla="val 244089"/>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48181" name="Object 53"/>
          <p:cNvGraphicFramePr>
            <a:graphicFrameLocks noChangeAspect="1"/>
          </p:cNvGraphicFramePr>
          <p:nvPr/>
        </p:nvGraphicFramePr>
        <p:xfrm>
          <a:off x="1547813" y="3860800"/>
          <a:ext cx="2009775" cy="742950"/>
        </p:xfrm>
        <a:graphic>
          <a:graphicData uri="http://schemas.openxmlformats.org/presentationml/2006/ole">
            <mc:AlternateContent xmlns:mc="http://schemas.openxmlformats.org/markup-compatibility/2006">
              <mc:Choice xmlns:v="urn:schemas-microsoft-com:vml" Requires="v">
                <p:oleObj r:id="rId8" imgW="966470" imgH="356870" progId="Equation.3">
                  <p:embed/>
                </p:oleObj>
              </mc:Choice>
              <mc:Fallback>
                <p:oleObj r:id="rId8" imgW="966470" imgH="356870" progId="Equation.3">
                  <p:embed/>
                  <p:pic>
                    <p:nvPicPr>
                      <p:cNvPr id="0" name="图片 3343"/>
                      <p:cNvPicPr/>
                      <p:nvPr/>
                    </p:nvPicPr>
                    <p:blipFill>
                      <a:blip r:embed="rId9">
                        <a:clrChange>
                          <a:clrFrom>
                            <a:srgbClr val="000000"/>
                          </a:clrFrom>
                          <a:clrTo>
                            <a:srgbClr val="FFFFFF"/>
                          </a:clrTo>
                        </a:clrChange>
                      </a:blip>
                      <a:stretch>
                        <a:fillRect/>
                      </a:stretch>
                    </p:blipFill>
                    <p:spPr>
                      <a:xfrm>
                        <a:off x="1547813" y="3860800"/>
                        <a:ext cx="2009775" cy="742950"/>
                      </a:xfrm>
                      <a:prstGeom prst="rect">
                        <a:avLst/>
                      </a:prstGeom>
                      <a:noFill/>
                      <a:ln w="38100">
                        <a:noFill/>
                        <a:miter/>
                      </a:ln>
                    </p:spPr>
                  </p:pic>
                </p:oleObj>
              </mc:Fallback>
            </mc:AlternateContent>
          </a:graphicData>
        </a:graphic>
      </p:graphicFrame>
      <p:sp>
        <p:nvSpPr>
          <p:cNvPr id="48182" name="AutoShape 54"/>
          <p:cNvSpPr/>
          <p:nvPr/>
        </p:nvSpPr>
        <p:spPr>
          <a:xfrm>
            <a:off x="4284663" y="4652963"/>
            <a:ext cx="863600" cy="215900"/>
          </a:xfrm>
          <a:prstGeom prst="rightArrow">
            <a:avLst>
              <a:gd name="adj1" fmla="val 50000"/>
              <a:gd name="adj2" fmla="val 100000"/>
            </a:avLst>
          </a:prstGeom>
          <a:solidFill>
            <a:srgbClr val="3399FF"/>
          </a:solidFill>
          <a:ln w="19050" cap="flat" cmpd="sng">
            <a:solidFill>
              <a:srgbClr val="3399FF"/>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48183" name="Text Box 55"/>
          <p:cNvSpPr txBox="1"/>
          <p:nvPr/>
        </p:nvSpPr>
        <p:spPr>
          <a:xfrm>
            <a:off x="4270375" y="4033838"/>
            <a:ext cx="971550" cy="519112"/>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解得</a:t>
            </a:r>
          </a:p>
        </p:txBody>
      </p:sp>
      <p:grpSp>
        <p:nvGrpSpPr>
          <p:cNvPr id="81931" name="Group 62"/>
          <p:cNvGrpSpPr/>
          <p:nvPr/>
        </p:nvGrpSpPr>
        <p:grpSpPr>
          <a:xfrm>
            <a:off x="8316913" y="6446838"/>
            <a:ext cx="792162" cy="366712"/>
            <a:chOff x="5193" y="4020"/>
            <a:chExt cx="499" cy="231"/>
          </a:xfrm>
        </p:grpSpPr>
        <p:pic>
          <p:nvPicPr>
            <p:cNvPr id="81988" name="Picture 63"/>
            <p:cNvPicPr>
              <a:picLocks noChangeAspect="1"/>
            </p:cNvPicPr>
            <p:nvPr/>
          </p:nvPicPr>
          <p:blipFill>
            <a:blip r:embed="rId10"/>
            <a:stretch>
              <a:fillRect/>
            </a:stretch>
          </p:blipFill>
          <p:spPr>
            <a:xfrm>
              <a:off x="5193" y="4066"/>
              <a:ext cx="499" cy="181"/>
            </a:xfrm>
            <a:prstGeom prst="rect">
              <a:avLst/>
            </a:prstGeom>
            <a:noFill/>
            <a:ln w="9525">
              <a:noFill/>
            </a:ln>
          </p:spPr>
        </p:pic>
        <p:sp>
          <p:nvSpPr>
            <p:cNvPr id="81989" name="Text Box 6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81932" name="Group 65"/>
          <p:cNvGrpSpPr/>
          <p:nvPr/>
        </p:nvGrpSpPr>
        <p:grpSpPr>
          <a:xfrm>
            <a:off x="7453313" y="6446838"/>
            <a:ext cx="792162" cy="366712"/>
            <a:chOff x="4649" y="4020"/>
            <a:chExt cx="499" cy="231"/>
          </a:xfrm>
        </p:grpSpPr>
        <p:pic>
          <p:nvPicPr>
            <p:cNvPr id="81986" name="Picture 66"/>
            <p:cNvPicPr>
              <a:picLocks noChangeAspect="1"/>
            </p:cNvPicPr>
            <p:nvPr/>
          </p:nvPicPr>
          <p:blipFill>
            <a:blip r:embed="rId10"/>
            <a:stretch>
              <a:fillRect/>
            </a:stretch>
          </p:blipFill>
          <p:spPr>
            <a:xfrm>
              <a:off x="4649" y="4066"/>
              <a:ext cx="499" cy="181"/>
            </a:xfrm>
            <a:prstGeom prst="rect">
              <a:avLst/>
            </a:prstGeom>
            <a:noFill/>
            <a:ln w="9525">
              <a:noFill/>
            </a:ln>
          </p:spPr>
        </p:pic>
        <p:sp>
          <p:nvSpPr>
            <p:cNvPr id="81987" name="Text Box 6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48236" name="Text Box 108"/>
          <p:cNvSpPr txBox="1"/>
          <p:nvPr/>
        </p:nvSpPr>
        <p:spPr>
          <a:xfrm>
            <a:off x="684213" y="2781300"/>
            <a:ext cx="1150937" cy="519113"/>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1</a:t>
            </a:r>
          </a:p>
        </p:txBody>
      </p:sp>
      <p:grpSp>
        <p:nvGrpSpPr>
          <p:cNvPr id="81934" name="Group 112"/>
          <p:cNvGrpSpPr/>
          <p:nvPr/>
        </p:nvGrpSpPr>
        <p:grpSpPr>
          <a:xfrm>
            <a:off x="6588125" y="6446838"/>
            <a:ext cx="792163" cy="366712"/>
            <a:chOff x="4649" y="4020"/>
            <a:chExt cx="499" cy="231"/>
          </a:xfrm>
        </p:grpSpPr>
        <p:pic>
          <p:nvPicPr>
            <p:cNvPr id="81984" name="Picture 113"/>
            <p:cNvPicPr>
              <a:picLocks noChangeAspect="1"/>
            </p:cNvPicPr>
            <p:nvPr/>
          </p:nvPicPr>
          <p:blipFill>
            <a:blip r:embed="rId10"/>
            <a:stretch>
              <a:fillRect/>
            </a:stretch>
          </p:blipFill>
          <p:spPr>
            <a:xfrm>
              <a:off x="4649" y="4066"/>
              <a:ext cx="499" cy="181"/>
            </a:xfrm>
            <a:prstGeom prst="rect">
              <a:avLst/>
            </a:prstGeom>
            <a:noFill/>
            <a:ln w="9525">
              <a:noFill/>
            </a:ln>
          </p:spPr>
        </p:pic>
        <p:sp>
          <p:nvSpPr>
            <p:cNvPr id="81985" name="Text Box 11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48256" name="Group 128"/>
          <p:cNvGrpSpPr/>
          <p:nvPr/>
        </p:nvGrpSpPr>
        <p:grpSpPr>
          <a:xfrm>
            <a:off x="5368925" y="4191000"/>
            <a:ext cx="2870200" cy="862013"/>
            <a:chOff x="3382" y="2640"/>
            <a:chExt cx="1808" cy="543"/>
          </a:xfrm>
        </p:grpSpPr>
        <p:graphicFrame>
          <p:nvGraphicFramePr>
            <p:cNvPr id="81982" name="Object 56"/>
            <p:cNvGraphicFramePr>
              <a:graphicFrameLocks noChangeAspect="1"/>
            </p:cNvGraphicFramePr>
            <p:nvPr/>
          </p:nvGraphicFramePr>
          <p:xfrm>
            <a:off x="3382" y="2640"/>
            <a:ext cx="1808" cy="543"/>
          </p:xfrm>
          <a:graphic>
            <a:graphicData uri="http://schemas.openxmlformats.org/presentationml/2006/ole">
              <mc:AlternateContent xmlns:mc="http://schemas.openxmlformats.org/markup-compatibility/2006">
                <mc:Choice xmlns:v="urn:schemas-microsoft-com:vml" Requires="v">
                  <p:oleObj r:id="rId11" imgW="1152525" imgH="349250" progId="Equation.3">
                    <p:embed/>
                  </p:oleObj>
                </mc:Choice>
                <mc:Fallback>
                  <p:oleObj r:id="rId11" imgW="1152525" imgH="349250" progId="Equation.3">
                    <p:embed/>
                    <p:pic>
                      <p:nvPicPr>
                        <p:cNvPr id="0" name="图片 3345"/>
                        <p:cNvPicPr/>
                        <p:nvPr/>
                      </p:nvPicPr>
                      <p:blipFill>
                        <a:blip r:embed="rId12">
                          <a:clrChange>
                            <a:clrFrom>
                              <a:srgbClr val="000000"/>
                            </a:clrFrom>
                            <a:clrTo>
                              <a:srgbClr val="FFFFFF"/>
                            </a:clrTo>
                          </a:clrChange>
                        </a:blip>
                        <a:stretch>
                          <a:fillRect/>
                        </a:stretch>
                      </p:blipFill>
                      <p:spPr>
                        <a:xfrm>
                          <a:off x="3382" y="2640"/>
                          <a:ext cx="1808" cy="543"/>
                        </a:xfrm>
                        <a:prstGeom prst="rect">
                          <a:avLst/>
                        </a:prstGeom>
                        <a:noFill/>
                        <a:ln w="38100">
                          <a:noFill/>
                          <a:miter/>
                        </a:ln>
                      </p:spPr>
                    </p:pic>
                  </p:oleObj>
                </mc:Fallback>
              </mc:AlternateContent>
            </a:graphicData>
          </a:graphic>
        </p:graphicFrame>
        <p:sp>
          <p:nvSpPr>
            <p:cNvPr id="81983" name="Line 127"/>
            <p:cNvSpPr/>
            <p:nvPr/>
          </p:nvSpPr>
          <p:spPr>
            <a:xfrm>
              <a:off x="4595" y="3131"/>
              <a:ext cx="272" cy="0"/>
            </a:xfrm>
            <a:prstGeom prst="line">
              <a:avLst/>
            </a:prstGeom>
            <a:ln w="9525" cap="flat" cmpd="sng">
              <a:solidFill>
                <a:schemeClr val="bg1"/>
              </a:solidFill>
              <a:prstDash val="solid"/>
              <a:headEnd type="none" w="med" len="med"/>
              <a:tailEnd type="none" w="med" len="med"/>
            </a:ln>
          </p:spPr>
        </p:sp>
      </p:grpSp>
      <p:grpSp>
        <p:nvGrpSpPr>
          <p:cNvPr id="48258" name="Group 130"/>
          <p:cNvGrpSpPr/>
          <p:nvPr/>
        </p:nvGrpSpPr>
        <p:grpSpPr>
          <a:xfrm>
            <a:off x="1541463" y="3225800"/>
            <a:ext cx="2578100" cy="717550"/>
            <a:chOff x="971" y="2032"/>
            <a:chExt cx="1624" cy="452"/>
          </a:xfrm>
        </p:grpSpPr>
        <p:graphicFrame>
          <p:nvGraphicFramePr>
            <p:cNvPr id="81980" name="Object 52"/>
            <p:cNvGraphicFramePr>
              <a:graphicFrameLocks noChangeAspect="1"/>
            </p:cNvGraphicFramePr>
            <p:nvPr/>
          </p:nvGraphicFramePr>
          <p:xfrm>
            <a:off x="971" y="2032"/>
            <a:ext cx="1624" cy="452"/>
          </p:xfrm>
          <a:graphic>
            <a:graphicData uri="http://schemas.openxmlformats.org/presentationml/2006/ole">
              <mc:AlternateContent xmlns:mc="http://schemas.openxmlformats.org/markup-compatibility/2006">
                <mc:Choice xmlns:v="urn:schemas-microsoft-com:vml" Requires="v">
                  <p:oleObj r:id="rId13" imgW="1241425" imgH="349250" progId="Equation.3">
                    <p:embed/>
                  </p:oleObj>
                </mc:Choice>
                <mc:Fallback>
                  <p:oleObj r:id="rId13" imgW="1241425" imgH="349250" progId="Equation.3">
                    <p:embed/>
                    <p:pic>
                      <p:nvPicPr>
                        <p:cNvPr id="0" name="图片 3349"/>
                        <p:cNvPicPr/>
                        <p:nvPr/>
                      </p:nvPicPr>
                      <p:blipFill>
                        <a:blip r:embed="rId14">
                          <a:clrChange>
                            <a:clrFrom>
                              <a:srgbClr val="000000"/>
                            </a:clrFrom>
                            <a:clrTo>
                              <a:srgbClr val="FFFFFF"/>
                            </a:clrTo>
                          </a:clrChange>
                        </a:blip>
                        <a:stretch>
                          <a:fillRect/>
                        </a:stretch>
                      </p:blipFill>
                      <p:spPr>
                        <a:xfrm>
                          <a:off x="971" y="2032"/>
                          <a:ext cx="1624" cy="452"/>
                        </a:xfrm>
                        <a:prstGeom prst="rect">
                          <a:avLst/>
                        </a:prstGeom>
                        <a:noFill/>
                        <a:ln w="38100">
                          <a:noFill/>
                          <a:miter/>
                        </a:ln>
                      </p:spPr>
                    </p:pic>
                  </p:oleObj>
                </mc:Fallback>
              </mc:AlternateContent>
            </a:graphicData>
          </a:graphic>
        </p:graphicFrame>
        <p:sp>
          <p:nvSpPr>
            <p:cNvPr id="81981" name="Line 129"/>
            <p:cNvSpPr/>
            <p:nvPr/>
          </p:nvSpPr>
          <p:spPr>
            <a:xfrm>
              <a:off x="2290" y="2441"/>
              <a:ext cx="272" cy="0"/>
            </a:xfrm>
            <a:prstGeom prst="line">
              <a:avLst/>
            </a:prstGeom>
            <a:ln w="9525" cap="flat" cmpd="sng">
              <a:solidFill>
                <a:schemeClr val="bg1"/>
              </a:solidFill>
              <a:prstDash val="solid"/>
              <a:headEnd type="none" w="med" len="med"/>
              <a:tailEnd type="none" w="med" len="med"/>
            </a:ln>
          </p:spPr>
        </p:sp>
      </p:grpSp>
      <p:grpSp>
        <p:nvGrpSpPr>
          <p:cNvPr id="48262" name="Group 134"/>
          <p:cNvGrpSpPr/>
          <p:nvPr/>
        </p:nvGrpSpPr>
        <p:grpSpPr>
          <a:xfrm>
            <a:off x="1708150" y="658813"/>
            <a:ext cx="5770563" cy="2032000"/>
            <a:chOff x="1076" y="415"/>
            <a:chExt cx="3635" cy="1280"/>
          </a:xfrm>
        </p:grpSpPr>
        <p:grpSp>
          <p:nvGrpSpPr>
            <p:cNvPr id="81938" name="Group 126"/>
            <p:cNvGrpSpPr/>
            <p:nvPr/>
          </p:nvGrpSpPr>
          <p:grpSpPr>
            <a:xfrm>
              <a:off x="1076" y="415"/>
              <a:ext cx="3635" cy="1280"/>
              <a:chOff x="1076" y="415"/>
              <a:chExt cx="3635" cy="1280"/>
            </a:xfrm>
          </p:grpSpPr>
          <p:sp>
            <p:nvSpPr>
              <p:cNvPr id="81942" name="Line 93"/>
              <p:cNvSpPr/>
              <p:nvPr/>
            </p:nvSpPr>
            <p:spPr>
              <a:xfrm>
                <a:off x="3469" y="868"/>
                <a:ext cx="681" cy="0"/>
              </a:xfrm>
              <a:prstGeom prst="line">
                <a:avLst/>
              </a:prstGeom>
              <a:ln w="28575" cap="flat" cmpd="sng">
                <a:solidFill>
                  <a:srgbClr val="FFCC00"/>
                </a:solidFill>
                <a:prstDash val="solid"/>
                <a:headEnd type="none" w="med" len="med"/>
                <a:tailEnd type="none" w="med" len="med"/>
              </a:ln>
            </p:spPr>
          </p:sp>
          <p:sp>
            <p:nvSpPr>
              <p:cNvPr id="81943" name="Line 94"/>
              <p:cNvSpPr/>
              <p:nvPr/>
            </p:nvSpPr>
            <p:spPr>
              <a:xfrm>
                <a:off x="2019" y="868"/>
                <a:ext cx="1088" cy="0"/>
              </a:xfrm>
              <a:prstGeom prst="line">
                <a:avLst/>
              </a:prstGeom>
              <a:ln w="28575" cap="flat" cmpd="sng">
                <a:solidFill>
                  <a:srgbClr val="FFCC00"/>
                </a:solidFill>
                <a:prstDash val="solid"/>
                <a:headEnd type="none" w="med" len="med"/>
                <a:tailEnd type="none" w="med" len="med"/>
              </a:ln>
            </p:spPr>
          </p:sp>
          <p:graphicFrame>
            <p:nvGraphicFramePr>
              <p:cNvPr id="81944" name="Object 72"/>
              <p:cNvGraphicFramePr>
                <a:graphicFrameLocks noChangeAspect="1"/>
              </p:cNvGraphicFramePr>
              <p:nvPr/>
            </p:nvGraphicFramePr>
            <p:xfrm>
              <a:off x="2200" y="415"/>
              <a:ext cx="201" cy="424"/>
            </p:xfrm>
            <a:graphic>
              <a:graphicData uri="http://schemas.openxmlformats.org/presentationml/2006/ole">
                <mc:AlternateContent xmlns:mc="http://schemas.openxmlformats.org/markup-compatibility/2006">
                  <mc:Choice xmlns:v="urn:schemas-microsoft-com:vml" Requires="v">
                    <p:oleObj r:id="rId15" imgW="148590" imgH="334645" progId="Equation.3">
                      <p:embed/>
                    </p:oleObj>
                  </mc:Choice>
                  <mc:Fallback>
                    <p:oleObj r:id="rId15" imgW="148590" imgH="334645" progId="Equation.3">
                      <p:embed/>
                      <p:pic>
                        <p:nvPicPr>
                          <p:cNvPr id="0" name="图片 3347"/>
                          <p:cNvPicPr/>
                          <p:nvPr/>
                        </p:nvPicPr>
                        <p:blipFill>
                          <a:blip r:embed="rId16">
                            <a:clrChange>
                              <a:clrFrom>
                                <a:srgbClr val="000000"/>
                              </a:clrFrom>
                              <a:clrTo>
                                <a:srgbClr val="FFFFFF"/>
                              </a:clrTo>
                            </a:clrChange>
                          </a:blip>
                          <a:stretch>
                            <a:fillRect/>
                          </a:stretch>
                        </p:blipFill>
                        <p:spPr>
                          <a:xfrm>
                            <a:off x="2200" y="415"/>
                            <a:ext cx="201" cy="424"/>
                          </a:xfrm>
                          <a:prstGeom prst="rect">
                            <a:avLst/>
                          </a:prstGeom>
                          <a:noFill/>
                          <a:ln w="38100">
                            <a:noFill/>
                            <a:miter/>
                          </a:ln>
                        </p:spPr>
                      </p:pic>
                    </p:oleObj>
                  </mc:Fallback>
                </mc:AlternateContent>
              </a:graphicData>
            </a:graphic>
          </p:graphicFrame>
          <p:graphicFrame>
            <p:nvGraphicFramePr>
              <p:cNvPr id="81945" name="Object 73"/>
              <p:cNvGraphicFramePr>
                <a:graphicFrameLocks noChangeAspect="1"/>
              </p:cNvGraphicFramePr>
              <p:nvPr/>
            </p:nvGraphicFramePr>
            <p:xfrm>
              <a:off x="3788" y="436"/>
              <a:ext cx="223" cy="432"/>
            </p:xfrm>
            <a:graphic>
              <a:graphicData uri="http://schemas.openxmlformats.org/presentationml/2006/ole">
                <mc:AlternateContent xmlns:mc="http://schemas.openxmlformats.org/markup-compatibility/2006">
                  <mc:Choice xmlns:v="urn:schemas-microsoft-com:vml" Requires="v">
                    <p:oleObj r:id="rId17" imgW="163830" imgH="334645" progId="Equation.3">
                      <p:embed/>
                    </p:oleObj>
                  </mc:Choice>
                  <mc:Fallback>
                    <p:oleObj r:id="rId17" imgW="163830" imgH="334645" progId="Equation.3">
                      <p:embed/>
                      <p:pic>
                        <p:nvPicPr>
                          <p:cNvPr id="0" name="图片 3348"/>
                          <p:cNvPicPr/>
                          <p:nvPr/>
                        </p:nvPicPr>
                        <p:blipFill>
                          <a:blip r:embed="rId18">
                            <a:clrChange>
                              <a:clrFrom>
                                <a:srgbClr val="000000"/>
                              </a:clrFrom>
                              <a:clrTo>
                                <a:srgbClr val="FFFFFF"/>
                              </a:clrTo>
                            </a:clrChange>
                          </a:blip>
                          <a:stretch>
                            <a:fillRect/>
                          </a:stretch>
                        </p:blipFill>
                        <p:spPr>
                          <a:xfrm>
                            <a:off x="3788" y="436"/>
                            <a:ext cx="223" cy="432"/>
                          </a:xfrm>
                          <a:prstGeom prst="rect">
                            <a:avLst/>
                          </a:prstGeom>
                          <a:noFill/>
                          <a:ln w="38100">
                            <a:noFill/>
                            <a:miter/>
                          </a:ln>
                        </p:spPr>
                      </p:pic>
                    </p:oleObj>
                  </mc:Fallback>
                </mc:AlternateContent>
              </a:graphicData>
            </a:graphic>
          </p:graphicFrame>
          <p:sp>
            <p:nvSpPr>
              <p:cNvPr id="81946" name="Line 74"/>
              <p:cNvSpPr/>
              <p:nvPr/>
            </p:nvSpPr>
            <p:spPr>
              <a:xfrm rot="5400000">
                <a:off x="3870" y="740"/>
                <a:ext cx="0" cy="256"/>
              </a:xfrm>
              <a:prstGeom prst="line">
                <a:avLst/>
              </a:prstGeom>
              <a:ln w="28575" cap="flat" cmpd="sng">
                <a:solidFill>
                  <a:srgbClr val="00FFFF"/>
                </a:solidFill>
                <a:prstDash val="solid"/>
                <a:headEnd type="none" w="med" len="med"/>
                <a:tailEnd type="triangle" w="med" len="med"/>
              </a:ln>
            </p:spPr>
          </p:sp>
          <p:sp>
            <p:nvSpPr>
              <p:cNvPr id="81947" name="Line 75"/>
              <p:cNvSpPr/>
              <p:nvPr/>
            </p:nvSpPr>
            <p:spPr>
              <a:xfrm>
                <a:off x="2064" y="863"/>
                <a:ext cx="363" cy="0"/>
              </a:xfrm>
              <a:prstGeom prst="line">
                <a:avLst/>
              </a:prstGeom>
              <a:ln w="28575" cap="flat" cmpd="sng">
                <a:solidFill>
                  <a:srgbClr val="00FFFF"/>
                </a:solidFill>
                <a:prstDash val="solid"/>
                <a:headEnd type="none" w="med" len="med"/>
                <a:tailEnd type="triangle" w="med" len="med"/>
              </a:ln>
            </p:spPr>
          </p:sp>
          <p:sp>
            <p:nvSpPr>
              <p:cNvPr id="81948" name="Text Box 76"/>
              <p:cNvSpPr txBox="1"/>
              <p:nvPr/>
            </p:nvSpPr>
            <p:spPr>
              <a:xfrm>
                <a:off x="3878" y="823"/>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1949" name="Text Box 77"/>
              <p:cNvSpPr txBox="1"/>
              <p:nvPr/>
            </p:nvSpPr>
            <p:spPr>
              <a:xfrm>
                <a:off x="3833" y="1367"/>
                <a:ext cx="259"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81950" name="Object 78"/>
              <p:cNvGraphicFramePr>
                <a:graphicFrameLocks noChangeAspect="1"/>
              </p:cNvGraphicFramePr>
              <p:nvPr/>
            </p:nvGraphicFramePr>
            <p:xfrm>
              <a:off x="3833" y="1026"/>
              <a:ext cx="247" cy="448"/>
            </p:xfrm>
            <a:graphic>
              <a:graphicData uri="http://schemas.openxmlformats.org/presentationml/2006/ole">
                <mc:AlternateContent xmlns:mc="http://schemas.openxmlformats.org/markup-compatibility/2006">
                  <mc:Choice xmlns:v="urn:schemas-microsoft-com:vml" Requires="v">
                    <p:oleObj r:id="rId19" imgW="208280" imgH="349250" progId="Equation.3">
                      <p:embed/>
                    </p:oleObj>
                  </mc:Choice>
                  <mc:Fallback>
                    <p:oleObj r:id="rId19" imgW="208280" imgH="349250" progId="Equation.3">
                      <p:embed/>
                      <p:pic>
                        <p:nvPicPr>
                          <p:cNvPr id="0" name="图片 3346"/>
                          <p:cNvPicPr/>
                          <p:nvPr/>
                        </p:nvPicPr>
                        <p:blipFill>
                          <a:blip r:embed="rId20">
                            <a:clrChange>
                              <a:clrFrom>
                                <a:srgbClr val="000000"/>
                              </a:clrFrom>
                              <a:clrTo>
                                <a:srgbClr val="FFFFFF"/>
                              </a:clrTo>
                            </a:clrChange>
                          </a:blip>
                          <a:stretch>
                            <a:fillRect/>
                          </a:stretch>
                        </p:blipFill>
                        <p:spPr>
                          <a:xfrm>
                            <a:off x="3833" y="1026"/>
                            <a:ext cx="247" cy="448"/>
                          </a:xfrm>
                          <a:prstGeom prst="rect">
                            <a:avLst/>
                          </a:prstGeom>
                          <a:noFill/>
                          <a:ln w="38100">
                            <a:noFill/>
                            <a:miter/>
                          </a:ln>
                        </p:spPr>
                      </p:pic>
                    </p:oleObj>
                  </mc:Fallback>
                </mc:AlternateContent>
              </a:graphicData>
            </a:graphic>
          </p:graphicFrame>
          <p:sp>
            <p:nvSpPr>
              <p:cNvPr id="81951" name="Text Box 79"/>
              <p:cNvSpPr txBox="1"/>
              <p:nvPr/>
            </p:nvSpPr>
            <p:spPr>
              <a:xfrm>
                <a:off x="2971" y="572"/>
                <a:ext cx="685"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 : 10</a:t>
                </a:r>
              </a:p>
            </p:txBody>
          </p:sp>
          <p:sp>
            <p:nvSpPr>
              <p:cNvPr id="81952" name="Text Box 80"/>
              <p:cNvSpPr txBox="1"/>
              <p:nvPr/>
            </p:nvSpPr>
            <p:spPr>
              <a:xfrm>
                <a:off x="4196" y="1050"/>
                <a:ext cx="515"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50</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81953" name="Object 81"/>
              <p:cNvGraphicFramePr>
                <a:graphicFrameLocks noChangeAspect="1"/>
              </p:cNvGraphicFramePr>
              <p:nvPr/>
            </p:nvGraphicFramePr>
            <p:xfrm>
              <a:off x="1076" y="1063"/>
              <a:ext cx="686" cy="312"/>
            </p:xfrm>
            <a:graphic>
              <a:graphicData uri="http://schemas.openxmlformats.org/presentationml/2006/ole">
                <mc:AlternateContent xmlns:mc="http://schemas.openxmlformats.org/markup-compatibility/2006">
                  <mc:Choice xmlns:v="urn:schemas-microsoft-com:vml" Requires="v">
                    <p:oleObj r:id="rId21" imgW="535305" imgH="222885" progId="Equation.DSMT4">
                      <p:embed/>
                    </p:oleObj>
                  </mc:Choice>
                  <mc:Fallback>
                    <p:oleObj r:id="rId21" imgW="535305" imgH="222885" progId="Equation.DSMT4">
                      <p:embed/>
                      <p:pic>
                        <p:nvPicPr>
                          <p:cNvPr id="0" name="图片 3350"/>
                          <p:cNvPicPr/>
                          <p:nvPr/>
                        </p:nvPicPr>
                        <p:blipFill>
                          <a:blip r:embed="rId22">
                            <a:clrChange>
                              <a:clrFrom>
                                <a:srgbClr val="000000"/>
                              </a:clrFrom>
                              <a:clrTo>
                                <a:srgbClr val="FFFFFF"/>
                              </a:clrTo>
                            </a:clrChange>
                          </a:blip>
                          <a:stretch>
                            <a:fillRect/>
                          </a:stretch>
                        </p:blipFill>
                        <p:spPr>
                          <a:xfrm>
                            <a:off x="1076" y="1063"/>
                            <a:ext cx="686" cy="312"/>
                          </a:xfrm>
                          <a:prstGeom prst="rect">
                            <a:avLst/>
                          </a:prstGeom>
                          <a:noFill/>
                          <a:ln w="38100">
                            <a:noFill/>
                            <a:miter/>
                          </a:ln>
                        </p:spPr>
                      </p:pic>
                    </p:oleObj>
                  </mc:Fallback>
                </mc:AlternateContent>
              </a:graphicData>
            </a:graphic>
          </p:graphicFrame>
          <p:sp>
            <p:nvSpPr>
              <p:cNvPr id="81954" name="Text Box 82"/>
              <p:cNvSpPr txBox="1"/>
              <p:nvPr/>
            </p:nvSpPr>
            <p:spPr>
              <a:xfrm>
                <a:off x="2445" y="523"/>
                <a:ext cx="45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1955" name="Oval 83"/>
              <p:cNvSpPr/>
              <p:nvPr/>
            </p:nvSpPr>
            <p:spPr>
              <a:xfrm>
                <a:off x="1837" y="105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81956" name="Line 84"/>
              <p:cNvSpPr/>
              <p:nvPr/>
            </p:nvSpPr>
            <p:spPr>
              <a:xfrm>
                <a:off x="2019" y="868"/>
                <a:ext cx="0" cy="817"/>
              </a:xfrm>
              <a:prstGeom prst="line">
                <a:avLst/>
              </a:prstGeom>
              <a:ln w="28575" cap="flat" cmpd="sng">
                <a:solidFill>
                  <a:srgbClr val="FFCC00"/>
                </a:solidFill>
                <a:prstDash val="solid"/>
                <a:headEnd type="none" w="med" len="med"/>
                <a:tailEnd type="none" w="med" len="med"/>
              </a:ln>
            </p:spPr>
          </p:sp>
          <p:sp>
            <p:nvSpPr>
              <p:cNvPr id="81957" name="Line 85"/>
              <p:cNvSpPr/>
              <p:nvPr/>
            </p:nvSpPr>
            <p:spPr>
              <a:xfrm flipV="1">
                <a:off x="3107" y="868"/>
                <a:ext cx="0" cy="283"/>
              </a:xfrm>
              <a:prstGeom prst="line">
                <a:avLst/>
              </a:prstGeom>
              <a:ln w="28575" cap="flat" cmpd="sng">
                <a:solidFill>
                  <a:srgbClr val="FFCC00"/>
                </a:solidFill>
                <a:prstDash val="solid"/>
                <a:headEnd type="none" w="med" len="med"/>
                <a:tailEnd type="none" w="med" len="med"/>
              </a:ln>
            </p:spPr>
          </p:sp>
          <p:sp>
            <p:nvSpPr>
              <p:cNvPr id="81958" name="Line 86"/>
              <p:cNvSpPr/>
              <p:nvPr/>
            </p:nvSpPr>
            <p:spPr>
              <a:xfrm flipH="1" flipV="1">
                <a:off x="3107" y="1503"/>
                <a:ext cx="0" cy="192"/>
              </a:xfrm>
              <a:prstGeom prst="line">
                <a:avLst/>
              </a:prstGeom>
              <a:ln w="28575" cap="flat" cmpd="sng">
                <a:solidFill>
                  <a:srgbClr val="FFCC00"/>
                </a:solidFill>
                <a:prstDash val="solid"/>
                <a:headEnd type="none" w="med" len="med"/>
                <a:tailEnd type="none" w="med" len="med"/>
              </a:ln>
            </p:spPr>
          </p:sp>
          <p:sp>
            <p:nvSpPr>
              <p:cNvPr id="81959" name="Line 87"/>
              <p:cNvSpPr/>
              <p:nvPr/>
            </p:nvSpPr>
            <p:spPr>
              <a:xfrm flipV="1">
                <a:off x="2018" y="1679"/>
                <a:ext cx="1089" cy="0"/>
              </a:xfrm>
              <a:prstGeom prst="line">
                <a:avLst/>
              </a:prstGeom>
              <a:ln w="28575" cap="flat" cmpd="sng">
                <a:solidFill>
                  <a:srgbClr val="FFCC00"/>
                </a:solidFill>
                <a:prstDash val="solid"/>
                <a:headEnd type="none" w="med" len="med"/>
                <a:tailEnd type="none" w="med" len="med"/>
              </a:ln>
            </p:spPr>
          </p:sp>
          <p:sp>
            <p:nvSpPr>
              <p:cNvPr id="81960" name="Text Box 88"/>
              <p:cNvSpPr txBox="1"/>
              <p:nvPr/>
            </p:nvSpPr>
            <p:spPr>
              <a:xfrm>
                <a:off x="2889" y="1030"/>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1961" name="Text Box 89"/>
              <p:cNvSpPr txBox="1"/>
              <p:nvPr/>
            </p:nvSpPr>
            <p:spPr>
              <a:xfrm>
                <a:off x="3452" y="100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1962" name="Text Box 90"/>
              <p:cNvSpPr txBox="1"/>
              <p:nvPr/>
            </p:nvSpPr>
            <p:spPr>
              <a:xfrm>
                <a:off x="1791" y="754"/>
                <a:ext cx="24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1963" name="Text Box 91"/>
              <p:cNvSpPr txBox="1"/>
              <p:nvPr/>
            </p:nvSpPr>
            <p:spPr>
              <a:xfrm>
                <a:off x="1746" y="134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81964" name="Line 92"/>
              <p:cNvSpPr/>
              <p:nvPr/>
            </p:nvSpPr>
            <p:spPr>
              <a:xfrm>
                <a:off x="3469" y="1684"/>
                <a:ext cx="681" cy="0"/>
              </a:xfrm>
              <a:prstGeom prst="line">
                <a:avLst/>
              </a:prstGeom>
              <a:ln w="28575" cap="flat" cmpd="sng">
                <a:solidFill>
                  <a:srgbClr val="FFCC00"/>
                </a:solidFill>
                <a:prstDash val="solid"/>
                <a:headEnd type="none" w="med" len="med"/>
                <a:tailEnd type="none" w="med" len="med"/>
              </a:ln>
            </p:spPr>
          </p:sp>
          <p:sp>
            <p:nvSpPr>
              <p:cNvPr id="81965" name="Line 103"/>
              <p:cNvSpPr/>
              <p:nvPr/>
            </p:nvSpPr>
            <p:spPr>
              <a:xfrm flipH="1" flipV="1">
                <a:off x="3469" y="1503"/>
                <a:ext cx="0" cy="192"/>
              </a:xfrm>
              <a:prstGeom prst="line">
                <a:avLst/>
              </a:prstGeom>
              <a:ln w="28575" cap="flat" cmpd="sng">
                <a:solidFill>
                  <a:srgbClr val="FFCC00"/>
                </a:solidFill>
                <a:prstDash val="solid"/>
                <a:headEnd type="none" w="med" len="med"/>
                <a:tailEnd type="none" w="med" len="med"/>
              </a:ln>
            </p:spPr>
          </p:sp>
          <p:sp>
            <p:nvSpPr>
              <p:cNvPr id="81966" name="Line 104"/>
              <p:cNvSpPr/>
              <p:nvPr/>
            </p:nvSpPr>
            <p:spPr>
              <a:xfrm flipH="1" flipV="1">
                <a:off x="3469" y="868"/>
                <a:ext cx="0" cy="283"/>
              </a:xfrm>
              <a:prstGeom prst="line">
                <a:avLst/>
              </a:prstGeom>
              <a:ln w="28575" cap="flat" cmpd="sng">
                <a:solidFill>
                  <a:srgbClr val="FFCC00"/>
                </a:solidFill>
                <a:prstDash val="solid"/>
                <a:headEnd type="none" w="med" len="med"/>
                <a:tailEnd type="none" w="med" len="med"/>
              </a:ln>
            </p:spPr>
          </p:sp>
          <p:sp>
            <p:nvSpPr>
              <p:cNvPr id="81967" name="Line 105"/>
              <p:cNvSpPr/>
              <p:nvPr/>
            </p:nvSpPr>
            <p:spPr>
              <a:xfrm>
                <a:off x="4150" y="868"/>
                <a:ext cx="0" cy="816"/>
              </a:xfrm>
              <a:prstGeom prst="line">
                <a:avLst/>
              </a:prstGeom>
              <a:ln w="28575" cap="flat" cmpd="sng">
                <a:solidFill>
                  <a:srgbClr val="FFCC00"/>
                </a:solidFill>
                <a:prstDash val="solid"/>
                <a:headEnd type="none" w="med" len="med"/>
                <a:tailEnd type="none" w="med" len="med"/>
              </a:ln>
            </p:spPr>
          </p:sp>
          <p:sp>
            <p:nvSpPr>
              <p:cNvPr id="81968" name="Rectangle 106"/>
              <p:cNvSpPr/>
              <p:nvPr/>
            </p:nvSpPr>
            <p:spPr>
              <a:xfrm>
                <a:off x="4086" y="109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1969" name="Rectangle 107"/>
              <p:cNvSpPr/>
              <p:nvPr/>
            </p:nvSpPr>
            <p:spPr>
              <a:xfrm>
                <a:off x="2491" y="80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81970" name="Group 116"/>
              <p:cNvGrpSpPr/>
              <p:nvPr/>
            </p:nvGrpSpPr>
            <p:grpSpPr>
              <a:xfrm>
                <a:off x="3388" y="1153"/>
                <a:ext cx="91" cy="363"/>
                <a:chOff x="1565" y="2614"/>
                <a:chExt cx="90" cy="486"/>
              </a:xfrm>
            </p:grpSpPr>
            <p:sp>
              <p:nvSpPr>
                <p:cNvPr id="81976" name="Arc 11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1977" name="Arc 11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1978" name="Arc 11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1979" name="Arc 12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81971" name="Group 121"/>
              <p:cNvGrpSpPr/>
              <p:nvPr/>
            </p:nvGrpSpPr>
            <p:grpSpPr>
              <a:xfrm rot="10800000">
                <a:off x="3098" y="1144"/>
                <a:ext cx="90" cy="363"/>
                <a:chOff x="1565" y="2614"/>
                <a:chExt cx="90" cy="486"/>
              </a:xfrm>
            </p:grpSpPr>
            <p:sp>
              <p:nvSpPr>
                <p:cNvPr id="81972" name="Arc 12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1973" name="Arc 12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1974" name="Arc 12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1975" name="Arc 12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grpSp>
          <p:nvGrpSpPr>
            <p:cNvPr id="81939" name="Group 131"/>
            <p:cNvGrpSpPr/>
            <p:nvPr/>
          </p:nvGrpSpPr>
          <p:grpSpPr>
            <a:xfrm>
              <a:off x="1337" y="1071"/>
              <a:ext cx="273" cy="227"/>
              <a:chOff x="1156" y="1842"/>
              <a:chExt cx="273" cy="227"/>
            </a:xfrm>
          </p:grpSpPr>
          <p:sp>
            <p:nvSpPr>
              <p:cNvPr id="81940" name="Line 132"/>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81941" name="Line 133"/>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p:cTn id="7" dur="1000" fill="hold"/>
                                        <p:tgtEl>
                                          <p:spTgt spid="48130"/>
                                        </p:tgtEl>
                                        <p:attrNameLst>
                                          <p:attrName>ppt_w</p:attrName>
                                        </p:attrNameLst>
                                      </p:cBhvr>
                                      <p:tavLst>
                                        <p:tav tm="0">
                                          <p:val>
                                            <p:fltVal val="0"/>
                                          </p:val>
                                        </p:tav>
                                        <p:tav tm="100000">
                                          <p:val>
                                            <p:strVal val="#ppt_w"/>
                                          </p:val>
                                        </p:tav>
                                      </p:tavLst>
                                    </p:anim>
                                    <p:anim calcmode="lin" valueType="num">
                                      <p:cBhvr>
                                        <p:cTn id="8" dur="1000" fill="hold"/>
                                        <p:tgtEl>
                                          <p:spTgt spid="48130"/>
                                        </p:tgtEl>
                                        <p:attrNameLst>
                                          <p:attrName>ppt_h</p:attrName>
                                        </p:attrNameLst>
                                      </p:cBhvr>
                                      <p:tavLst>
                                        <p:tav tm="0">
                                          <p:val>
                                            <p:fltVal val="0"/>
                                          </p:val>
                                        </p:tav>
                                        <p:tav tm="100000">
                                          <p:val>
                                            <p:strVal val="#ppt_h"/>
                                          </p:val>
                                        </p:tav>
                                      </p:tavLst>
                                    </p:anim>
                                    <p:anim calcmode="lin" valueType="num">
                                      <p:cBhvr>
                                        <p:cTn id="9" dur="1000" fill="hold"/>
                                        <p:tgtEl>
                                          <p:spTgt spid="4813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8130"/>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8262"/>
                                        </p:tgtEl>
                                        <p:attrNameLst>
                                          <p:attrName>style.visibility</p:attrName>
                                        </p:attrNameLst>
                                      </p:cBhvr>
                                      <p:to>
                                        <p:strVal val="visible"/>
                                      </p:to>
                                    </p:set>
                                    <p:animEffect transition="in" filter="blinds(horizontal)">
                                      <p:cBhvr>
                                        <p:cTn id="14" dur="500"/>
                                        <p:tgtEl>
                                          <p:spTgt spid="48262"/>
                                        </p:tgtEl>
                                      </p:cBhvr>
                                    </p:animEffect>
                                  </p:childTnLst>
                                </p:cTn>
                              </p:par>
                            </p:childTnLst>
                          </p:cTn>
                        </p:par>
                        <p:par>
                          <p:cTn id="15" fill="hold">
                            <p:stCondLst>
                              <p:cond delay="1500"/>
                            </p:stCondLst>
                            <p:childTnLst>
                              <p:par>
                                <p:cTn id="16" presetID="12" presetClass="entr" presetSubtype="1" fill="hold" nodeType="afterEffect">
                                  <p:stCondLst>
                                    <p:cond delay="0"/>
                                  </p:stCondLst>
                                  <p:childTnLst>
                                    <p:set>
                                      <p:cBhvr>
                                        <p:cTn id="17" dur="1" fill="hold">
                                          <p:stCondLst>
                                            <p:cond delay="0"/>
                                          </p:stCondLst>
                                        </p:cTn>
                                        <p:tgtEl>
                                          <p:spTgt spid="48175"/>
                                        </p:tgtEl>
                                        <p:attrNameLst>
                                          <p:attrName>style.visibility</p:attrName>
                                        </p:attrNameLst>
                                      </p:cBhvr>
                                      <p:to>
                                        <p:strVal val="visible"/>
                                      </p:to>
                                    </p:set>
                                    <p:animEffect transition="in" filter="slide(fromTop)">
                                      <p:cBhvr>
                                        <p:cTn id="18" dur="500"/>
                                        <p:tgtEl>
                                          <p:spTgt spid="48175"/>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8236"/>
                                        </p:tgtEl>
                                        <p:attrNameLst>
                                          <p:attrName>style.visibility</p:attrName>
                                        </p:attrNameLst>
                                      </p:cBhvr>
                                      <p:to>
                                        <p:strVal val="visible"/>
                                      </p:to>
                                    </p:set>
                                    <p:anim calcmode="lin" valueType="num">
                                      <p:cBhvr>
                                        <p:cTn id="23" dur="1000" fill="hold"/>
                                        <p:tgtEl>
                                          <p:spTgt spid="48236"/>
                                        </p:tgtEl>
                                        <p:attrNameLst>
                                          <p:attrName>ppt_w</p:attrName>
                                        </p:attrNameLst>
                                      </p:cBhvr>
                                      <p:tavLst>
                                        <p:tav tm="0">
                                          <p:val>
                                            <p:fltVal val="0"/>
                                          </p:val>
                                        </p:tav>
                                        <p:tav tm="100000">
                                          <p:val>
                                            <p:strVal val="#ppt_w"/>
                                          </p:val>
                                        </p:tav>
                                      </p:tavLst>
                                    </p:anim>
                                    <p:anim calcmode="lin" valueType="num">
                                      <p:cBhvr>
                                        <p:cTn id="24" dur="1000" fill="hold"/>
                                        <p:tgtEl>
                                          <p:spTgt spid="48236"/>
                                        </p:tgtEl>
                                        <p:attrNameLst>
                                          <p:attrName>ppt_h</p:attrName>
                                        </p:attrNameLst>
                                      </p:cBhvr>
                                      <p:tavLst>
                                        <p:tav tm="0">
                                          <p:val>
                                            <p:fltVal val="0"/>
                                          </p:val>
                                        </p:tav>
                                        <p:tav tm="100000">
                                          <p:val>
                                            <p:strVal val="#ppt_h"/>
                                          </p:val>
                                        </p:tav>
                                      </p:tavLst>
                                    </p:anim>
                                    <p:anim calcmode="lin" valueType="num">
                                      <p:cBhvr>
                                        <p:cTn id="25" dur="1000" fill="hold"/>
                                        <p:tgtEl>
                                          <p:spTgt spid="48236"/>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823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8176"/>
                                        </p:tgtEl>
                                        <p:attrNameLst>
                                          <p:attrName>style.visibility</p:attrName>
                                        </p:attrNameLst>
                                      </p:cBhvr>
                                      <p:to>
                                        <p:strVal val="visible"/>
                                      </p:to>
                                    </p:set>
                                    <p:anim calcmode="lin" valueType="num">
                                      <p:cBhvr additive="base">
                                        <p:cTn id="31" dur="500" fill="hold"/>
                                        <p:tgtEl>
                                          <p:spTgt spid="48176"/>
                                        </p:tgtEl>
                                        <p:attrNameLst>
                                          <p:attrName>ppt_x</p:attrName>
                                        </p:attrNameLst>
                                      </p:cBhvr>
                                      <p:tavLst>
                                        <p:tav tm="0">
                                          <p:val>
                                            <p:strVal val="0-#ppt_w/2"/>
                                          </p:val>
                                        </p:tav>
                                        <p:tav tm="100000">
                                          <p:val>
                                            <p:strVal val="#ppt_x"/>
                                          </p:val>
                                        </p:tav>
                                      </p:tavLst>
                                    </p:anim>
                                    <p:anim calcmode="lin" valueType="num">
                                      <p:cBhvr additive="base">
                                        <p:cTn id="32" dur="500" fill="hold"/>
                                        <p:tgtEl>
                                          <p:spTgt spid="4817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8258"/>
                                        </p:tgtEl>
                                        <p:attrNameLst>
                                          <p:attrName>style.visibility</p:attrName>
                                        </p:attrNameLst>
                                      </p:cBhvr>
                                      <p:to>
                                        <p:strVal val="visible"/>
                                      </p:to>
                                    </p:set>
                                    <p:animEffect transition="in" filter="blinds(horizontal)">
                                      <p:cBhvr>
                                        <p:cTn id="37" dur="500"/>
                                        <p:tgtEl>
                                          <p:spTgt spid="4825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8181"/>
                                        </p:tgtEl>
                                        <p:attrNameLst>
                                          <p:attrName>style.visibility</p:attrName>
                                        </p:attrNameLst>
                                      </p:cBhvr>
                                      <p:to>
                                        <p:strVal val="visible"/>
                                      </p:to>
                                    </p:set>
                                    <p:animEffect transition="in" filter="wipe(left)">
                                      <p:cBhvr>
                                        <p:cTn id="42" dur="2000"/>
                                        <p:tgtEl>
                                          <p:spTgt spid="4818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8177"/>
                                        </p:tgtEl>
                                        <p:attrNameLst>
                                          <p:attrName>style.visibility</p:attrName>
                                        </p:attrNameLst>
                                      </p:cBhvr>
                                      <p:to>
                                        <p:strVal val="visible"/>
                                      </p:to>
                                    </p:set>
                                    <p:animEffect transition="in" filter="wipe(left)">
                                      <p:cBhvr>
                                        <p:cTn id="47" dur="2000"/>
                                        <p:tgtEl>
                                          <p:spTgt spid="4817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8178"/>
                                        </p:tgtEl>
                                        <p:attrNameLst>
                                          <p:attrName>style.visibility</p:attrName>
                                        </p:attrNameLst>
                                      </p:cBhvr>
                                      <p:to>
                                        <p:strVal val="visible"/>
                                      </p:to>
                                    </p:set>
                                    <p:animEffect transition="in" filter="wipe(left)">
                                      <p:cBhvr>
                                        <p:cTn id="52" dur="2000"/>
                                        <p:tgtEl>
                                          <p:spTgt spid="48178"/>
                                        </p:tgtEl>
                                      </p:cBhvr>
                                    </p:animEffect>
                                  </p:childTnLst>
                                </p:cTn>
                              </p:par>
                            </p:childTnLst>
                          </p:cTn>
                        </p:par>
                        <p:par>
                          <p:cTn id="53" fill="hold">
                            <p:stCondLst>
                              <p:cond delay="2000"/>
                            </p:stCondLst>
                            <p:childTnLst>
                              <p:par>
                                <p:cTn id="54" presetID="1" presetClass="entr" presetSubtype="0" fill="hold" nodeType="afterEffect">
                                  <p:stCondLst>
                                    <p:cond delay="0"/>
                                  </p:stCondLst>
                                  <p:childTnLst>
                                    <p:set>
                                      <p:cBhvr>
                                        <p:cTn id="55" dur="1" fill="hold">
                                          <p:stCondLst>
                                            <p:cond delay="499"/>
                                          </p:stCondLst>
                                        </p:cTn>
                                        <p:tgtEl>
                                          <p:spTgt spid="4817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2" presetClass="entr" presetSubtype="8" fill="hold" nodeType="clickEffect">
                                  <p:stCondLst>
                                    <p:cond delay="0"/>
                                  </p:stCondLst>
                                  <p:childTnLst>
                                    <p:set>
                                      <p:cBhvr>
                                        <p:cTn id="59" dur="1" fill="hold">
                                          <p:stCondLst>
                                            <p:cond delay="0"/>
                                          </p:stCondLst>
                                        </p:cTn>
                                        <p:tgtEl>
                                          <p:spTgt spid="48182"/>
                                        </p:tgtEl>
                                        <p:attrNameLst>
                                          <p:attrName>style.visibility</p:attrName>
                                        </p:attrNameLst>
                                      </p:cBhvr>
                                      <p:to>
                                        <p:strVal val="visible"/>
                                      </p:to>
                                    </p:set>
                                    <p:animEffect transition="in" filter="slide(fromLeft)">
                                      <p:cBhvr>
                                        <p:cTn id="60" dur="500"/>
                                        <p:tgtEl>
                                          <p:spTgt spid="48182"/>
                                        </p:tgtEl>
                                      </p:cBhvr>
                                    </p:animEffect>
                                  </p:childTnLst>
                                </p:cTn>
                              </p:par>
                            </p:childTnLst>
                          </p:cTn>
                        </p:par>
                        <p:par>
                          <p:cTn id="61" fill="hold">
                            <p:stCondLst>
                              <p:cond delay="500"/>
                            </p:stCondLst>
                            <p:childTnLst>
                              <p:par>
                                <p:cTn id="62" presetID="12" presetClass="entr" presetSubtype="8" fill="hold" grpId="0" nodeType="afterEffect">
                                  <p:stCondLst>
                                    <p:cond delay="0"/>
                                  </p:stCondLst>
                                  <p:childTnLst>
                                    <p:set>
                                      <p:cBhvr>
                                        <p:cTn id="63" dur="1" fill="hold">
                                          <p:stCondLst>
                                            <p:cond delay="0"/>
                                          </p:stCondLst>
                                        </p:cTn>
                                        <p:tgtEl>
                                          <p:spTgt spid="48183"/>
                                        </p:tgtEl>
                                        <p:attrNameLst>
                                          <p:attrName>style.visibility</p:attrName>
                                        </p:attrNameLst>
                                      </p:cBhvr>
                                      <p:to>
                                        <p:strVal val="visible"/>
                                      </p:to>
                                    </p:set>
                                    <p:animEffect transition="in" filter="slide(fromLeft)">
                                      <p:cBhvr>
                                        <p:cTn id="64" dur="500"/>
                                        <p:tgtEl>
                                          <p:spTgt spid="48183"/>
                                        </p:tgtEl>
                                      </p:cBhvr>
                                    </p:animEffect>
                                  </p:childTnLst>
                                </p:cTn>
                              </p:par>
                            </p:childTnLst>
                          </p:cTn>
                        </p:par>
                        <p:par>
                          <p:cTn id="65" fill="hold">
                            <p:stCondLst>
                              <p:cond delay="1000"/>
                            </p:stCondLst>
                            <p:childTnLst>
                              <p:par>
                                <p:cTn id="66" presetID="55" presetClass="entr" presetSubtype="0" fill="hold" nodeType="afterEffect">
                                  <p:stCondLst>
                                    <p:cond delay="0"/>
                                  </p:stCondLst>
                                  <p:childTnLst>
                                    <p:set>
                                      <p:cBhvr>
                                        <p:cTn id="67" dur="1" fill="hold">
                                          <p:stCondLst>
                                            <p:cond delay="0"/>
                                          </p:stCondLst>
                                        </p:cTn>
                                        <p:tgtEl>
                                          <p:spTgt spid="48256"/>
                                        </p:tgtEl>
                                        <p:attrNameLst>
                                          <p:attrName>style.visibility</p:attrName>
                                        </p:attrNameLst>
                                      </p:cBhvr>
                                      <p:to>
                                        <p:strVal val="visible"/>
                                      </p:to>
                                    </p:set>
                                    <p:anim calcmode="lin" valueType="num">
                                      <p:cBhvr>
                                        <p:cTn id="68" dur="1000" fill="hold"/>
                                        <p:tgtEl>
                                          <p:spTgt spid="48256"/>
                                        </p:tgtEl>
                                        <p:attrNameLst>
                                          <p:attrName>ppt_w</p:attrName>
                                        </p:attrNameLst>
                                      </p:cBhvr>
                                      <p:tavLst>
                                        <p:tav tm="0">
                                          <p:val>
                                            <p:strVal val="#ppt_w*0.70"/>
                                          </p:val>
                                        </p:tav>
                                        <p:tav tm="100000">
                                          <p:val>
                                            <p:strVal val="#ppt_w"/>
                                          </p:val>
                                        </p:tav>
                                      </p:tavLst>
                                    </p:anim>
                                    <p:anim calcmode="lin" valueType="num">
                                      <p:cBhvr>
                                        <p:cTn id="69" dur="1000" fill="hold"/>
                                        <p:tgtEl>
                                          <p:spTgt spid="48256"/>
                                        </p:tgtEl>
                                        <p:attrNameLst>
                                          <p:attrName>ppt_h</p:attrName>
                                        </p:attrNameLst>
                                      </p:cBhvr>
                                      <p:tavLst>
                                        <p:tav tm="0">
                                          <p:val>
                                            <p:strVal val="#ppt_h"/>
                                          </p:val>
                                        </p:tav>
                                        <p:tav tm="100000">
                                          <p:val>
                                            <p:strVal val="#ppt_h"/>
                                          </p:val>
                                        </p:tav>
                                      </p:tavLst>
                                    </p:anim>
                                    <p:animEffect transition="in" filter="fade">
                                      <p:cBhvr>
                                        <p:cTn id="70" dur="1000"/>
                                        <p:tgtEl>
                                          <p:spTgt spid="48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P spid="48176" grpId="0"/>
      <p:bldP spid="48183" grpId="0"/>
      <p:bldP spid="4823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p:nvPr/>
        </p:nvSpPr>
        <p:spPr>
          <a:xfrm>
            <a:off x="1835150" y="549275"/>
            <a:ext cx="2938463" cy="519113"/>
          </a:xfrm>
          <a:prstGeom prst="rect">
            <a:avLst/>
          </a:prstGeom>
          <a:noFill/>
          <a:ln w="19050">
            <a:noFill/>
          </a:ln>
        </p:spPr>
        <p:txBody>
          <a:bodyPr>
            <a:spAutoFit/>
          </a:bodyPr>
          <a:lstStyle/>
          <a:p>
            <a:pPr eaLnBrk="1" hangingPunct="1">
              <a:spcBef>
                <a:spcPct val="50000"/>
              </a:spcBef>
            </a:pPr>
            <a:r>
              <a:rPr lang="zh-CN" altLang="en-US" b="1" dirty="0">
                <a:latin typeface="楷体_GB2312" pitchFamily="49" charset="-122"/>
              </a:rPr>
              <a:t>阻抗变换</a:t>
            </a:r>
          </a:p>
        </p:txBody>
      </p:sp>
      <p:graphicFrame>
        <p:nvGraphicFramePr>
          <p:cNvPr id="47108" name="Object 4"/>
          <p:cNvGraphicFramePr>
            <a:graphicFrameLocks noChangeAspect="1"/>
          </p:cNvGraphicFramePr>
          <p:nvPr/>
        </p:nvGraphicFramePr>
        <p:xfrm>
          <a:off x="827088" y="4581525"/>
          <a:ext cx="2759075" cy="615950"/>
        </p:xfrm>
        <a:graphic>
          <a:graphicData uri="http://schemas.openxmlformats.org/presentationml/2006/ole">
            <mc:AlternateContent xmlns:mc="http://schemas.openxmlformats.org/markup-compatibility/2006">
              <mc:Choice xmlns:v="urn:schemas-microsoft-com:vml" Requires="v">
                <p:oleObj r:id="rId2" imgW="1167130" imgH="260350" progId="Equation.3">
                  <p:embed/>
                </p:oleObj>
              </mc:Choice>
              <mc:Fallback>
                <p:oleObj r:id="rId2" imgW="1167130" imgH="260350" progId="Equation.3">
                  <p:embed/>
                  <p:pic>
                    <p:nvPicPr>
                      <p:cNvPr id="0" name="图片 3354"/>
                      <p:cNvPicPr/>
                      <p:nvPr/>
                    </p:nvPicPr>
                    <p:blipFill>
                      <a:blip r:embed="rId3">
                        <a:clrChange>
                          <a:clrFrom>
                            <a:srgbClr val="000000"/>
                          </a:clrFrom>
                          <a:clrTo>
                            <a:srgbClr val="FFFFFF"/>
                          </a:clrTo>
                        </a:clrChange>
                      </a:blip>
                      <a:stretch>
                        <a:fillRect/>
                      </a:stretch>
                    </p:blipFill>
                    <p:spPr>
                      <a:xfrm>
                        <a:off x="827088" y="4581525"/>
                        <a:ext cx="2759075" cy="615950"/>
                      </a:xfrm>
                      <a:prstGeom prst="rect">
                        <a:avLst/>
                      </a:prstGeom>
                      <a:noFill/>
                      <a:ln w="38100">
                        <a:noFill/>
                        <a:miter/>
                      </a:ln>
                    </p:spPr>
                  </p:pic>
                </p:oleObj>
              </mc:Fallback>
            </mc:AlternateContent>
          </a:graphicData>
        </a:graphic>
      </p:graphicFrame>
      <p:graphicFrame>
        <p:nvGraphicFramePr>
          <p:cNvPr id="47130" name="Object 26"/>
          <p:cNvGraphicFramePr>
            <a:graphicFrameLocks noChangeAspect="1"/>
          </p:cNvGraphicFramePr>
          <p:nvPr/>
        </p:nvGraphicFramePr>
        <p:xfrm>
          <a:off x="4654550" y="2547938"/>
          <a:ext cx="3973513" cy="928687"/>
        </p:xfrm>
        <a:graphic>
          <a:graphicData uri="http://schemas.openxmlformats.org/presentationml/2006/ole">
            <mc:AlternateContent xmlns:mc="http://schemas.openxmlformats.org/markup-compatibility/2006">
              <mc:Choice xmlns:v="urn:schemas-microsoft-com:vml" Requires="v">
                <p:oleObj r:id="rId4" imgW="1895475" imgH="445770" progId="Equation.3">
                  <p:embed/>
                </p:oleObj>
              </mc:Choice>
              <mc:Fallback>
                <p:oleObj r:id="rId4" imgW="1895475" imgH="445770" progId="Equation.3">
                  <p:embed/>
                  <p:pic>
                    <p:nvPicPr>
                      <p:cNvPr id="0" name="图片 3351"/>
                      <p:cNvPicPr/>
                      <p:nvPr/>
                    </p:nvPicPr>
                    <p:blipFill>
                      <a:blip r:embed="rId5">
                        <a:clrChange>
                          <a:clrFrom>
                            <a:srgbClr val="000000"/>
                          </a:clrFrom>
                          <a:clrTo>
                            <a:srgbClr val="FFFFFF"/>
                          </a:clrTo>
                        </a:clrChange>
                      </a:blip>
                      <a:stretch>
                        <a:fillRect/>
                      </a:stretch>
                    </p:blipFill>
                    <p:spPr>
                      <a:xfrm>
                        <a:off x="4654550" y="2547938"/>
                        <a:ext cx="3973513" cy="928687"/>
                      </a:xfrm>
                      <a:prstGeom prst="rect">
                        <a:avLst/>
                      </a:prstGeom>
                      <a:noFill/>
                      <a:ln w="38100">
                        <a:noFill/>
                        <a:miter/>
                      </a:ln>
                    </p:spPr>
                  </p:pic>
                </p:oleObj>
              </mc:Fallback>
            </mc:AlternateContent>
          </a:graphicData>
        </a:graphic>
      </p:graphicFrame>
      <p:sp>
        <p:nvSpPr>
          <p:cNvPr id="47131" name="Text Box 27"/>
          <p:cNvSpPr txBox="1"/>
          <p:nvPr/>
        </p:nvSpPr>
        <p:spPr>
          <a:xfrm>
            <a:off x="1692275" y="3429000"/>
            <a:ext cx="3721100" cy="519113"/>
          </a:xfrm>
          <a:prstGeom prst="rect">
            <a:avLst/>
          </a:prstGeom>
          <a:noFill/>
          <a:ln w="19050">
            <a:noFill/>
          </a:ln>
        </p:spPr>
        <p:txBody>
          <a:bodyPr>
            <a:spAutoFit/>
          </a:bodyPr>
          <a:lstStyle/>
          <a:p>
            <a:pPr eaLnBrk="1" hangingPunct="1">
              <a:spcBef>
                <a:spcPct val="50000"/>
              </a:spcBef>
            </a:pPr>
            <a:r>
              <a:rPr lang="zh-CN" altLang="en-US" b="1" dirty="0">
                <a:latin typeface="楷体_GB2312" pitchFamily="49" charset="-122"/>
              </a:rPr>
              <a:t>戴维宁等效</a:t>
            </a:r>
          </a:p>
        </p:txBody>
      </p:sp>
      <p:graphicFrame>
        <p:nvGraphicFramePr>
          <p:cNvPr id="47175" name="Object 71"/>
          <p:cNvGraphicFramePr>
            <a:graphicFrameLocks noChangeAspect="1"/>
          </p:cNvGraphicFramePr>
          <p:nvPr/>
        </p:nvGraphicFramePr>
        <p:xfrm>
          <a:off x="684213" y="3987800"/>
          <a:ext cx="1079500" cy="549275"/>
        </p:xfrm>
        <a:graphic>
          <a:graphicData uri="http://schemas.openxmlformats.org/presentationml/2006/ole">
            <mc:AlternateContent xmlns:mc="http://schemas.openxmlformats.org/markup-compatibility/2006">
              <mc:Choice xmlns:v="urn:schemas-microsoft-com:vml" Requires="v">
                <p:oleObj r:id="rId6" imgW="505460" imgH="260350" progId="Equation.3">
                  <p:embed/>
                </p:oleObj>
              </mc:Choice>
              <mc:Fallback>
                <p:oleObj r:id="rId6" imgW="505460" imgH="260350" progId="Equation.3">
                  <p:embed/>
                  <p:pic>
                    <p:nvPicPr>
                      <p:cNvPr id="0" name="图片 3352"/>
                      <p:cNvPicPr/>
                      <p:nvPr/>
                    </p:nvPicPr>
                    <p:blipFill>
                      <a:blip r:embed="rId7">
                        <a:clrChange>
                          <a:clrFrom>
                            <a:srgbClr val="000000"/>
                          </a:clrFrom>
                          <a:clrTo>
                            <a:srgbClr val="FFFFFF"/>
                          </a:clrTo>
                        </a:clrChange>
                      </a:blip>
                      <a:stretch>
                        <a:fillRect/>
                      </a:stretch>
                    </p:blipFill>
                    <p:spPr>
                      <a:xfrm>
                        <a:off x="684213" y="3987800"/>
                        <a:ext cx="1079500" cy="549275"/>
                      </a:xfrm>
                      <a:prstGeom prst="rect">
                        <a:avLst/>
                      </a:prstGeom>
                      <a:noFill/>
                      <a:ln w="38100">
                        <a:noFill/>
                        <a:miter/>
                      </a:ln>
                    </p:spPr>
                  </p:pic>
                </p:oleObj>
              </mc:Fallback>
            </mc:AlternateContent>
          </a:graphicData>
        </a:graphic>
      </p:graphicFrame>
      <p:grpSp>
        <p:nvGrpSpPr>
          <p:cNvPr id="82951" name="Group 78"/>
          <p:cNvGrpSpPr/>
          <p:nvPr/>
        </p:nvGrpSpPr>
        <p:grpSpPr>
          <a:xfrm>
            <a:off x="8316913" y="6446838"/>
            <a:ext cx="792162" cy="366712"/>
            <a:chOff x="5193" y="4020"/>
            <a:chExt cx="499" cy="231"/>
          </a:xfrm>
        </p:grpSpPr>
        <p:pic>
          <p:nvPicPr>
            <p:cNvPr id="83026" name="Picture 79"/>
            <p:cNvPicPr>
              <a:picLocks noChangeAspect="1"/>
            </p:cNvPicPr>
            <p:nvPr/>
          </p:nvPicPr>
          <p:blipFill>
            <a:blip r:embed="rId8"/>
            <a:stretch>
              <a:fillRect/>
            </a:stretch>
          </p:blipFill>
          <p:spPr>
            <a:xfrm>
              <a:off x="5193" y="4066"/>
              <a:ext cx="499" cy="181"/>
            </a:xfrm>
            <a:prstGeom prst="rect">
              <a:avLst/>
            </a:prstGeom>
            <a:noFill/>
            <a:ln w="9525">
              <a:noFill/>
            </a:ln>
          </p:spPr>
        </p:pic>
        <p:sp>
          <p:nvSpPr>
            <p:cNvPr id="83027" name="Text Box 80">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82952" name="Group 81"/>
          <p:cNvGrpSpPr/>
          <p:nvPr/>
        </p:nvGrpSpPr>
        <p:grpSpPr>
          <a:xfrm>
            <a:off x="7453313" y="6446838"/>
            <a:ext cx="792162" cy="366712"/>
            <a:chOff x="4649" y="4020"/>
            <a:chExt cx="499" cy="231"/>
          </a:xfrm>
        </p:grpSpPr>
        <p:pic>
          <p:nvPicPr>
            <p:cNvPr id="83024" name="Picture 82"/>
            <p:cNvPicPr>
              <a:picLocks noChangeAspect="1"/>
            </p:cNvPicPr>
            <p:nvPr/>
          </p:nvPicPr>
          <p:blipFill>
            <a:blip r:embed="rId8"/>
            <a:stretch>
              <a:fillRect/>
            </a:stretch>
          </p:blipFill>
          <p:spPr>
            <a:xfrm>
              <a:off x="4649" y="4066"/>
              <a:ext cx="499" cy="181"/>
            </a:xfrm>
            <a:prstGeom prst="rect">
              <a:avLst/>
            </a:prstGeom>
            <a:noFill/>
            <a:ln w="9525">
              <a:noFill/>
            </a:ln>
          </p:spPr>
        </p:pic>
        <p:sp>
          <p:nvSpPr>
            <p:cNvPr id="83025" name="Text Box 83">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aphicFrame>
        <p:nvGraphicFramePr>
          <p:cNvPr id="47206" name="Object 102"/>
          <p:cNvGraphicFramePr>
            <a:graphicFrameLocks noChangeAspect="1"/>
          </p:cNvGraphicFramePr>
          <p:nvPr/>
        </p:nvGraphicFramePr>
        <p:xfrm>
          <a:off x="4500563" y="476250"/>
          <a:ext cx="3354387" cy="925513"/>
        </p:xfrm>
        <a:graphic>
          <a:graphicData uri="http://schemas.openxmlformats.org/presentationml/2006/ole">
            <mc:AlternateContent xmlns:mc="http://schemas.openxmlformats.org/markup-compatibility/2006">
              <mc:Choice xmlns:v="urn:schemas-microsoft-com:vml" Requires="v">
                <p:oleObj r:id="rId9" imgW="1769110" imgH="445770" progId="Equation.3">
                  <p:embed/>
                </p:oleObj>
              </mc:Choice>
              <mc:Fallback>
                <p:oleObj r:id="rId9" imgW="1769110" imgH="445770" progId="Equation.3">
                  <p:embed/>
                  <p:pic>
                    <p:nvPicPr>
                      <p:cNvPr id="0" name="图片 3353"/>
                      <p:cNvPicPr/>
                      <p:nvPr/>
                    </p:nvPicPr>
                    <p:blipFill>
                      <a:blip r:embed="rId10">
                        <a:clrChange>
                          <a:clrFrom>
                            <a:srgbClr val="000000"/>
                          </a:clrFrom>
                          <a:clrTo>
                            <a:srgbClr val="FFFFFF"/>
                          </a:clrTo>
                        </a:clrChange>
                      </a:blip>
                      <a:stretch>
                        <a:fillRect/>
                      </a:stretch>
                    </p:blipFill>
                    <p:spPr>
                      <a:xfrm>
                        <a:off x="4500563" y="476250"/>
                        <a:ext cx="3354387" cy="925513"/>
                      </a:xfrm>
                      <a:prstGeom prst="rect">
                        <a:avLst/>
                      </a:prstGeom>
                      <a:noFill/>
                      <a:ln w="38100">
                        <a:noFill/>
                        <a:miter/>
                      </a:ln>
                    </p:spPr>
                  </p:pic>
                </p:oleObj>
              </mc:Fallback>
            </mc:AlternateContent>
          </a:graphicData>
        </a:graphic>
      </p:graphicFrame>
      <p:grpSp>
        <p:nvGrpSpPr>
          <p:cNvPr id="82954" name="Group 142"/>
          <p:cNvGrpSpPr/>
          <p:nvPr/>
        </p:nvGrpSpPr>
        <p:grpSpPr>
          <a:xfrm>
            <a:off x="6588125" y="6446838"/>
            <a:ext cx="792163" cy="366712"/>
            <a:chOff x="4649" y="4020"/>
            <a:chExt cx="499" cy="231"/>
          </a:xfrm>
        </p:grpSpPr>
        <p:pic>
          <p:nvPicPr>
            <p:cNvPr id="83022" name="Picture 143"/>
            <p:cNvPicPr>
              <a:picLocks noChangeAspect="1"/>
            </p:cNvPicPr>
            <p:nvPr/>
          </p:nvPicPr>
          <p:blipFill>
            <a:blip r:embed="rId8"/>
            <a:stretch>
              <a:fillRect/>
            </a:stretch>
          </p:blipFill>
          <p:spPr>
            <a:xfrm>
              <a:off x="4649" y="4066"/>
              <a:ext cx="499" cy="181"/>
            </a:xfrm>
            <a:prstGeom prst="rect">
              <a:avLst/>
            </a:prstGeom>
            <a:noFill/>
            <a:ln w="9525">
              <a:noFill/>
            </a:ln>
          </p:spPr>
        </p:pic>
        <p:sp>
          <p:nvSpPr>
            <p:cNvPr id="83023" name="Text Box 144">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sp>
        <p:nvSpPr>
          <p:cNvPr id="47249" name="Text Box 145"/>
          <p:cNvSpPr txBox="1"/>
          <p:nvPr/>
        </p:nvSpPr>
        <p:spPr>
          <a:xfrm>
            <a:off x="468313" y="549275"/>
            <a:ext cx="1150937" cy="519113"/>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2</a:t>
            </a:r>
          </a:p>
        </p:txBody>
      </p:sp>
      <p:sp>
        <p:nvSpPr>
          <p:cNvPr id="47251" name="Text Box 147"/>
          <p:cNvSpPr txBox="1"/>
          <p:nvPr/>
        </p:nvSpPr>
        <p:spPr>
          <a:xfrm>
            <a:off x="468313" y="3429000"/>
            <a:ext cx="1150937" cy="519113"/>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解法</a:t>
            </a:r>
            <a:r>
              <a:rPr lang="en-US" altLang="zh-CN" dirty="0">
                <a:solidFill>
                  <a:schemeClr val="bg1"/>
                </a:solidFill>
                <a:latin typeface="Times New Roman" panose="02020603050405020304" pitchFamily="18" charset="0"/>
                <a:ea typeface="宋体" panose="02010600030101010101" pitchFamily="2" charset="-122"/>
              </a:rPr>
              <a:t>3</a:t>
            </a:r>
          </a:p>
        </p:txBody>
      </p:sp>
      <p:grpSp>
        <p:nvGrpSpPr>
          <p:cNvPr id="47299" name="Group 195"/>
          <p:cNvGrpSpPr/>
          <p:nvPr/>
        </p:nvGrpSpPr>
        <p:grpSpPr>
          <a:xfrm>
            <a:off x="4140200" y="3357563"/>
            <a:ext cx="3963988" cy="2051050"/>
            <a:chOff x="2608" y="2115"/>
            <a:chExt cx="2497" cy="1292"/>
          </a:xfrm>
        </p:grpSpPr>
        <p:graphicFrame>
          <p:nvGraphicFramePr>
            <p:cNvPr id="82983" name="Object 151"/>
            <p:cNvGraphicFramePr>
              <a:graphicFrameLocks noChangeAspect="1"/>
            </p:cNvGraphicFramePr>
            <p:nvPr/>
          </p:nvGraphicFramePr>
          <p:xfrm>
            <a:off x="3062" y="2115"/>
            <a:ext cx="201" cy="424"/>
          </p:xfrm>
          <a:graphic>
            <a:graphicData uri="http://schemas.openxmlformats.org/presentationml/2006/ole">
              <mc:AlternateContent xmlns:mc="http://schemas.openxmlformats.org/markup-compatibility/2006">
                <mc:Choice xmlns:v="urn:schemas-microsoft-com:vml" Requires="v">
                  <p:oleObj r:id="rId11" imgW="148590" imgH="334645" progId="Equation.3">
                    <p:embed/>
                  </p:oleObj>
                </mc:Choice>
                <mc:Fallback>
                  <p:oleObj r:id="rId11" imgW="148590" imgH="334645" progId="Equation.3">
                    <p:embed/>
                    <p:pic>
                      <p:nvPicPr>
                        <p:cNvPr id="0" name="图片 3356"/>
                        <p:cNvPicPr/>
                        <p:nvPr/>
                      </p:nvPicPr>
                      <p:blipFill>
                        <a:blip r:embed="rId12">
                          <a:clrChange>
                            <a:clrFrom>
                              <a:srgbClr val="000000"/>
                            </a:clrFrom>
                            <a:clrTo>
                              <a:srgbClr val="FFFFFF"/>
                            </a:clrTo>
                          </a:clrChange>
                        </a:blip>
                        <a:stretch>
                          <a:fillRect/>
                        </a:stretch>
                      </p:blipFill>
                      <p:spPr>
                        <a:xfrm>
                          <a:off x="3062" y="2115"/>
                          <a:ext cx="201" cy="424"/>
                        </a:xfrm>
                        <a:prstGeom prst="rect">
                          <a:avLst/>
                        </a:prstGeom>
                        <a:noFill/>
                        <a:ln w="38100">
                          <a:noFill/>
                          <a:miter/>
                        </a:ln>
                      </p:spPr>
                    </p:pic>
                  </p:oleObj>
                </mc:Fallback>
              </mc:AlternateContent>
            </a:graphicData>
          </a:graphic>
        </p:graphicFrame>
        <p:graphicFrame>
          <p:nvGraphicFramePr>
            <p:cNvPr id="82984" name="Object 152"/>
            <p:cNvGraphicFramePr>
              <a:graphicFrameLocks noChangeAspect="1"/>
            </p:cNvGraphicFramePr>
            <p:nvPr/>
          </p:nvGraphicFramePr>
          <p:xfrm>
            <a:off x="4650" y="2136"/>
            <a:ext cx="223" cy="432"/>
          </p:xfrm>
          <a:graphic>
            <a:graphicData uri="http://schemas.openxmlformats.org/presentationml/2006/ole">
              <mc:AlternateContent xmlns:mc="http://schemas.openxmlformats.org/markup-compatibility/2006">
                <mc:Choice xmlns:v="urn:schemas-microsoft-com:vml" Requires="v">
                  <p:oleObj r:id="rId13" imgW="163830" imgH="334645" progId="Equation.3">
                    <p:embed/>
                  </p:oleObj>
                </mc:Choice>
                <mc:Fallback>
                  <p:oleObj r:id="rId13" imgW="163830" imgH="334645" progId="Equation.3">
                    <p:embed/>
                    <p:pic>
                      <p:nvPicPr>
                        <p:cNvPr id="0" name="图片 3357"/>
                        <p:cNvPicPr/>
                        <p:nvPr/>
                      </p:nvPicPr>
                      <p:blipFill>
                        <a:blip r:embed="rId14">
                          <a:clrChange>
                            <a:clrFrom>
                              <a:srgbClr val="000000"/>
                            </a:clrFrom>
                            <a:clrTo>
                              <a:srgbClr val="FFFFFF"/>
                            </a:clrTo>
                          </a:clrChange>
                        </a:blip>
                        <a:stretch>
                          <a:fillRect/>
                        </a:stretch>
                      </p:blipFill>
                      <p:spPr>
                        <a:xfrm>
                          <a:off x="4650" y="2136"/>
                          <a:ext cx="223" cy="432"/>
                        </a:xfrm>
                        <a:prstGeom prst="rect">
                          <a:avLst/>
                        </a:prstGeom>
                        <a:noFill/>
                        <a:ln w="38100">
                          <a:noFill/>
                          <a:miter/>
                        </a:ln>
                      </p:spPr>
                    </p:pic>
                  </p:oleObj>
                </mc:Fallback>
              </mc:AlternateContent>
            </a:graphicData>
          </a:graphic>
        </p:graphicFrame>
        <p:grpSp>
          <p:nvGrpSpPr>
            <p:cNvPr id="82985" name="Group 193"/>
            <p:cNvGrpSpPr/>
            <p:nvPr/>
          </p:nvGrpSpPr>
          <p:grpSpPr>
            <a:xfrm>
              <a:off x="2608" y="2223"/>
              <a:ext cx="2497" cy="1184"/>
              <a:chOff x="2608" y="2223"/>
              <a:chExt cx="2497" cy="1184"/>
            </a:xfrm>
          </p:grpSpPr>
          <p:sp>
            <p:nvSpPr>
              <p:cNvPr id="82986" name="Line 149"/>
              <p:cNvSpPr/>
              <p:nvPr/>
            </p:nvSpPr>
            <p:spPr>
              <a:xfrm>
                <a:off x="4331" y="2568"/>
                <a:ext cx="681" cy="0"/>
              </a:xfrm>
              <a:prstGeom prst="line">
                <a:avLst/>
              </a:prstGeom>
              <a:ln w="28575" cap="flat" cmpd="sng">
                <a:solidFill>
                  <a:srgbClr val="FFCC00"/>
                </a:solidFill>
                <a:prstDash val="solid"/>
                <a:headEnd type="none" w="med" len="med"/>
                <a:tailEnd type="none" w="med" len="med"/>
              </a:ln>
            </p:spPr>
          </p:sp>
          <p:sp>
            <p:nvSpPr>
              <p:cNvPr id="82987" name="Line 150"/>
              <p:cNvSpPr/>
              <p:nvPr/>
            </p:nvSpPr>
            <p:spPr>
              <a:xfrm>
                <a:off x="2881" y="2568"/>
                <a:ext cx="1088" cy="0"/>
              </a:xfrm>
              <a:prstGeom prst="line">
                <a:avLst/>
              </a:prstGeom>
              <a:ln w="28575" cap="flat" cmpd="sng">
                <a:solidFill>
                  <a:srgbClr val="FFCC00"/>
                </a:solidFill>
                <a:prstDash val="solid"/>
                <a:headEnd type="none" w="med" len="med"/>
                <a:tailEnd type="none" w="med" len="med"/>
              </a:ln>
            </p:spPr>
          </p:sp>
          <p:sp>
            <p:nvSpPr>
              <p:cNvPr id="82988" name="Line 153"/>
              <p:cNvSpPr/>
              <p:nvPr/>
            </p:nvSpPr>
            <p:spPr>
              <a:xfrm rot="5400000">
                <a:off x="4732" y="2440"/>
                <a:ext cx="0" cy="256"/>
              </a:xfrm>
              <a:prstGeom prst="line">
                <a:avLst/>
              </a:prstGeom>
              <a:ln w="28575" cap="flat" cmpd="sng">
                <a:solidFill>
                  <a:srgbClr val="00FFFF"/>
                </a:solidFill>
                <a:prstDash val="solid"/>
                <a:headEnd type="none" w="med" len="med"/>
                <a:tailEnd type="triangle" w="med" len="med"/>
              </a:ln>
            </p:spPr>
          </p:sp>
          <p:sp>
            <p:nvSpPr>
              <p:cNvPr id="82989" name="Line 154"/>
              <p:cNvSpPr/>
              <p:nvPr/>
            </p:nvSpPr>
            <p:spPr>
              <a:xfrm>
                <a:off x="2926" y="2563"/>
                <a:ext cx="363" cy="0"/>
              </a:xfrm>
              <a:prstGeom prst="line">
                <a:avLst/>
              </a:prstGeom>
              <a:ln w="28575" cap="flat" cmpd="sng">
                <a:solidFill>
                  <a:srgbClr val="00FFFF"/>
                </a:solidFill>
                <a:prstDash val="solid"/>
                <a:headEnd type="none" w="med" len="med"/>
                <a:tailEnd type="triangle" w="med" len="med"/>
              </a:ln>
            </p:spPr>
          </p:sp>
          <p:sp>
            <p:nvSpPr>
              <p:cNvPr id="82990" name="Text Box 155"/>
              <p:cNvSpPr txBox="1"/>
              <p:nvPr/>
            </p:nvSpPr>
            <p:spPr>
              <a:xfrm>
                <a:off x="4740" y="2523"/>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2991" name="Text Box 156"/>
              <p:cNvSpPr txBox="1"/>
              <p:nvPr/>
            </p:nvSpPr>
            <p:spPr>
              <a:xfrm>
                <a:off x="4695" y="3067"/>
                <a:ext cx="259"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82992" name="Object 157"/>
              <p:cNvGraphicFramePr>
                <a:graphicFrameLocks noChangeAspect="1"/>
              </p:cNvGraphicFramePr>
              <p:nvPr/>
            </p:nvGraphicFramePr>
            <p:xfrm>
              <a:off x="4785" y="2704"/>
              <a:ext cx="320" cy="432"/>
            </p:xfrm>
            <a:graphic>
              <a:graphicData uri="http://schemas.openxmlformats.org/presentationml/2006/ole">
                <mc:AlternateContent xmlns:mc="http://schemas.openxmlformats.org/markup-compatibility/2006">
                  <mc:Choice xmlns:v="urn:schemas-microsoft-com:vml" Requires="v">
                    <p:oleObj r:id="rId15" imgW="274955" imgH="334645" progId="Equation.3">
                      <p:embed/>
                    </p:oleObj>
                  </mc:Choice>
                  <mc:Fallback>
                    <p:oleObj r:id="rId15" imgW="274955" imgH="334645" progId="Equation.3">
                      <p:embed/>
                      <p:pic>
                        <p:nvPicPr>
                          <p:cNvPr id="0" name="图片 3355"/>
                          <p:cNvPicPr/>
                          <p:nvPr/>
                        </p:nvPicPr>
                        <p:blipFill>
                          <a:blip r:embed="rId16">
                            <a:clrChange>
                              <a:clrFrom>
                                <a:srgbClr val="000000"/>
                              </a:clrFrom>
                              <a:clrTo>
                                <a:srgbClr val="FFFFFF"/>
                              </a:clrTo>
                            </a:clrChange>
                          </a:blip>
                          <a:stretch>
                            <a:fillRect/>
                          </a:stretch>
                        </p:blipFill>
                        <p:spPr>
                          <a:xfrm>
                            <a:off x="4785" y="2704"/>
                            <a:ext cx="320" cy="432"/>
                          </a:xfrm>
                          <a:prstGeom prst="rect">
                            <a:avLst/>
                          </a:prstGeom>
                          <a:noFill/>
                          <a:ln w="38100">
                            <a:noFill/>
                            <a:miter/>
                          </a:ln>
                        </p:spPr>
                      </p:pic>
                    </p:oleObj>
                  </mc:Fallback>
                </mc:AlternateContent>
              </a:graphicData>
            </a:graphic>
          </p:graphicFrame>
          <p:sp>
            <p:nvSpPr>
              <p:cNvPr id="82993" name="Text Box 158"/>
              <p:cNvSpPr txBox="1"/>
              <p:nvPr/>
            </p:nvSpPr>
            <p:spPr>
              <a:xfrm>
                <a:off x="3833" y="2272"/>
                <a:ext cx="685"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 : 10</a:t>
                </a:r>
              </a:p>
            </p:txBody>
          </p:sp>
          <p:graphicFrame>
            <p:nvGraphicFramePr>
              <p:cNvPr id="82994" name="Object 160"/>
              <p:cNvGraphicFramePr>
                <a:graphicFrameLocks noChangeAspect="1"/>
              </p:cNvGraphicFramePr>
              <p:nvPr/>
            </p:nvGraphicFramePr>
            <p:xfrm>
              <a:off x="3101" y="2860"/>
              <a:ext cx="718" cy="347"/>
            </p:xfrm>
            <a:graphic>
              <a:graphicData uri="http://schemas.openxmlformats.org/presentationml/2006/ole">
                <mc:AlternateContent xmlns:mc="http://schemas.openxmlformats.org/markup-compatibility/2006">
                  <mc:Choice xmlns:v="urn:schemas-microsoft-com:vml" Requires="v">
                    <p:oleObj r:id="rId17" imgW="557530" imgH="245110" progId="Equation.3">
                      <p:embed/>
                    </p:oleObj>
                  </mc:Choice>
                  <mc:Fallback>
                    <p:oleObj r:id="rId17" imgW="557530" imgH="245110" progId="Equation.3">
                      <p:embed/>
                      <p:pic>
                        <p:nvPicPr>
                          <p:cNvPr id="0" name="图片 3358"/>
                          <p:cNvPicPr/>
                          <p:nvPr/>
                        </p:nvPicPr>
                        <p:blipFill>
                          <a:blip r:embed="rId18">
                            <a:clrChange>
                              <a:clrFrom>
                                <a:srgbClr val="000000"/>
                              </a:clrFrom>
                              <a:clrTo>
                                <a:srgbClr val="FFFFFF"/>
                              </a:clrTo>
                            </a:clrChange>
                          </a:blip>
                          <a:stretch>
                            <a:fillRect/>
                          </a:stretch>
                        </p:blipFill>
                        <p:spPr>
                          <a:xfrm>
                            <a:off x="3101" y="2860"/>
                            <a:ext cx="718" cy="347"/>
                          </a:xfrm>
                          <a:prstGeom prst="rect">
                            <a:avLst/>
                          </a:prstGeom>
                          <a:noFill/>
                          <a:ln w="38100">
                            <a:noFill/>
                            <a:miter/>
                          </a:ln>
                        </p:spPr>
                      </p:pic>
                    </p:oleObj>
                  </mc:Fallback>
                </mc:AlternateContent>
              </a:graphicData>
            </a:graphic>
          </p:graphicFrame>
          <p:sp>
            <p:nvSpPr>
              <p:cNvPr id="82995" name="Text Box 161"/>
              <p:cNvSpPr txBox="1"/>
              <p:nvPr/>
            </p:nvSpPr>
            <p:spPr>
              <a:xfrm>
                <a:off x="3307" y="2223"/>
                <a:ext cx="45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2996" name="Oval 162"/>
              <p:cNvSpPr/>
              <p:nvPr/>
            </p:nvSpPr>
            <p:spPr>
              <a:xfrm>
                <a:off x="2699" y="275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82997" name="Line 163"/>
              <p:cNvSpPr/>
              <p:nvPr/>
            </p:nvSpPr>
            <p:spPr>
              <a:xfrm>
                <a:off x="2881" y="2568"/>
                <a:ext cx="0" cy="817"/>
              </a:xfrm>
              <a:prstGeom prst="line">
                <a:avLst/>
              </a:prstGeom>
              <a:ln w="28575" cap="flat" cmpd="sng">
                <a:solidFill>
                  <a:srgbClr val="FFCC00"/>
                </a:solidFill>
                <a:prstDash val="solid"/>
                <a:headEnd type="none" w="med" len="med"/>
                <a:tailEnd type="none" w="med" len="med"/>
              </a:ln>
            </p:spPr>
          </p:sp>
          <p:sp>
            <p:nvSpPr>
              <p:cNvPr id="82998" name="Line 164"/>
              <p:cNvSpPr/>
              <p:nvPr/>
            </p:nvSpPr>
            <p:spPr>
              <a:xfrm flipV="1">
                <a:off x="3969" y="2568"/>
                <a:ext cx="0" cy="283"/>
              </a:xfrm>
              <a:prstGeom prst="line">
                <a:avLst/>
              </a:prstGeom>
              <a:ln w="28575" cap="flat" cmpd="sng">
                <a:solidFill>
                  <a:srgbClr val="FFCC00"/>
                </a:solidFill>
                <a:prstDash val="solid"/>
                <a:headEnd type="none" w="med" len="med"/>
                <a:tailEnd type="none" w="med" len="med"/>
              </a:ln>
            </p:spPr>
          </p:sp>
          <p:sp>
            <p:nvSpPr>
              <p:cNvPr id="82999" name="Line 165"/>
              <p:cNvSpPr/>
              <p:nvPr/>
            </p:nvSpPr>
            <p:spPr>
              <a:xfrm flipH="1" flipV="1">
                <a:off x="3969" y="3203"/>
                <a:ext cx="0" cy="192"/>
              </a:xfrm>
              <a:prstGeom prst="line">
                <a:avLst/>
              </a:prstGeom>
              <a:ln w="28575" cap="flat" cmpd="sng">
                <a:solidFill>
                  <a:srgbClr val="FFCC00"/>
                </a:solidFill>
                <a:prstDash val="solid"/>
                <a:headEnd type="none" w="med" len="med"/>
                <a:tailEnd type="none" w="med" len="med"/>
              </a:ln>
            </p:spPr>
          </p:sp>
          <p:sp>
            <p:nvSpPr>
              <p:cNvPr id="83000" name="Line 166"/>
              <p:cNvSpPr/>
              <p:nvPr/>
            </p:nvSpPr>
            <p:spPr>
              <a:xfrm flipV="1">
                <a:off x="2880" y="3379"/>
                <a:ext cx="1089" cy="0"/>
              </a:xfrm>
              <a:prstGeom prst="line">
                <a:avLst/>
              </a:prstGeom>
              <a:ln w="28575" cap="flat" cmpd="sng">
                <a:solidFill>
                  <a:srgbClr val="FFCC00"/>
                </a:solidFill>
                <a:prstDash val="solid"/>
                <a:headEnd type="none" w="med" len="med"/>
                <a:tailEnd type="none" w="med" len="med"/>
              </a:ln>
            </p:spPr>
          </p:sp>
          <p:sp>
            <p:nvSpPr>
              <p:cNvPr id="83001" name="Text Box 167"/>
              <p:cNvSpPr txBox="1"/>
              <p:nvPr/>
            </p:nvSpPr>
            <p:spPr>
              <a:xfrm>
                <a:off x="3751" y="2730"/>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3002" name="Text Box 168"/>
              <p:cNvSpPr txBox="1"/>
              <p:nvPr/>
            </p:nvSpPr>
            <p:spPr>
              <a:xfrm>
                <a:off x="4314" y="270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3003" name="Text Box 169"/>
              <p:cNvSpPr txBox="1"/>
              <p:nvPr/>
            </p:nvSpPr>
            <p:spPr>
              <a:xfrm>
                <a:off x="2653" y="2454"/>
                <a:ext cx="242"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3004" name="Text Box 170"/>
              <p:cNvSpPr txBox="1"/>
              <p:nvPr/>
            </p:nvSpPr>
            <p:spPr>
              <a:xfrm>
                <a:off x="2608" y="3044"/>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_</a:t>
                </a:r>
              </a:p>
            </p:txBody>
          </p:sp>
          <p:sp>
            <p:nvSpPr>
              <p:cNvPr id="83005" name="Line 171"/>
              <p:cNvSpPr/>
              <p:nvPr/>
            </p:nvSpPr>
            <p:spPr>
              <a:xfrm>
                <a:off x="4331" y="3384"/>
                <a:ext cx="681" cy="0"/>
              </a:xfrm>
              <a:prstGeom prst="line">
                <a:avLst/>
              </a:prstGeom>
              <a:ln w="28575" cap="flat" cmpd="sng">
                <a:solidFill>
                  <a:srgbClr val="FFCC00"/>
                </a:solidFill>
                <a:prstDash val="solid"/>
                <a:headEnd type="none" w="med" len="med"/>
                <a:tailEnd type="none" w="med" len="med"/>
              </a:ln>
            </p:spPr>
          </p:sp>
          <p:sp>
            <p:nvSpPr>
              <p:cNvPr id="83006" name="Line 172"/>
              <p:cNvSpPr/>
              <p:nvPr/>
            </p:nvSpPr>
            <p:spPr>
              <a:xfrm flipH="1" flipV="1">
                <a:off x="4331" y="3203"/>
                <a:ext cx="0" cy="192"/>
              </a:xfrm>
              <a:prstGeom prst="line">
                <a:avLst/>
              </a:prstGeom>
              <a:ln w="28575" cap="flat" cmpd="sng">
                <a:solidFill>
                  <a:srgbClr val="FFCC00"/>
                </a:solidFill>
                <a:prstDash val="solid"/>
                <a:headEnd type="none" w="med" len="med"/>
                <a:tailEnd type="none" w="med" len="med"/>
              </a:ln>
            </p:spPr>
          </p:sp>
          <p:sp>
            <p:nvSpPr>
              <p:cNvPr id="83007" name="Line 173"/>
              <p:cNvSpPr/>
              <p:nvPr/>
            </p:nvSpPr>
            <p:spPr>
              <a:xfrm flipH="1" flipV="1">
                <a:off x="4331" y="2568"/>
                <a:ext cx="0" cy="283"/>
              </a:xfrm>
              <a:prstGeom prst="line">
                <a:avLst/>
              </a:prstGeom>
              <a:ln w="28575" cap="flat" cmpd="sng">
                <a:solidFill>
                  <a:srgbClr val="FFCC00"/>
                </a:solidFill>
                <a:prstDash val="solid"/>
                <a:headEnd type="none" w="med" len="med"/>
                <a:tailEnd type="none" w="med" len="med"/>
              </a:ln>
            </p:spPr>
          </p:sp>
          <p:sp>
            <p:nvSpPr>
              <p:cNvPr id="83008" name="Rectangle 176"/>
              <p:cNvSpPr/>
              <p:nvPr/>
            </p:nvSpPr>
            <p:spPr>
              <a:xfrm>
                <a:off x="3353" y="250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83009" name="Group 177"/>
              <p:cNvGrpSpPr/>
              <p:nvPr/>
            </p:nvGrpSpPr>
            <p:grpSpPr>
              <a:xfrm>
                <a:off x="4250" y="2853"/>
                <a:ext cx="91" cy="363"/>
                <a:chOff x="1565" y="2614"/>
                <a:chExt cx="90" cy="486"/>
              </a:xfrm>
            </p:grpSpPr>
            <p:sp>
              <p:nvSpPr>
                <p:cNvPr id="83018" name="Arc 17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3019" name="Arc 17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3020" name="Arc 18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3021" name="Arc 18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83010" name="Group 182"/>
              <p:cNvGrpSpPr/>
              <p:nvPr/>
            </p:nvGrpSpPr>
            <p:grpSpPr>
              <a:xfrm rot="10800000">
                <a:off x="3960" y="2844"/>
                <a:ext cx="90" cy="363"/>
                <a:chOff x="1565" y="2614"/>
                <a:chExt cx="90" cy="486"/>
              </a:xfrm>
            </p:grpSpPr>
            <p:sp>
              <p:nvSpPr>
                <p:cNvPr id="83014" name="Arc 18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3015" name="Arc 18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3016" name="Arc 18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3017" name="Arc 18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83011" name="Oval 187"/>
              <p:cNvSpPr/>
              <p:nvPr/>
            </p:nvSpPr>
            <p:spPr>
              <a:xfrm>
                <a:off x="5012" y="2523"/>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3012" name="Oval 188"/>
              <p:cNvSpPr/>
              <p:nvPr/>
            </p:nvSpPr>
            <p:spPr>
              <a:xfrm>
                <a:off x="5012" y="333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3013" name="Line 189"/>
              <p:cNvSpPr/>
              <p:nvPr/>
            </p:nvSpPr>
            <p:spPr>
              <a:xfrm>
                <a:off x="3325" y="3167"/>
                <a:ext cx="226" cy="0"/>
              </a:xfrm>
              <a:prstGeom prst="line">
                <a:avLst/>
              </a:prstGeom>
              <a:ln w="9525" cap="flat" cmpd="sng">
                <a:solidFill>
                  <a:schemeClr val="bg1"/>
                </a:solidFill>
                <a:prstDash val="solid"/>
                <a:headEnd type="none" w="med" len="med"/>
                <a:tailEnd type="none" w="med" len="med"/>
              </a:ln>
            </p:spPr>
          </p:sp>
        </p:grpSp>
      </p:grpSp>
      <p:grpSp>
        <p:nvGrpSpPr>
          <p:cNvPr id="47296" name="Group 192"/>
          <p:cNvGrpSpPr/>
          <p:nvPr/>
        </p:nvGrpSpPr>
        <p:grpSpPr>
          <a:xfrm>
            <a:off x="4641850" y="1412875"/>
            <a:ext cx="3748088" cy="954088"/>
            <a:chOff x="2924" y="890"/>
            <a:chExt cx="2361" cy="601"/>
          </a:xfrm>
        </p:grpSpPr>
        <p:graphicFrame>
          <p:nvGraphicFramePr>
            <p:cNvPr id="82981" name="Object 25"/>
            <p:cNvGraphicFramePr>
              <a:graphicFrameLocks noChangeAspect="1"/>
            </p:cNvGraphicFramePr>
            <p:nvPr/>
          </p:nvGraphicFramePr>
          <p:xfrm>
            <a:off x="2924" y="890"/>
            <a:ext cx="2361" cy="601"/>
          </p:xfrm>
          <a:graphic>
            <a:graphicData uri="http://schemas.openxmlformats.org/presentationml/2006/ole">
              <mc:AlternateContent xmlns:mc="http://schemas.openxmlformats.org/markup-compatibility/2006">
                <mc:Choice xmlns:v="urn:schemas-microsoft-com:vml" Requires="v">
                  <p:oleObj r:id="rId19" imgW="1798955" imgH="461010" progId="Equation.3">
                    <p:embed/>
                  </p:oleObj>
                </mc:Choice>
                <mc:Fallback>
                  <p:oleObj r:id="rId19" imgW="1798955" imgH="461010" progId="Equation.3">
                    <p:embed/>
                    <p:pic>
                      <p:nvPicPr>
                        <p:cNvPr id="0" name="图片 3360"/>
                        <p:cNvPicPr/>
                        <p:nvPr/>
                      </p:nvPicPr>
                      <p:blipFill>
                        <a:blip r:embed="rId20">
                          <a:clrChange>
                            <a:clrFrom>
                              <a:srgbClr val="000000"/>
                            </a:clrFrom>
                            <a:clrTo>
                              <a:srgbClr val="FFFFFF"/>
                            </a:clrTo>
                          </a:clrChange>
                        </a:blip>
                        <a:stretch>
                          <a:fillRect/>
                        </a:stretch>
                      </p:blipFill>
                      <p:spPr>
                        <a:xfrm>
                          <a:off x="2924" y="890"/>
                          <a:ext cx="2361" cy="601"/>
                        </a:xfrm>
                        <a:prstGeom prst="rect">
                          <a:avLst/>
                        </a:prstGeom>
                        <a:noFill/>
                        <a:ln w="38100">
                          <a:noFill/>
                          <a:miter/>
                        </a:ln>
                      </p:spPr>
                    </p:pic>
                  </p:oleObj>
                </mc:Fallback>
              </mc:AlternateContent>
            </a:graphicData>
          </a:graphic>
        </p:graphicFrame>
        <p:sp>
          <p:nvSpPr>
            <p:cNvPr id="82982" name="Line 190"/>
            <p:cNvSpPr/>
            <p:nvPr/>
          </p:nvSpPr>
          <p:spPr>
            <a:xfrm>
              <a:off x="3669" y="1171"/>
              <a:ext cx="226" cy="0"/>
            </a:xfrm>
            <a:prstGeom prst="line">
              <a:avLst/>
            </a:prstGeom>
            <a:ln w="9525" cap="flat" cmpd="sng">
              <a:solidFill>
                <a:schemeClr val="bg1"/>
              </a:solidFill>
              <a:prstDash val="solid"/>
              <a:headEnd type="none" w="med" len="med"/>
              <a:tailEnd type="none" w="med" len="med"/>
            </a:ln>
          </p:spPr>
        </p:sp>
      </p:grpSp>
      <p:grpSp>
        <p:nvGrpSpPr>
          <p:cNvPr id="47298" name="Group 194"/>
          <p:cNvGrpSpPr/>
          <p:nvPr/>
        </p:nvGrpSpPr>
        <p:grpSpPr>
          <a:xfrm>
            <a:off x="755650" y="5445125"/>
            <a:ext cx="4754563" cy="593725"/>
            <a:chOff x="476" y="3430"/>
            <a:chExt cx="2995" cy="374"/>
          </a:xfrm>
        </p:grpSpPr>
        <p:graphicFrame>
          <p:nvGraphicFramePr>
            <p:cNvPr id="82979" name="Object 3"/>
            <p:cNvGraphicFramePr>
              <a:graphicFrameLocks noChangeAspect="1"/>
            </p:cNvGraphicFramePr>
            <p:nvPr/>
          </p:nvGraphicFramePr>
          <p:xfrm>
            <a:off x="476" y="3430"/>
            <a:ext cx="2995" cy="374"/>
          </p:xfrm>
          <a:graphic>
            <a:graphicData uri="http://schemas.openxmlformats.org/presentationml/2006/ole">
              <mc:AlternateContent xmlns:mc="http://schemas.openxmlformats.org/markup-compatibility/2006">
                <mc:Choice xmlns:v="urn:schemas-microsoft-com:vml" Requires="v">
                  <p:oleObj r:id="rId21" imgW="2066925" imgH="260350" progId="Equation.3">
                    <p:embed/>
                  </p:oleObj>
                </mc:Choice>
                <mc:Fallback>
                  <p:oleObj r:id="rId21" imgW="2066925" imgH="260350" progId="Equation.3">
                    <p:embed/>
                    <p:pic>
                      <p:nvPicPr>
                        <p:cNvPr id="0" name="图片 3363"/>
                        <p:cNvPicPr/>
                        <p:nvPr/>
                      </p:nvPicPr>
                      <p:blipFill>
                        <a:blip r:embed="rId22">
                          <a:clrChange>
                            <a:clrFrom>
                              <a:srgbClr val="000000"/>
                            </a:clrFrom>
                            <a:clrTo>
                              <a:srgbClr val="FFFFFF"/>
                            </a:clrTo>
                          </a:clrChange>
                        </a:blip>
                        <a:stretch>
                          <a:fillRect/>
                        </a:stretch>
                      </p:blipFill>
                      <p:spPr>
                        <a:xfrm>
                          <a:off x="476" y="3430"/>
                          <a:ext cx="2995" cy="374"/>
                        </a:xfrm>
                        <a:prstGeom prst="rect">
                          <a:avLst/>
                        </a:prstGeom>
                        <a:noFill/>
                        <a:ln w="38100">
                          <a:noFill/>
                          <a:miter/>
                        </a:ln>
                      </p:spPr>
                    </p:pic>
                  </p:oleObj>
                </mc:Fallback>
              </mc:AlternateContent>
            </a:graphicData>
          </a:graphic>
        </p:graphicFrame>
        <p:sp>
          <p:nvSpPr>
            <p:cNvPr id="82980" name="Line 191"/>
            <p:cNvSpPr/>
            <p:nvPr/>
          </p:nvSpPr>
          <p:spPr>
            <a:xfrm>
              <a:off x="2943" y="3748"/>
              <a:ext cx="226" cy="0"/>
            </a:xfrm>
            <a:prstGeom prst="line">
              <a:avLst/>
            </a:prstGeom>
            <a:ln w="9525" cap="flat" cmpd="sng">
              <a:solidFill>
                <a:schemeClr val="bg1"/>
              </a:solidFill>
              <a:prstDash val="solid"/>
              <a:headEnd type="none" w="med" len="med"/>
              <a:tailEnd type="none" w="med" len="med"/>
            </a:ln>
          </p:spPr>
        </p:sp>
      </p:grpSp>
      <p:grpSp>
        <p:nvGrpSpPr>
          <p:cNvPr id="47303" name="Group 199"/>
          <p:cNvGrpSpPr/>
          <p:nvPr/>
        </p:nvGrpSpPr>
        <p:grpSpPr>
          <a:xfrm>
            <a:off x="522288" y="836613"/>
            <a:ext cx="4089400" cy="2409825"/>
            <a:chOff x="329" y="527"/>
            <a:chExt cx="2576" cy="1518"/>
          </a:xfrm>
        </p:grpSpPr>
        <p:grpSp>
          <p:nvGrpSpPr>
            <p:cNvPr id="82961" name="Group 146"/>
            <p:cNvGrpSpPr/>
            <p:nvPr/>
          </p:nvGrpSpPr>
          <p:grpSpPr>
            <a:xfrm>
              <a:off x="329" y="527"/>
              <a:ext cx="2576" cy="1518"/>
              <a:chOff x="329" y="527"/>
              <a:chExt cx="2576" cy="1518"/>
            </a:xfrm>
          </p:grpSpPr>
          <p:sp>
            <p:nvSpPr>
              <p:cNvPr id="82965" name="Oval 95"/>
              <p:cNvSpPr/>
              <p:nvPr/>
            </p:nvSpPr>
            <p:spPr>
              <a:xfrm>
                <a:off x="974" y="131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82966" name="Rectangle 99"/>
              <p:cNvSpPr/>
              <p:nvPr/>
            </p:nvSpPr>
            <p:spPr>
              <a:xfrm>
                <a:off x="1156" y="981"/>
                <a:ext cx="1089" cy="104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2967" name="Line 88"/>
              <p:cNvSpPr/>
              <p:nvPr/>
            </p:nvSpPr>
            <p:spPr>
              <a:xfrm>
                <a:off x="1201" y="974"/>
                <a:ext cx="240" cy="0"/>
              </a:xfrm>
              <a:prstGeom prst="line">
                <a:avLst/>
              </a:prstGeom>
              <a:ln w="28575" cap="flat" cmpd="sng">
                <a:solidFill>
                  <a:srgbClr val="00FFFF"/>
                </a:solidFill>
                <a:prstDash val="solid"/>
                <a:headEnd type="none" w="med" len="med"/>
                <a:tailEnd type="triangle" w="med" len="med"/>
              </a:ln>
            </p:spPr>
          </p:sp>
          <p:graphicFrame>
            <p:nvGraphicFramePr>
              <p:cNvPr id="82968" name="Object 89"/>
              <p:cNvGraphicFramePr>
                <a:graphicFrameLocks noChangeAspect="1"/>
              </p:cNvGraphicFramePr>
              <p:nvPr/>
            </p:nvGraphicFramePr>
            <p:xfrm>
              <a:off x="1202" y="527"/>
              <a:ext cx="201" cy="424"/>
            </p:xfrm>
            <a:graphic>
              <a:graphicData uri="http://schemas.openxmlformats.org/presentationml/2006/ole">
                <mc:AlternateContent xmlns:mc="http://schemas.openxmlformats.org/markup-compatibility/2006">
                  <mc:Choice xmlns:v="urn:schemas-microsoft-com:vml" Requires="v">
                    <p:oleObj r:id="rId23" imgW="148590" imgH="334645" progId="Equation.3">
                      <p:embed/>
                    </p:oleObj>
                  </mc:Choice>
                  <mc:Fallback>
                    <p:oleObj r:id="rId23" imgW="148590" imgH="334645" progId="Equation.3">
                      <p:embed/>
                      <p:pic>
                        <p:nvPicPr>
                          <p:cNvPr id="0" name="图片 3362"/>
                          <p:cNvPicPr/>
                          <p:nvPr/>
                        </p:nvPicPr>
                        <p:blipFill>
                          <a:blip r:embed="rId24">
                            <a:clrChange>
                              <a:clrFrom>
                                <a:srgbClr val="000000"/>
                              </a:clrFrom>
                              <a:clrTo>
                                <a:srgbClr val="FFFFFF"/>
                              </a:clrTo>
                            </a:clrChange>
                          </a:blip>
                          <a:stretch>
                            <a:fillRect/>
                          </a:stretch>
                        </p:blipFill>
                        <p:spPr>
                          <a:xfrm>
                            <a:off x="1202" y="527"/>
                            <a:ext cx="201" cy="424"/>
                          </a:xfrm>
                          <a:prstGeom prst="rect">
                            <a:avLst/>
                          </a:prstGeom>
                          <a:noFill/>
                          <a:ln w="38100">
                            <a:noFill/>
                            <a:miter/>
                          </a:ln>
                        </p:spPr>
                      </p:pic>
                    </p:oleObj>
                  </mc:Fallback>
                </mc:AlternateContent>
              </a:graphicData>
            </a:graphic>
          </p:graphicFrame>
          <p:sp>
            <p:nvSpPr>
              <p:cNvPr id="82969" name="Text Box 90"/>
              <p:cNvSpPr txBox="1"/>
              <p:nvPr/>
            </p:nvSpPr>
            <p:spPr>
              <a:xfrm>
                <a:off x="1927" y="993"/>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2970" name="Text Box 91"/>
              <p:cNvSpPr txBox="1"/>
              <p:nvPr/>
            </p:nvSpPr>
            <p:spPr>
              <a:xfrm>
                <a:off x="1927" y="1718"/>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82971" name="Object 92"/>
              <p:cNvGraphicFramePr>
                <a:graphicFrameLocks noChangeAspect="1"/>
              </p:cNvGraphicFramePr>
              <p:nvPr/>
            </p:nvGraphicFramePr>
            <p:xfrm>
              <a:off x="1882" y="1310"/>
              <a:ext cx="235" cy="420"/>
            </p:xfrm>
            <a:graphic>
              <a:graphicData uri="http://schemas.openxmlformats.org/presentationml/2006/ole">
                <mc:AlternateContent xmlns:mc="http://schemas.openxmlformats.org/markup-compatibility/2006">
                  <mc:Choice xmlns:v="urn:schemas-microsoft-com:vml" Requires="v">
                    <p:oleObj r:id="rId25" imgW="200660" imgH="319405" progId="Equation.3">
                      <p:embed/>
                    </p:oleObj>
                  </mc:Choice>
                  <mc:Fallback>
                    <p:oleObj r:id="rId25" imgW="200660" imgH="319405" progId="Equation.3">
                      <p:embed/>
                      <p:pic>
                        <p:nvPicPr>
                          <p:cNvPr id="0" name="图片 3359"/>
                          <p:cNvPicPr/>
                          <p:nvPr/>
                        </p:nvPicPr>
                        <p:blipFill>
                          <a:blip r:embed="rId26">
                            <a:clrChange>
                              <a:clrFrom>
                                <a:srgbClr val="000000"/>
                              </a:clrFrom>
                              <a:clrTo>
                                <a:srgbClr val="FFFFFF"/>
                              </a:clrTo>
                            </a:clrChange>
                          </a:blip>
                          <a:stretch>
                            <a:fillRect/>
                          </a:stretch>
                        </p:blipFill>
                        <p:spPr>
                          <a:xfrm>
                            <a:off x="1882" y="1310"/>
                            <a:ext cx="235" cy="420"/>
                          </a:xfrm>
                          <a:prstGeom prst="rect">
                            <a:avLst/>
                          </a:prstGeom>
                          <a:noFill/>
                          <a:ln w="38100">
                            <a:noFill/>
                            <a:miter/>
                          </a:ln>
                        </p:spPr>
                      </p:pic>
                    </p:oleObj>
                  </mc:Fallback>
                </mc:AlternateContent>
              </a:graphicData>
            </a:graphic>
          </p:graphicFrame>
          <p:graphicFrame>
            <p:nvGraphicFramePr>
              <p:cNvPr id="82972" name="Object 93"/>
              <p:cNvGraphicFramePr>
                <a:graphicFrameLocks noChangeAspect="1"/>
              </p:cNvGraphicFramePr>
              <p:nvPr/>
            </p:nvGraphicFramePr>
            <p:xfrm>
              <a:off x="329" y="1337"/>
              <a:ext cx="612" cy="267"/>
            </p:xfrm>
            <a:graphic>
              <a:graphicData uri="http://schemas.openxmlformats.org/presentationml/2006/ole">
                <mc:AlternateContent xmlns:mc="http://schemas.openxmlformats.org/markup-compatibility/2006">
                  <mc:Choice xmlns:v="urn:schemas-microsoft-com:vml" Requires="v">
                    <p:oleObj r:id="rId27" imgW="557530" imgH="222885" progId="Equation.DSMT4">
                      <p:embed/>
                    </p:oleObj>
                  </mc:Choice>
                  <mc:Fallback>
                    <p:oleObj r:id="rId27" imgW="557530" imgH="222885" progId="Equation.DSMT4">
                      <p:embed/>
                      <p:pic>
                        <p:nvPicPr>
                          <p:cNvPr id="0" name="图片 3361"/>
                          <p:cNvPicPr/>
                          <p:nvPr/>
                        </p:nvPicPr>
                        <p:blipFill>
                          <a:blip r:embed="rId28">
                            <a:clrChange>
                              <a:clrFrom>
                                <a:srgbClr val="000000"/>
                              </a:clrFrom>
                              <a:clrTo>
                                <a:srgbClr val="FFFFFF"/>
                              </a:clrTo>
                            </a:clrChange>
                          </a:blip>
                          <a:stretch>
                            <a:fillRect/>
                          </a:stretch>
                        </p:blipFill>
                        <p:spPr>
                          <a:xfrm>
                            <a:off x="329" y="1337"/>
                            <a:ext cx="612" cy="267"/>
                          </a:xfrm>
                          <a:prstGeom prst="rect">
                            <a:avLst/>
                          </a:prstGeom>
                          <a:noFill/>
                          <a:ln w="38100">
                            <a:noFill/>
                            <a:miter/>
                          </a:ln>
                        </p:spPr>
                      </p:pic>
                    </p:oleObj>
                  </mc:Fallback>
                </mc:AlternateContent>
              </a:graphicData>
            </a:graphic>
          </p:graphicFrame>
          <p:sp>
            <p:nvSpPr>
              <p:cNvPr id="82973" name="Text Box 94"/>
              <p:cNvSpPr txBox="1"/>
              <p:nvPr/>
            </p:nvSpPr>
            <p:spPr>
              <a:xfrm>
                <a:off x="1519" y="630"/>
                <a:ext cx="45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2974" name="Text Box 96"/>
              <p:cNvSpPr txBox="1"/>
              <p:nvPr/>
            </p:nvSpPr>
            <p:spPr>
              <a:xfrm>
                <a:off x="2290" y="1298"/>
                <a:ext cx="61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n</a:t>
                </a:r>
                <a:r>
                  <a:rPr lang="en-US" altLang="zh-CN" baseline="30000" dirty="0">
                    <a:solidFill>
                      <a:schemeClr val="bg1"/>
                    </a:solidFill>
                    <a:latin typeface="Times New Roman" panose="02020603050405020304" pitchFamily="18" charset="0"/>
                    <a:ea typeface="宋体" panose="02010600030101010101" pitchFamily="2" charset="-122"/>
                  </a:rPr>
                  <a:t>2</a:t>
                </a: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L</a:t>
                </a:r>
                <a:endParaRPr lang="en-US" altLang="zh-CN" i="1" dirty="0">
                  <a:solidFill>
                    <a:schemeClr val="bg1"/>
                  </a:solidFill>
                  <a:latin typeface="Times New Roman" panose="02020603050405020304" pitchFamily="18" charset="0"/>
                  <a:ea typeface="宋体" panose="02010600030101010101" pitchFamily="2" charset="-122"/>
                </a:endParaRPr>
              </a:p>
            </p:txBody>
          </p:sp>
          <p:sp>
            <p:nvSpPr>
              <p:cNvPr id="82975" name="Text Box 97"/>
              <p:cNvSpPr txBox="1"/>
              <p:nvPr/>
            </p:nvSpPr>
            <p:spPr>
              <a:xfrm>
                <a:off x="793" y="993"/>
                <a:ext cx="218"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2976" name="Text Box 98"/>
              <p:cNvSpPr txBox="1"/>
              <p:nvPr/>
            </p:nvSpPr>
            <p:spPr>
              <a:xfrm>
                <a:off x="838" y="1673"/>
                <a:ext cx="20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2977" name="Rectangle 100"/>
              <p:cNvSpPr/>
              <p:nvPr/>
            </p:nvSpPr>
            <p:spPr>
              <a:xfrm>
                <a:off x="2180" y="131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2978" name="Rectangle 101"/>
              <p:cNvSpPr/>
              <p:nvPr/>
            </p:nvSpPr>
            <p:spPr>
              <a:xfrm>
                <a:off x="1563" y="92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82962" name="Group 196"/>
            <p:cNvGrpSpPr/>
            <p:nvPr/>
          </p:nvGrpSpPr>
          <p:grpSpPr>
            <a:xfrm>
              <a:off x="521" y="1344"/>
              <a:ext cx="273" cy="227"/>
              <a:chOff x="1156" y="1842"/>
              <a:chExt cx="273" cy="227"/>
            </a:xfrm>
          </p:grpSpPr>
          <p:sp>
            <p:nvSpPr>
              <p:cNvPr id="82963" name="Line 197"/>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82964" name="Line 198"/>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47249"/>
                                        </p:tgtEl>
                                        <p:attrNameLst>
                                          <p:attrName>style.visibility</p:attrName>
                                        </p:attrNameLst>
                                      </p:cBhvr>
                                      <p:to>
                                        <p:strVal val="visible"/>
                                      </p:to>
                                    </p:set>
                                    <p:anim calcmode="lin" valueType="num">
                                      <p:cBhvr>
                                        <p:cTn id="7" dur="1000" fill="hold"/>
                                        <p:tgtEl>
                                          <p:spTgt spid="47249"/>
                                        </p:tgtEl>
                                        <p:attrNameLst>
                                          <p:attrName>ppt_w</p:attrName>
                                        </p:attrNameLst>
                                      </p:cBhvr>
                                      <p:tavLst>
                                        <p:tav tm="0">
                                          <p:val>
                                            <p:fltVal val="0"/>
                                          </p:val>
                                        </p:tav>
                                        <p:tav tm="100000">
                                          <p:val>
                                            <p:strVal val="#ppt_w"/>
                                          </p:val>
                                        </p:tav>
                                      </p:tavLst>
                                    </p:anim>
                                    <p:anim calcmode="lin" valueType="num">
                                      <p:cBhvr>
                                        <p:cTn id="8" dur="1000" fill="hold"/>
                                        <p:tgtEl>
                                          <p:spTgt spid="47249"/>
                                        </p:tgtEl>
                                        <p:attrNameLst>
                                          <p:attrName>ppt_h</p:attrName>
                                        </p:attrNameLst>
                                      </p:cBhvr>
                                      <p:tavLst>
                                        <p:tav tm="0">
                                          <p:val>
                                            <p:fltVal val="0"/>
                                          </p:val>
                                        </p:tav>
                                        <p:tav tm="100000">
                                          <p:val>
                                            <p:strVal val="#ppt_h"/>
                                          </p:val>
                                        </p:tav>
                                      </p:tavLst>
                                    </p:anim>
                                    <p:anim calcmode="lin" valueType="num">
                                      <p:cBhvr>
                                        <p:cTn id="9" dur="1000" fill="hold"/>
                                        <p:tgtEl>
                                          <p:spTgt spid="4724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724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 presetClass="entr" presetSubtype="2" fill="hold" grpId="0" nodeType="afterEffect">
                                  <p:stCondLst>
                                    <p:cond delay="0"/>
                                  </p:stCondLst>
                                  <p:childTnLst>
                                    <p:set>
                                      <p:cBhvr>
                                        <p:cTn id="13" dur="1" fill="hold">
                                          <p:stCondLst>
                                            <p:cond delay="0"/>
                                          </p:stCondLst>
                                        </p:cTn>
                                        <p:tgtEl>
                                          <p:spTgt spid="47106"/>
                                        </p:tgtEl>
                                        <p:attrNameLst>
                                          <p:attrName>style.visibility</p:attrName>
                                        </p:attrNameLst>
                                      </p:cBhvr>
                                      <p:to>
                                        <p:strVal val="visible"/>
                                      </p:to>
                                    </p:set>
                                    <p:anim calcmode="lin" valueType="num">
                                      <p:cBhvr additive="base">
                                        <p:cTn id="14" dur="500" fill="hold"/>
                                        <p:tgtEl>
                                          <p:spTgt spid="47106"/>
                                        </p:tgtEl>
                                        <p:attrNameLst>
                                          <p:attrName>ppt_x</p:attrName>
                                        </p:attrNameLst>
                                      </p:cBhvr>
                                      <p:tavLst>
                                        <p:tav tm="0">
                                          <p:val>
                                            <p:strVal val="1+#ppt_w/2"/>
                                          </p:val>
                                        </p:tav>
                                        <p:tav tm="100000">
                                          <p:val>
                                            <p:strVal val="#ppt_x"/>
                                          </p:val>
                                        </p:tav>
                                      </p:tavLst>
                                    </p:anim>
                                    <p:anim calcmode="lin" valueType="num">
                                      <p:cBhvr additive="base">
                                        <p:cTn id="15" dur="500" fill="hold"/>
                                        <p:tgtEl>
                                          <p:spTgt spid="47106"/>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7303"/>
                                        </p:tgtEl>
                                        <p:attrNameLst>
                                          <p:attrName>style.visibility</p:attrName>
                                        </p:attrNameLst>
                                      </p:cBhvr>
                                      <p:to>
                                        <p:strVal val="visible"/>
                                      </p:to>
                                    </p:set>
                                    <p:animEffect transition="in" filter="blinds(horizontal)">
                                      <p:cBhvr>
                                        <p:cTn id="20" dur="500"/>
                                        <p:tgtEl>
                                          <p:spTgt spid="4730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7206"/>
                                        </p:tgtEl>
                                        <p:attrNameLst>
                                          <p:attrName>style.visibility</p:attrName>
                                        </p:attrNameLst>
                                      </p:cBhvr>
                                      <p:to>
                                        <p:strVal val="visible"/>
                                      </p:to>
                                    </p:set>
                                    <p:animEffect transition="in" filter="blinds(horizontal)">
                                      <p:cBhvr>
                                        <p:cTn id="25" dur="500"/>
                                        <p:tgtEl>
                                          <p:spTgt spid="4720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7296"/>
                                        </p:tgtEl>
                                        <p:attrNameLst>
                                          <p:attrName>style.visibility</p:attrName>
                                        </p:attrNameLst>
                                      </p:cBhvr>
                                      <p:to>
                                        <p:strVal val="visible"/>
                                      </p:to>
                                    </p:set>
                                    <p:animEffect transition="in" filter="blinds(horizontal)">
                                      <p:cBhvr>
                                        <p:cTn id="30" dur="500"/>
                                        <p:tgtEl>
                                          <p:spTgt spid="47296"/>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47130"/>
                                        </p:tgtEl>
                                        <p:attrNameLst>
                                          <p:attrName>style.visibility</p:attrName>
                                        </p:attrNameLst>
                                      </p:cBhvr>
                                      <p:to>
                                        <p:strVal val="visible"/>
                                      </p:to>
                                    </p:set>
                                    <p:animEffect transition="in" filter="slide(fromBottom)">
                                      <p:cBhvr>
                                        <p:cTn id="35" dur="2000"/>
                                        <p:tgtEl>
                                          <p:spTgt spid="47130"/>
                                        </p:tgtEl>
                                      </p:cBhvr>
                                    </p:animEffect>
                                  </p:childTnLst>
                                </p:cTn>
                              </p:par>
                            </p:childTnLst>
                          </p:cTn>
                        </p:par>
                      </p:childTnLst>
                    </p:cTn>
                  </p:par>
                  <p:par>
                    <p:cTn id="36" fill="hold">
                      <p:stCondLst>
                        <p:cond delay="indefinite"/>
                      </p:stCondLst>
                      <p:childTnLst>
                        <p:par>
                          <p:cTn id="37" fill="hold">
                            <p:stCondLst>
                              <p:cond delay="0"/>
                            </p:stCondLst>
                            <p:childTnLst>
                              <p:par>
                                <p:cTn id="38" presetID="15" presetClass="entr" presetSubtype="0" fill="hold" grpId="0" nodeType="clickEffect">
                                  <p:stCondLst>
                                    <p:cond delay="0"/>
                                  </p:stCondLst>
                                  <p:childTnLst>
                                    <p:set>
                                      <p:cBhvr>
                                        <p:cTn id="39" dur="1" fill="hold">
                                          <p:stCondLst>
                                            <p:cond delay="0"/>
                                          </p:stCondLst>
                                        </p:cTn>
                                        <p:tgtEl>
                                          <p:spTgt spid="47251"/>
                                        </p:tgtEl>
                                        <p:attrNameLst>
                                          <p:attrName>style.visibility</p:attrName>
                                        </p:attrNameLst>
                                      </p:cBhvr>
                                      <p:to>
                                        <p:strVal val="visible"/>
                                      </p:to>
                                    </p:set>
                                    <p:anim calcmode="lin" valueType="num">
                                      <p:cBhvr>
                                        <p:cTn id="40" dur="1000" fill="hold"/>
                                        <p:tgtEl>
                                          <p:spTgt spid="47251"/>
                                        </p:tgtEl>
                                        <p:attrNameLst>
                                          <p:attrName>ppt_w</p:attrName>
                                        </p:attrNameLst>
                                      </p:cBhvr>
                                      <p:tavLst>
                                        <p:tav tm="0">
                                          <p:val>
                                            <p:fltVal val="0"/>
                                          </p:val>
                                        </p:tav>
                                        <p:tav tm="100000">
                                          <p:val>
                                            <p:strVal val="#ppt_w"/>
                                          </p:val>
                                        </p:tav>
                                      </p:tavLst>
                                    </p:anim>
                                    <p:anim calcmode="lin" valueType="num">
                                      <p:cBhvr>
                                        <p:cTn id="41" dur="1000" fill="hold"/>
                                        <p:tgtEl>
                                          <p:spTgt spid="47251"/>
                                        </p:tgtEl>
                                        <p:attrNameLst>
                                          <p:attrName>ppt_h</p:attrName>
                                        </p:attrNameLst>
                                      </p:cBhvr>
                                      <p:tavLst>
                                        <p:tav tm="0">
                                          <p:val>
                                            <p:fltVal val="0"/>
                                          </p:val>
                                        </p:tav>
                                        <p:tav tm="100000">
                                          <p:val>
                                            <p:strVal val="#ppt_h"/>
                                          </p:val>
                                        </p:tav>
                                      </p:tavLst>
                                    </p:anim>
                                    <p:anim calcmode="lin" valueType="num">
                                      <p:cBhvr>
                                        <p:cTn id="42" dur="1000" fill="hold"/>
                                        <p:tgtEl>
                                          <p:spTgt spid="47251"/>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47251"/>
                                        </p:tgtEl>
                                        <p:attrNameLst>
                                          <p:attrName>ppt_y</p:attrName>
                                        </p:attrNameLst>
                                      </p:cBhvr>
                                      <p:tavLst>
                                        <p:tav tm="0" fmla="#ppt_y+(sin(-2*pi*(1-$))*-#ppt_x+cos(-2*pi*(1-$))*(1-#ppt_y))*(1-$)">
                                          <p:val>
                                            <p:fltVal val="0"/>
                                          </p:val>
                                        </p:tav>
                                        <p:tav tm="100000">
                                          <p:val>
                                            <p:fltVal val="1"/>
                                          </p:val>
                                        </p:tav>
                                      </p:tavLst>
                                    </p:anim>
                                  </p:childTnLst>
                                </p:cTn>
                              </p:par>
                            </p:childTnLst>
                          </p:cTn>
                        </p:par>
                        <p:par>
                          <p:cTn id="44" fill="hold">
                            <p:stCondLst>
                              <p:cond delay="1000"/>
                            </p:stCondLst>
                            <p:childTnLst>
                              <p:par>
                                <p:cTn id="45" presetID="2" presetClass="entr" presetSubtype="8" fill="hold" grpId="0" nodeType="afterEffect">
                                  <p:stCondLst>
                                    <p:cond delay="0"/>
                                  </p:stCondLst>
                                  <p:childTnLst>
                                    <p:set>
                                      <p:cBhvr>
                                        <p:cTn id="46" dur="1" fill="hold">
                                          <p:stCondLst>
                                            <p:cond delay="0"/>
                                          </p:stCondLst>
                                        </p:cTn>
                                        <p:tgtEl>
                                          <p:spTgt spid="47131"/>
                                        </p:tgtEl>
                                        <p:attrNameLst>
                                          <p:attrName>style.visibility</p:attrName>
                                        </p:attrNameLst>
                                      </p:cBhvr>
                                      <p:to>
                                        <p:strVal val="visible"/>
                                      </p:to>
                                    </p:set>
                                    <p:anim calcmode="lin" valueType="num">
                                      <p:cBhvr additive="base">
                                        <p:cTn id="47" dur="500" fill="hold"/>
                                        <p:tgtEl>
                                          <p:spTgt spid="47131"/>
                                        </p:tgtEl>
                                        <p:attrNameLst>
                                          <p:attrName>ppt_x</p:attrName>
                                        </p:attrNameLst>
                                      </p:cBhvr>
                                      <p:tavLst>
                                        <p:tav tm="0">
                                          <p:val>
                                            <p:strVal val="0-#ppt_w/2"/>
                                          </p:val>
                                        </p:tav>
                                        <p:tav tm="100000">
                                          <p:val>
                                            <p:strVal val="#ppt_x"/>
                                          </p:val>
                                        </p:tav>
                                      </p:tavLst>
                                    </p:anim>
                                    <p:anim calcmode="lin" valueType="num">
                                      <p:cBhvr additive="base">
                                        <p:cTn id="48" dur="500" fill="hold"/>
                                        <p:tgtEl>
                                          <p:spTgt spid="47131"/>
                                        </p:tgtEl>
                                        <p:attrNameLst>
                                          <p:attrName>ppt_y</p:attrName>
                                        </p:attrNameLst>
                                      </p:cBhvr>
                                      <p:tavLst>
                                        <p:tav tm="0">
                                          <p:val>
                                            <p:strVal val="#ppt_y"/>
                                          </p:val>
                                        </p:tav>
                                        <p:tav tm="100000">
                                          <p:val>
                                            <p:strVal val="#ppt_y"/>
                                          </p:val>
                                        </p:tav>
                                      </p:tavLst>
                                    </p:anim>
                                  </p:childTnLst>
                                </p:cTn>
                              </p:par>
                            </p:childTnLst>
                          </p:cTn>
                        </p:par>
                        <p:par>
                          <p:cTn id="49" fill="hold">
                            <p:stCondLst>
                              <p:cond delay="1500"/>
                            </p:stCondLst>
                            <p:childTnLst>
                              <p:par>
                                <p:cTn id="50" presetID="3" presetClass="entr" presetSubtype="10" fill="hold" nodeType="afterEffect">
                                  <p:stCondLst>
                                    <p:cond delay="0"/>
                                  </p:stCondLst>
                                  <p:childTnLst>
                                    <p:set>
                                      <p:cBhvr>
                                        <p:cTn id="51" dur="1" fill="hold">
                                          <p:stCondLst>
                                            <p:cond delay="0"/>
                                          </p:stCondLst>
                                        </p:cTn>
                                        <p:tgtEl>
                                          <p:spTgt spid="47299"/>
                                        </p:tgtEl>
                                        <p:attrNameLst>
                                          <p:attrName>style.visibility</p:attrName>
                                        </p:attrNameLst>
                                      </p:cBhvr>
                                      <p:to>
                                        <p:strVal val="visible"/>
                                      </p:to>
                                    </p:set>
                                    <p:animEffect transition="in" filter="blinds(horizontal)">
                                      <p:cBhvr>
                                        <p:cTn id="52" dur="500"/>
                                        <p:tgtEl>
                                          <p:spTgt spid="4729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47175"/>
                                        </p:tgtEl>
                                        <p:attrNameLst>
                                          <p:attrName>style.visibility</p:attrName>
                                        </p:attrNameLst>
                                      </p:cBhvr>
                                      <p:to>
                                        <p:strVal val="visible"/>
                                      </p:to>
                                    </p:set>
                                    <p:animEffect transition="in" filter="wipe(up)">
                                      <p:cBhvr>
                                        <p:cTn id="57" dur="500"/>
                                        <p:tgtEl>
                                          <p:spTgt spid="4717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7108"/>
                                        </p:tgtEl>
                                        <p:attrNameLst>
                                          <p:attrName>style.visibility</p:attrName>
                                        </p:attrNameLst>
                                      </p:cBhvr>
                                      <p:to>
                                        <p:strVal val="visible"/>
                                      </p:to>
                                    </p:set>
                                    <p:animEffect transition="in" filter="wipe(left)">
                                      <p:cBhvr>
                                        <p:cTn id="62" dur="2000"/>
                                        <p:tgtEl>
                                          <p:spTgt spid="4710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47298"/>
                                        </p:tgtEl>
                                        <p:attrNameLst>
                                          <p:attrName>style.visibility</p:attrName>
                                        </p:attrNameLst>
                                      </p:cBhvr>
                                      <p:to>
                                        <p:strVal val="visible"/>
                                      </p:to>
                                    </p:set>
                                    <p:animEffect transition="in" filter="blinds(horizontal)">
                                      <p:cBhvr>
                                        <p:cTn id="67" dur="500"/>
                                        <p:tgtEl>
                                          <p:spTgt spid="47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31" grpId="0"/>
      <p:bldP spid="47249" grpId="0" animBg="1"/>
      <p:bldP spid="47251"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p:nvPr/>
        </p:nvSpPr>
        <p:spPr>
          <a:xfrm>
            <a:off x="827088" y="333375"/>
            <a:ext cx="1584325" cy="579438"/>
          </a:xfrm>
          <a:prstGeom prst="rect">
            <a:avLst/>
          </a:prstGeom>
          <a:no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rPr>
              <a:t>求 </a:t>
            </a:r>
            <a:r>
              <a:rPr lang="en-US" altLang="zh-CN" sz="3200" i="1" dirty="0">
                <a:solidFill>
                  <a:schemeClr val="bg1"/>
                </a:solidFill>
                <a:latin typeface="Times New Roman" panose="02020603050405020304" pitchFamily="18" charset="0"/>
                <a:ea typeface="宋体" panose="02010600030101010101" pitchFamily="2" charset="-122"/>
              </a:rPr>
              <a:t>R</a:t>
            </a:r>
            <a:r>
              <a:rPr lang="en-US" altLang="zh-CN" sz="3200" baseline="-25000" dirty="0">
                <a:solidFill>
                  <a:schemeClr val="bg1"/>
                </a:solidFill>
                <a:latin typeface="Times New Roman" panose="02020603050405020304" pitchFamily="18" charset="0"/>
                <a:ea typeface="宋体" panose="02010600030101010101" pitchFamily="2" charset="-122"/>
              </a:rPr>
              <a:t>eq</a:t>
            </a:r>
            <a:r>
              <a:rPr lang="zh-CN" altLang="en-US" sz="3200" dirty="0">
                <a:solidFill>
                  <a:schemeClr val="bg1"/>
                </a:solidFill>
                <a:latin typeface="Times New Roman" panose="02020603050405020304" pitchFamily="18" charset="0"/>
                <a:ea typeface="宋体" panose="02010600030101010101" pitchFamily="2" charset="-122"/>
              </a:rPr>
              <a:t>：</a:t>
            </a:r>
          </a:p>
        </p:txBody>
      </p:sp>
      <p:sp>
        <p:nvSpPr>
          <p:cNvPr id="46113" name="Text Box 33"/>
          <p:cNvSpPr txBox="1"/>
          <p:nvPr/>
        </p:nvSpPr>
        <p:spPr>
          <a:xfrm>
            <a:off x="4787900" y="1844675"/>
            <a:ext cx="3600450" cy="579438"/>
          </a:xfrm>
          <a:prstGeom prst="rect">
            <a:avLst/>
          </a:prstGeom>
          <a:noFill/>
          <a:ln w="19050">
            <a:noFill/>
          </a:ln>
        </p:spPr>
        <p:txBody>
          <a:bodyPr>
            <a:spAutoFit/>
          </a:bodyPr>
          <a:lstStyle/>
          <a:p>
            <a:pPr eaLnBrk="1" hangingPunct="1">
              <a:spcBef>
                <a:spcPct val="50000"/>
              </a:spcBef>
            </a:pPr>
            <a:r>
              <a:rPr lang="en-US" altLang="zh-CN" sz="3200" i="1" dirty="0">
                <a:solidFill>
                  <a:schemeClr val="bg1"/>
                </a:solidFill>
                <a:latin typeface="Times New Roman" panose="02020603050405020304" pitchFamily="18" charset="0"/>
                <a:ea typeface="宋体" panose="02010600030101010101" pitchFamily="2" charset="-122"/>
              </a:rPr>
              <a:t>R</a:t>
            </a:r>
            <a:r>
              <a:rPr lang="en-US" altLang="zh-CN" sz="3200" baseline="-25000" dirty="0">
                <a:solidFill>
                  <a:schemeClr val="bg1"/>
                </a:solidFill>
                <a:latin typeface="Times New Roman" panose="02020603050405020304" pitchFamily="18" charset="0"/>
                <a:ea typeface="宋体" panose="02010600030101010101" pitchFamily="2" charset="-122"/>
              </a:rPr>
              <a:t>eq</a:t>
            </a:r>
            <a:r>
              <a:rPr lang="en-US" altLang="zh-CN" sz="3200" dirty="0">
                <a:solidFill>
                  <a:schemeClr val="bg1"/>
                </a:solidFill>
                <a:latin typeface="Times New Roman" panose="02020603050405020304" pitchFamily="18" charset="0"/>
                <a:ea typeface="宋体" panose="02010600030101010101" pitchFamily="2" charset="-122"/>
              </a:rPr>
              <a:t>=10</a:t>
            </a:r>
            <a:r>
              <a:rPr lang="en-US" altLang="zh-CN" sz="3200" baseline="30000" dirty="0">
                <a:solidFill>
                  <a:schemeClr val="bg1"/>
                </a:solidFill>
                <a:latin typeface="Times New Roman" panose="02020603050405020304" pitchFamily="18" charset="0"/>
                <a:ea typeface="宋体" panose="02010600030101010101" pitchFamily="2" charset="-122"/>
              </a:rPr>
              <a:t>2</a:t>
            </a:r>
            <a:r>
              <a:rPr lang="en-US" altLang="zh-CN" sz="3200" dirty="0">
                <a:solidFill>
                  <a:schemeClr val="bg1"/>
                </a:solidFill>
                <a:latin typeface="Times New Roman" panose="02020603050405020304" pitchFamily="18" charset="0"/>
                <a:ea typeface="宋体" panose="02010600030101010101" pitchFamily="2" charset="-122"/>
                <a:sym typeface="Symbol" panose="05050102010706020507" pitchFamily="18" charset="2"/>
              </a:rPr>
              <a:t>1=100</a:t>
            </a:r>
            <a:endParaRPr lang="en-US" altLang="zh-CN" sz="3200" dirty="0">
              <a:solidFill>
                <a:schemeClr val="bg1"/>
              </a:solidFill>
              <a:latin typeface="Times New Roman" panose="02020603050405020304" pitchFamily="18" charset="0"/>
              <a:ea typeface="宋体" panose="02010600030101010101" pitchFamily="2" charset="-122"/>
            </a:endParaRPr>
          </a:p>
        </p:txBody>
      </p:sp>
      <p:sp>
        <p:nvSpPr>
          <p:cNvPr id="46114" name="Text Box 34"/>
          <p:cNvSpPr txBox="1"/>
          <p:nvPr/>
        </p:nvSpPr>
        <p:spPr>
          <a:xfrm>
            <a:off x="684213" y="3357563"/>
            <a:ext cx="3673475" cy="519112"/>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戴维宁等效电路：</a:t>
            </a:r>
          </a:p>
        </p:txBody>
      </p:sp>
      <p:grpSp>
        <p:nvGrpSpPr>
          <p:cNvPr id="83973" name="Group 102"/>
          <p:cNvGrpSpPr/>
          <p:nvPr/>
        </p:nvGrpSpPr>
        <p:grpSpPr>
          <a:xfrm>
            <a:off x="8316913" y="6446838"/>
            <a:ext cx="792162" cy="366712"/>
            <a:chOff x="5193" y="4020"/>
            <a:chExt cx="499" cy="231"/>
          </a:xfrm>
        </p:grpSpPr>
        <p:pic>
          <p:nvPicPr>
            <p:cNvPr id="84028" name="Picture 103"/>
            <p:cNvPicPr>
              <a:picLocks noChangeAspect="1"/>
            </p:cNvPicPr>
            <p:nvPr/>
          </p:nvPicPr>
          <p:blipFill>
            <a:blip r:embed="rId2"/>
            <a:stretch>
              <a:fillRect/>
            </a:stretch>
          </p:blipFill>
          <p:spPr>
            <a:xfrm>
              <a:off x="5193" y="4066"/>
              <a:ext cx="499" cy="181"/>
            </a:xfrm>
            <a:prstGeom prst="rect">
              <a:avLst/>
            </a:prstGeom>
            <a:noFill/>
            <a:ln w="9525">
              <a:noFill/>
            </a:ln>
          </p:spPr>
        </p:pic>
        <p:sp>
          <p:nvSpPr>
            <p:cNvPr id="84029" name="Text Box 104">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83974" name="Group 105"/>
          <p:cNvGrpSpPr/>
          <p:nvPr/>
        </p:nvGrpSpPr>
        <p:grpSpPr>
          <a:xfrm>
            <a:off x="7453313" y="6446838"/>
            <a:ext cx="792162" cy="366712"/>
            <a:chOff x="4649" y="4020"/>
            <a:chExt cx="499" cy="231"/>
          </a:xfrm>
        </p:grpSpPr>
        <p:pic>
          <p:nvPicPr>
            <p:cNvPr id="84026" name="Picture 106"/>
            <p:cNvPicPr>
              <a:picLocks noChangeAspect="1"/>
            </p:cNvPicPr>
            <p:nvPr/>
          </p:nvPicPr>
          <p:blipFill>
            <a:blip r:embed="rId2"/>
            <a:stretch>
              <a:fillRect/>
            </a:stretch>
          </p:blipFill>
          <p:spPr>
            <a:xfrm>
              <a:off x="4649" y="4066"/>
              <a:ext cx="499" cy="181"/>
            </a:xfrm>
            <a:prstGeom prst="rect">
              <a:avLst/>
            </a:prstGeom>
            <a:noFill/>
            <a:ln w="9525">
              <a:noFill/>
            </a:ln>
          </p:spPr>
        </p:pic>
        <p:sp>
          <p:nvSpPr>
            <p:cNvPr id="84027" name="Text Box 107">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83975" name="Group 154"/>
          <p:cNvGrpSpPr/>
          <p:nvPr/>
        </p:nvGrpSpPr>
        <p:grpSpPr>
          <a:xfrm>
            <a:off x="6588125" y="6446838"/>
            <a:ext cx="792163" cy="366712"/>
            <a:chOff x="4649" y="4020"/>
            <a:chExt cx="499" cy="231"/>
          </a:xfrm>
        </p:grpSpPr>
        <p:pic>
          <p:nvPicPr>
            <p:cNvPr id="84024" name="Picture 155"/>
            <p:cNvPicPr>
              <a:picLocks noChangeAspect="1"/>
            </p:cNvPicPr>
            <p:nvPr/>
          </p:nvPicPr>
          <p:blipFill>
            <a:blip r:embed="rId2"/>
            <a:stretch>
              <a:fillRect/>
            </a:stretch>
          </p:blipFill>
          <p:spPr>
            <a:xfrm>
              <a:off x="4649" y="4066"/>
              <a:ext cx="499" cy="181"/>
            </a:xfrm>
            <a:prstGeom prst="rect">
              <a:avLst/>
            </a:prstGeom>
            <a:noFill/>
            <a:ln w="9525">
              <a:noFill/>
            </a:ln>
          </p:spPr>
        </p:pic>
        <p:sp>
          <p:nvSpPr>
            <p:cNvPr id="84025" name="Text Box 156">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46249" name="Group 169"/>
          <p:cNvGrpSpPr/>
          <p:nvPr/>
        </p:nvGrpSpPr>
        <p:grpSpPr>
          <a:xfrm>
            <a:off x="684213" y="1095375"/>
            <a:ext cx="3570287" cy="1865313"/>
            <a:chOff x="431" y="690"/>
            <a:chExt cx="2249" cy="1175"/>
          </a:xfrm>
        </p:grpSpPr>
        <p:sp>
          <p:nvSpPr>
            <p:cNvPr id="83996" name="AutoShape 112"/>
            <p:cNvSpPr/>
            <p:nvPr/>
          </p:nvSpPr>
          <p:spPr>
            <a:xfrm>
              <a:off x="2064" y="1501"/>
              <a:ext cx="363" cy="91"/>
            </a:xfrm>
            <a:prstGeom prst="leftArrow">
              <a:avLst>
                <a:gd name="adj1" fmla="val 50000"/>
                <a:gd name="adj2" fmla="val 99725"/>
              </a:avLst>
            </a:prstGeom>
            <a:solidFill>
              <a:srgbClr val="3399FF"/>
            </a:solidFill>
            <a:ln w="19050" cap="flat" cmpd="sng">
              <a:solidFill>
                <a:srgbClr val="3399FF"/>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3997" name="Text Box 113"/>
            <p:cNvSpPr txBox="1"/>
            <p:nvPr/>
          </p:nvSpPr>
          <p:spPr>
            <a:xfrm>
              <a:off x="2019" y="1138"/>
              <a:ext cx="661"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R</a:t>
              </a:r>
              <a:r>
                <a:rPr lang="en-US" altLang="zh-CN" baseline="-25000" dirty="0">
                  <a:solidFill>
                    <a:schemeClr val="bg1"/>
                  </a:solidFill>
                  <a:latin typeface="Times New Roman" panose="02020603050405020304" pitchFamily="18" charset="0"/>
                  <a:ea typeface="宋体" panose="02010600030101010101" pitchFamily="2" charset="-122"/>
                </a:rPr>
                <a:t>eq</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3998" name="Text Box 115"/>
            <p:cNvSpPr txBox="1"/>
            <p:nvPr/>
          </p:nvSpPr>
          <p:spPr>
            <a:xfrm>
              <a:off x="1247" y="718"/>
              <a:ext cx="685"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 : 10</a:t>
              </a:r>
            </a:p>
          </p:txBody>
        </p:sp>
        <p:sp>
          <p:nvSpPr>
            <p:cNvPr id="83999" name="Text Box 116"/>
            <p:cNvSpPr txBox="1"/>
            <p:nvPr/>
          </p:nvSpPr>
          <p:spPr>
            <a:xfrm>
              <a:off x="749" y="690"/>
              <a:ext cx="45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4000" name="Line 117"/>
            <p:cNvSpPr/>
            <p:nvPr/>
          </p:nvSpPr>
          <p:spPr>
            <a:xfrm>
              <a:off x="431" y="1047"/>
              <a:ext cx="0" cy="817"/>
            </a:xfrm>
            <a:prstGeom prst="line">
              <a:avLst/>
            </a:prstGeom>
            <a:ln w="28575" cap="flat" cmpd="sng">
              <a:solidFill>
                <a:srgbClr val="FFCC00"/>
              </a:solidFill>
              <a:prstDash val="solid"/>
              <a:headEnd type="none" w="med" len="med"/>
              <a:tailEnd type="none" w="med" len="med"/>
            </a:ln>
          </p:spPr>
        </p:sp>
        <p:sp>
          <p:nvSpPr>
            <p:cNvPr id="84001" name="Line 118"/>
            <p:cNvSpPr/>
            <p:nvPr/>
          </p:nvSpPr>
          <p:spPr>
            <a:xfrm flipV="1">
              <a:off x="1384" y="1026"/>
              <a:ext cx="0" cy="283"/>
            </a:xfrm>
            <a:prstGeom prst="line">
              <a:avLst/>
            </a:prstGeom>
            <a:ln w="28575" cap="flat" cmpd="sng">
              <a:solidFill>
                <a:srgbClr val="FFCC00"/>
              </a:solidFill>
              <a:prstDash val="solid"/>
              <a:headEnd type="none" w="med" len="med"/>
              <a:tailEnd type="none" w="med" len="med"/>
            </a:ln>
          </p:spPr>
        </p:sp>
        <p:sp>
          <p:nvSpPr>
            <p:cNvPr id="84002" name="Line 119"/>
            <p:cNvSpPr/>
            <p:nvPr/>
          </p:nvSpPr>
          <p:spPr>
            <a:xfrm flipH="1" flipV="1">
              <a:off x="1384" y="1661"/>
              <a:ext cx="0" cy="192"/>
            </a:xfrm>
            <a:prstGeom prst="line">
              <a:avLst/>
            </a:prstGeom>
            <a:ln w="28575" cap="flat" cmpd="sng">
              <a:solidFill>
                <a:srgbClr val="FFCC00"/>
              </a:solidFill>
              <a:prstDash val="solid"/>
              <a:headEnd type="none" w="med" len="med"/>
              <a:tailEnd type="none" w="med" len="med"/>
            </a:ln>
          </p:spPr>
        </p:sp>
        <p:sp>
          <p:nvSpPr>
            <p:cNvPr id="84003" name="Line 120"/>
            <p:cNvSpPr/>
            <p:nvPr/>
          </p:nvSpPr>
          <p:spPr>
            <a:xfrm>
              <a:off x="431" y="1864"/>
              <a:ext cx="953" cy="0"/>
            </a:xfrm>
            <a:prstGeom prst="line">
              <a:avLst/>
            </a:prstGeom>
            <a:ln w="28575" cap="flat" cmpd="sng">
              <a:solidFill>
                <a:srgbClr val="FFCC00"/>
              </a:solidFill>
              <a:prstDash val="solid"/>
              <a:headEnd type="none" w="med" len="med"/>
              <a:tailEnd type="none" w="med" len="med"/>
            </a:ln>
          </p:spPr>
        </p:sp>
        <p:sp>
          <p:nvSpPr>
            <p:cNvPr id="84004" name="Text Box 121"/>
            <p:cNvSpPr txBox="1"/>
            <p:nvPr/>
          </p:nvSpPr>
          <p:spPr>
            <a:xfrm>
              <a:off x="1184" y="118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4005" name="Text Box 122"/>
            <p:cNvSpPr txBox="1"/>
            <p:nvPr/>
          </p:nvSpPr>
          <p:spPr>
            <a:xfrm>
              <a:off x="1728" y="118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4006" name="Line 123"/>
            <p:cNvSpPr/>
            <p:nvPr/>
          </p:nvSpPr>
          <p:spPr>
            <a:xfrm>
              <a:off x="1746" y="1842"/>
              <a:ext cx="681" cy="0"/>
            </a:xfrm>
            <a:prstGeom prst="line">
              <a:avLst/>
            </a:prstGeom>
            <a:ln w="28575" cap="flat" cmpd="sng">
              <a:solidFill>
                <a:srgbClr val="FFCC00"/>
              </a:solidFill>
              <a:prstDash val="solid"/>
              <a:headEnd type="none" w="med" len="med"/>
              <a:tailEnd type="none" w="med" len="med"/>
            </a:ln>
          </p:spPr>
        </p:sp>
        <p:sp>
          <p:nvSpPr>
            <p:cNvPr id="84007" name="Line 124"/>
            <p:cNvSpPr/>
            <p:nvPr/>
          </p:nvSpPr>
          <p:spPr>
            <a:xfrm>
              <a:off x="1746" y="1026"/>
              <a:ext cx="681" cy="0"/>
            </a:xfrm>
            <a:prstGeom prst="line">
              <a:avLst/>
            </a:prstGeom>
            <a:ln w="28575" cap="flat" cmpd="sng">
              <a:solidFill>
                <a:srgbClr val="FFCC00"/>
              </a:solidFill>
              <a:prstDash val="solid"/>
              <a:headEnd type="none" w="med" len="med"/>
              <a:tailEnd type="none" w="med" len="med"/>
            </a:ln>
          </p:spPr>
        </p:sp>
        <p:sp>
          <p:nvSpPr>
            <p:cNvPr id="84008" name="Line 125"/>
            <p:cNvSpPr/>
            <p:nvPr/>
          </p:nvSpPr>
          <p:spPr>
            <a:xfrm flipV="1">
              <a:off x="431" y="1048"/>
              <a:ext cx="953" cy="0"/>
            </a:xfrm>
            <a:prstGeom prst="line">
              <a:avLst/>
            </a:prstGeom>
            <a:ln w="28575" cap="flat" cmpd="sng">
              <a:solidFill>
                <a:srgbClr val="FFCC00"/>
              </a:solidFill>
              <a:prstDash val="solid"/>
              <a:headEnd type="none" w="med" len="med"/>
              <a:tailEnd type="none" w="med" len="med"/>
            </a:ln>
          </p:spPr>
        </p:sp>
        <p:sp>
          <p:nvSpPr>
            <p:cNvPr id="84009" name="Line 134"/>
            <p:cNvSpPr/>
            <p:nvPr/>
          </p:nvSpPr>
          <p:spPr>
            <a:xfrm flipH="1" flipV="1">
              <a:off x="1746" y="1661"/>
              <a:ext cx="0" cy="192"/>
            </a:xfrm>
            <a:prstGeom prst="line">
              <a:avLst/>
            </a:prstGeom>
            <a:ln w="28575" cap="flat" cmpd="sng">
              <a:solidFill>
                <a:srgbClr val="FFCC00"/>
              </a:solidFill>
              <a:prstDash val="solid"/>
              <a:headEnd type="none" w="med" len="med"/>
              <a:tailEnd type="none" w="med" len="med"/>
            </a:ln>
          </p:spPr>
        </p:sp>
        <p:sp>
          <p:nvSpPr>
            <p:cNvPr id="84010" name="Line 135"/>
            <p:cNvSpPr/>
            <p:nvPr/>
          </p:nvSpPr>
          <p:spPr>
            <a:xfrm flipH="1" flipV="1">
              <a:off x="1746" y="1026"/>
              <a:ext cx="0" cy="283"/>
            </a:xfrm>
            <a:prstGeom prst="line">
              <a:avLst/>
            </a:prstGeom>
            <a:ln w="28575" cap="flat" cmpd="sng">
              <a:solidFill>
                <a:srgbClr val="FFCC00"/>
              </a:solidFill>
              <a:prstDash val="solid"/>
              <a:headEnd type="none" w="med" len="med"/>
              <a:tailEnd type="none" w="med" len="med"/>
            </a:ln>
          </p:spPr>
        </p:sp>
        <p:sp>
          <p:nvSpPr>
            <p:cNvPr id="84011" name="Rectangle 136"/>
            <p:cNvSpPr/>
            <p:nvPr/>
          </p:nvSpPr>
          <p:spPr>
            <a:xfrm>
              <a:off x="795" y="98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84012" name="Group 157"/>
            <p:cNvGrpSpPr/>
            <p:nvPr/>
          </p:nvGrpSpPr>
          <p:grpSpPr>
            <a:xfrm>
              <a:off x="1655" y="1298"/>
              <a:ext cx="91" cy="363"/>
              <a:chOff x="1565" y="2614"/>
              <a:chExt cx="90" cy="486"/>
            </a:xfrm>
          </p:grpSpPr>
          <p:sp>
            <p:nvSpPr>
              <p:cNvPr id="84020" name="Arc 15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4021" name="Arc 15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4022" name="Arc 16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4023" name="Arc 16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84013" name="Group 162"/>
            <p:cNvGrpSpPr/>
            <p:nvPr/>
          </p:nvGrpSpPr>
          <p:grpSpPr>
            <a:xfrm rot="10800000">
              <a:off x="1383" y="1298"/>
              <a:ext cx="90" cy="363"/>
              <a:chOff x="1565" y="2614"/>
              <a:chExt cx="90" cy="486"/>
            </a:xfrm>
          </p:grpSpPr>
          <p:sp>
            <p:nvSpPr>
              <p:cNvPr id="84016" name="Arc 16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4017" name="Arc 16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4018" name="Arc 16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4019" name="Arc 16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84014" name="Oval 167"/>
            <p:cNvSpPr/>
            <p:nvPr/>
          </p:nvSpPr>
          <p:spPr>
            <a:xfrm>
              <a:off x="2426" y="1797"/>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4015" name="Oval 168"/>
            <p:cNvSpPr/>
            <p:nvPr/>
          </p:nvSpPr>
          <p:spPr>
            <a:xfrm>
              <a:off x="2426" y="981"/>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grpSp>
        <p:nvGrpSpPr>
          <p:cNvPr id="46253" name="Group 173"/>
          <p:cNvGrpSpPr/>
          <p:nvPr/>
        </p:nvGrpSpPr>
        <p:grpSpPr>
          <a:xfrm>
            <a:off x="522288" y="3860800"/>
            <a:ext cx="3841750" cy="2232025"/>
            <a:chOff x="329" y="2432"/>
            <a:chExt cx="2420" cy="1406"/>
          </a:xfrm>
        </p:grpSpPr>
        <p:grpSp>
          <p:nvGrpSpPr>
            <p:cNvPr id="83982" name="Group 138"/>
            <p:cNvGrpSpPr/>
            <p:nvPr/>
          </p:nvGrpSpPr>
          <p:grpSpPr>
            <a:xfrm>
              <a:off x="329" y="2432"/>
              <a:ext cx="2420" cy="1406"/>
              <a:chOff x="192" y="2024"/>
              <a:chExt cx="2420" cy="1406"/>
            </a:xfrm>
          </p:grpSpPr>
          <p:sp>
            <p:nvSpPr>
              <p:cNvPr id="83984" name="Text Box 139"/>
              <p:cNvSpPr txBox="1"/>
              <p:nvPr/>
            </p:nvSpPr>
            <p:spPr>
              <a:xfrm>
                <a:off x="2290" y="2387"/>
                <a:ext cx="26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3985" name="Text Box 140"/>
              <p:cNvSpPr txBox="1"/>
              <p:nvPr/>
            </p:nvSpPr>
            <p:spPr>
              <a:xfrm>
                <a:off x="2290" y="3067"/>
                <a:ext cx="260"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83986" name="Object 141"/>
              <p:cNvGraphicFramePr>
                <a:graphicFrameLocks noChangeAspect="1"/>
              </p:cNvGraphicFramePr>
              <p:nvPr/>
            </p:nvGraphicFramePr>
            <p:xfrm>
              <a:off x="2363" y="2693"/>
              <a:ext cx="249" cy="451"/>
            </p:xfrm>
            <a:graphic>
              <a:graphicData uri="http://schemas.openxmlformats.org/presentationml/2006/ole">
                <mc:AlternateContent xmlns:mc="http://schemas.openxmlformats.org/markup-compatibility/2006">
                  <mc:Choice xmlns:v="urn:schemas-microsoft-com:vml" Requires="v">
                    <p:oleObj r:id="rId3" imgW="208280" imgH="349250" progId="Equation.3">
                      <p:embed/>
                    </p:oleObj>
                  </mc:Choice>
                  <mc:Fallback>
                    <p:oleObj r:id="rId3" imgW="208280" imgH="349250" progId="Equation.3">
                      <p:embed/>
                      <p:pic>
                        <p:nvPicPr>
                          <p:cNvPr id="0" name="图片 3366"/>
                          <p:cNvPicPr/>
                          <p:nvPr/>
                        </p:nvPicPr>
                        <p:blipFill>
                          <a:blip r:embed="rId4">
                            <a:clrChange>
                              <a:clrFrom>
                                <a:srgbClr val="000000"/>
                              </a:clrFrom>
                              <a:clrTo>
                                <a:srgbClr val="FFFFFF"/>
                              </a:clrTo>
                            </a:clrChange>
                          </a:blip>
                          <a:stretch>
                            <a:fillRect/>
                          </a:stretch>
                        </p:blipFill>
                        <p:spPr>
                          <a:xfrm>
                            <a:off x="2363" y="2693"/>
                            <a:ext cx="249" cy="451"/>
                          </a:xfrm>
                          <a:prstGeom prst="rect">
                            <a:avLst/>
                          </a:prstGeom>
                          <a:noFill/>
                          <a:ln w="38100">
                            <a:noFill/>
                            <a:miter/>
                          </a:ln>
                        </p:spPr>
                      </p:pic>
                    </p:oleObj>
                  </mc:Fallback>
                </mc:AlternateContent>
              </a:graphicData>
            </a:graphic>
          </p:graphicFrame>
          <p:graphicFrame>
            <p:nvGraphicFramePr>
              <p:cNvPr id="83987" name="Object 142"/>
              <p:cNvGraphicFramePr>
                <a:graphicFrameLocks noChangeAspect="1"/>
              </p:cNvGraphicFramePr>
              <p:nvPr/>
            </p:nvGraphicFramePr>
            <p:xfrm>
              <a:off x="192" y="2773"/>
              <a:ext cx="709" cy="296"/>
            </p:xfrm>
            <a:graphic>
              <a:graphicData uri="http://schemas.openxmlformats.org/presentationml/2006/ole">
                <mc:AlternateContent xmlns:mc="http://schemas.openxmlformats.org/markup-compatibility/2006">
                  <mc:Choice xmlns:v="urn:schemas-microsoft-com:vml" Requires="v">
                    <p:oleObj r:id="rId5" imgW="647065" imgH="245110" progId="Equation.3">
                      <p:embed/>
                    </p:oleObj>
                  </mc:Choice>
                  <mc:Fallback>
                    <p:oleObj r:id="rId5" imgW="647065" imgH="245110" progId="Equation.3">
                      <p:embed/>
                      <p:pic>
                        <p:nvPicPr>
                          <p:cNvPr id="0" name="图片 3364"/>
                          <p:cNvPicPr/>
                          <p:nvPr/>
                        </p:nvPicPr>
                        <p:blipFill>
                          <a:blip r:embed="rId6">
                            <a:clrChange>
                              <a:clrFrom>
                                <a:srgbClr val="000000"/>
                              </a:clrFrom>
                              <a:clrTo>
                                <a:srgbClr val="FFFFFF"/>
                              </a:clrTo>
                            </a:clrChange>
                          </a:blip>
                          <a:stretch>
                            <a:fillRect/>
                          </a:stretch>
                        </p:blipFill>
                        <p:spPr>
                          <a:xfrm>
                            <a:off x="192" y="2773"/>
                            <a:ext cx="709" cy="296"/>
                          </a:xfrm>
                          <a:prstGeom prst="rect">
                            <a:avLst/>
                          </a:prstGeom>
                          <a:noFill/>
                          <a:ln w="38100">
                            <a:noFill/>
                            <a:miter/>
                          </a:ln>
                        </p:spPr>
                      </p:pic>
                    </p:oleObj>
                  </mc:Fallback>
                </mc:AlternateContent>
              </a:graphicData>
            </a:graphic>
          </p:graphicFrame>
          <p:sp>
            <p:nvSpPr>
              <p:cNvPr id="83988" name="Text Box 143"/>
              <p:cNvSpPr txBox="1"/>
              <p:nvPr/>
            </p:nvSpPr>
            <p:spPr>
              <a:xfrm>
                <a:off x="1474" y="2024"/>
                <a:ext cx="676"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100</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3989" name="Text Box 144"/>
              <p:cNvSpPr txBox="1"/>
              <p:nvPr/>
            </p:nvSpPr>
            <p:spPr>
              <a:xfrm>
                <a:off x="1701" y="2750"/>
                <a:ext cx="671" cy="327"/>
              </a:xfrm>
              <a:prstGeom prst="rect">
                <a:avLst/>
              </a:prstGeom>
              <a:noFill/>
              <a:ln w="1905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50</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3990" name="Oval 145"/>
              <p:cNvSpPr/>
              <p:nvPr/>
            </p:nvSpPr>
            <p:spPr>
              <a:xfrm>
                <a:off x="975" y="270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sp>
            <p:nvSpPr>
              <p:cNvPr id="83991" name="Text Box 146"/>
              <p:cNvSpPr txBox="1"/>
              <p:nvPr/>
            </p:nvSpPr>
            <p:spPr>
              <a:xfrm>
                <a:off x="1156" y="2387"/>
                <a:ext cx="218"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3992" name="Text Box 147"/>
              <p:cNvSpPr txBox="1"/>
              <p:nvPr/>
            </p:nvSpPr>
            <p:spPr>
              <a:xfrm>
                <a:off x="1156" y="3022"/>
                <a:ext cx="204"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3993" name="Rectangle 148"/>
              <p:cNvSpPr/>
              <p:nvPr/>
            </p:nvSpPr>
            <p:spPr>
              <a:xfrm>
                <a:off x="1156" y="2387"/>
                <a:ext cx="1089" cy="1043"/>
              </a:xfrm>
              <a:prstGeom prst="rect">
                <a:avLst/>
              </a:prstGeom>
              <a:noFill/>
              <a:ln w="28575" cap="flat" cmpd="sng">
                <a:solidFill>
                  <a:srgbClr val="FFCC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3994" name="Rectangle 149"/>
              <p:cNvSpPr/>
              <p:nvPr/>
            </p:nvSpPr>
            <p:spPr>
              <a:xfrm>
                <a:off x="2199" y="270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3995" name="Rectangle 150"/>
              <p:cNvSpPr/>
              <p:nvPr/>
            </p:nvSpPr>
            <p:spPr>
              <a:xfrm>
                <a:off x="1564" y="234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sp>
          <p:nvSpPr>
            <p:cNvPr id="83983" name="Line 170"/>
            <p:cNvSpPr/>
            <p:nvPr/>
          </p:nvSpPr>
          <p:spPr>
            <a:xfrm>
              <a:off x="630" y="3430"/>
              <a:ext cx="182" cy="0"/>
            </a:xfrm>
            <a:prstGeom prst="line">
              <a:avLst/>
            </a:prstGeom>
            <a:ln w="9525" cap="flat" cmpd="sng">
              <a:solidFill>
                <a:schemeClr val="bg1"/>
              </a:solidFill>
              <a:prstDash val="solid"/>
              <a:headEnd type="none" w="med" len="med"/>
              <a:tailEnd type="none" w="med" len="med"/>
            </a:ln>
          </p:spPr>
        </p:sp>
      </p:grpSp>
      <p:grpSp>
        <p:nvGrpSpPr>
          <p:cNvPr id="46254" name="Group 174"/>
          <p:cNvGrpSpPr/>
          <p:nvPr/>
        </p:nvGrpSpPr>
        <p:grpSpPr>
          <a:xfrm>
            <a:off x="3919538" y="3213100"/>
            <a:ext cx="4814887" cy="939800"/>
            <a:chOff x="2469" y="2024"/>
            <a:chExt cx="3033" cy="592"/>
          </a:xfrm>
        </p:grpSpPr>
        <p:graphicFrame>
          <p:nvGraphicFramePr>
            <p:cNvPr id="83979" name="Object 53"/>
            <p:cNvGraphicFramePr>
              <a:graphicFrameLocks noChangeAspect="1"/>
            </p:cNvGraphicFramePr>
            <p:nvPr/>
          </p:nvGraphicFramePr>
          <p:xfrm>
            <a:off x="2469" y="2024"/>
            <a:ext cx="3033" cy="592"/>
          </p:xfrm>
          <a:graphic>
            <a:graphicData uri="http://schemas.openxmlformats.org/presentationml/2006/ole">
              <mc:AlternateContent xmlns:mc="http://schemas.openxmlformats.org/markup-compatibility/2006">
                <mc:Choice xmlns:v="urn:schemas-microsoft-com:vml" Requires="v">
                  <p:oleObj r:id="rId7" imgW="2341880" imgH="461010" progId="Equation.3">
                    <p:embed/>
                  </p:oleObj>
                </mc:Choice>
                <mc:Fallback>
                  <p:oleObj r:id="rId7" imgW="2341880" imgH="461010" progId="Equation.3">
                    <p:embed/>
                    <p:pic>
                      <p:nvPicPr>
                        <p:cNvPr id="0" name="图片 3365"/>
                        <p:cNvPicPr/>
                        <p:nvPr/>
                      </p:nvPicPr>
                      <p:blipFill>
                        <a:blip r:embed="rId8">
                          <a:clrChange>
                            <a:clrFrom>
                              <a:srgbClr val="000000"/>
                            </a:clrFrom>
                            <a:clrTo>
                              <a:srgbClr val="FFFFFF"/>
                            </a:clrTo>
                          </a:clrChange>
                        </a:blip>
                        <a:stretch>
                          <a:fillRect/>
                        </a:stretch>
                      </p:blipFill>
                      <p:spPr>
                        <a:xfrm>
                          <a:off x="2469" y="2024"/>
                          <a:ext cx="3033" cy="592"/>
                        </a:xfrm>
                        <a:prstGeom prst="rect">
                          <a:avLst/>
                        </a:prstGeom>
                        <a:noFill/>
                        <a:ln w="38100">
                          <a:noFill/>
                          <a:miter/>
                        </a:ln>
                      </p:spPr>
                    </p:pic>
                  </p:oleObj>
                </mc:Fallback>
              </mc:AlternateContent>
            </a:graphicData>
          </a:graphic>
        </p:graphicFrame>
        <p:sp>
          <p:nvSpPr>
            <p:cNvPr id="83980" name="Line 171"/>
            <p:cNvSpPr/>
            <p:nvPr/>
          </p:nvSpPr>
          <p:spPr>
            <a:xfrm>
              <a:off x="5021" y="2441"/>
              <a:ext cx="182" cy="0"/>
            </a:xfrm>
            <a:prstGeom prst="line">
              <a:avLst/>
            </a:prstGeom>
            <a:ln w="9525" cap="flat" cmpd="sng">
              <a:solidFill>
                <a:schemeClr val="bg1"/>
              </a:solidFill>
              <a:prstDash val="solid"/>
              <a:headEnd type="none" w="med" len="med"/>
              <a:tailEnd type="none" w="med" len="med"/>
            </a:ln>
          </p:spPr>
        </p:sp>
        <p:sp>
          <p:nvSpPr>
            <p:cNvPr id="83981" name="Line 172"/>
            <p:cNvSpPr/>
            <p:nvPr/>
          </p:nvSpPr>
          <p:spPr>
            <a:xfrm>
              <a:off x="3361" y="2296"/>
              <a:ext cx="272"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slide(fromTop)">
                                      <p:cBhvr>
                                        <p:cTn id="7" dur="500"/>
                                        <p:tgtEl>
                                          <p:spTgt spid="4608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249"/>
                                        </p:tgtEl>
                                        <p:attrNameLst>
                                          <p:attrName>style.visibility</p:attrName>
                                        </p:attrNameLst>
                                      </p:cBhvr>
                                      <p:to>
                                        <p:strVal val="visible"/>
                                      </p:to>
                                    </p:set>
                                    <p:animEffect transition="in" filter="blinds(horizontal)">
                                      <p:cBhvr>
                                        <p:cTn id="12" dur="500"/>
                                        <p:tgtEl>
                                          <p:spTgt spid="4624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6113"/>
                                        </p:tgtEl>
                                        <p:attrNameLst>
                                          <p:attrName>style.visibility</p:attrName>
                                        </p:attrNameLst>
                                      </p:cBhvr>
                                      <p:to>
                                        <p:strVal val="visible"/>
                                      </p:to>
                                    </p:set>
                                    <p:anim calcmode="lin" valueType="num">
                                      <p:cBhvr additive="base">
                                        <p:cTn id="17" dur="500" fill="hold"/>
                                        <p:tgtEl>
                                          <p:spTgt spid="46113"/>
                                        </p:tgtEl>
                                        <p:attrNameLst>
                                          <p:attrName>ppt_x</p:attrName>
                                        </p:attrNameLst>
                                      </p:cBhvr>
                                      <p:tavLst>
                                        <p:tav tm="0">
                                          <p:val>
                                            <p:strVal val="1+#ppt_w/2"/>
                                          </p:val>
                                        </p:tav>
                                        <p:tav tm="100000">
                                          <p:val>
                                            <p:strVal val="#ppt_x"/>
                                          </p:val>
                                        </p:tav>
                                      </p:tavLst>
                                    </p:anim>
                                    <p:anim calcmode="lin" valueType="num">
                                      <p:cBhvr additive="base">
                                        <p:cTn id="18" dur="500" fill="hold"/>
                                        <p:tgtEl>
                                          <p:spTgt spid="461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6114"/>
                                        </p:tgtEl>
                                        <p:attrNameLst>
                                          <p:attrName>style.visibility</p:attrName>
                                        </p:attrNameLst>
                                      </p:cBhvr>
                                      <p:to>
                                        <p:strVal val="visible"/>
                                      </p:to>
                                    </p:set>
                                    <p:animEffect transition="in" filter="wipe(left)">
                                      <p:cBhvr>
                                        <p:cTn id="23" dur="2000"/>
                                        <p:tgtEl>
                                          <p:spTgt spid="46114"/>
                                        </p:tgtEl>
                                      </p:cBhvr>
                                    </p:animEffect>
                                  </p:childTnLst>
                                </p:cTn>
                              </p:par>
                            </p:childTnLst>
                          </p:cTn>
                        </p:par>
                        <p:par>
                          <p:cTn id="24" fill="hold">
                            <p:stCondLst>
                              <p:cond delay="2000"/>
                            </p:stCondLst>
                            <p:childTnLst>
                              <p:par>
                                <p:cTn id="25" presetID="3" presetClass="entr" presetSubtype="10" fill="hold" nodeType="afterEffect">
                                  <p:stCondLst>
                                    <p:cond delay="0"/>
                                  </p:stCondLst>
                                  <p:childTnLst>
                                    <p:set>
                                      <p:cBhvr>
                                        <p:cTn id="26" dur="1" fill="hold">
                                          <p:stCondLst>
                                            <p:cond delay="0"/>
                                          </p:stCondLst>
                                        </p:cTn>
                                        <p:tgtEl>
                                          <p:spTgt spid="46253"/>
                                        </p:tgtEl>
                                        <p:attrNameLst>
                                          <p:attrName>style.visibility</p:attrName>
                                        </p:attrNameLst>
                                      </p:cBhvr>
                                      <p:to>
                                        <p:strVal val="visible"/>
                                      </p:to>
                                    </p:set>
                                    <p:animEffect transition="in" filter="blinds(horizontal)">
                                      <p:cBhvr>
                                        <p:cTn id="27" dur="500"/>
                                        <p:tgtEl>
                                          <p:spTgt spid="4625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6254"/>
                                        </p:tgtEl>
                                        <p:attrNameLst>
                                          <p:attrName>style.visibility</p:attrName>
                                        </p:attrNameLst>
                                      </p:cBhvr>
                                      <p:to>
                                        <p:strVal val="visible"/>
                                      </p:to>
                                    </p:set>
                                    <p:animEffect transition="in" filter="wipe(left)">
                                      <p:cBhvr>
                                        <p:cTn id="32" dur="1000"/>
                                        <p:tgtEl>
                                          <p:spTgt spid="46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46113" grpId="0"/>
      <p:bldP spid="4611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802" name="Group 194"/>
          <p:cNvGrpSpPr/>
          <p:nvPr/>
        </p:nvGrpSpPr>
        <p:grpSpPr>
          <a:xfrm>
            <a:off x="5191125" y="3500438"/>
            <a:ext cx="3384550" cy="1563687"/>
            <a:chOff x="3270" y="2205"/>
            <a:chExt cx="2132" cy="985"/>
          </a:xfrm>
        </p:grpSpPr>
        <p:graphicFrame>
          <p:nvGraphicFramePr>
            <p:cNvPr id="85074" name="Object 144"/>
            <p:cNvGraphicFramePr>
              <a:graphicFrameLocks noChangeAspect="1"/>
            </p:cNvGraphicFramePr>
            <p:nvPr/>
          </p:nvGraphicFramePr>
          <p:xfrm>
            <a:off x="4944" y="2568"/>
            <a:ext cx="458" cy="283"/>
          </p:xfrm>
          <a:graphic>
            <a:graphicData uri="http://schemas.openxmlformats.org/presentationml/2006/ole">
              <mc:AlternateContent xmlns:mc="http://schemas.openxmlformats.org/markup-compatibility/2006">
                <mc:Choice xmlns:v="urn:schemas-microsoft-com:vml" Requires="v">
                  <p:oleObj r:id="rId2" imgW="371475" imgH="208280" progId="Equation.3">
                    <p:embed/>
                  </p:oleObj>
                </mc:Choice>
                <mc:Fallback>
                  <p:oleObj r:id="rId2" imgW="371475" imgH="208280" progId="Equation.3">
                    <p:embed/>
                    <p:pic>
                      <p:nvPicPr>
                        <p:cNvPr id="0" name="图片 3367"/>
                        <p:cNvPicPr/>
                        <p:nvPr/>
                      </p:nvPicPr>
                      <p:blipFill>
                        <a:blip r:embed="rId3">
                          <a:clrChange>
                            <a:clrFrom>
                              <a:srgbClr val="000000"/>
                            </a:clrFrom>
                            <a:clrTo>
                              <a:srgbClr val="FFFFFF"/>
                            </a:clrTo>
                          </a:clrChange>
                        </a:blip>
                        <a:stretch>
                          <a:fillRect/>
                        </a:stretch>
                      </p:blipFill>
                      <p:spPr>
                        <a:xfrm>
                          <a:off x="4944" y="2568"/>
                          <a:ext cx="458" cy="283"/>
                        </a:xfrm>
                        <a:prstGeom prst="rect">
                          <a:avLst/>
                        </a:prstGeom>
                        <a:noFill/>
                        <a:ln w="38100">
                          <a:noFill/>
                          <a:miter/>
                        </a:ln>
                      </p:spPr>
                    </p:pic>
                  </p:oleObj>
                </mc:Fallback>
              </mc:AlternateContent>
            </a:graphicData>
          </a:graphic>
        </p:graphicFrame>
        <p:sp>
          <p:nvSpPr>
            <p:cNvPr id="85075" name="Line 145"/>
            <p:cNvSpPr/>
            <p:nvPr/>
          </p:nvSpPr>
          <p:spPr>
            <a:xfrm>
              <a:off x="3787" y="2296"/>
              <a:ext cx="0" cy="862"/>
            </a:xfrm>
            <a:prstGeom prst="line">
              <a:avLst/>
            </a:prstGeom>
            <a:ln w="28575" cap="flat" cmpd="sng">
              <a:solidFill>
                <a:srgbClr val="FFCC00"/>
              </a:solidFill>
              <a:prstDash val="solid"/>
              <a:headEnd type="none" w="med" len="med"/>
              <a:tailEnd type="none" w="med" len="med"/>
            </a:ln>
          </p:spPr>
        </p:sp>
        <p:sp>
          <p:nvSpPr>
            <p:cNvPr id="85076" name="Text Box 147"/>
            <p:cNvSpPr txBox="1"/>
            <p:nvPr/>
          </p:nvSpPr>
          <p:spPr>
            <a:xfrm>
              <a:off x="3980" y="2297"/>
              <a:ext cx="578"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1.5</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5077" name="Line 149"/>
            <p:cNvSpPr/>
            <p:nvPr/>
          </p:nvSpPr>
          <p:spPr>
            <a:xfrm>
              <a:off x="3787" y="2711"/>
              <a:ext cx="0" cy="363"/>
            </a:xfrm>
            <a:prstGeom prst="line">
              <a:avLst/>
            </a:prstGeom>
            <a:ln w="28575" cap="flat" cmpd="sng">
              <a:solidFill>
                <a:srgbClr val="00FFFF"/>
              </a:solidFill>
              <a:prstDash val="solid"/>
              <a:headEnd type="none" w="med" len="med"/>
              <a:tailEnd type="triangle" w="med" len="med"/>
            </a:ln>
          </p:spPr>
        </p:sp>
        <p:sp>
          <p:nvSpPr>
            <p:cNvPr id="85078" name="Line 150"/>
            <p:cNvSpPr/>
            <p:nvPr/>
          </p:nvSpPr>
          <p:spPr>
            <a:xfrm>
              <a:off x="4876" y="2296"/>
              <a:ext cx="0" cy="862"/>
            </a:xfrm>
            <a:prstGeom prst="line">
              <a:avLst/>
            </a:prstGeom>
            <a:ln w="28575" cap="flat" cmpd="sng">
              <a:solidFill>
                <a:srgbClr val="FFCC00"/>
              </a:solidFill>
              <a:prstDash val="solid"/>
              <a:headEnd type="none" w="med" len="med"/>
              <a:tailEnd type="none" w="med" len="med"/>
            </a:ln>
          </p:spPr>
        </p:sp>
        <p:sp>
          <p:nvSpPr>
            <p:cNvPr id="85079" name="Text Box 151"/>
            <p:cNvSpPr txBox="1"/>
            <p:nvPr/>
          </p:nvSpPr>
          <p:spPr>
            <a:xfrm>
              <a:off x="4558" y="2886"/>
              <a:ext cx="363" cy="250"/>
            </a:xfrm>
            <a:prstGeom prst="rect">
              <a:avLst/>
            </a:prstGeom>
            <a:noFill/>
            <a:ln w="38100">
              <a:noFill/>
            </a:ln>
          </p:spPr>
          <p:txBody>
            <a:bodyPr>
              <a:spAutoFit/>
            </a:bodyPr>
            <a:lstStyle/>
            <a:p>
              <a:pPr eaLnBrk="1" hangingPunct="1">
                <a:spcBef>
                  <a:spcPct val="50000"/>
                </a:spcBef>
              </a:pPr>
              <a:r>
                <a:rPr lang="zh-CN" altLang="en-US" sz="2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000" dirty="0">
                <a:solidFill>
                  <a:schemeClr val="bg1"/>
                </a:solidFill>
                <a:latin typeface="Times New Roman" panose="02020603050405020304" pitchFamily="18" charset="0"/>
                <a:ea typeface="宋体" panose="02010600030101010101" pitchFamily="2" charset="-122"/>
              </a:endParaRPr>
            </a:p>
          </p:txBody>
        </p:sp>
        <p:sp>
          <p:nvSpPr>
            <p:cNvPr id="85080" name="Text Box 152"/>
            <p:cNvSpPr txBox="1"/>
            <p:nvPr/>
          </p:nvSpPr>
          <p:spPr>
            <a:xfrm>
              <a:off x="4513" y="2251"/>
              <a:ext cx="272"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85081" name="Object 153"/>
            <p:cNvGraphicFramePr>
              <a:graphicFrameLocks noChangeAspect="1"/>
            </p:cNvGraphicFramePr>
            <p:nvPr/>
          </p:nvGraphicFramePr>
          <p:xfrm>
            <a:off x="3832" y="2711"/>
            <a:ext cx="454" cy="304"/>
          </p:xfrm>
          <a:graphic>
            <a:graphicData uri="http://schemas.openxmlformats.org/presentationml/2006/ole">
              <mc:AlternateContent xmlns:mc="http://schemas.openxmlformats.org/markup-compatibility/2006">
                <mc:Choice xmlns:v="urn:schemas-microsoft-com:vml" Requires="v">
                  <p:oleObj r:id="rId4" imgW="349250" imgH="260350" progId="Equation.3">
                    <p:embed/>
                  </p:oleObj>
                </mc:Choice>
                <mc:Fallback>
                  <p:oleObj r:id="rId4" imgW="349250" imgH="260350" progId="Equation.3">
                    <p:embed/>
                    <p:pic>
                      <p:nvPicPr>
                        <p:cNvPr id="0" name="图片 3372"/>
                        <p:cNvPicPr/>
                        <p:nvPr/>
                      </p:nvPicPr>
                      <p:blipFill>
                        <a:blip r:embed="rId5">
                          <a:clrChange>
                            <a:clrFrom>
                              <a:srgbClr val="000000"/>
                            </a:clrFrom>
                            <a:clrTo>
                              <a:srgbClr val="FFFFFF"/>
                            </a:clrTo>
                          </a:clrChange>
                        </a:blip>
                        <a:stretch>
                          <a:fillRect/>
                        </a:stretch>
                      </p:blipFill>
                      <p:spPr>
                        <a:xfrm>
                          <a:off x="3832" y="2711"/>
                          <a:ext cx="454" cy="304"/>
                        </a:xfrm>
                        <a:prstGeom prst="rect">
                          <a:avLst/>
                        </a:prstGeom>
                        <a:noFill/>
                        <a:ln w="38100">
                          <a:noFill/>
                          <a:miter/>
                        </a:ln>
                      </p:spPr>
                    </p:pic>
                  </p:oleObj>
                </mc:Fallback>
              </mc:AlternateContent>
            </a:graphicData>
          </a:graphic>
        </p:graphicFrame>
        <p:graphicFrame>
          <p:nvGraphicFramePr>
            <p:cNvPr id="85082" name="Object 154"/>
            <p:cNvGraphicFramePr>
              <a:graphicFrameLocks noChangeAspect="1"/>
            </p:cNvGraphicFramePr>
            <p:nvPr/>
          </p:nvGraphicFramePr>
          <p:xfrm>
            <a:off x="4520" y="2569"/>
            <a:ext cx="310" cy="308"/>
          </p:xfrm>
          <a:graphic>
            <a:graphicData uri="http://schemas.openxmlformats.org/presentationml/2006/ole">
              <mc:AlternateContent xmlns:mc="http://schemas.openxmlformats.org/markup-compatibility/2006">
                <mc:Choice xmlns:v="urn:schemas-microsoft-com:vml" Requires="v">
                  <p:oleObj r:id="rId6" imgW="260350" imgH="260350" progId="Equation.3">
                    <p:embed/>
                  </p:oleObj>
                </mc:Choice>
                <mc:Fallback>
                  <p:oleObj r:id="rId6" imgW="260350" imgH="260350" progId="Equation.3">
                    <p:embed/>
                    <p:pic>
                      <p:nvPicPr>
                        <p:cNvPr id="0" name="图片 3374"/>
                        <p:cNvPicPr/>
                        <p:nvPr/>
                      </p:nvPicPr>
                      <p:blipFill>
                        <a:blip r:embed="rId7">
                          <a:clrChange>
                            <a:clrFrom>
                              <a:srgbClr val="000000"/>
                            </a:clrFrom>
                            <a:clrTo>
                              <a:srgbClr val="FFFFFF"/>
                            </a:clrTo>
                          </a:clrChange>
                        </a:blip>
                        <a:stretch>
                          <a:fillRect/>
                        </a:stretch>
                      </p:blipFill>
                      <p:spPr>
                        <a:xfrm>
                          <a:off x="4520" y="2569"/>
                          <a:ext cx="310" cy="308"/>
                        </a:xfrm>
                        <a:prstGeom prst="rect">
                          <a:avLst/>
                        </a:prstGeom>
                        <a:noFill/>
                        <a:ln w="38100">
                          <a:noFill/>
                          <a:miter/>
                        </a:ln>
                      </p:spPr>
                    </p:pic>
                  </p:oleObj>
                </mc:Fallback>
              </mc:AlternateContent>
            </a:graphicData>
          </a:graphic>
        </p:graphicFrame>
        <p:sp>
          <p:nvSpPr>
            <p:cNvPr id="85083" name="Line 156"/>
            <p:cNvSpPr/>
            <p:nvPr/>
          </p:nvSpPr>
          <p:spPr>
            <a:xfrm flipV="1">
              <a:off x="3334" y="3158"/>
              <a:ext cx="1542" cy="0"/>
            </a:xfrm>
            <a:prstGeom prst="line">
              <a:avLst/>
            </a:prstGeom>
            <a:ln w="28575" cap="flat" cmpd="sng">
              <a:solidFill>
                <a:srgbClr val="FFCC00"/>
              </a:solidFill>
              <a:prstDash val="solid"/>
              <a:headEnd type="none" w="med" len="med"/>
              <a:tailEnd type="none" w="med" len="med"/>
            </a:ln>
          </p:spPr>
        </p:sp>
        <p:sp>
          <p:nvSpPr>
            <p:cNvPr id="85084" name="Line 157"/>
            <p:cNvSpPr/>
            <p:nvPr/>
          </p:nvSpPr>
          <p:spPr>
            <a:xfrm flipV="1">
              <a:off x="3334" y="2296"/>
              <a:ext cx="1542" cy="0"/>
            </a:xfrm>
            <a:prstGeom prst="line">
              <a:avLst/>
            </a:prstGeom>
            <a:ln w="28575" cap="flat" cmpd="sng">
              <a:solidFill>
                <a:srgbClr val="FFCC00"/>
              </a:solidFill>
              <a:prstDash val="solid"/>
              <a:headEnd type="none" w="med" len="med"/>
              <a:tailEnd type="none" w="med" len="med"/>
            </a:ln>
          </p:spPr>
        </p:sp>
        <p:sp>
          <p:nvSpPr>
            <p:cNvPr id="85085" name="Rectangle 158"/>
            <p:cNvSpPr/>
            <p:nvPr/>
          </p:nvSpPr>
          <p:spPr>
            <a:xfrm>
              <a:off x="4060" y="220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5086" name="Rectangle 160"/>
            <p:cNvSpPr/>
            <p:nvPr/>
          </p:nvSpPr>
          <p:spPr>
            <a:xfrm>
              <a:off x="4812" y="256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85087" name="Group 179"/>
            <p:cNvGrpSpPr/>
            <p:nvPr/>
          </p:nvGrpSpPr>
          <p:grpSpPr>
            <a:xfrm>
              <a:off x="3560" y="2394"/>
              <a:ext cx="454" cy="363"/>
              <a:chOff x="3560" y="2380"/>
              <a:chExt cx="454" cy="363"/>
            </a:xfrm>
          </p:grpSpPr>
          <p:sp>
            <p:nvSpPr>
              <p:cNvPr id="85090" name="AutoShape 146"/>
              <p:cNvSpPr/>
              <p:nvPr/>
            </p:nvSpPr>
            <p:spPr>
              <a:xfrm>
                <a:off x="3560" y="2380"/>
                <a:ext cx="45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5091" name="Line 148"/>
              <p:cNvSpPr/>
              <p:nvPr/>
            </p:nvSpPr>
            <p:spPr>
              <a:xfrm flipV="1">
                <a:off x="3560" y="2562"/>
                <a:ext cx="454" cy="0"/>
              </a:xfrm>
              <a:prstGeom prst="line">
                <a:avLst/>
              </a:prstGeom>
              <a:ln w="38100" cap="flat" cmpd="sng">
                <a:solidFill>
                  <a:srgbClr val="FF9900"/>
                </a:solidFill>
                <a:prstDash val="solid"/>
                <a:headEnd type="none" w="med" len="med"/>
                <a:tailEnd type="none" w="med" len="med"/>
              </a:ln>
            </p:spPr>
          </p:sp>
        </p:grpSp>
        <p:sp>
          <p:nvSpPr>
            <p:cNvPr id="85088" name="Oval 192"/>
            <p:cNvSpPr/>
            <p:nvPr/>
          </p:nvSpPr>
          <p:spPr>
            <a:xfrm>
              <a:off x="3270" y="226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5089" name="Oval 193"/>
            <p:cNvSpPr/>
            <p:nvPr/>
          </p:nvSpPr>
          <p:spPr>
            <a:xfrm>
              <a:off x="3270" y="3122"/>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
        <p:nvSpPr>
          <p:cNvPr id="68610" name="Text Box 2"/>
          <p:cNvSpPr txBox="1"/>
          <p:nvPr/>
        </p:nvSpPr>
        <p:spPr>
          <a:xfrm>
            <a:off x="323850" y="476250"/>
            <a:ext cx="1223963" cy="579438"/>
          </a:xfrm>
          <a:prstGeom prst="rect">
            <a:avLst/>
          </a:prstGeom>
          <a:noFill/>
          <a:ln w="19050">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5-3</a:t>
            </a:r>
          </a:p>
        </p:txBody>
      </p:sp>
      <p:sp>
        <p:nvSpPr>
          <p:cNvPr id="68654" name="Text Box 46"/>
          <p:cNvSpPr txBox="1"/>
          <p:nvPr/>
        </p:nvSpPr>
        <p:spPr>
          <a:xfrm>
            <a:off x="1258888" y="320675"/>
            <a:ext cx="7488237" cy="1117600"/>
          </a:xfrm>
          <a:prstGeom prst="rect">
            <a:avLst/>
          </a:prstGeom>
          <a:noFill/>
          <a:ln w="19050">
            <a:noFill/>
          </a:ln>
        </p:spPr>
        <p:txBody>
          <a:bodyPr>
            <a:spAutoFit/>
          </a:bodyPr>
          <a:lstStyle/>
          <a:p>
            <a:pPr algn="just" eaLnBrk="1" hangingPunct="1">
              <a:lnSpc>
                <a:spcPct val="120000"/>
              </a:lnSpc>
              <a:spcBef>
                <a:spcPct val="50000"/>
              </a:spcBef>
            </a:pPr>
            <a:r>
              <a:rPr lang="zh-CN" altLang="en-US" b="1" dirty="0">
                <a:latin typeface="楷体_GB2312" pitchFamily="49" charset="-122"/>
              </a:rPr>
              <a:t>已知图示电路的等效阻抗</a:t>
            </a:r>
            <a:r>
              <a:rPr lang="en-US" altLang="zh-CN" i="1" dirty="0">
                <a:solidFill>
                  <a:schemeClr val="bg1"/>
                </a:solidFill>
                <a:latin typeface="Times New Roman" panose="02020603050405020304" pitchFamily="18" charset="0"/>
              </a:rPr>
              <a:t>Z</a:t>
            </a:r>
            <a:r>
              <a:rPr lang="en-US" altLang="zh-CN" baseline="-25000" dirty="0">
                <a:solidFill>
                  <a:schemeClr val="bg1"/>
                </a:solidFill>
                <a:latin typeface="Times New Roman" panose="02020603050405020304" pitchFamily="18" charset="0"/>
              </a:rPr>
              <a:t>ab</a:t>
            </a:r>
            <a:r>
              <a:rPr lang="en-US" altLang="zh-CN" dirty="0">
                <a:solidFill>
                  <a:schemeClr val="bg1"/>
                </a:solidFill>
                <a:latin typeface="Times New Roman" panose="02020603050405020304" pitchFamily="18" charset="0"/>
              </a:rPr>
              <a:t>=0.25</a:t>
            </a:r>
            <a:r>
              <a:rPr lang="en-US" altLang="zh-CN" dirty="0">
                <a:solidFill>
                  <a:schemeClr val="bg1"/>
                </a:solidFill>
                <a:latin typeface="Times New Roman" panose="02020603050405020304" pitchFamily="18" charset="0"/>
                <a:sym typeface="Symbol" panose="05050102010706020507" pitchFamily="18" charset="2"/>
              </a:rPr>
              <a:t></a:t>
            </a:r>
            <a:r>
              <a:rPr lang="zh-CN" altLang="en-US" b="1" dirty="0">
                <a:latin typeface="楷体_GB2312" pitchFamily="49" charset="-122"/>
                <a:sym typeface="Symbol" panose="05050102010706020507" pitchFamily="18" charset="2"/>
              </a:rPr>
              <a:t>，求理想变压器的变比</a:t>
            </a:r>
            <a:r>
              <a:rPr lang="en-US" altLang="zh-CN" i="1" dirty="0">
                <a:solidFill>
                  <a:schemeClr val="bg1"/>
                </a:solidFill>
                <a:latin typeface="Times New Roman" panose="02020603050405020304" pitchFamily="18" charset="0"/>
                <a:sym typeface="Symbol" panose="05050102010706020507" pitchFamily="18" charset="2"/>
              </a:rPr>
              <a:t>n</a:t>
            </a:r>
            <a:r>
              <a:rPr lang="zh-CN" altLang="en-US" dirty="0">
                <a:latin typeface="Times New Roman" panose="02020603050405020304" pitchFamily="18" charset="0"/>
                <a:sym typeface="Symbol" panose="05050102010706020507" pitchFamily="18" charset="2"/>
              </a:rPr>
              <a:t>。</a:t>
            </a:r>
          </a:p>
        </p:txBody>
      </p:sp>
      <p:sp>
        <p:nvSpPr>
          <p:cNvPr id="68655" name="Text Box 47"/>
          <p:cNvSpPr txBox="1"/>
          <p:nvPr/>
        </p:nvSpPr>
        <p:spPr>
          <a:xfrm>
            <a:off x="539750" y="1544638"/>
            <a:ext cx="576263" cy="519112"/>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a:t>
            </a:r>
          </a:p>
        </p:txBody>
      </p:sp>
      <p:sp>
        <p:nvSpPr>
          <p:cNvPr id="68685" name="Line 77"/>
          <p:cNvSpPr/>
          <p:nvPr/>
        </p:nvSpPr>
        <p:spPr>
          <a:xfrm>
            <a:off x="6659563" y="2552700"/>
            <a:ext cx="0" cy="503238"/>
          </a:xfrm>
          <a:prstGeom prst="line">
            <a:avLst/>
          </a:prstGeom>
          <a:ln w="76200" cap="flat" cmpd="sng">
            <a:solidFill>
              <a:srgbClr val="3399FF"/>
            </a:solidFill>
            <a:prstDash val="solid"/>
            <a:headEnd type="none" w="med" len="med"/>
            <a:tailEnd type="triangle" w="med" len="med"/>
          </a:ln>
        </p:spPr>
      </p:sp>
      <p:sp>
        <p:nvSpPr>
          <p:cNvPr id="68686" name="Text Box 78"/>
          <p:cNvSpPr txBox="1"/>
          <p:nvPr/>
        </p:nvSpPr>
        <p:spPr>
          <a:xfrm>
            <a:off x="1331913" y="1473200"/>
            <a:ext cx="2447925" cy="519113"/>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应用阻抗变换</a:t>
            </a:r>
          </a:p>
        </p:txBody>
      </p:sp>
      <p:sp>
        <p:nvSpPr>
          <p:cNvPr id="68687" name="Text Box 79"/>
          <p:cNvSpPr txBox="1"/>
          <p:nvPr/>
        </p:nvSpPr>
        <p:spPr>
          <a:xfrm>
            <a:off x="1187450" y="2047875"/>
            <a:ext cx="2447925" cy="519113"/>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外加电源得</a:t>
            </a:r>
          </a:p>
        </p:txBody>
      </p:sp>
      <p:graphicFrame>
        <p:nvGraphicFramePr>
          <p:cNvPr id="68688" name="Object 80"/>
          <p:cNvGraphicFramePr>
            <a:graphicFrameLocks noChangeAspect="1"/>
          </p:cNvGraphicFramePr>
          <p:nvPr/>
        </p:nvGraphicFramePr>
        <p:xfrm>
          <a:off x="827088" y="3273425"/>
          <a:ext cx="3462337" cy="593725"/>
        </p:xfrm>
        <a:graphic>
          <a:graphicData uri="http://schemas.openxmlformats.org/presentationml/2006/ole">
            <mc:AlternateContent xmlns:mc="http://schemas.openxmlformats.org/markup-compatibility/2006">
              <mc:Choice xmlns:v="urn:schemas-microsoft-com:vml" Requires="v">
                <p:oleObj r:id="rId8" imgW="1509395" imgH="260350" progId="Equation.3">
                  <p:embed/>
                </p:oleObj>
              </mc:Choice>
              <mc:Fallback>
                <p:oleObj r:id="rId8" imgW="1509395" imgH="260350" progId="Equation.3">
                  <p:embed/>
                  <p:pic>
                    <p:nvPicPr>
                      <p:cNvPr id="0" name="图片 3373"/>
                      <p:cNvPicPr/>
                      <p:nvPr/>
                    </p:nvPicPr>
                    <p:blipFill>
                      <a:blip r:embed="rId9">
                        <a:clrChange>
                          <a:clrFrom>
                            <a:srgbClr val="000000"/>
                          </a:clrFrom>
                          <a:clrTo>
                            <a:srgbClr val="FFFFFF"/>
                          </a:clrTo>
                        </a:clrChange>
                      </a:blip>
                      <a:stretch>
                        <a:fillRect/>
                      </a:stretch>
                    </p:blipFill>
                    <p:spPr>
                      <a:xfrm>
                        <a:off x="827088" y="3273425"/>
                        <a:ext cx="3462337" cy="593725"/>
                      </a:xfrm>
                      <a:prstGeom prst="rect">
                        <a:avLst/>
                      </a:prstGeom>
                      <a:noFill/>
                      <a:ln w="38100">
                        <a:noFill/>
                        <a:miter/>
                      </a:ln>
                    </p:spPr>
                  </p:pic>
                </p:oleObj>
              </mc:Fallback>
            </mc:AlternateContent>
          </a:graphicData>
        </a:graphic>
      </p:graphicFrame>
      <p:graphicFrame>
        <p:nvGraphicFramePr>
          <p:cNvPr id="68690" name="Object 82"/>
          <p:cNvGraphicFramePr>
            <a:graphicFrameLocks noChangeAspect="1"/>
          </p:cNvGraphicFramePr>
          <p:nvPr/>
        </p:nvGraphicFramePr>
        <p:xfrm>
          <a:off x="827088" y="2697163"/>
          <a:ext cx="4427537" cy="600075"/>
        </p:xfrm>
        <a:graphic>
          <a:graphicData uri="http://schemas.openxmlformats.org/presentationml/2006/ole">
            <mc:AlternateContent xmlns:mc="http://schemas.openxmlformats.org/markup-compatibility/2006">
              <mc:Choice xmlns:v="urn:schemas-microsoft-com:vml" Requires="v">
                <p:oleObj r:id="rId10" imgW="1910715" imgH="260350" progId="Equation.3">
                  <p:embed/>
                </p:oleObj>
              </mc:Choice>
              <mc:Fallback>
                <p:oleObj r:id="rId10" imgW="1910715" imgH="260350" progId="Equation.3">
                  <p:embed/>
                  <p:pic>
                    <p:nvPicPr>
                      <p:cNvPr id="0" name="图片 3370"/>
                      <p:cNvPicPr/>
                      <p:nvPr/>
                    </p:nvPicPr>
                    <p:blipFill>
                      <a:blip r:embed="rId11">
                        <a:clrChange>
                          <a:clrFrom>
                            <a:srgbClr val="000000"/>
                          </a:clrFrom>
                          <a:clrTo>
                            <a:srgbClr val="FFFFFF"/>
                          </a:clrTo>
                        </a:clrChange>
                      </a:blip>
                      <a:stretch>
                        <a:fillRect/>
                      </a:stretch>
                    </p:blipFill>
                    <p:spPr>
                      <a:xfrm>
                        <a:off x="827088" y="2697163"/>
                        <a:ext cx="4427537" cy="600075"/>
                      </a:xfrm>
                      <a:prstGeom prst="rect">
                        <a:avLst/>
                      </a:prstGeom>
                      <a:noFill/>
                      <a:ln w="38100">
                        <a:noFill/>
                        <a:miter/>
                      </a:ln>
                    </p:spPr>
                  </p:pic>
                </p:oleObj>
              </mc:Fallback>
            </mc:AlternateContent>
          </a:graphicData>
        </a:graphic>
      </p:graphicFrame>
      <p:graphicFrame>
        <p:nvGraphicFramePr>
          <p:cNvPr id="68691" name="Object 83"/>
          <p:cNvGraphicFramePr>
            <a:graphicFrameLocks noChangeAspect="1"/>
          </p:cNvGraphicFramePr>
          <p:nvPr/>
        </p:nvGraphicFramePr>
        <p:xfrm>
          <a:off x="827088" y="3921125"/>
          <a:ext cx="1547812" cy="566738"/>
        </p:xfrm>
        <a:graphic>
          <a:graphicData uri="http://schemas.openxmlformats.org/presentationml/2006/ole">
            <mc:AlternateContent xmlns:mc="http://schemas.openxmlformats.org/markup-compatibility/2006">
              <mc:Choice xmlns:v="urn:schemas-microsoft-com:vml" Requires="v">
                <p:oleObj r:id="rId12" imgW="706120" imgH="260350" progId="Equation.3">
                  <p:embed/>
                </p:oleObj>
              </mc:Choice>
              <mc:Fallback>
                <p:oleObj r:id="rId12" imgW="706120" imgH="260350" progId="Equation.3">
                  <p:embed/>
                  <p:pic>
                    <p:nvPicPr>
                      <p:cNvPr id="0" name="图片 3371"/>
                      <p:cNvPicPr/>
                      <p:nvPr/>
                    </p:nvPicPr>
                    <p:blipFill>
                      <a:blip r:embed="rId13">
                        <a:clrChange>
                          <a:clrFrom>
                            <a:srgbClr val="000000"/>
                          </a:clrFrom>
                          <a:clrTo>
                            <a:srgbClr val="FFFFFF"/>
                          </a:clrTo>
                        </a:clrChange>
                      </a:blip>
                      <a:stretch>
                        <a:fillRect/>
                      </a:stretch>
                    </p:blipFill>
                    <p:spPr>
                      <a:xfrm>
                        <a:off x="827088" y="3921125"/>
                        <a:ext cx="1547812" cy="566738"/>
                      </a:xfrm>
                      <a:prstGeom prst="rect">
                        <a:avLst/>
                      </a:prstGeom>
                      <a:noFill/>
                      <a:ln w="38100">
                        <a:noFill/>
                        <a:miter/>
                      </a:ln>
                    </p:spPr>
                  </p:pic>
                </p:oleObj>
              </mc:Fallback>
            </mc:AlternateContent>
          </a:graphicData>
        </a:graphic>
      </p:graphicFrame>
      <p:sp>
        <p:nvSpPr>
          <p:cNvPr id="68692" name="Line 84"/>
          <p:cNvSpPr/>
          <p:nvPr/>
        </p:nvSpPr>
        <p:spPr>
          <a:xfrm>
            <a:off x="684213" y="4856163"/>
            <a:ext cx="503237" cy="0"/>
          </a:xfrm>
          <a:prstGeom prst="line">
            <a:avLst/>
          </a:prstGeom>
          <a:ln w="76200" cap="flat" cmpd="sng">
            <a:solidFill>
              <a:srgbClr val="3399FF"/>
            </a:solidFill>
            <a:prstDash val="solid"/>
            <a:headEnd type="none" w="med" len="med"/>
            <a:tailEnd type="triangle" w="med" len="med"/>
          </a:ln>
        </p:spPr>
      </p:sp>
      <p:graphicFrame>
        <p:nvGraphicFramePr>
          <p:cNvPr id="68693" name="Object 85"/>
          <p:cNvGraphicFramePr>
            <a:graphicFrameLocks noChangeAspect="1"/>
          </p:cNvGraphicFramePr>
          <p:nvPr/>
        </p:nvGraphicFramePr>
        <p:xfrm>
          <a:off x="1258888" y="4352925"/>
          <a:ext cx="2303462" cy="981075"/>
        </p:xfrm>
        <a:graphic>
          <a:graphicData uri="http://schemas.openxmlformats.org/presentationml/2006/ole">
            <mc:AlternateContent xmlns:mc="http://schemas.openxmlformats.org/markup-compatibility/2006">
              <mc:Choice xmlns:v="urn:schemas-microsoft-com:vml" Requires="v">
                <p:oleObj r:id="rId14" imgW="906780" imgH="461010" progId="Equation.3">
                  <p:embed/>
                </p:oleObj>
              </mc:Choice>
              <mc:Fallback>
                <p:oleObj r:id="rId14" imgW="906780" imgH="461010" progId="Equation.3">
                  <p:embed/>
                  <p:pic>
                    <p:nvPicPr>
                      <p:cNvPr id="0" name="图片 3368"/>
                      <p:cNvPicPr/>
                      <p:nvPr/>
                    </p:nvPicPr>
                    <p:blipFill>
                      <a:blip r:embed="rId15">
                        <a:clrChange>
                          <a:clrFrom>
                            <a:srgbClr val="000000"/>
                          </a:clrFrom>
                          <a:clrTo>
                            <a:srgbClr val="FFFFFF"/>
                          </a:clrTo>
                        </a:clrChange>
                      </a:blip>
                      <a:stretch>
                        <a:fillRect/>
                      </a:stretch>
                    </p:blipFill>
                    <p:spPr>
                      <a:xfrm>
                        <a:off x="1258888" y="4352925"/>
                        <a:ext cx="2303462" cy="981075"/>
                      </a:xfrm>
                      <a:prstGeom prst="rect">
                        <a:avLst/>
                      </a:prstGeom>
                      <a:noFill/>
                      <a:ln w="38100">
                        <a:noFill/>
                        <a:miter/>
                      </a:ln>
                    </p:spPr>
                  </p:pic>
                </p:oleObj>
              </mc:Fallback>
            </mc:AlternateContent>
          </a:graphicData>
        </a:graphic>
      </p:graphicFrame>
      <p:graphicFrame>
        <p:nvGraphicFramePr>
          <p:cNvPr id="68694" name="Object 86"/>
          <p:cNvGraphicFramePr>
            <a:graphicFrameLocks noChangeAspect="1"/>
          </p:cNvGraphicFramePr>
          <p:nvPr/>
        </p:nvGraphicFramePr>
        <p:xfrm>
          <a:off x="539750" y="5373688"/>
          <a:ext cx="4103688" cy="955675"/>
        </p:xfrm>
        <a:graphic>
          <a:graphicData uri="http://schemas.openxmlformats.org/presentationml/2006/ole">
            <mc:AlternateContent xmlns:mc="http://schemas.openxmlformats.org/markup-compatibility/2006">
              <mc:Choice xmlns:v="urn:schemas-microsoft-com:vml" Requires="v">
                <p:oleObj r:id="rId16" imgW="1955165" imgH="461010" progId="Equation.3">
                  <p:embed/>
                </p:oleObj>
              </mc:Choice>
              <mc:Fallback>
                <p:oleObj r:id="rId16" imgW="1955165" imgH="461010" progId="Equation.3">
                  <p:embed/>
                  <p:pic>
                    <p:nvPicPr>
                      <p:cNvPr id="0" name="图片 3369"/>
                      <p:cNvPicPr/>
                      <p:nvPr/>
                    </p:nvPicPr>
                    <p:blipFill>
                      <a:blip r:embed="rId17">
                        <a:clrChange>
                          <a:clrFrom>
                            <a:srgbClr val="000000"/>
                          </a:clrFrom>
                          <a:clrTo>
                            <a:srgbClr val="FFFFFF"/>
                          </a:clrTo>
                        </a:clrChange>
                      </a:blip>
                      <a:stretch>
                        <a:fillRect/>
                      </a:stretch>
                    </p:blipFill>
                    <p:spPr>
                      <a:xfrm>
                        <a:off x="539750" y="5373688"/>
                        <a:ext cx="4103688" cy="955675"/>
                      </a:xfrm>
                      <a:prstGeom prst="rect">
                        <a:avLst/>
                      </a:prstGeom>
                      <a:noFill/>
                      <a:ln w="38100">
                        <a:noFill/>
                        <a:miter/>
                      </a:ln>
                    </p:spPr>
                  </p:pic>
                </p:oleObj>
              </mc:Fallback>
            </mc:AlternateContent>
          </a:graphicData>
        </a:graphic>
      </p:graphicFrame>
      <p:sp>
        <p:nvSpPr>
          <p:cNvPr id="68695" name="Line 87"/>
          <p:cNvSpPr/>
          <p:nvPr/>
        </p:nvSpPr>
        <p:spPr>
          <a:xfrm>
            <a:off x="4787900" y="5865813"/>
            <a:ext cx="576263" cy="0"/>
          </a:xfrm>
          <a:prstGeom prst="line">
            <a:avLst/>
          </a:prstGeom>
          <a:ln w="76200" cap="flat" cmpd="sng">
            <a:solidFill>
              <a:srgbClr val="3399FF"/>
            </a:solidFill>
            <a:prstDash val="solid"/>
            <a:headEnd type="none" w="med" len="med"/>
            <a:tailEnd type="triangle" w="med" len="med"/>
          </a:ln>
        </p:spPr>
      </p:sp>
      <p:grpSp>
        <p:nvGrpSpPr>
          <p:cNvPr id="85008" name="Group 97"/>
          <p:cNvGrpSpPr/>
          <p:nvPr/>
        </p:nvGrpSpPr>
        <p:grpSpPr>
          <a:xfrm>
            <a:off x="8316913" y="6446838"/>
            <a:ext cx="792162" cy="366712"/>
            <a:chOff x="5193" y="4020"/>
            <a:chExt cx="499" cy="231"/>
          </a:xfrm>
        </p:grpSpPr>
        <p:pic>
          <p:nvPicPr>
            <p:cNvPr id="85072" name="Picture 98"/>
            <p:cNvPicPr>
              <a:picLocks noChangeAspect="1"/>
            </p:cNvPicPr>
            <p:nvPr/>
          </p:nvPicPr>
          <p:blipFill>
            <a:blip r:embed="rId18"/>
            <a:stretch>
              <a:fillRect/>
            </a:stretch>
          </p:blipFill>
          <p:spPr>
            <a:xfrm>
              <a:off x="5193" y="4066"/>
              <a:ext cx="499" cy="181"/>
            </a:xfrm>
            <a:prstGeom prst="rect">
              <a:avLst/>
            </a:prstGeom>
            <a:noFill/>
            <a:ln w="9525">
              <a:noFill/>
            </a:ln>
          </p:spPr>
        </p:pic>
        <p:sp>
          <p:nvSpPr>
            <p:cNvPr id="85073" name="Text Box 99">
              <a:hlinkClick r:id="" action="ppaction://hlinkshowjump?jump=nextslide"/>
            </p:cNvPr>
            <p:cNvSpPr txBox="1"/>
            <p:nvPr/>
          </p:nvSpPr>
          <p:spPr>
            <a:xfrm>
              <a:off x="5216"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下 页</a:t>
              </a:r>
            </a:p>
          </p:txBody>
        </p:sp>
      </p:grpSp>
      <p:grpSp>
        <p:nvGrpSpPr>
          <p:cNvPr id="85009" name="Group 100"/>
          <p:cNvGrpSpPr/>
          <p:nvPr/>
        </p:nvGrpSpPr>
        <p:grpSpPr>
          <a:xfrm>
            <a:off x="7453313" y="6446838"/>
            <a:ext cx="792162" cy="366712"/>
            <a:chOff x="4649" y="4020"/>
            <a:chExt cx="499" cy="231"/>
          </a:xfrm>
        </p:grpSpPr>
        <p:pic>
          <p:nvPicPr>
            <p:cNvPr id="85070" name="Picture 101"/>
            <p:cNvPicPr>
              <a:picLocks noChangeAspect="1"/>
            </p:cNvPicPr>
            <p:nvPr/>
          </p:nvPicPr>
          <p:blipFill>
            <a:blip r:embed="rId18"/>
            <a:stretch>
              <a:fillRect/>
            </a:stretch>
          </p:blipFill>
          <p:spPr>
            <a:xfrm>
              <a:off x="4649" y="4066"/>
              <a:ext cx="499" cy="181"/>
            </a:xfrm>
            <a:prstGeom prst="rect">
              <a:avLst/>
            </a:prstGeom>
            <a:noFill/>
            <a:ln w="9525">
              <a:noFill/>
            </a:ln>
          </p:spPr>
        </p:pic>
        <p:sp>
          <p:nvSpPr>
            <p:cNvPr id="85071" name="Text Box 102">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sp>
        <p:nvSpPr>
          <p:cNvPr id="68778" name="AutoShape 170"/>
          <p:cNvSpPr/>
          <p:nvPr/>
        </p:nvSpPr>
        <p:spPr>
          <a:xfrm>
            <a:off x="684213" y="2697163"/>
            <a:ext cx="142875" cy="1728787"/>
          </a:xfrm>
          <a:prstGeom prst="leftBrace">
            <a:avLst>
              <a:gd name="adj1" fmla="val 100833"/>
              <a:gd name="adj2" fmla="val 50000"/>
            </a:avLst>
          </a:prstGeom>
          <a:noFill/>
          <a:ln w="28575" cap="flat" cmpd="sng">
            <a:solidFill>
              <a:schemeClr val="bg1"/>
            </a:solidFill>
            <a:prstDash val="solid"/>
            <a:headEnd type="none" w="med" len="med"/>
            <a:tailEnd type="none" w="med" len="med"/>
          </a:ln>
        </p:spPr>
        <p:txBody>
          <a:bodyPr wrap="none" anchor="ctr" anchorCtr="0"/>
          <a:lstStyle/>
          <a:p>
            <a:pPr algn="ctr" eaLnBrk="1" hangingPunct="1"/>
            <a:endParaRPr lang="zh-CN" altLang="zh-CN" b="1" dirty="0">
              <a:solidFill>
                <a:schemeClr val="tx1"/>
              </a:solidFill>
              <a:latin typeface="Arial" panose="020B0604020202020204" pitchFamily="34" charset="0"/>
              <a:ea typeface="仿宋_GB2312" pitchFamily="49" charset="-122"/>
            </a:endParaRPr>
          </a:p>
        </p:txBody>
      </p:sp>
      <p:grpSp>
        <p:nvGrpSpPr>
          <p:cNvPr id="68781" name="Group 173"/>
          <p:cNvGrpSpPr/>
          <p:nvPr/>
        </p:nvGrpSpPr>
        <p:grpSpPr>
          <a:xfrm>
            <a:off x="5651500" y="5289550"/>
            <a:ext cx="1944688" cy="1163638"/>
            <a:chOff x="3560" y="3249"/>
            <a:chExt cx="1225" cy="733"/>
          </a:xfrm>
        </p:grpSpPr>
        <p:sp>
          <p:nvSpPr>
            <p:cNvPr id="85068" name="Text Box 89"/>
            <p:cNvSpPr txBox="1"/>
            <p:nvPr/>
          </p:nvSpPr>
          <p:spPr>
            <a:xfrm>
              <a:off x="3560" y="3249"/>
              <a:ext cx="1225" cy="733"/>
            </a:xfrm>
            <a:prstGeom prst="rect">
              <a:avLst/>
            </a:prstGeom>
            <a:noFill/>
            <a:ln w="19050">
              <a:noFill/>
            </a:ln>
          </p:spPr>
          <p:txBody>
            <a:bodyPr>
              <a:spAutoFit/>
            </a:bodyPr>
            <a:lstStyle/>
            <a:p>
              <a:pPr eaLnBrk="1" hangingPunct="1">
                <a:spcBef>
                  <a:spcPct val="20000"/>
                </a:spcBef>
              </a:pPr>
              <a:r>
                <a:rPr lang="en-US" altLang="zh-CN" sz="3200" i="1" dirty="0">
                  <a:solidFill>
                    <a:schemeClr val="bg1"/>
                  </a:solidFill>
                  <a:latin typeface="Times New Roman" panose="02020603050405020304" pitchFamily="18" charset="0"/>
                  <a:ea typeface="宋体" panose="02010600030101010101" pitchFamily="2" charset="-122"/>
                </a:rPr>
                <a:t>  n</a:t>
              </a:r>
              <a:r>
                <a:rPr lang="en-US" altLang="zh-CN" sz="3200" dirty="0">
                  <a:solidFill>
                    <a:schemeClr val="bg1"/>
                  </a:solidFill>
                  <a:latin typeface="Times New Roman" panose="02020603050405020304" pitchFamily="18" charset="0"/>
                  <a:ea typeface="宋体" panose="02010600030101010101" pitchFamily="2" charset="-122"/>
                </a:rPr>
                <a:t>=0.5  </a:t>
              </a:r>
            </a:p>
            <a:p>
              <a:pPr eaLnBrk="1" hangingPunct="1">
                <a:spcBef>
                  <a:spcPct val="20000"/>
                </a:spcBef>
              </a:pPr>
              <a:r>
                <a:rPr lang="en-US" altLang="zh-CN" sz="3200" dirty="0">
                  <a:solidFill>
                    <a:schemeClr val="bg1"/>
                  </a:solidFill>
                  <a:latin typeface="Times New Roman" panose="02020603050405020304" pitchFamily="18" charset="0"/>
                  <a:ea typeface="宋体" panose="02010600030101010101" pitchFamily="2" charset="-122"/>
                </a:rPr>
                <a:t>  </a:t>
              </a:r>
              <a:r>
                <a:rPr lang="en-US" altLang="zh-CN" sz="3200" i="1" dirty="0">
                  <a:solidFill>
                    <a:schemeClr val="bg1"/>
                  </a:solidFill>
                  <a:latin typeface="Times New Roman" panose="02020603050405020304" pitchFamily="18" charset="0"/>
                  <a:ea typeface="宋体" panose="02010600030101010101" pitchFamily="2" charset="-122"/>
                </a:rPr>
                <a:t>n</a:t>
              </a:r>
              <a:r>
                <a:rPr lang="en-US" altLang="zh-CN" sz="3200" dirty="0">
                  <a:solidFill>
                    <a:schemeClr val="bg1"/>
                  </a:solidFill>
                  <a:latin typeface="Times New Roman" panose="02020603050405020304" pitchFamily="18" charset="0"/>
                  <a:ea typeface="宋体" panose="02010600030101010101" pitchFamily="2" charset="-122"/>
                </a:rPr>
                <a:t>=0.25</a:t>
              </a:r>
            </a:p>
          </p:txBody>
        </p:sp>
        <p:sp>
          <p:nvSpPr>
            <p:cNvPr id="85069" name="AutoShape 172"/>
            <p:cNvSpPr/>
            <p:nvPr/>
          </p:nvSpPr>
          <p:spPr>
            <a:xfrm>
              <a:off x="3651" y="3385"/>
              <a:ext cx="46" cy="499"/>
            </a:xfrm>
            <a:prstGeom prst="leftBrace">
              <a:avLst>
                <a:gd name="adj1" fmla="val 90398"/>
                <a:gd name="adj2" fmla="val 50000"/>
              </a:avLst>
            </a:prstGeom>
            <a:noFill/>
            <a:ln w="28575" cap="flat" cmpd="sng">
              <a:solidFill>
                <a:schemeClr val="bg1"/>
              </a:solidFill>
              <a:prstDash val="solid"/>
              <a:headEnd type="none" w="med" len="med"/>
              <a:tailEnd type="none" w="med" len="med"/>
            </a:ln>
          </p:spPr>
          <p:txBody>
            <a:bodyPr wrap="none" anchor="ctr" anchorCtr="0"/>
            <a:lstStyle/>
            <a:p>
              <a:pPr algn="ctr" eaLnBrk="1" hangingPunct="1"/>
              <a:endParaRPr lang="zh-CN" altLang="zh-CN" b="1" dirty="0">
                <a:solidFill>
                  <a:schemeClr val="tx1"/>
                </a:solidFill>
                <a:latin typeface="Arial" panose="020B0604020202020204" pitchFamily="34" charset="0"/>
                <a:ea typeface="仿宋_GB2312" pitchFamily="49" charset="-122"/>
              </a:endParaRPr>
            </a:p>
          </p:txBody>
        </p:sp>
      </p:grpSp>
      <p:grpSp>
        <p:nvGrpSpPr>
          <p:cNvPr id="68803" name="Group 195"/>
          <p:cNvGrpSpPr/>
          <p:nvPr/>
        </p:nvGrpSpPr>
        <p:grpSpPr>
          <a:xfrm>
            <a:off x="4298950" y="2997200"/>
            <a:ext cx="1460500" cy="2033588"/>
            <a:chOff x="2708" y="1888"/>
            <a:chExt cx="920" cy="1281"/>
          </a:xfrm>
        </p:grpSpPr>
        <p:sp>
          <p:nvSpPr>
            <p:cNvPr id="85056" name="Oval 162"/>
            <p:cNvSpPr/>
            <p:nvPr/>
          </p:nvSpPr>
          <p:spPr>
            <a:xfrm>
              <a:off x="2708" y="256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dirty="0">
                <a:latin typeface="Arial" panose="020B0604020202020204" pitchFamily="34" charset="0"/>
                <a:ea typeface="仿宋_GB2312" pitchFamily="49" charset="-122"/>
              </a:endParaRPr>
            </a:p>
          </p:txBody>
        </p:sp>
        <p:sp>
          <p:nvSpPr>
            <p:cNvPr id="85057" name="Line 163"/>
            <p:cNvSpPr/>
            <p:nvPr/>
          </p:nvSpPr>
          <p:spPr>
            <a:xfrm>
              <a:off x="3388" y="2296"/>
              <a:ext cx="240" cy="0"/>
            </a:xfrm>
            <a:prstGeom prst="line">
              <a:avLst/>
            </a:prstGeom>
            <a:ln w="28575" cap="flat" cmpd="sng">
              <a:solidFill>
                <a:srgbClr val="00FFFF"/>
              </a:solidFill>
              <a:prstDash val="solid"/>
              <a:headEnd type="none" w="med" len="med"/>
              <a:tailEnd type="triangle" w="med" len="med"/>
            </a:ln>
          </p:spPr>
        </p:sp>
        <p:graphicFrame>
          <p:nvGraphicFramePr>
            <p:cNvPr id="85058" name="Object 164"/>
            <p:cNvGraphicFramePr>
              <a:graphicFrameLocks noChangeAspect="1"/>
            </p:cNvGraphicFramePr>
            <p:nvPr/>
          </p:nvGraphicFramePr>
          <p:xfrm>
            <a:off x="3388" y="1888"/>
            <a:ext cx="168" cy="393"/>
          </p:xfrm>
          <a:graphic>
            <a:graphicData uri="http://schemas.openxmlformats.org/presentationml/2006/ole">
              <mc:AlternateContent xmlns:mc="http://schemas.openxmlformats.org/markup-compatibility/2006">
                <mc:Choice xmlns:v="urn:schemas-microsoft-com:vml" Requires="v">
                  <p:oleObj r:id="rId19" imgW="126365" imgH="312420" progId="Equation.3">
                    <p:embed/>
                  </p:oleObj>
                </mc:Choice>
                <mc:Fallback>
                  <p:oleObj r:id="rId19" imgW="126365" imgH="312420" progId="Equation.3">
                    <p:embed/>
                    <p:pic>
                      <p:nvPicPr>
                        <p:cNvPr id="0" name="图片 3378"/>
                        <p:cNvPicPr/>
                        <p:nvPr/>
                      </p:nvPicPr>
                      <p:blipFill>
                        <a:blip r:embed="rId20">
                          <a:clrChange>
                            <a:clrFrom>
                              <a:srgbClr val="000000"/>
                            </a:clrFrom>
                            <a:clrTo>
                              <a:srgbClr val="FFFFFF"/>
                            </a:clrTo>
                          </a:clrChange>
                        </a:blip>
                        <a:stretch>
                          <a:fillRect/>
                        </a:stretch>
                      </p:blipFill>
                      <p:spPr>
                        <a:xfrm>
                          <a:off x="3388" y="1888"/>
                          <a:ext cx="168" cy="393"/>
                        </a:xfrm>
                        <a:prstGeom prst="rect">
                          <a:avLst/>
                        </a:prstGeom>
                        <a:noFill/>
                        <a:ln w="38100">
                          <a:noFill/>
                          <a:miter/>
                        </a:ln>
                      </p:spPr>
                    </p:pic>
                  </p:oleObj>
                </mc:Fallback>
              </mc:AlternateContent>
            </a:graphicData>
          </a:graphic>
        </p:graphicFrame>
        <p:sp>
          <p:nvSpPr>
            <p:cNvPr id="85059" name="Text Box 165"/>
            <p:cNvSpPr txBox="1"/>
            <p:nvPr/>
          </p:nvSpPr>
          <p:spPr>
            <a:xfrm>
              <a:off x="3096" y="2296"/>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5060" name="Text Box 166"/>
            <p:cNvSpPr txBox="1"/>
            <p:nvPr/>
          </p:nvSpPr>
          <p:spPr>
            <a:xfrm>
              <a:off x="3096" y="2804"/>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85061" name="Object 167"/>
            <p:cNvGraphicFramePr>
              <a:graphicFrameLocks noChangeAspect="1"/>
            </p:cNvGraphicFramePr>
            <p:nvPr/>
          </p:nvGraphicFramePr>
          <p:xfrm>
            <a:off x="3210" y="2577"/>
            <a:ext cx="191" cy="267"/>
          </p:xfrm>
          <a:graphic>
            <a:graphicData uri="http://schemas.openxmlformats.org/presentationml/2006/ole">
              <mc:AlternateContent xmlns:mc="http://schemas.openxmlformats.org/markup-compatibility/2006">
                <mc:Choice xmlns:v="urn:schemas-microsoft-com:vml" Requires="v">
                  <p:oleObj r:id="rId21" imgW="170815" imgH="222885" progId="Equation.3">
                    <p:embed/>
                  </p:oleObj>
                </mc:Choice>
                <mc:Fallback>
                  <p:oleObj r:id="rId21" imgW="170815" imgH="222885" progId="Equation.3">
                    <p:embed/>
                    <p:pic>
                      <p:nvPicPr>
                        <p:cNvPr id="0" name="图片 3376"/>
                        <p:cNvPicPr/>
                        <p:nvPr/>
                      </p:nvPicPr>
                      <p:blipFill>
                        <a:blip r:embed="rId22">
                          <a:clrChange>
                            <a:clrFrom>
                              <a:srgbClr val="000000"/>
                            </a:clrFrom>
                            <a:clrTo>
                              <a:srgbClr val="FFFFFF"/>
                            </a:clrTo>
                          </a:clrChange>
                        </a:blip>
                        <a:stretch>
                          <a:fillRect/>
                        </a:stretch>
                      </p:blipFill>
                      <p:spPr>
                        <a:xfrm>
                          <a:off x="3210" y="2577"/>
                          <a:ext cx="191" cy="267"/>
                        </a:xfrm>
                        <a:prstGeom prst="rect">
                          <a:avLst/>
                        </a:prstGeom>
                        <a:noFill/>
                        <a:ln w="38100">
                          <a:noFill/>
                          <a:miter/>
                        </a:ln>
                      </p:spPr>
                    </p:pic>
                  </p:oleObj>
                </mc:Fallback>
              </mc:AlternateContent>
            </a:graphicData>
          </a:graphic>
        </p:graphicFrame>
        <p:cxnSp>
          <p:nvCxnSpPr>
            <p:cNvPr id="85062" name="AutoShape 184"/>
            <p:cNvCxnSpPr>
              <a:stCxn id="85056" idx="0"/>
              <a:endCxn id="85056" idx="4"/>
            </p:cNvCxnSpPr>
            <p:nvPr/>
          </p:nvCxnSpPr>
          <p:spPr>
            <a:xfrm>
              <a:off x="2890" y="2557"/>
              <a:ext cx="0" cy="387"/>
            </a:xfrm>
            <a:prstGeom prst="straightConnector1">
              <a:avLst/>
            </a:prstGeom>
            <a:ln w="28575" cap="flat" cmpd="sng">
              <a:solidFill>
                <a:srgbClr val="FFCC00"/>
              </a:solidFill>
              <a:prstDash val="solid"/>
              <a:headEnd type="none" w="med" len="med"/>
              <a:tailEnd type="none" w="med" len="med"/>
            </a:ln>
          </p:spPr>
        </p:cxnSp>
        <p:grpSp>
          <p:nvGrpSpPr>
            <p:cNvPr id="85063" name="Group 187"/>
            <p:cNvGrpSpPr/>
            <p:nvPr/>
          </p:nvGrpSpPr>
          <p:grpSpPr>
            <a:xfrm>
              <a:off x="2890" y="2298"/>
              <a:ext cx="430" cy="871"/>
              <a:chOff x="2913" y="2153"/>
              <a:chExt cx="430" cy="871"/>
            </a:xfrm>
          </p:grpSpPr>
          <p:cxnSp>
            <p:nvCxnSpPr>
              <p:cNvPr id="85064" name="AutoShape 182"/>
              <p:cNvCxnSpPr>
                <a:stCxn id="85056" idx="0"/>
              </p:cNvCxnSpPr>
              <p:nvPr/>
            </p:nvCxnSpPr>
            <p:spPr>
              <a:xfrm rot="-5400000">
                <a:off x="2944" y="2122"/>
                <a:ext cx="259" cy="321"/>
              </a:xfrm>
              <a:prstGeom prst="curvedConnector2">
                <a:avLst/>
              </a:prstGeom>
              <a:ln w="28575" cap="flat" cmpd="sng">
                <a:solidFill>
                  <a:srgbClr val="FFCC00"/>
                </a:solidFill>
                <a:prstDash val="solid"/>
                <a:headEnd type="none" w="med" len="med"/>
                <a:tailEnd type="none" w="med" len="med"/>
              </a:ln>
            </p:spPr>
          </p:cxnSp>
          <p:cxnSp>
            <p:nvCxnSpPr>
              <p:cNvPr id="85065" name="AutoShape 183"/>
              <p:cNvCxnSpPr>
                <a:stCxn id="85056" idx="4"/>
              </p:cNvCxnSpPr>
              <p:nvPr/>
            </p:nvCxnSpPr>
            <p:spPr>
              <a:xfrm rot="-5400000" flipH="1">
                <a:off x="2965" y="2746"/>
                <a:ext cx="216" cy="321"/>
              </a:xfrm>
              <a:prstGeom prst="curvedConnector2">
                <a:avLst/>
              </a:prstGeom>
              <a:ln w="28575" cap="flat" cmpd="sng">
                <a:solidFill>
                  <a:srgbClr val="FFCC00"/>
                </a:solidFill>
                <a:prstDash val="solid"/>
                <a:headEnd type="none" w="med" len="med"/>
                <a:tailEnd type="none" w="med" len="med"/>
              </a:ln>
            </p:spPr>
          </p:cxnSp>
          <p:cxnSp>
            <p:nvCxnSpPr>
              <p:cNvPr id="85066" name="AutoShape 185"/>
              <p:cNvCxnSpPr/>
              <p:nvPr/>
            </p:nvCxnSpPr>
            <p:spPr>
              <a:xfrm>
                <a:off x="3234" y="2153"/>
                <a:ext cx="109" cy="0"/>
              </a:xfrm>
              <a:prstGeom prst="straightConnector1">
                <a:avLst/>
              </a:prstGeom>
              <a:ln w="28575" cap="flat" cmpd="sng">
                <a:solidFill>
                  <a:srgbClr val="FFCC00"/>
                </a:solidFill>
                <a:prstDash val="solid"/>
                <a:headEnd type="none" w="med" len="med"/>
                <a:tailEnd type="none" w="med" len="med"/>
              </a:ln>
            </p:spPr>
          </p:cxnSp>
          <p:cxnSp>
            <p:nvCxnSpPr>
              <p:cNvPr id="85067" name="AutoShape 186"/>
              <p:cNvCxnSpPr>
                <a:endCxn id="85083" idx="0"/>
              </p:cNvCxnSpPr>
              <p:nvPr/>
            </p:nvCxnSpPr>
            <p:spPr>
              <a:xfrm>
                <a:off x="3234" y="3015"/>
                <a:ext cx="100" cy="9"/>
              </a:xfrm>
              <a:prstGeom prst="straightConnector1">
                <a:avLst/>
              </a:prstGeom>
              <a:ln w="28575" cap="flat" cmpd="sng">
                <a:solidFill>
                  <a:srgbClr val="FFCC00"/>
                </a:solidFill>
                <a:prstDash val="solid"/>
                <a:headEnd type="none" w="med" len="med"/>
                <a:tailEnd type="none" w="med" len="med"/>
              </a:ln>
            </p:spPr>
          </p:cxnSp>
        </p:grpSp>
      </p:grpSp>
      <p:grpSp>
        <p:nvGrpSpPr>
          <p:cNvPr id="85013" name="Group 189"/>
          <p:cNvGrpSpPr/>
          <p:nvPr/>
        </p:nvGrpSpPr>
        <p:grpSpPr>
          <a:xfrm>
            <a:off x="6588125" y="6446838"/>
            <a:ext cx="792163" cy="366712"/>
            <a:chOff x="4649" y="4020"/>
            <a:chExt cx="499" cy="231"/>
          </a:xfrm>
        </p:grpSpPr>
        <p:pic>
          <p:nvPicPr>
            <p:cNvPr id="85054" name="Picture 190"/>
            <p:cNvPicPr>
              <a:picLocks noChangeAspect="1"/>
            </p:cNvPicPr>
            <p:nvPr/>
          </p:nvPicPr>
          <p:blipFill>
            <a:blip r:embed="rId18"/>
            <a:stretch>
              <a:fillRect/>
            </a:stretch>
          </p:blipFill>
          <p:spPr>
            <a:xfrm>
              <a:off x="4649" y="4066"/>
              <a:ext cx="499" cy="181"/>
            </a:xfrm>
            <a:prstGeom prst="rect">
              <a:avLst/>
            </a:prstGeom>
            <a:noFill/>
            <a:ln w="9525">
              <a:noFill/>
            </a:ln>
          </p:spPr>
        </p:pic>
        <p:sp>
          <p:nvSpPr>
            <p:cNvPr id="85055" name="Text Box 191">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68816" name="Group 208"/>
          <p:cNvGrpSpPr/>
          <p:nvPr/>
        </p:nvGrpSpPr>
        <p:grpSpPr>
          <a:xfrm>
            <a:off x="4067175" y="752475"/>
            <a:ext cx="4835525" cy="1847850"/>
            <a:chOff x="2562" y="474"/>
            <a:chExt cx="3046" cy="1164"/>
          </a:xfrm>
        </p:grpSpPr>
        <p:sp>
          <p:nvSpPr>
            <p:cNvPr id="85015" name="Line 107"/>
            <p:cNvSpPr/>
            <p:nvPr/>
          </p:nvSpPr>
          <p:spPr>
            <a:xfrm>
              <a:off x="3197" y="746"/>
              <a:ext cx="0" cy="862"/>
            </a:xfrm>
            <a:prstGeom prst="line">
              <a:avLst/>
            </a:prstGeom>
            <a:ln w="28575" cap="flat" cmpd="sng">
              <a:solidFill>
                <a:srgbClr val="FFCC00"/>
              </a:solidFill>
              <a:prstDash val="solid"/>
              <a:headEnd type="none" w="med" len="med"/>
              <a:tailEnd type="none" w="med" len="med"/>
            </a:ln>
          </p:spPr>
        </p:sp>
        <p:sp>
          <p:nvSpPr>
            <p:cNvPr id="85016" name="Text Box 109"/>
            <p:cNvSpPr txBox="1"/>
            <p:nvPr/>
          </p:nvSpPr>
          <p:spPr>
            <a:xfrm>
              <a:off x="2562" y="882"/>
              <a:ext cx="499" cy="327"/>
            </a:xfrm>
            <a:prstGeom prst="rect">
              <a:avLst/>
            </a:prstGeom>
            <a:noFill/>
            <a:ln w="1905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Z</a:t>
              </a:r>
              <a:r>
                <a:rPr lang="en-US" altLang="zh-CN" baseline="-25000" dirty="0">
                  <a:solidFill>
                    <a:schemeClr val="bg1"/>
                  </a:solidFill>
                  <a:latin typeface="Times New Roman" panose="02020603050405020304" pitchFamily="18" charset="0"/>
                  <a:ea typeface="宋体" panose="02010600030101010101" pitchFamily="2" charset="-122"/>
                </a:rPr>
                <a:t>ab</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5017" name="Text Box 110"/>
            <p:cNvSpPr txBox="1"/>
            <p:nvPr/>
          </p:nvSpPr>
          <p:spPr>
            <a:xfrm>
              <a:off x="3923" y="474"/>
              <a:ext cx="685"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rPr>
                <a:t>n</a:t>
              </a:r>
              <a:r>
                <a:rPr lang="en-US" altLang="zh-CN" dirty="0">
                  <a:solidFill>
                    <a:schemeClr val="bg1"/>
                  </a:solidFill>
                  <a:latin typeface="Times New Roman" panose="02020603050405020304" pitchFamily="18" charset="0"/>
                  <a:ea typeface="宋体" panose="02010600030101010101" pitchFamily="2" charset="-122"/>
                </a:rPr>
                <a:t> : 1</a:t>
              </a:r>
            </a:p>
          </p:txBody>
        </p:sp>
        <p:sp>
          <p:nvSpPr>
            <p:cNvPr id="85018" name="Text Box 111"/>
            <p:cNvSpPr txBox="1"/>
            <p:nvPr/>
          </p:nvSpPr>
          <p:spPr>
            <a:xfrm>
              <a:off x="3300" y="745"/>
              <a:ext cx="578"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1.5</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5019" name="Line 113"/>
            <p:cNvSpPr/>
            <p:nvPr/>
          </p:nvSpPr>
          <p:spPr>
            <a:xfrm>
              <a:off x="3198" y="1207"/>
              <a:ext cx="0" cy="318"/>
            </a:xfrm>
            <a:prstGeom prst="line">
              <a:avLst/>
            </a:prstGeom>
            <a:ln w="28575" cap="flat" cmpd="sng">
              <a:solidFill>
                <a:srgbClr val="00FFFF"/>
              </a:solidFill>
              <a:prstDash val="solid"/>
              <a:headEnd type="none" w="med" len="med"/>
              <a:tailEnd type="triangle" w="med" len="med"/>
            </a:ln>
          </p:spPr>
        </p:sp>
        <p:sp>
          <p:nvSpPr>
            <p:cNvPr id="85020" name="Line 114"/>
            <p:cNvSpPr/>
            <p:nvPr/>
          </p:nvSpPr>
          <p:spPr>
            <a:xfrm>
              <a:off x="5012" y="746"/>
              <a:ext cx="0" cy="817"/>
            </a:xfrm>
            <a:prstGeom prst="line">
              <a:avLst/>
            </a:prstGeom>
            <a:ln w="28575" cap="flat" cmpd="sng">
              <a:solidFill>
                <a:srgbClr val="FFCC00"/>
              </a:solidFill>
              <a:prstDash val="solid"/>
              <a:headEnd type="none" w="med" len="med"/>
              <a:tailEnd type="none" w="med" len="med"/>
            </a:ln>
          </p:spPr>
        </p:sp>
        <p:sp>
          <p:nvSpPr>
            <p:cNvPr id="85021" name="Text Box 115"/>
            <p:cNvSpPr txBox="1"/>
            <p:nvPr/>
          </p:nvSpPr>
          <p:spPr>
            <a:xfrm>
              <a:off x="5030" y="1019"/>
              <a:ext cx="578"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10</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5022" name="Text Box 116"/>
            <p:cNvSpPr txBox="1"/>
            <p:nvPr/>
          </p:nvSpPr>
          <p:spPr>
            <a:xfrm>
              <a:off x="4694" y="1336"/>
              <a:ext cx="363" cy="250"/>
            </a:xfrm>
            <a:prstGeom prst="rect">
              <a:avLst/>
            </a:prstGeom>
            <a:noFill/>
            <a:ln w="38100">
              <a:noFill/>
            </a:ln>
          </p:spPr>
          <p:txBody>
            <a:bodyPr>
              <a:spAutoFit/>
            </a:bodyPr>
            <a:lstStyle/>
            <a:p>
              <a:pPr eaLnBrk="1" hangingPunct="1">
                <a:spcBef>
                  <a:spcPct val="50000"/>
                </a:spcBef>
              </a:pPr>
              <a:r>
                <a:rPr lang="zh-CN" altLang="en-US" sz="2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000" dirty="0">
                <a:solidFill>
                  <a:schemeClr val="bg1"/>
                </a:solidFill>
                <a:latin typeface="Times New Roman" panose="02020603050405020304" pitchFamily="18" charset="0"/>
                <a:ea typeface="宋体" panose="02010600030101010101" pitchFamily="2" charset="-122"/>
              </a:endParaRPr>
            </a:p>
          </p:txBody>
        </p:sp>
        <p:sp>
          <p:nvSpPr>
            <p:cNvPr id="85023" name="Text Box 117"/>
            <p:cNvSpPr txBox="1"/>
            <p:nvPr/>
          </p:nvSpPr>
          <p:spPr>
            <a:xfrm>
              <a:off x="4649" y="701"/>
              <a:ext cx="272"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dirty="0">
                <a:solidFill>
                  <a:schemeClr val="bg1"/>
                </a:solidFill>
                <a:latin typeface="Times New Roman" panose="02020603050405020304" pitchFamily="18" charset="0"/>
                <a:ea typeface="宋体" panose="02010600030101010101" pitchFamily="2" charset="-122"/>
              </a:endParaRPr>
            </a:p>
          </p:txBody>
        </p:sp>
        <p:graphicFrame>
          <p:nvGraphicFramePr>
            <p:cNvPr id="85024" name="Object 118"/>
            <p:cNvGraphicFramePr>
              <a:graphicFrameLocks noChangeAspect="1"/>
            </p:cNvGraphicFramePr>
            <p:nvPr/>
          </p:nvGraphicFramePr>
          <p:xfrm>
            <a:off x="3243" y="1200"/>
            <a:ext cx="454" cy="304"/>
          </p:xfrm>
          <a:graphic>
            <a:graphicData uri="http://schemas.openxmlformats.org/presentationml/2006/ole">
              <mc:AlternateContent xmlns:mc="http://schemas.openxmlformats.org/markup-compatibility/2006">
                <mc:Choice xmlns:v="urn:schemas-microsoft-com:vml" Requires="v">
                  <p:oleObj r:id="rId23" imgW="349250" imgH="260350" progId="Equation.3">
                    <p:embed/>
                  </p:oleObj>
                </mc:Choice>
                <mc:Fallback>
                  <p:oleObj r:id="rId23" imgW="349250" imgH="260350" progId="Equation.3">
                    <p:embed/>
                    <p:pic>
                      <p:nvPicPr>
                        <p:cNvPr id="0" name="图片 3375"/>
                        <p:cNvPicPr/>
                        <p:nvPr/>
                      </p:nvPicPr>
                      <p:blipFill>
                        <a:blip r:embed="rId24">
                          <a:clrChange>
                            <a:clrFrom>
                              <a:srgbClr val="000000"/>
                            </a:clrFrom>
                            <a:clrTo>
                              <a:srgbClr val="FFFFFF"/>
                            </a:clrTo>
                          </a:clrChange>
                        </a:blip>
                        <a:stretch>
                          <a:fillRect/>
                        </a:stretch>
                      </p:blipFill>
                      <p:spPr>
                        <a:xfrm>
                          <a:off x="3243" y="1200"/>
                          <a:ext cx="454" cy="304"/>
                        </a:xfrm>
                        <a:prstGeom prst="rect">
                          <a:avLst/>
                        </a:prstGeom>
                        <a:noFill/>
                        <a:ln w="38100">
                          <a:noFill/>
                          <a:miter/>
                        </a:ln>
                      </p:spPr>
                    </p:pic>
                  </p:oleObj>
                </mc:Fallback>
              </mc:AlternateContent>
            </a:graphicData>
          </a:graphic>
        </p:graphicFrame>
        <p:graphicFrame>
          <p:nvGraphicFramePr>
            <p:cNvPr id="85025" name="Object 119"/>
            <p:cNvGraphicFramePr>
              <a:graphicFrameLocks noChangeAspect="1"/>
            </p:cNvGraphicFramePr>
            <p:nvPr/>
          </p:nvGraphicFramePr>
          <p:xfrm>
            <a:off x="4558" y="1019"/>
            <a:ext cx="354" cy="335"/>
          </p:xfrm>
          <a:graphic>
            <a:graphicData uri="http://schemas.openxmlformats.org/presentationml/2006/ole">
              <mc:AlternateContent xmlns:mc="http://schemas.openxmlformats.org/markup-compatibility/2006">
                <mc:Choice xmlns:v="urn:schemas-microsoft-com:vml" Requires="v">
                  <p:oleObj r:id="rId25" imgW="274955" imgH="260350" progId="Equation.3">
                    <p:embed/>
                  </p:oleObj>
                </mc:Choice>
                <mc:Fallback>
                  <p:oleObj r:id="rId25" imgW="274955" imgH="260350" progId="Equation.3">
                    <p:embed/>
                    <p:pic>
                      <p:nvPicPr>
                        <p:cNvPr id="0" name="图片 3377"/>
                        <p:cNvPicPr/>
                        <p:nvPr/>
                      </p:nvPicPr>
                      <p:blipFill>
                        <a:blip r:embed="rId26">
                          <a:clrChange>
                            <a:clrFrom>
                              <a:srgbClr val="000000"/>
                            </a:clrFrom>
                            <a:clrTo>
                              <a:srgbClr val="FFFFFF"/>
                            </a:clrTo>
                          </a:clrChange>
                        </a:blip>
                        <a:stretch>
                          <a:fillRect/>
                        </a:stretch>
                      </p:blipFill>
                      <p:spPr>
                        <a:xfrm>
                          <a:off x="4558" y="1019"/>
                          <a:ext cx="354" cy="335"/>
                        </a:xfrm>
                        <a:prstGeom prst="rect">
                          <a:avLst/>
                        </a:prstGeom>
                        <a:noFill/>
                        <a:ln w="38100">
                          <a:noFill/>
                          <a:miter/>
                        </a:ln>
                      </p:spPr>
                    </p:pic>
                  </p:oleObj>
                </mc:Fallback>
              </mc:AlternateContent>
            </a:graphicData>
          </a:graphic>
        </p:graphicFrame>
        <p:sp>
          <p:nvSpPr>
            <p:cNvPr id="85026" name="Line 121"/>
            <p:cNvSpPr/>
            <p:nvPr/>
          </p:nvSpPr>
          <p:spPr>
            <a:xfrm flipV="1">
              <a:off x="3969" y="746"/>
              <a:ext cx="0" cy="283"/>
            </a:xfrm>
            <a:prstGeom prst="line">
              <a:avLst/>
            </a:prstGeom>
            <a:ln w="28575" cap="flat" cmpd="sng">
              <a:solidFill>
                <a:srgbClr val="FFCC00"/>
              </a:solidFill>
              <a:prstDash val="solid"/>
              <a:headEnd type="none" w="med" len="med"/>
              <a:tailEnd type="none" w="med" len="med"/>
            </a:ln>
          </p:spPr>
        </p:sp>
        <p:sp>
          <p:nvSpPr>
            <p:cNvPr id="85027" name="Line 122"/>
            <p:cNvSpPr/>
            <p:nvPr/>
          </p:nvSpPr>
          <p:spPr>
            <a:xfrm flipV="1">
              <a:off x="3968" y="1381"/>
              <a:ext cx="1" cy="227"/>
            </a:xfrm>
            <a:prstGeom prst="line">
              <a:avLst/>
            </a:prstGeom>
            <a:ln w="28575" cap="flat" cmpd="sng">
              <a:solidFill>
                <a:srgbClr val="FFCC00"/>
              </a:solidFill>
              <a:prstDash val="solid"/>
              <a:headEnd type="none" w="med" len="med"/>
              <a:tailEnd type="none" w="med" len="med"/>
            </a:ln>
          </p:spPr>
        </p:sp>
        <p:sp>
          <p:nvSpPr>
            <p:cNvPr id="85028" name="Line 123"/>
            <p:cNvSpPr/>
            <p:nvPr/>
          </p:nvSpPr>
          <p:spPr>
            <a:xfrm flipV="1">
              <a:off x="2744" y="1608"/>
              <a:ext cx="1224" cy="0"/>
            </a:xfrm>
            <a:prstGeom prst="line">
              <a:avLst/>
            </a:prstGeom>
            <a:ln w="28575" cap="flat" cmpd="sng">
              <a:solidFill>
                <a:srgbClr val="FFCC00"/>
              </a:solidFill>
              <a:prstDash val="solid"/>
              <a:headEnd type="none" w="med" len="med"/>
              <a:tailEnd type="none" w="med" len="med"/>
            </a:ln>
          </p:spPr>
        </p:sp>
        <p:sp>
          <p:nvSpPr>
            <p:cNvPr id="85029" name="Text Box 124"/>
            <p:cNvSpPr txBox="1"/>
            <p:nvPr/>
          </p:nvSpPr>
          <p:spPr>
            <a:xfrm>
              <a:off x="3769" y="935"/>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5030" name="Text Box 125"/>
            <p:cNvSpPr txBox="1"/>
            <p:nvPr/>
          </p:nvSpPr>
          <p:spPr>
            <a:xfrm>
              <a:off x="4314" y="908"/>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5031" name="Line 126"/>
            <p:cNvSpPr/>
            <p:nvPr/>
          </p:nvSpPr>
          <p:spPr>
            <a:xfrm>
              <a:off x="4331" y="1563"/>
              <a:ext cx="681" cy="0"/>
            </a:xfrm>
            <a:prstGeom prst="line">
              <a:avLst/>
            </a:prstGeom>
            <a:ln w="28575" cap="flat" cmpd="sng">
              <a:solidFill>
                <a:srgbClr val="FFCC00"/>
              </a:solidFill>
              <a:prstDash val="solid"/>
              <a:headEnd type="none" w="med" len="med"/>
              <a:tailEnd type="none" w="med" len="med"/>
            </a:ln>
          </p:spPr>
        </p:sp>
        <p:sp>
          <p:nvSpPr>
            <p:cNvPr id="85032" name="Line 127"/>
            <p:cNvSpPr/>
            <p:nvPr/>
          </p:nvSpPr>
          <p:spPr>
            <a:xfrm>
              <a:off x="4331" y="746"/>
              <a:ext cx="681" cy="0"/>
            </a:xfrm>
            <a:prstGeom prst="line">
              <a:avLst/>
            </a:prstGeom>
            <a:ln w="28575" cap="flat" cmpd="sng">
              <a:solidFill>
                <a:srgbClr val="FFCC00"/>
              </a:solidFill>
              <a:prstDash val="solid"/>
              <a:headEnd type="none" w="med" len="med"/>
              <a:tailEnd type="none" w="med" len="med"/>
            </a:ln>
          </p:spPr>
        </p:sp>
        <p:sp>
          <p:nvSpPr>
            <p:cNvPr id="85033" name="Line 128"/>
            <p:cNvSpPr/>
            <p:nvPr/>
          </p:nvSpPr>
          <p:spPr>
            <a:xfrm flipV="1">
              <a:off x="2744" y="746"/>
              <a:ext cx="1224" cy="0"/>
            </a:xfrm>
            <a:prstGeom prst="line">
              <a:avLst/>
            </a:prstGeom>
            <a:ln w="28575" cap="flat" cmpd="sng">
              <a:solidFill>
                <a:srgbClr val="FFCC00"/>
              </a:solidFill>
              <a:prstDash val="solid"/>
              <a:headEnd type="none" w="med" len="med"/>
              <a:tailEnd type="none" w="med" len="med"/>
            </a:ln>
          </p:spPr>
        </p:sp>
        <p:sp>
          <p:nvSpPr>
            <p:cNvPr id="85034" name="Line 137"/>
            <p:cNvSpPr/>
            <p:nvPr/>
          </p:nvSpPr>
          <p:spPr>
            <a:xfrm flipH="1" flipV="1">
              <a:off x="4331" y="1381"/>
              <a:ext cx="0" cy="192"/>
            </a:xfrm>
            <a:prstGeom prst="line">
              <a:avLst/>
            </a:prstGeom>
            <a:ln w="28575" cap="flat" cmpd="sng">
              <a:solidFill>
                <a:srgbClr val="FFCC00"/>
              </a:solidFill>
              <a:prstDash val="solid"/>
              <a:headEnd type="none" w="med" len="med"/>
              <a:tailEnd type="none" w="med" len="med"/>
            </a:ln>
          </p:spPr>
        </p:sp>
        <p:sp>
          <p:nvSpPr>
            <p:cNvPr id="85035" name="Line 138"/>
            <p:cNvSpPr/>
            <p:nvPr/>
          </p:nvSpPr>
          <p:spPr>
            <a:xfrm flipH="1" flipV="1">
              <a:off x="4331" y="746"/>
              <a:ext cx="0" cy="283"/>
            </a:xfrm>
            <a:prstGeom prst="line">
              <a:avLst/>
            </a:prstGeom>
            <a:ln w="28575" cap="flat" cmpd="sng">
              <a:solidFill>
                <a:srgbClr val="FFCC00"/>
              </a:solidFill>
              <a:prstDash val="solid"/>
              <a:headEnd type="none" w="med" len="med"/>
              <a:tailEnd type="none" w="med" len="med"/>
            </a:ln>
          </p:spPr>
        </p:sp>
        <p:sp>
          <p:nvSpPr>
            <p:cNvPr id="85036" name="Rectangle 139"/>
            <p:cNvSpPr/>
            <p:nvPr/>
          </p:nvSpPr>
          <p:spPr>
            <a:xfrm>
              <a:off x="3424" y="66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5037" name="Line 141"/>
            <p:cNvSpPr/>
            <p:nvPr/>
          </p:nvSpPr>
          <p:spPr>
            <a:xfrm>
              <a:off x="2607" y="1291"/>
              <a:ext cx="318" cy="0"/>
            </a:xfrm>
            <a:prstGeom prst="line">
              <a:avLst/>
            </a:prstGeom>
            <a:ln w="76200" cap="flat" cmpd="sng">
              <a:solidFill>
                <a:srgbClr val="3399FF"/>
              </a:solidFill>
              <a:prstDash val="solid"/>
              <a:headEnd type="none" w="med" len="med"/>
              <a:tailEnd type="triangle" w="med" len="med"/>
            </a:ln>
          </p:spPr>
        </p:sp>
        <p:sp>
          <p:nvSpPr>
            <p:cNvPr id="85038" name="Rectangle 142"/>
            <p:cNvSpPr/>
            <p:nvPr/>
          </p:nvSpPr>
          <p:spPr>
            <a:xfrm>
              <a:off x="4966" y="101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grpSp>
          <p:nvGrpSpPr>
            <p:cNvPr id="85039" name="Group 177"/>
            <p:cNvGrpSpPr/>
            <p:nvPr/>
          </p:nvGrpSpPr>
          <p:grpSpPr>
            <a:xfrm>
              <a:off x="2970" y="890"/>
              <a:ext cx="454" cy="363"/>
              <a:chOff x="2970" y="973"/>
              <a:chExt cx="454" cy="363"/>
            </a:xfrm>
          </p:grpSpPr>
          <p:sp>
            <p:nvSpPr>
              <p:cNvPr id="85052" name="AutoShape 108"/>
              <p:cNvSpPr/>
              <p:nvPr/>
            </p:nvSpPr>
            <p:spPr>
              <a:xfrm>
                <a:off x="2970" y="973"/>
                <a:ext cx="45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5053" name="Line 112"/>
              <p:cNvSpPr/>
              <p:nvPr/>
            </p:nvSpPr>
            <p:spPr>
              <a:xfrm flipV="1">
                <a:off x="2970" y="1155"/>
                <a:ext cx="454" cy="0"/>
              </a:xfrm>
              <a:prstGeom prst="line">
                <a:avLst/>
              </a:prstGeom>
              <a:ln w="38100" cap="flat" cmpd="sng">
                <a:solidFill>
                  <a:srgbClr val="FF9900"/>
                </a:solidFill>
                <a:prstDash val="solid"/>
                <a:headEnd type="none" w="med" len="med"/>
                <a:tailEnd type="none" w="med" len="med"/>
              </a:ln>
            </p:spPr>
          </p:sp>
        </p:grpSp>
        <p:grpSp>
          <p:nvGrpSpPr>
            <p:cNvPr id="85040" name="Group 196"/>
            <p:cNvGrpSpPr/>
            <p:nvPr/>
          </p:nvGrpSpPr>
          <p:grpSpPr>
            <a:xfrm>
              <a:off x="4240" y="1026"/>
              <a:ext cx="91" cy="363"/>
              <a:chOff x="1565" y="2614"/>
              <a:chExt cx="90" cy="486"/>
            </a:xfrm>
          </p:grpSpPr>
          <p:sp>
            <p:nvSpPr>
              <p:cNvPr id="85048" name="Arc 197"/>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5049" name="Arc 198"/>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5050" name="Arc 199"/>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5051" name="Arc 200"/>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85041" name="Group 201"/>
            <p:cNvGrpSpPr/>
            <p:nvPr/>
          </p:nvGrpSpPr>
          <p:grpSpPr>
            <a:xfrm rot="10800000">
              <a:off x="3969" y="1026"/>
              <a:ext cx="90" cy="363"/>
              <a:chOff x="1565" y="2614"/>
              <a:chExt cx="90" cy="486"/>
            </a:xfrm>
          </p:grpSpPr>
          <p:sp>
            <p:nvSpPr>
              <p:cNvPr id="85044" name="Arc 202"/>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5045" name="Arc 203"/>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5046" name="Arc 204"/>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5047" name="Arc 205"/>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sp>
          <p:nvSpPr>
            <p:cNvPr id="85042" name="Oval 206"/>
            <p:cNvSpPr/>
            <p:nvPr/>
          </p:nvSpPr>
          <p:spPr>
            <a:xfrm>
              <a:off x="2676" y="709"/>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85043" name="Oval 207"/>
            <p:cNvSpPr/>
            <p:nvPr/>
          </p:nvSpPr>
          <p:spPr>
            <a:xfrm>
              <a:off x="2676" y="1570"/>
              <a:ext cx="68" cy="68"/>
            </a:xfrm>
            <a:prstGeom prst="ellipse">
              <a:avLst/>
            </a:prstGeom>
            <a:noFill/>
            <a:ln w="28575" cap="flat" cmpd="sng">
              <a:solidFill>
                <a:srgbClr val="FFCC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8610"/>
                                        </p:tgtEl>
                                        <p:attrNameLst>
                                          <p:attrName>style.visibility</p:attrName>
                                        </p:attrNameLst>
                                      </p:cBhvr>
                                      <p:to>
                                        <p:strVal val="visible"/>
                                      </p:to>
                                    </p:set>
                                    <p:anim calcmode="lin" valueType="num">
                                      <p:cBhvr>
                                        <p:cTn id="7" dur="1000" fill="hold"/>
                                        <p:tgtEl>
                                          <p:spTgt spid="68610"/>
                                        </p:tgtEl>
                                        <p:attrNameLst>
                                          <p:attrName>ppt_w</p:attrName>
                                        </p:attrNameLst>
                                      </p:cBhvr>
                                      <p:tavLst>
                                        <p:tav tm="0">
                                          <p:val>
                                            <p:fltVal val="0"/>
                                          </p:val>
                                        </p:tav>
                                        <p:tav tm="100000">
                                          <p:val>
                                            <p:strVal val="#ppt_w"/>
                                          </p:val>
                                        </p:tav>
                                      </p:tavLst>
                                    </p:anim>
                                    <p:anim calcmode="lin" valueType="num">
                                      <p:cBhvr>
                                        <p:cTn id="8" dur="1000" fill="hold"/>
                                        <p:tgtEl>
                                          <p:spTgt spid="68610"/>
                                        </p:tgtEl>
                                        <p:attrNameLst>
                                          <p:attrName>ppt_h</p:attrName>
                                        </p:attrNameLst>
                                      </p:cBhvr>
                                      <p:tavLst>
                                        <p:tav tm="0">
                                          <p:val>
                                            <p:fltVal val="0"/>
                                          </p:val>
                                        </p:tav>
                                        <p:tav tm="100000">
                                          <p:val>
                                            <p:strVal val="#ppt_h"/>
                                          </p:val>
                                        </p:tav>
                                      </p:tavLst>
                                    </p:anim>
                                    <p:anim calcmode="lin" valueType="num">
                                      <p:cBhvr>
                                        <p:cTn id="9" dur="1000" fill="hold"/>
                                        <p:tgtEl>
                                          <p:spTgt spid="6861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8610"/>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8816"/>
                                        </p:tgtEl>
                                        <p:attrNameLst>
                                          <p:attrName>style.visibility</p:attrName>
                                        </p:attrNameLst>
                                      </p:cBhvr>
                                      <p:to>
                                        <p:strVal val="visible"/>
                                      </p:to>
                                    </p:set>
                                    <p:animEffect transition="in" filter="blinds(horizontal)">
                                      <p:cBhvr>
                                        <p:cTn id="14" dur="500"/>
                                        <p:tgtEl>
                                          <p:spTgt spid="68816"/>
                                        </p:tgtEl>
                                      </p:cBhvr>
                                    </p:animEffect>
                                  </p:childTnLst>
                                </p:cTn>
                              </p:par>
                            </p:childTnLst>
                          </p:cTn>
                        </p:par>
                        <p:par>
                          <p:cTn id="15" fill="hold">
                            <p:stCondLst>
                              <p:cond delay="1500"/>
                            </p:stCondLst>
                            <p:childTnLst>
                              <p:par>
                                <p:cTn id="16" presetID="22" presetClass="entr" presetSubtype="1" fill="hold" grpId="0" nodeType="afterEffect">
                                  <p:stCondLst>
                                    <p:cond delay="0"/>
                                  </p:stCondLst>
                                  <p:childTnLst>
                                    <p:set>
                                      <p:cBhvr>
                                        <p:cTn id="17" dur="1" fill="hold">
                                          <p:stCondLst>
                                            <p:cond delay="0"/>
                                          </p:stCondLst>
                                        </p:cTn>
                                        <p:tgtEl>
                                          <p:spTgt spid="68654"/>
                                        </p:tgtEl>
                                        <p:attrNameLst>
                                          <p:attrName>style.visibility</p:attrName>
                                        </p:attrNameLst>
                                      </p:cBhvr>
                                      <p:to>
                                        <p:strVal val="visible"/>
                                      </p:to>
                                    </p:set>
                                    <p:animEffect transition="in" filter="wipe(up)">
                                      <p:cBhvr>
                                        <p:cTn id="18" dur="2000"/>
                                        <p:tgtEl>
                                          <p:spTgt spid="68654"/>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8655"/>
                                        </p:tgtEl>
                                        <p:attrNameLst>
                                          <p:attrName>style.visibility</p:attrName>
                                        </p:attrNameLst>
                                      </p:cBhvr>
                                      <p:to>
                                        <p:strVal val="visible"/>
                                      </p:to>
                                    </p:set>
                                    <p:anim calcmode="lin" valueType="num">
                                      <p:cBhvr>
                                        <p:cTn id="23" dur="1000" fill="hold"/>
                                        <p:tgtEl>
                                          <p:spTgt spid="68655"/>
                                        </p:tgtEl>
                                        <p:attrNameLst>
                                          <p:attrName>ppt_w</p:attrName>
                                        </p:attrNameLst>
                                      </p:cBhvr>
                                      <p:tavLst>
                                        <p:tav tm="0">
                                          <p:val>
                                            <p:fltVal val="0"/>
                                          </p:val>
                                        </p:tav>
                                        <p:tav tm="100000">
                                          <p:val>
                                            <p:strVal val="#ppt_w"/>
                                          </p:val>
                                        </p:tav>
                                      </p:tavLst>
                                    </p:anim>
                                    <p:anim calcmode="lin" valueType="num">
                                      <p:cBhvr>
                                        <p:cTn id="24" dur="1000" fill="hold"/>
                                        <p:tgtEl>
                                          <p:spTgt spid="68655"/>
                                        </p:tgtEl>
                                        <p:attrNameLst>
                                          <p:attrName>ppt_h</p:attrName>
                                        </p:attrNameLst>
                                      </p:cBhvr>
                                      <p:tavLst>
                                        <p:tav tm="0">
                                          <p:val>
                                            <p:fltVal val="0"/>
                                          </p:val>
                                        </p:tav>
                                        <p:tav tm="100000">
                                          <p:val>
                                            <p:strVal val="#ppt_h"/>
                                          </p:val>
                                        </p:tav>
                                      </p:tavLst>
                                    </p:anim>
                                    <p:anim calcmode="lin" valueType="num">
                                      <p:cBhvr>
                                        <p:cTn id="25" dur="1000" fill="hold"/>
                                        <p:tgtEl>
                                          <p:spTgt spid="68655"/>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6865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grpId="0" nodeType="clickEffect">
                                  <p:stCondLst>
                                    <p:cond delay="0"/>
                                  </p:stCondLst>
                                  <p:childTnLst>
                                    <p:set>
                                      <p:cBhvr>
                                        <p:cTn id="30" dur="1" fill="hold">
                                          <p:stCondLst>
                                            <p:cond delay="0"/>
                                          </p:stCondLst>
                                        </p:cTn>
                                        <p:tgtEl>
                                          <p:spTgt spid="68686"/>
                                        </p:tgtEl>
                                        <p:attrNameLst>
                                          <p:attrName>style.visibility</p:attrName>
                                        </p:attrNameLst>
                                      </p:cBhvr>
                                      <p:to>
                                        <p:strVal val="visible"/>
                                      </p:to>
                                    </p:set>
                                    <p:animEffect transition="in" filter="slide(fromRight)">
                                      <p:cBhvr>
                                        <p:cTn id="31" dur="500"/>
                                        <p:tgtEl>
                                          <p:spTgt spid="68686"/>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nodeType="clickEffect">
                                  <p:stCondLst>
                                    <p:cond delay="0"/>
                                  </p:stCondLst>
                                  <p:childTnLst>
                                    <p:set>
                                      <p:cBhvr>
                                        <p:cTn id="35" dur="1" fill="hold">
                                          <p:stCondLst>
                                            <p:cond delay="0"/>
                                          </p:stCondLst>
                                        </p:cTn>
                                        <p:tgtEl>
                                          <p:spTgt spid="68685"/>
                                        </p:tgtEl>
                                        <p:attrNameLst>
                                          <p:attrName>style.visibility</p:attrName>
                                        </p:attrNameLst>
                                      </p:cBhvr>
                                      <p:to>
                                        <p:strVal val="visible"/>
                                      </p:to>
                                    </p:set>
                                    <p:animEffect transition="in" filter="slide(fromTop)">
                                      <p:cBhvr>
                                        <p:cTn id="36" dur="500"/>
                                        <p:tgtEl>
                                          <p:spTgt spid="68685"/>
                                        </p:tgtEl>
                                      </p:cBhvr>
                                    </p:animEffect>
                                  </p:childTnLst>
                                </p:cTn>
                              </p:par>
                            </p:childTnLst>
                          </p:cTn>
                        </p:par>
                        <p:par>
                          <p:cTn id="37" fill="hold">
                            <p:stCondLst>
                              <p:cond delay="500"/>
                            </p:stCondLst>
                            <p:childTnLst>
                              <p:par>
                                <p:cTn id="38" presetID="3" presetClass="entr" presetSubtype="10" fill="hold" nodeType="afterEffect">
                                  <p:stCondLst>
                                    <p:cond delay="0"/>
                                  </p:stCondLst>
                                  <p:childTnLst>
                                    <p:set>
                                      <p:cBhvr>
                                        <p:cTn id="39" dur="1" fill="hold">
                                          <p:stCondLst>
                                            <p:cond delay="0"/>
                                          </p:stCondLst>
                                        </p:cTn>
                                        <p:tgtEl>
                                          <p:spTgt spid="68802"/>
                                        </p:tgtEl>
                                        <p:attrNameLst>
                                          <p:attrName>style.visibility</p:attrName>
                                        </p:attrNameLst>
                                      </p:cBhvr>
                                      <p:to>
                                        <p:strVal val="visible"/>
                                      </p:to>
                                    </p:set>
                                    <p:animEffect transition="in" filter="blinds(horizontal)">
                                      <p:cBhvr>
                                        <p:cTn id="40" dur="500"/>
                                        <p:tgtEl>
                                          <p:spTgt spid="68802"/>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68687"/>
                                        </p:tgtEl>
                                        <p:attrNameLst>
                                          <p:attrName>style.visibility</p:attrName>
                                        </p:attrNameLst>
                                      </p:cBhvr>
                                      <p:to>
                                        <p:strVal val="visible"/>
                                      </p:to>
                                    </p:set>
                                    <p:anim calcmode="lin" valueType="num">
                                      <p:cBhvr additive="base">
                                        <p:cTn id="45" dur="500" fill="hold"/>
                                        <p:tgtEl>
                                          <p:spTgt spid="68687"/>
                                        </p:tgtEl>
                                        <p:attrNameLst>
                                          <p:attrName>ppt_x</p:attrName>
                                        </p:attrNameLst>
                                      </p:cBhvr>
                                      <p:tavLst>
                                        <p:tav tm="0">
                                          <p:val>
                                            <p:strVal val="0-#ppt_w/2"/>
                                          </p:val>
                                        </p:tav>
                                        <p:tav tm="100000">
                                          <p:val>
                                            <p:strVal val="#ppt_x"/>
                                          </p:val>
                                        </p:tav>
                                      </p:tavLst>
                                    </p:anim>
                                    <p:anim calcmode="lin" valueType="num">
                                      <p:cBhvr additive="base">
                                        <p:cTn id="46" dur="500" fill="hold"/>
                                        <p:tgtEl>
                                          <p:spTgt spid="68687"/>
                                        </p:tgtEl>
                                        <p:attrNameLst>
                                          <p:attrName>ppt_y</p:attrName>
                                        </p:attrNameLst>
                                      </p:cBhvr>
                                      <p:tavLst>
                                        <p:tav tm="0">
                                          <p:val>
                                            <p:strVal val="#ppt_y"/>
                                          </p:val>
                                        </p:tav>
                                        <p:tav tm="100000">
                                          <p:val>
                                            <p:strVal val="#ppt_y"/>
                                          </p:val>
                                        </p:tav>
                                      </p:tavLst>
                                    </p:anim>
                                  </p:childTnLst>
                                </p:cTn>
                              </p:par>
                            </p:childTnLst>
                          </p:cTn>
                        </p:par>
                        <p:par>
                          <p:cTn id="47" fill="hold">
                            <p:stCondLst>
                              <p:cond delay="500"/>
                            </p:stCondLst>
                            <p:childTnLst>
                              <p:par>
                                <p:cTn id="48" presetID="3" presetClass="entr" presetSubtype="10" fill="hold" nodeType="afterEffect">
                                  <p:stCondLst>
                                    <p:cond delay="0"/>
                                  </p:stCondLst>
                                  <p:childTnLst>
                                    <p:set>
                                      <p:cBhvr>
                                        <p:cTn id="49" dur="1" fill="hold">
                                          <p:stCondLst>
                                            <p:cond delay="0"/>
                                          </p:stCondLst>
                                        </p:cTn>
                                        <p:tgtEl>
                                          <p:spTgt spid="68803"/>
                                        </p:tgtEl>
                                        <p:attrNameLst>
                                          <p:attrName>style.visibility</p:attrName>
                                        </p:attrNameLst>
                                      </p:cBhvr>
                                      <p:to>
                                        <p:strVal val="visible"/>
                                      </p:to>
                                    </p:set>
                                    <p:animEffect transition="in" filter="blinds(horizontal)">
                                      <p:cBhvr>
                                        <p:cTn id="50" dur="500"/>
                                        <p:tgtEl>
                                          <p:spTgt spid="6880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8690"/>
                                        </p:tgtEl>
                                        <p:attrNameLst>
                                          <p:attrName>style.visibility</p:attrName>
                                        </p:attrNameLst>
                                      </p:cBhvr>
                                      <p:to>
                                        <p:strVal val="visible"/>
                                      </p:to>
                                    </p:set>
                                    <p:animEffect transition="in" filter="wipe(left)">
                                      <p:cBhvr>
                                        <p:cTn id="55" dur="2000"/>
                                        <p:tgtEl>
                                          <p:spTgt spid="68690"/>
                                        </p:tgtEl>
                                      </p:cBhvr>
                                    </p:animEffect>
                                  </p:childTnLst>
                                </p:cTn>
                              </p:par>
                            </p:childTnLst>
                          </p:cTn>
                        </p:par>
                        <p:par>
                          <p:cTn id="56" fill="hold">
                            <p:stCondLst>
                              <p:cond delay="2000"/>
                            </p:stCondLst>
                            <p:childTnLst>
                              <p:par>
                                <p:cTn id="57" presetID="3" presetClass="entr" presetSubtype="10" fill="hold" grpId="0" nodeType="afterEffect">
                                  <p:stCondLst>
                                    <p:cond delay="0"/>
                                  </p:stCondLst>
                                  <p:childTnLst>
                                    <p:set>
                                      <p:cBhvr>
                                        <p:cTn id="58" dur="1" fill="hold">
                                          <p:stCondLst>
                                            <p:cond delay="0"/>
                                          </p:stCondLst>
                                        </p:cTn>
                                        <p:tgtEl>
                                          <p:spTgt spid="68778"/>
                                        </p:tgtEl>
                                        <p:attrNameLst>
                                          <p:attrName>style.visibility</p:attrName>
                                        </p:attrNameLst>
                                      </p:cBhvr>
                                      <p:to>
                                        <p:strVal val="visible"/>
                                      </p:to>
                                    </p:set>
                                    <p:animEffect transition="in" filter="blinds(horizontal)">
                                      <p:cBhvr>
                                        <p:cTn id="59" dur="500"/>
                                        <p:tgtEl>
                                          <p:spTgt spid="6877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68688"/>
                                        </p:tgtEl>
                                        <p:attrNameLst>
                                          <p:attrName>style.visibility</p:attrName>
                                        </p:attrNameLst>
                                      </p:cBhvr>
                                      <p:to>
                                        <p:strVal val="visible"/>
                                      </p:to>
                                    </p:set>
                                    <p:animEffect transition="in" filter="wipe(left)">
                                      <p:cBhvr>
                                        <p:cTn id="64" dur="2000"/>
                                        <p:tgtEl>
                                          <p:spTgt spid="6868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68691"/>
                                        </p:tgtEl>
                                        <p:attrNameLst>
                                          <p:attrName>style.visibility</p:attrName>
                                        </p:attrNameLst>
                                      </p:cBhvr>
                                      <p:to>
                                        <p:strVal val="visible"/>
                                      </p:to>
                                    </p:set>
                                    <p:animEffect transition="in" filter="wipe(left)">
                                      <p:cBhvr>
                                        <p:cTn id="69" dur="2000"/>
                                        <p:tgtEl>
                                          <p:spTgt spid="68691"/>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8" fill="hold" nodeType="clickEffect">
                                  <p:stCondLst>
                                    <p:cond delay="0"/>
                                  </p:stCondLst>
                                  <p:childTnLst>
                                    <p:set>
                                      <p:cBhvr>
                                        <p:cTn id="73" dur="1" fill="hold">
                                          <p:stCondLst>
                                            <p:cond delay="0"/>
                                          </p:stCondLst>
                                        </p:cTn>
                                        <p:tgtEl>
                                          <p:spTgt spid="68692"/>
                                        </p:tgtEl>
                                        <p:attrNameLst>
                                          <p:attrName>style.visibility</p:attrName>
                                        </p:attrNameLst>
                                      </p:cBhvr>
                                      <p:to>
                                        <p:strVal val="visible"/>
                                      </p:to>
                                    </p:set>
                                    <p:animEffect transition="in" filter="slide(fromLeft)">
                                      <p:cBhvr>
                                        <p:cTn id="74" dur="500"/>
                                        <p:tgtEl>
                                          <p:spTgt spid="68692"/>
                                        </p:tgtEl>
                                      </p:cBhvr>
                                    </p:animEffect>
                                  </p:childTnLst>
                                </p:cTn>
                              </p:par>
                            </p:childTnLst>
                          </p:cTn>
                        </p:par>
                        <p:par>
                          <p:cTn id="75" fill="hold">
                            <p:stCondLst>
                              <p:cond delay="500"/>
                            </p:stCondLst>
                            <p:childTnLst>
                              <p:par>
                                <p:cTn id="76" presetID="22" presetClass="entr" presetSubtype="8" fill="hold" nodeType="afterEffect">
                                  <p:stCondLst>
                                    <p:cond delay="0"/>
                                  </p:stCondLst>
                                  <p:childTnLst>
                                    <p:set>
                                      <p:cBhvr>
                                        <p:cTn id="77" dur="1" fill="hold">
                                          <p:stCondLst>
                                            <p:cond delay="0"/>
                                          </p:stCondLst>
                                        </p:cTn>
                                        <p:tgtEl>
                                          <p:spTgt spid="68693"/>
                                        </p:tgtEl>
                                        <p:attrNameLst>
                                          <p:attrName>style.visibility</p:attrName>
                                        </p:attrNameLst>
                                      </p:cBhvr>
                                      <p:to>
                                        <p:strVal val="visible"/>
                                      </p:to>
                                    </p:set>
                                    <p:animEffect transition="in" filter="wipe(left)">
                                      <p:cBhvr>
                                        <p:cTn id="78" dur="2000"/>
                                        <p:tgtEl>
                                          <p:spTgt spid="6869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68694"/>
                                        </p:tgtEl>
                                        <p:attrNameLst>
                                          <p:attrName>style.visibility</p:attrName>
                                        </p:attrNameLst>
                                      </p:cBhvr>
                                      <p:to>
                                        <p:strVal val="visible"/>
                                      </p:to>
                                    </p:set>
                                    <p:animEffect transition="in" filter="wipe(left)">
                                      <p:cBhvr>
                                        <p:cTn id="83" dur="2000"/>
                                        <p:tgtEl>
                                          <p:spTgt spid="68694"/>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8" fill="hold" nodeType="clickEffect">
                                  <p:stCondLst>
                                    <p:cond delay="0"/>
                                  </p:stCondLst>
                                  <p:childTnLst>
                                    <p:set>
                                      <p:cBhvr>
                                        <p:cTn id="87" dur="1" fill="hold">
                                          <p:stCondLst>
                                            <p:cond delay="0"/>
                                          </p:stCondLst>
                                        </p:cTn>
                                        <p:tgtEl>
                                          <p:spTgt spid="68695"/>
                                        </p:tgtEl>
                                        <p:attrNameLst>
                                          <p:attrName>style.visibility</p:attrName>
                                        </p:attrNameLst>
                                      </p:cBhvr>
                                      <p:to>
                                        <p:strVal val="visible"/>
                                      </p:to>
                                    </p:set>
                                    <p:animEffect transition="in" filter="slide(fromLeft)">
                                      <p:cBhvr>
                                        <p:cTn id="88" dur="500"/>
                                        <p:tgtEl>
                                          <p:spTgt spid="68695"/>
                                        </p:tgtEl>
                                      </p:cBhvr>
                                    </p:animEffect>
                                  </p:childTnLst>
                                </p:cTn>
                              </p:par>
                            </p:childTnLst>
                          </p:cTn>
                        </p:par>
                        <p:par>
                          <p:cTn id="89" fill="hold">
                            <p:stCondLst>
                              <p:cond delay="500"/>
                            </p:stCondLst>
                            <p:childTnLst>
                              <p:par>
                                <p:cTn id="90" presetID="3" presetClass="entr" presetSubtype="10" fill="hold" nodeType="afterEffect">
                                  <p:stCondLst>
                                    <p:cond delay="0"/>
                                  </p:stCondLst>
                                  <p:childTnLst>
                                    <p:set>
                                      <p:cBhvr>
                                        <p:cTn id="91" dur="1" fill="hold">
                                          <p:stCondLst>
                                            <p:cond delay="0"/>
                                          </p:stCondLst>
                                        </p:cTn>
                                        <p:tgtEl>
                                          <p:spTgt spid="68781"/>
                                        </p:tgtEl>
                                        <p:attrNameLst>
                                          <p:attrName>style.visibility</p:attrName>
                                        </p:attrNameLst>
                                      </p:cBhvr>
                                      <p:to>
                                        <p:strVal val="visible"/>
                                      </p:to>
                                    </p:set>
                                    <p:animEffect transition="in" filter="blinds(horizontal)">
                                      <p:cBhvr>
                                        <p:cTn id="92" dur="500"/>
                                        <p:tgtEl>
                                          <p:spTgt spid="68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p:bldP spid="68654" grpId="0"/>
      <p:bldP spid="68655" grpId="0" animBg="1"/>
      <p:bldP spid="68686" grpId="0"/>
      <p:bldP spid="68687" grpId="0"/>
      <p:bldP spid="6877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p:nvPr/>
        </p:nvSpPr>
        <p:spPr>
          <a:xfrm>
            <a:off x="395288" y="606425"/>
            <a:ext cx="1439862" cy="579438"/>
          </a:xfrm>
          <a:prstGeom prst="rect">
            <a:avLst/>
          </a:prstGeom>
          <a:noFill/>
          <a:ln w="19050">
            <a:noFill/>
          </a:ln>
        </p:spPr>
        <p:txBody>
          <a:bodyPr>
            <a:spAutoFit/>
          </a:bodyPr>
          <a:lstStyle/>
          <a:p>
            <a:pPr eaLnBrk="1" hangingPunct="1">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例</a:t>
            </a:r>
            <a:r>
              <a:rPr lang="en-US" altLang="zh-CN" sz="3200" dirty="0">
                <a:solidFill>
                  <a:schemeClr val="bg1"/>
                </a:solidFill>
                <a:latin typeface="Times New Roman" panose="02020603050405020304" pitchFamily="18" charset="0"/>
                <a:ea typeface="宋体" panose="02010600030101010101" pitchFamily="2" charset="-122"/>
              </a:rPr>
              <a:t>5-5</a:t>
            </a:r>
          </a:p>
        </p:txBody>
      </p:sp>
      <p:sp>
        <p:nvSpPr>
          <p:cNvPr id="69687" name="Text Box 55"/>
          <p:cNvSpPr txBox="1"/>
          <p:nvPr/>
        </p:nvSpPr>
        <p:spPr>
          <a:xfrm>
            <a:off x="1476375" y="606425"/>
            <a:ext cx="3887788" cy="519113"/>
          </a:xfrm>
          <a:prstGeom prst="rect">
            <a:avLst/>
          </a:prstGeom>
          <a:noFill/>
          <a:ln w="19050">
            <a:noFill/>
          </a:ln>
        </p:spPr>
        <p:txBody>
          <a:bodyPr>
            <a:spAutoFit/>
          </a:bodyPr>
          <a:lstStyle/>
          <a:p>
            <a:pPr eaLnBrk="1" hangingPunct="1">
              <a:spcBef>
                <a:spcPct val="50000"/>
              </a:spcBef>
            </a:pPr>
            <a:r>
              <a:rPr lang="zh-CN" altLang="en-US" b="1" dirty="0">
                <a:latin typeface="楷体_GB2312" pitchFamily="49" charset="-122"/>
              </a:rPr>
              <a:t>求电阻</a:t>
            </a:r>
            <a:r>
              <a:rPr lang="en-US" altLang="zh-CN" i="1" dirty="0">
                <a:solidFill>
                  <a:schemeClr val="bg1"/>
                </a:solidFill>
                <a:latin typeface="Times New Roman" panose="02020603050405020304" pitchFamily="18" charset="0"/>
              </a:rPr>
              <a:t>R</a:t>
            </a:r>
            <a:r>
              <a:rPr lang="en-US" altLang="zh-CN" b="1" i="1" dirty="0">
                <a:latin typeface="Times New Roman" panose="02020603050405020304" pitchFamily="18" charset="0"/>
              </a:rPr>
              <a:t> </a:t>
            </a:r>
            <a:r>
              <a:rPr lang="zh-CN" altLang="en-US" b="1" dirty="0">
                <a:latin typeface="楷体_GB2312" pitchFamily="49" charset="-122"/>
              </a:rPr>
              <a:t>吸收的功率。</a:t>
            </a:r>
          </a:p>
        </p:txBody>
      </p:sp>
      <p:sp>
        <p:nvSpPr>
          <p:cNvPr id="69688" name="Text Box 56"/>
          <p:cNvSpPr txBox="1"/>
          <p:nvPr/>
        </p:nvSpPr>
        <p:spPr>
          <a:xfrm>
            <a:off x="5292725" y="712788"/>
            <a:ext cx="576263" cy="519112"/>
          </a:xfrm>
          <a:prstGeom prst="rect">
            <a:avLst/>
          </a:prstGeom>
          <a:solidFill>
            <a:srgbClr val="990033"/>
          </a:solidFill>
          <a:ln w="19050">
            <a:noFill/>
          </a:ln>
        </p:spPr>
        <p:txBody>
          <a:bodyPr>
            <a:spAutoFit/>
          </a:bodyPr>
          <a:lstStyle/>
          <a:p>
            <a:pPr eaLnBrk="1" hangingPunct="1">
              <a:spcBef>
                <a:spcPct val="50000"/>
              </a:spcBef>
            </a:pPr>
            <a:r>
              <a:rPr lang="zh-CN" altLang="en-US" b="1" dirty="0">
                <a:solidFill>
                  <a:schemeClr val="bg1"/>
                </a:solidFill>
                <a:latin typeface="Times New Roman" panose="02020603050405020304" pitchFamily="18" charset="0"/>
                <a:ea typeface="宋体" panose="02010600030101010101" pitchFamily="2" charset="-122"/>
              </a:rPr>
              <a:t>解</a:t>
            </a:r>
          </a:p>
        </p:txBody>
      </p:sp>
      <p:sp>
        <p:nvSpPr>
          <p:cNvPr id="69689" name="Text Box 57"/>
          <p:cNvSpPr txBox="1"/>
          <p:nvPr/>
        </p:nvSpPr>
        <p:spPr>
          <a:xfrm>
            <a:off x="6084888" y="784225"/>
            <a:ext cx="2339975" cy="519113"/>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应用回路法</a:t>
            </a:r>
          </a:p>
        </p:txBody>
      </p:sp>
      <p:graphicFrame>
        <p:nvGraphicFramePr>
          <p:cNvPr id="69690" name="Object 58"/>
          <p:cNvGraphicFramePr>
            <a:graphicFrameLocks noChangeAspect="1"/>
          </p:cNvGraphicFramePr>
          <p:nvPr/>
        </p:nvGraphicFramePr>
        <p:xfrm>
          <a:off x="6011863" y="3305175"/>
          <a:ext cx="1452562" cy="531813"/>
        </p:xfrm>
        <a:graphic>
          <a:graphicData uri="http://schemas.openxmlformats.org/presentationml/2006/ole">
            <mc:AlternateContent xmlns:mc="http://schemas.openxmlformats.org/markup-compatibility/2006">
              <mc:Choice xmlns:v="urn:schemas-microsoft-com:vml" Requires="v">
                <p:oleObj r:id="rId2" imgW="706120" imgH="260350" progId="Equation.3">
                  <p:embed/>
                </p:oleObj>
              </mc:Choice>
              <mc:Fallback>
                <p:oleObj r:id="rId2" imgW="706120" imgH="260350" progId="Equation.3">
                  <p:embed/>
                  <p:pic>
                    <p:nvPicPr>
                      <p:cNvPr id="0" name="图片 3379"/>
                      <p:cNvPicPr/>
                      <p:nvPr/>
                    </p:nvPicPr>
                    <p:blipFill>
                      <a:blip r:embed="rId3">
                        <a:clrChange>
                          <a:clrFrom>
                            <a:srgbClr val="000000"/>
                          </a:clrFrom>
                          <a:clrTo>
                            <a:srgbClr val="FFFFFF"/>
                          </a:clrTo>
                        </a:clrChange>
                      </a:blip>
                      <a:stretch>
                        <a:fillRect/>
                      </a:stretch>
                    </p:blipFill>
                    <p:spPr>
                      <a:xfrm>
                        <a:off x="6011863" y="3305175"/>
                        <a:ext cx="1452562" cy="531813"/>
                      </a:xfrm>
                      <a:prstGeom prst="rect">
                        <a:avLst/>
                      </a:prstGeom>
                      <a:noFill/>
                      <a:ln w="38100">
                        <a:noFill/>
                        <a:miter/>
                      </a:ln>
                    </p:spPr>
                  </p:pic>
                </p:oleObj>
              </mc:Fallback>
            </mc:AlternateContent>
          </a:graphicData>
        </a:graphic>
      </p:graphicFrame>
      <p:graphicFrame>
        <p:nvGraphicFramePr>
          <p:cNvPr id="69691" name="Object 59"/>
          <p:cNvGraphicFramePr>
            <a:graphicFrameLocks noChangeAspect="1"/>
          </p:cNvGraphicFramePr>
          <p:nvPr/>
        </p:nvGraphicFramePr>
        <p:xfrm>
          <a:off x="6011863" y="3736975"/>
          <a:ext cx="1209675" cy="927100"/>
        </p:xfrm>
        <a:graphic>
          <a:graphicData uri="http://schemas.openxmlformats.org/presentationml/2006/ole">
            <mc:AlternateContent xmlns:mc="http://schemas.openxmlformats.org/markup-compatibility/2006">
              <mc:Choice xmlns:v="urn:schemas-microsoft-com:vml" Requires="v">
                <p:oleObj r:id="rId4" imgW="579755" imgH="445770" progId="Equation.3">
                  <p:embed/>
                </p:oleObj>
              </mc:Choice>
              <mc:Fallback>
                <p:oleObj r:id="rId4" imgW="579755" imgH="445770" progId="Equation.3">
                  <p:embed/>
                  <p:pic>
                    <p:nvPicPr>
                      <p:cNvPr id="0" name="图片 3380"/>
                      <p:cNvPicPr/>
                      <p:nvPr/>
                    </p:nvPicPr>
                    <p:blipFill>
                      <a:blip r:embed="rId5">
                        <a:clrChange>
                          <a:clrFrom>
                            <a:srgbClr val="000000"/>
                          </a:clrFrom>
                          <a:clrTo>
                            <a:srgbClr val="FFFFFF"/>
                          </a:clrTo>
                        </a:clrChange>
                      </a:blip>
                      <a:stretch>
                        <a:fillRect/>
                      </a:stretch>
                    </p:blipFill>
                    <p:spPr>
                      <a:xfrm>
                        <a:off x="6011863" y="3736975"/>
                        <a:ext cx="1209675" cy="927100"/>
                      </a:xfrm>
                      <a:prstGeom prst="rect">
                        <a:avLst/>
                      </a:prstGeom>
                      <a:noFill/>
                      <a:ln w="38100">
                        <a:noFill/>
                        <a:miter/>
                      </a:ln>
                    </p:spPr>
                  </p:pic>
                </p:oleObj>
              </mc:Fallback>
            </mc:AlternateContent>
          </a:graphicData>
        </a:graphic>
      </p:graphicFrame>
      <p:sp>
        <p:nvSpPr>
          <p:cNvPr id="69692" name="AutoShape 60"/>
          <p:cNvSpPr/>
          <p:nvPr/>
        </p:nvSpPr>
        <p:spPr>
          <a:xfrm>
            <a:off x="5651500" y="1576388"/>
            <a:ext cx="215900" cy="2592387"/>
          </a:xfrm>
          <a:prstGeom prst="leftBrace">
            <a:avLst>
              <a:gd name="adj1" fmla="val 100061"/>
              <a:gd name="adj2" fmla="val 50000"/>
            </a:avLst>
          </a:prstGeom>
          <a:noFill/>
          <a:ln w="28575" cap="flat" cmpd="sng">
            <a:solidFill>
              <a:schemeClr val="bg1"/>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69693" name="Object 61"/>
          <p:cNvGraphicFramePr>
            <a:graphicFrameLocks noChangeAspect="1"/>
          </p:cNvGraphicFramePr>
          <p:nvPr/>
        </p:nvGraphicFramePr>
        <p:xfrm>
          <a:off x="6099175" y="1230313"/>
          <a:ext cx="1966913" cy="758825"/>
        </p:xfrm>
        <a:graphic>
          <a:graphicData uri="http://schemas.openxmlformats.org/presentationml/2006/ole">
            <mc:AlternateContent xmlns:mc="http://schemas.openxmlformats.org/markup-compatibility/2006">
              <mc:Choice xmlns:v="urn:schemas-microsoft-com:vml" Requires="v">
                <p:oleObj r:id="rId6" imgW="832485" imgH="319405" progId="Equation.3">
                  <p:embed/>
                </p:oleObj>
              </mc:Choice>
              <mc:Fallback>
                <p:oleObj r:id="rId6" imgW="832485" imgH="319405" progId="Equation.3">
                  <p:embed/>
                  <p:pic>
                    <p:nvPicPr>
                      <p:cNvPr id="0" name="图片 3381"/>
                      <p:cNvPicPr/>
                      <p:nvPr/>
                    </p:nvPicPr>
                    <p:blipFill>
                      <a:blip r:embed="rId7">
                        <a:clrChange>
                          <a:clrFrom>
                            <a:srgbClr val="000000"/>
                          </a:clrFrom>
                          <a:clrTo>
                            <a:srgbClr val="FFFFFF"/>
                          </a:clrTo>
                        </a:clrChange>
                      </a:blip>
                      <a:stretch>
                        <a:fillRect/>
                      </a:stretch>
                    </p:blipFill>
                    <p:spPr>
                      <a:xfrm>
                        <a:off x="6099175" y="1230313"/>
                        <a:ext cx="1966913" cy="758825"/>
                      </a:xfrm>
                      <a:prstGeom prst="rect">
                        <a:avLst/>
                      </a:prstGeom>
                      <a:noFill/>
                      <a:ln w="38100">
                        <a:noFill/>
                        <a:miter/>
                      </a:ln>
                    </p:spPr>
                  </p:pic>
                </p:oleObj>
              </mc:Fallback>
            </mc:AlternateContent>
          </a:graphicData>
        </a:graphic>
      </p:graphicFrame>
      <p:graphicFrame>
        <p:nvGraphicFramePr>
          <p:cNvPr id="69694" name="Object 62"/>
          <p:cNvGraphicFramePr>
            <a:graphicFrameLocks noChangeAspect="1"/>
          </p:cNvGraphicFramePr>
          <p:nvPr/>
        </p:nvGraphicFramePr>
        <p:xfrm>
          <a:off x="6011863" y="2008188"/>
          <a:ext cx="2220912" cy="635000"/>
        </p:xfrm>
        <a:graphic>
          <a:graphicData uri="http://schemas.openxmlformats.org/presentationml/2006/ole">
            <mc:AlternateContent xmlns:mc="http://schemas.openxmlformats.org/markup-compatibility/2006">
              <mc:Choice xmlns:v="urn:schemas-microsoft-com:vml" Requires="v">
                <p:oleObj r:id="rId8" imgW="906780" imgH="260350" progId="Equation.3">
                  <p:embed/>
                </p:oleObj>
              </mc:Choice>
              <mc:Fallback>
                <p:oleObj r:id="rId8" imgW="906780" imgH="260350" progId="Equation.3">
                  <p:embed/>
                  <p:pic>
                    <p:nvPicPr>
                      <p:cNvPr id="0" name="图片 3385"/>
                      <p:cNvPicPr/>
                      <p:nvPr/>
                    </p:nvPicPr>
                    <p:blipFill>
                      <a:blip r:embed="rId9">
                        <a:clrChange>
                          <a:clrFrom>
                            <a:srgbClr val="000000"/>
                          </a:clrFrom>
                          <a:clrTo>
                            <a:srgbClr val="FFFFFF"/>
                          </a:clrTo>
                        </a:clrChange>
                      </a:blip>
                      <a:stretch>
                        <a:fillRect/>
                      </a:stretch>
                    </p:blipFill>
                    <p:spPr>
                      <a:xfrm>
                        <a:off x="6011863" y="2008188"/>
                        <a:ext cx="2220912" cy="635000"/>
                      </a:xfrm>
                      <a:prstGeom prst="rect">
                        <a:avLst/>
                      </a:prstGeom>
                      <a:noFill/>
                      <a:ln w="38100">
                        <a:noFill/>
                        <a:miter/>
                      </a:ln>
                    </p:spPr>
                  </p:pic>
                </p:oleObj>
              </mc:Fallback>
            </mc:AlternateContent>
          </a:graphicData>
        </a:graphic>
      </p:graphicFrame>
      <p:sp>
        <p:nvSpPr>
          <p:cNvPr id="69695" name="AutoShape 63"/>
          <p:cNvSpPr/>
          <p:nvPr/>
        </p:nvSpPr>
        <p:spPr>
          <a:xfrm>
            <a:off x="755650" y="4221163"/>
            <a:ext cx="874713" cy="304800"/>
          </a:xfrm>
          <a:prstGeom prst="rightArrow">
            <a:avLst>
              <a:gd name="adj1" fmla="val 50000"/>
              <a:gd name="adj2" fmla="val 71744"/>
            </a:avLst>
          </a:prstGeom>
          <a:solidFill>
            <a:srgbClr val="3399FF"/>
          </a:solidFill>
          <a:ln w="19050">
            <a:noFill/>
          </a:ln>
        </p:spPr>
        <p:txBody>
          <a:bodyPr wrap="none" anchor="ctr" anchorCtr="0"/>
          <a:lstStyle/>
          <a:p>
            <a:pPr eaLnBrk="1" hangingPunct="1"/>
            <a:endParaRPr lang="zh-CN" altLang="en-US" dirty="0">
              <a:latin typeface="Times New Roman" panose="02020603050405020304" pitchFamily="18" charset="0"/>
            </a:endParaRPr>
          </a:p>
        </p:txBody>
      </p:sp>
      <p:sp>
        <p:nvSpPr>
          <p:cNvPr id="69696" name="Text Box 64"/>
          <p:cNvSpPr txBox="1"/>
          <p:nvPr/>
        </p:nvSpPr>
        <p:spPr>
          <a:xfrm>
            <a:off x="611188" y="3789363"/>
            <a:ext cx="957262" cy="519112"/>
          </a:xfrm>
          <a:prstGeom prst="rect">
            <a:avLst/>
          </a:prstGeom>
          <a:noFill/>
          <a:ln w="19050">
            <a:noFill/>
          </a:ln>
        </p:spPr>
        <p:txBody>
          <a:bodyPr>
            <a:spAutoFit/>
          </a:bodyPr>
          <a:lstStyle/>
          <a:p>
            <a:pPr eaLnBrk="1" hangingPunct="1">
              <a:spcBef>
                <a:spcPct val="50000"/>
              </a:spcBef>
            </a:pPr>
            <a:r>
              <a:rPr lang="zh-CN" altLang="en-US" b="1" dirty="0">
                <a:latin typeface="Times New Roman" panose="02020603050405020304" pitchFamily="18" charset="0"/>
              </a:rPr>
              <a:t>解得</a:t>
            </a:r>
          </a:p>
        </p:txBody>
      </p:sp>
      <p:grpSp>
        <p:nvGrpSpPr>
          <p:cNvPr id="69781" name="Group 149"/>
          <p:cNvGrpSpPr/>
          <p:nvPr/>
        </p:nvGrpSpPr>
        <p:grpSpPr>
          <a:xfrm>
            <a:off x="1476375" y="1052513"/>
            <a:ext cx="3743325" cy="2306637"/>
            <a:chOff x="930" y="663"/>
            <a:chExt cx="2358" cy="1453"/>
          </a:xfrm>
        </p:grpSpPr>
        <p:grpSp>
          <p:nvGrpSpPr>
            <p:cNvPr id="86087" name="Group 67"/>
            <p:cNvGrpSpPr/>
            <p:nvPr/>
          </p:nvGrpSpPr>
          <p:grpSpPr>
            <a:xfrm>
              <a:off x="930" y="1607"/>
              <a:ext cx="349" cy="373"/>
              <a:chOff x="793" y="1570"/>
              <a:chExt cx="349" cy="373"/>
            </a:xfrm>
          </p:grpSpPr>
          <p:sp>
            <p:nvSpPr>
              <p:cNvPr id="86094" name="Freeform 65"/>
              <p:cNvSpPr/>
              <p:nvPr/>
            </p:nvSpPr>
            <p:spPr>
              <a:xfrm>
                <a:off x="793" y="1570"/>
                <a:ext cx="349" cy="287"/>
              </a:xfrm>
              <a:custGeom>
                <a:avLst/>
                <a:gdLst/>
                <a:ahLst/>
                <a:cxnLst>
                  <a:cxn ang="0">
                    <a:pos x="99" y="287"/>
                  </a:cxn>
                  <a:cxn ang="0">
                    <a:pos x="8" y="151"/>
                  </a:cxn>
                  <a:cxn ang="0">
                    <a:pos x="145" y="15"/>
                  </a:cxn>
                  <a:cxn ang="0">
                    <a:pos x="326" y="60"/>
                  </a:cxn>
                  <a:cxn ang="0">
                    <a:pos x="281" y="287"/>
                  </a:cxn>
                </a:cxnLst>
                <a:rect l="0" t="0" r="0" b="0"/>
                <a:pathLst>
                  <a:path w="349" h="287">
                    <a:moveTo>
                      <a:pt x="99" y="287"/>
                    </a:moveTo>
                    <a:cubicBezTo>
                      <a:pt x="49" y="241"/>
                      <a:pt x="0" y="196"/>
                      <a:pt x="8" y="151"/>
                    </a:cubicBezTo>
                    <a:cubicBezTo>
                      <a:pt x="16" y="106"/>
                      <a:pt x="92" y="30"/>
                      <a:pt x="145" y="15"/>
                    </a:cubicBezTo>
                    <a:cubicBezTo>
                      <a:pt x="198" y="0"/>
                      <a:pt x="303" y="15"/>
                      <a:pt x="326" y="60"/>
                    </a:cubicBezTo>
                    <a:cubicBezTo>
                      <a:pt x="349" y="105"/>
                      <a:pt x="288" y="249"/>
                      <a:pt x="281" y="287"/>
                    </a:cubicBezTo>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86095" name="Text Box 66"/>
              <p:cNvSpPr txBox="1"/>
              <p:nvPr/>
            </p:nvSpPr>
            <p:spPr>
              <a:xfrm>
                <a:off x="884" y="1616"/>
                <a:ext cx="227"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1</a:t>
                </a:r>
              </a:p>
            </p:txBody>
          </p:sp>
        </p:grpSp>
        <p:grpSp>
          <p:nvGrpSpPr>
            <p:cNvPr id="86088" name="Group 68"/>
            <p:cNvGrpSpPr/>
            <p:nvPr/>
          </p:nvGrpSpPr>
          <p:grpSpPr>
            <a:xfrm>
              <a:off x="2290" y="1743"/>
              <a:ext cx="349" cy="373"/>
              <a:chOff x="793" y="1570"/>
              <a:chExt cx="349" cy="373"/>
            </a:xfrm>
          </p:grpSpPr>
          <p:sp>
            <p:nvSpPr>
              <p:cNvPr id="86092" name="Freeform 69"/>
              <p:cNvSpPr/>
              <p:nvPr/>
            </p:nvSpPr>
            <p:spPr>
              <a:xfrm>
                <a:off x="793" y="1570"/>
                <a:ext cx="349" cy="287"/>
              </a:xfrm>
              <a:custGeom>
                <a:avLst/>
                <a:gdLst/>
                <a:ahLst/>
                <a:cxnLst>
                  <a:cxn ang="0">
                    <a:pos x="99" y="287"/>
                  </a:cxn>
                  <a:cxn ang="0">
                    <a:pos x="8" y="151"/>
                  </a:cxn>
                  <a:cxn ang="0">
                    <a:pos x="145" y="15"/>
                  </a:cxn>
                  <a:cxn ang="0">
                    <a:pos x="326" y="60"/>
                  </a:cxn>
                  <a:cxn ang="0">
                    <a:pos x="281" y="287"/>
                  </a:cxn>
                </a:cxnLst>
                <a:rect l="0" t="0" r="0" b="0"/>
                <a:pathLst>
                  <a:path w="349" h="287">
                    <a:moveTo>
                      <a:pt x="99" y="287"/>
                    </a:moveTo>
                    <a:cubicBezTo>
                      <a:pt x="49" y="241"/>
                      <a:pt x="0" y="196"/>
                      <a:pt x="8" y="151"/>
                    </a:cubicBezTo>
                    <a:cubicBezTo>
                      <a:pt x="16" y="106"/>
                      <a:pt x="92" y="30"/>
                      <a:pt x="145" y="15"/>
                    </a:cubicBezTo>
                    <a:cubicBezTo>
                      <a:pt x="198" y="0"/>
                      <a:pt x="303" y="15"/>
                      <a:pt x="326" y="60"/>
                    </a:cubicBezTo>
                    <a:cubicBezTo>
                      <a:pt x="349" y="105"/>
                      <a:pt x="288" y="249"/>
                      <a:pt x="281" y="287"/>
                    </a:cubicBezTo>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86093" name="Text Box 70"/>
              <p:cNvSpPr txBox="1"/>
              <p:nvPr/>
            </p:nvSpPr>
            <p:spPr>
              <a:xfrm>
                <a:off x="884" y="1616"/>
                <a:ext cx="227"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2</a:t>
                </a:r>
              </a:p>
            </p:txBody>
          </p:sp>
        </p:grpSp>
        <p:grpSp>
          <p:nvGrpSpPr>
            <p:cNvPr id="86089" name="Group 74"/>
            <p:cNvGrpSpPr/>
            <p:nvPr/>
          </p:nvGrpSpPr>
          <p:grpSpPr>
            <a:xfrm>
              <a:off x="2109" y="663"/>
              <a:ext cx="1179" cy="917"/>
              <a:chOff x="1882" y="572"/>
              <a:chExt cx="1179" cy="917"/>
            </a:xfrm>
          </p:grpSpPr>
          <p:sp>
            <p:nvSpPr>
              <p:cNvPr id="86090" name="Freeform 72"/>
              <p:cNvSpPr/>
              <p:nvPr/>
            </p:nvSpPr>
            <p:spPr>
              <a:xfrm>
                <a:off x="1882" y="572"/>
                <a:ext cx="907" cy="817"/>
              </a:xfrm>
              <a:custGeom>
                <a:avLst/>
                <a:gdLst/>
                <a:ahLst/>
                <a:cxnLst>
                  <a:cxn ang="0">
                    <a:pos x="0" y="116"/>
                  </a:cxn>
                  <a:cxn ang="0">
                    <a:pos x="761" y="116"/>
                  </a:cxn>
                  <a:cxn ang="0">
                    <a:pos x="881" y="817"/>
                  </a:cxn>
                </a:cxnLst>
                <a:rect l="0" t="0" r="0" b="0"/>
                <a:pathLst>
                  <a:path w="1028" h="899">
                    <a:moveTo>
                      <a:pt x="0" y="128"/>
                    </a:moveTo>
                    <a:cubicBezTo>
                      <a:pt x="348" y="64"/>
                      <a:pt x="696" y="0"/>
                      <a:pt x="862" y="128"/>
                    </a:cubicBezTo>
                    <a:cubicBezTo>
                      <a:pt x="1028" y="256"/>
                      <a:pt x="1013" y="577"/>
                      <a:pt x="998" y="899"/>
                    </a:cubicBezTo>
                  </a:path>
                </a:pathLst>
              </a:custGeom>
              <a:noFill/>
              <a:ln w="28575" cap="flat" cmpd="sng">
                <a:solidFill>
                  <a:srgbClr val="FF3300">
                    <a:alpha val="100000"/>
                  </a:srgbClr>
                </a:solidFill>
                <a:prstDash val="solid"/>
                <a:round/>
                <a:headEnd type="none" w="med" len="med"/>
                <a:tailEnd type="triangle" w="med" len="med"/>
              </a:ln>
            </p:spPr>
            <p:txBody>
              <a:bodyPr/>
              <a:lstStyle/>
              <a:p>
                <a:endParaRPr lang="zh-CN" altLang="en-US"/>
              </a:p>
            </p:txBody>
          </p:sp>
          <p:sp>
            <p:nvSpPr>
              <p:cNvPr id="86091" name="Text Box 73"/>
              <p:cNvSpPr txBox="1"/>
              <p:nvPr/>
            </p:nvSpPr>
            <p:spPr>
              <a:xfrm>
                <a:off x="2835" y="1162"/>
                <a:ext cx="226" cy="327"/>
              </a:xfrm>
              <a:prstGeom prst="rect">
                <a:avLst/>
              </a:prstGeom>
              <a:noFill/>
              <a:ln w="9525">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仿宋_GB2312" pitchFamily="49" charset="-122"/>
                  </a:rPr>
                  <a:t>3</a:t>
                </a:r>
              </a:p>
            </p:txBody>
          </p:sp>
        </p:grpSp>
      </p:grpSp>
      <p:graphicFrame>
        <p:nvGraphicFramePr>
          <p:cNvPr id="69707" name="Object 75"/>
          <p:cNvGraphicFramePr>
            <a:graphicFrameLocks noChangeAspect="1"/>
          </p:cNvGraphicFramePr>
          <p:nvPr/>
        </p:nvGraphicFramePr>
        <p:xfrm>
          <a:off x="5970588" y="2636838"/>
          <a:ext cx="2162175" cy="635000"/>
        </p:xfrm>
        <a:graphic>
          <a:graphicData uri="http://schemas.openxmlformats.org/presentationml/2006/ole">
            <mc:AlternateContent xmlns:mc="http://schemas.openxmlformats.org/markup-compatibility/2006">
              <mc:Choice xmlns:v="urn:schemas-microsoft-com:vml" Requires="v">
                <p:oleObj r:id="rId10" imgW="876935" imgH="260350" progId="Equation.3">
                  <p:embed/>
                </p:oleObj>
              </mc:Choice>
              <mc:Fallback>
                <p:oleObj r:id="rId10" imgW="876935" imgH="260350" progId="Equation.3">
                  <p:embed/>
                  <p:pic>
                    <p:nvPicPr>
                      <p:cNvPr id="0" name="图片 3386"/>
                      <p:cNvPicPr/>
                      <p:nvPr/>
                    </p:nvPicPr>
                    <p:blipFill>
                      <a:blip r:embed="rId11">
                        <a:clrChange>
                          <a:clrFrom>
                            <a:srgbClr val="000000"/>
                          </a:clrFrom>
                          <a:clrTo>
                            <a:srgbClr val="FFFFFF"/>
                          </a:clrTo>
                        </a:clrChange>
                      </a:blip>
                      <a:stretch>
                        <a:fillRect/>
                      </a:stretch>
                    </p:blipFill>
                    <p:spPr>
                      <a:xfrm>
                        <a:off x="5970588" y="2636838"/>
                        <a:ext cx="2162175" cy="635000"/>
                      </a:xfrm>
                      <a:prstGeom prst="rect">
                        <a:avLst/>
                      </a:prstGeom>
                      <a:noFill/>
                      <a:ln w="38100">
                        <a:noFill/>
                        <a:miter/>
                      </a:ln>
                    </p:spPr>
                  </p:pic>
                </p:oleObj>
              </mc:Fallback>
            </mc:AlternateContent>
          </a:graphicData>
        </a:graphic>
      </p:graphicFrame>
      <p:graphicFrame>
        <p:nvGraphicFramePr>
          <p:cNvPr id="69708" name="Object 76"/>
          <p:cNvGraphicFramePr>
            <a:graphicFrameLocks noChangeAspect="1"/>
          </p:cNvGraphicFramePr>
          <p:nvPr/>
        </p:nvGraphicFramePr>
        <p:xfrm>
          <a:off x="1792288" y="3933825"/>
          <a:ext cx="3327400" cy="1149350"/>
        </p:xfrm>
        <a:graphic>
          <a:graphicData uri="http://schemas.openxmlformats.org/presentationml/2006/ole">
            <mc:AlternateContent xmlns:mc="http://schemas.openxmlformats.org/markup-compatibility/2006">
              <mc:Choice xmlns:v="urn:schemas-microsoft-com:vml" Requires="v">
                <p:oleObj r:id="rId12" imgW="1427480" imgH="497840" progId="Equation.3">
                  <p:embed/>
                </p:oleObj>
              </mc:Choice>
              <mc:Fallback>
                <p:oleObj r:id="rId12" imgW="1427480" imgH="497840" progId="Equation.3">
                  <p:embed/>
                  <p:pic>
                    <p:nvPicPr>
                      <p:cNvPr id="0" name="图片 3383"/>
                      <p:cNvPicPr/>
                      <p:nvPr/>
                    </p:nvPicPr>
                    <p:blipFill>
                      <a:blip r:embed="rId13">
                        <a:clrChange>
                          <a:clrFrom>
                            <a:srgbClr val="000000"/>
                          </a:clrFrom>
                          <a:clrTo>
                            <a:srgbClr val="FFFFFF"/>
                          </a:clrTo>
                        </a:clrChange>
                      </a:blip>
                      <a:stretch>
                        <a:fillRect/>
                      </a:stretch>
                    </p:blipFill>
                    <p:spPr>
                      <a:xfrm>
                        <a:off x="1792288" y="3933825"/>
                        <a:ext cx="3327400" cy="1149350"/>
                      </a:xfrm>
                      <a:prstGeom prst="rect">
                        <a:avLst/>
                      </a:prstGeom>
                      <a:noFill/>
                      <a:ln w="38100">
                        <a:noFill/>
                        <a:miter/>
                      </a:ln>
                    </p:spPr>
                  </p:pic>
                </p:oleObj>
              </mc:Fallback>
            </mc:AlternateContent>
          </a:graphicData>
        </a:graphic>
      </p:graphicFrame>
      <p:graphicFrame>
        <p:nvGraphicFramePr>
          <p:cNvPr id="69709" name="Object 77"/>
          <p:cNvGraphicFramePr>
            <a:graphicFrameLocks noChangeAspect="1"/>
          </p:cNvGraphicFramePr>
          <p:nvPr/>
        </p:nvGraphicFramePr>
        <p:xfrm>
          <a:off x="6156325" y="5608638"/>
          <a:ext cx="1398588" cy="484187"/>
        </p:xfrm>
        <a:graphic>
          <a:graphicData uri="http://schemas.openxmlformats.org/presentationml/2006/ole">
            <mc:AlternateContent xmlns:mc="http://schemas.openxmlformats.org/markup-compatibility/2006">
              <mc:Choice xmlns:v="urn:schemas-microsoft-com:vml" Requires="v">
                <p:oleObj r:id="rId14" imgW="572135" imgH="200660" progId="Equation.3">
                  <p:embed/>
                </p:oleObj>
              </mc:Choice>
              <mc:Fallback>
                <p:oleObj r:id="rId14" imgW="572135" imgH="200660" progId="Equation.3">
                  <p:embed/>
                  <p:pic>
                    <p:nvPicPr>
                      <p:cNvPr id="0" name="图片 3384"/>
                      <p:cNvPicPr/>
                      <p:nvPr/>
                    </p:nvPicPr>
                    <p:blipFill>
                      <a:blip r:embed="rId15">
                        <a:clrChange>
                          <a:clrFrom>
                            <a:srgbClr val="000000"/>
                          </a:clrFrom>
                          <a:clrTo>
                            <a:srgbClr val="FFFFFF"/>
                          </a:clrTo>
                        </a:clrChange>
                      </a:blip>
                      <a:stretch>
                        <a:fillRect/>
                      </a:stretch>
                    </p:blipFill>
                    <p:spPr>
                      <a:xfrm>
                        <a:off x="6156325" y="5608638"/>
                        <a:ext cx="1398588" cy="484187"/>
                      </a:xfrm>
                      <a:prstGeom prst="rect">
                        <a:avLst/>
                      </a:prstGeom>
                      <a:noFill/>
                      <a:ln w="38100">
                        <a:noFill/>
                        <a:miter/>
                      </a:ln>
                    </p:spPr>
                  </p:pic>
                </p:oleObj>
              </mc:Fallback>
            </mc:AlternateContent>
          </a:graphicData>
        </a:graphic>
      </p:graphicFrame>
      <p:graphicFrame>
        <p:nvGraphicFramePr>
          <p:cNvPr id="69719" name="Object 87"/>
          <p:cNvGraphicFramePr>
            <a:graphicFrameLocks noChangeAspect="1"/>
          </p:cNvGraphicFramePr>
          <p:nvPr/>
        </p:nvGraphicFramePr>
        <p:xfrm>
          <a:off x="1865313" y="5157788"/>
          <a:ext cx="2747962" cy="1173162"/>
        </p:xfrm>
        <a:graphic>
          <a:graphicData uri="http://schemas.openxmlformats.org/presentationml/2006/ole">
            <mc:AlternateContent xmlns:mc="http://schemas.openxmlformats.org/markup-compatibility/2006">
              <mc:Choice xmlns:v="urn:schemas-microsoft-com:vml" Requires="v">
                <p:oleObj r:id="rId16" imgW="1152525" imgH="497840" progId="Equation.3">
                  <p:embed/>
                </p:oleObj>
              </mc:Choice>
              <mc:Fallback>
                <p:oleObj r:id="rId16" imgW="1152525" imgH="497840" progId="Equation.3">
                  <p:embed/>
                  <p:pic>
                    <p:nvPicPr>
                      <p:cNvPr id="0" name="图片 3382"/>
                      <p:cNvPicPr/>
                      <p:nvPr/>
                    </p:nvPicPr>
                    <p:blipFill>
                      <a:blip r:embed="rId17">
                        <a:clrChange>
                          <a:clrFrom>
                            <a:srgbClr val="000000"/>
                          </a:clrFrom>
                          <a:clrTo>
                            <a:srgbClr val="FFFFFF"/>
                          </a:clrTo>
                        </a:clrChange>
                      </a:blip>
                      <a:stretch>
                        <a:fillRect/>
                      </a:stretch>
                    </p:blipFill>
                    <p:spPr>
                      <a:xfrm>
                        <a:off x="1865313" y="5157788"/>
                        <a:ext cx="2747962" cy="1173162"/>
                      </a:xfrm>
                      <a:prstGeom prst="rect">
                        <a:avLst/>
                      </a:prstGeom>
                      <a:noFill/>
                      <a:ln w="38100">
                        <a:noFill/>
                        <a:miter/>
                      </a:ln>
                    </p:spPr>
                  </p:pic>
                </p:oleObj>
              </mc:Fallback>
            </mc:AlternateContent>
          </a:graphicData>
        </a:graphic>
      </p:graphicFrame>
      <p:graphicFrame>
        <p:nvGraphicFramePr>
          <p:cNvPr id="69720" name="Object 88"/>
          <p:cNvGraphicFramePr>
            <a:graphicFrameLocks noChangeAspect="1"/>
          </p:cNvGraphicFramePr>
          <p:nvPr/>
        </p:nvGraphicFramePr>
        <p:xfrm>
          <a:off x="6084888" y="4816475"/>
          <a:ext cx="1735137" cy="633413"/>
        </p:xfrm>
        <a:graphic>
          <a:graphicData uri="http://schemas.openxmlformats.org/presentationml/2006/ole">
            <mc:AlternateContent xmlns:mc="http://schemas.openxmlformats.org/markup-compatibility/2006">
              <mc:Choice xmlns:v="urn:schemas-microsoft-com:vml" Requires="v">
                <p:oleObj r:id="rId18" imgW="706120" imgH="260350" progId="Equation.3">
                  <p:embed/>
                </p:oleObj>
              </mc:Choice>
              <mc:Fallback>
                <p:oleObj r:id="rId18" imgW="706120" imgH="260350" progId="Equation.3">
                  <p:embed/>
                  <p:pic>
                    <p:nvPicPr>
                      <p:cNvPr id="0" name="图片 3389"/>
                      <p:cNvPicPr/>
                      <p:nvPr/>
                    </p:nvPicPr>
                    <p:blipFill>
                      <a:blip r:embed="rId19">
                        <a:clrChange>
                          <a:clrFrom>
                            <a:srgbClr val="000000"/>
                          </a:clrFrom>
                          <a:clrTo>
                            <a:srgbClr val="FFFFFF"/>
                          </a:clrTo>
                        </a:clrChange>
                      </a:blip>
                      <a:stretch>
                        <a:fillRect/>
                      </a:stretch>
                    </p:blipFill>
                    <p:spPr>
                      <a:xfrm>
                        <a:off x="6084888" y="4816475"/>
                        <a:ext cx="1735137" cy="633413"/>
                      </a:xfrm>
                      <a:prstGeom prst="rect">
                        <a:avLst/>
                      </a:prstGeom>
                      <a:noFill/>
                      <a:ln w="38100">
                        <a:noFill/>
                        <a:miter/>
                      </a:ln>
                    </p:spPr>
                  </p:pic>
                </p:oleObj>
              </mc:Fallback>
            </mc:AlternateContent>
          </a:graphicData>
        </a:graphic>
      </p:graphicFrame>
      <p:grpSp>
        <p:nvGrpSpPr>
          <p:cNvPr id="86035" name="Group 93"/>
          <p:cNvGrpSpPr/>
          <p:nvPr/>
        </p:nvGrpSpPr>
        <p:grpSpPr>
          <a:xfrm>
            <a:off x="8316913" y="6446838"/>
            <a:ext cx="792162" cy="366712"/>
            <a:chOff x="4649" y="4020"/>
            <a:chExt cx="499" cy="231"/>
          </a:xfrm>
        </p:grpSpPr>
        <p:pic>
          <p:nvPicPr>
            <p:cNvPr id="86085" name="Picture 94"/>
            <p:cNvPicPr>
              <a:picLocks noChangeAspect="1"/>
            </p:cNvPicPr>
            <p:nvPr/>
          </p:nvPicPr>
          <p:blipFill>
            <a:blip r:embed="rId20"/>
            <a:stretch>
              <a:fillRect/>
            </a:stretch>
          </p:blipFill>
          <p:spPr>
            <a:xfrm>
              <a:off x="4649" y="4066"/>
              <a:ext cx="499" cy="181"/>
            </a:xfrm>
            <a:prstGeom prst="rect">
              <a:avLst/>
            </a:prstGeom>
            <a:noFill/>
            <a:ln w="9525">
              <a:noFill/>
            </a:ln>
          </p:spPr>
        </p:pic>
        <p:sp>
          <p:nvSpPr>
            <p:cNvPr id="86086" name="Text Box 95">
              <a:hlinkClick r:id="" action="ppaction://hlinkshowjump?jump=previous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上 页</a:t>
              </a:r>
            </a:p>
          </p:txBody>
        </p:sp>
      </p:grpSp>
      <p:grpSp>
        <p:nvGrpSpPr>
          <p:cNvPr id="86036" name="Group 146"/>
          <p:cNvGrpSpPr/>
          <p:nvPr/>
        </p:nvGrpSpPr>
        <p:grpSpPr>
          <a:xfrm>
            <a:off x="7451725" y="6446838"/>
            <a:ext cx="792163" cy="366712"/>
            <a:chOff x="4649" y="4020"/>
            <a:chExt cx="499" cy="231"/>
          </a:xfrm>
        </p:grpSpPr>
        <p:pic>
          <p:nvPicPr>
            <p:cNvPr id="86083" name="Picture 147"/>
            <p:cNvPicPr>
              <a:picLocks noChangeAspect="1"/>
            </p:cNvPicPr>
            <p:nvPr/>
          </p:nvPicPr>
          <p:blipFill>
            <a:blip r:embed="rId20"/>
            <a:stretch>
              <a:fillRect/>
            </a:stretch>
          </p:blipFill>
          <p:spPr>
            <a:xfrm>
              <a:off x="4649" y="4066"/>
              <a:ext cx="499" cy="181"/>
            </a:xfrm>
            <a:prstGeom prst="rect">
              <a:avLst/>
            </a:prstGeom>
            <a:noFill/>
            <a:ln w="9525">
              <a:noFill/>
            </a:ln>
          </p:spPr>
        </p:pic>
        <p:sp>
          <p:nvSpPr>
            <p:cNvPr id="86084" name="Text Box 148">
              <a:hlinkClick r:id="" action="ppaction://hlinkshowjump?jump=firstslide"/>
            </p:cNvPr>
            <p:cNvSpPr txBox="1"/>
            <p:nvPr/>
          </p:nvSpPr>
          <p:spPr>
            <a:xfrm>
              <a:off x="4672" y="4020"/>
              <a:ext cx="476" cy="231"/>
            </a:xfrm>
            <a:prstGeom prst="rect">
              <a:avLst/>
            </a:prstGeom>
            <a:noFill/>
            <a:ln w="9525">
              <a:noFill/>
            </a:ln>
          </p:spPr>
          <p:txBody>
            <a:bodyPr wrap="none">
              <a:spAutoFit/>
            </a:bodyPr>
            <a:lstStyle/>
            <a:p>
              <a:pPr eaLnBrk="1" hangingPunct="1">
                <a:spcBef>
                  <a:spcPct val="50000"/>
                </a:spcBef>
              </a:pPr>
              <a:r>
                <a:rPr lang="zh-CN" altLang="en-US" sz="1800" dirty="0">
                  <a:solidFill>
                    <a:schemeClr val="bg1"/>
                  </a:solidFill>
                  <a:latin typeface="隶书" panose="02010509060101010101" pitchFamily="49" charset="-122"/>
                  <a:ea typeface="隶书" panose="02010509060101010101" pitchFamily="49" charset="-122"/>
                </a:rPr>
                <a:t>返 回</a:t>
              </a:r>
            </a:p>
          </p:txBody>
        </p:sp>
      </p:grpSp>
      <p:grpSp>
        <p:nvGrpSpPr>
          <p:cNvPr id="69794" name="Group 162"/>
          <p:cNvGrpSpPr/>
          <p:nvPr/>
        </p:nvGrpSpPr>
        <p:grpSpPr>
          <a:xfrm>
            <a:off x="349250" y="1282700"/>
            <a:ext cx="5216525" cy="2290763"/>
            <a:chOff x="220" y="808"/>
            <a:chExt cx="3286" cy="1443"/>
          </a:xfrm>
        </p:grpSpPr>
        <p:sp>
          <p:nvSpPr>
            <p:cNvPr id="86038" name="Line 118"/>
            <p:cNvSpPr/>
            <p:nvPr/>
          </p:nvSpPr>
          <p:spPr>
            <a:xfrm>
              <a:off x="693" y="1379"/>
              <a:ext cx="862" cy="0"/>
            </a:xfrm>
            <a:prstGeom prst="line">
              <a:avLst/>
            </a:prstGeom>
            <a:ln w="28575" cap="flat" cmpd="sng">
              <a:solidFill>
                <a:srgbClr val="FFCC00"/>
              </a:solidFill>
              <a:prstDash val="solid"/>
              <a:headEnd type="none" w="med" len="med"/>
              <a:tailEnd type="none" w="med" len="med"/>
            </a:ln>
          </p:spPr>
        </p:sp>
        <p:sp>
          <p:nvSpPr>
            <p:cNvPr id="86039" name="Line 110"/>
            <p:cNvSpPr/>
            <p:nvPr/>
          </p:nvSpPr>
          <p:spPr>
            <a:xfrm>
              <a:off x="1963" y="1379"/>
              <a:ext cx="817" cy="0"/>
            </a:xfrm>
            <a:prstGeom prst="line">
              <a:avLst/>
            </a:prstGeom>
            <a:ln w="28575" cap="flat" cmpd="sng">
              <a:solidFill>
                <a:srgbClr val="FFCC00"/>
              </a:solidFill>
              <a:prstDash val="solid"/>
              <a:headEnd type="none" w="med" len="med"/>
              <a:tailEnd type="oval" w="med" len="med"/>
            </a:ln>
          </p:spPr>
        </p:sp>
        <p:sp>
          <p:nvSpPr>
            <p:cNvPr id="86040" name="Oval 100"/>
            <p:cNvSpPr/>
            <p:nvPr/>
          </p:nvSpPr>
          <p:spPr>
            <a:xfrm>
              <a:off x="512" y="160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lstStyle/>
            <a:p>
              <a:pPr algn="ctr" eaLnBrk="1" hangingPunct="1"/>
              <a:endParaRPr lang="zh-CN" altLang="zh-CN" sz="2400" dirty="0">
                <a:latin typeface="Arial" panose="020B0604020202020204" pitchFamily="34" charset="0"/>
                <a:ea typeface="仿宋_GB2312" pitchFamily="49" charset="-122"/>
              </a:endParaRPr>
            </a:p>
          </p:txBody>
        </p:sp>
        <p:graphicFrame>
          <p:nvGraphicFramePr>
            <p:cNvPr id="86041" name="Object 101"/>
            <p:cNvGraphicFramePr>
              <a:graphicFrameLocks noChangeAspect="1"/>
            </p:cNvGraphicFramePr>
            <p:nvPr/>
          </p:nvGraphicFramePr>
          <p:xfrm>
            <a:off x="693" y="944"/>
            <a:ext cx="201" cy="424"/>
          </p:xfrm>
          <a:graphic>
            <a:graphicData uri="http://schemas.openxmlformats.org/presentationml/2006/ole">
              <mc:AlternateContent xmlns:mc="http://schemas.openxmlformats.org/markup-compatibility/2006">
                <mc:Choice xmlns:v="urn:schemas-microsoft-com:vml" Requires="v">
                  <p:oleObj r:id="rId21" imgW="148590" imgH="334645" progId="Equation.3">
                    <p:embed/>
                  </p:oleObj>
                </mc:Choice>
                <mc:Fallback>
                  <p:oleObj r:id="rId21" imgW="148590" imgH="334645" progId="Equation.3">
                    <p:embed/>
                    <p:pic>
                      <p:nvPicPr>
                        <p:cNvPr id="0" name="图片 3388"/>
                        <p:cNvPicPr/>
                        <p:nvPr/>
                      </p:nvPicPr>
                      <p:blipFill>
                        <a:blip r:embed="rId22">
                          <a:clrChange>
                            <a:clrFrom>
                              <a:srgbClr val="000000"/>
                            </a:clrFrom>
                            <a:clrTo>
                              <a:srgbClr val="FFFFFF"/>
                            </a:clrTo>
                          </a:clrChange>
                        </a:blip>
                        <a:stretch>
                          <a:fillRect/>
                        </a:stretch>
                      </p:blipFill>
                      <p:spPr>
                        <a:xfrm>
                          <a:off x="693" y="944"/>
                          <a:ext cx="201" cy="424"/>
                        </a:xfrm>
                        <a:prstGeom prst="rect">
                          <a:avLst/>
                        </a:prstGeom>
                        <a:noFill/>
                        <a:ln w="38100">
                          <a:noFill/>
                          <a:miter/>
                        </a:ln>
                      </p:spPr>
                    </p:pic>
                  </p:oleObj>
                </mc:Fallback>
              </mc:AlternateContent>
            </a:graphicData>
          </a:graphic>
        </p:graphicFrame>
        <p:graphicFrame>
          <p:nvGraphicFramePr>
            <p:cNvPr id="86042" name="Object 102"/>
            <p:cNvGraphicFramePr>
              <a:graphicFrameLocks noChangeAspect="1"/>
            </p:cNvGraphicFramePr>
            <p:nvPr/>
          </p:nvGraphicFramePr>
          <p:xfrm>
            <a:off x="2517" y="890"/>
            <a:ext cx="223" cy="432"/>
          </p:xfrm>
          <a:graphic>
            <a:graphicData uri="http://schemas.openxmlformats.org/presentationml/2006/ole">
              <mc:AlternateContent xmlns:mc="http://schemas.openxmlformats.org/markup-compatibility/2006">
                <mc:Choice xmlns:v="urn:schemas-microsoft-com:vml" Requires="v">
                  <p:oleObj r:id="rId23" imgW="163830" imgH="334645" progId="Equation.3">
                    <p:embed/>
                  </p:oleObj>
                </mc:Choice>
                <mc:Fallback>
                  <p:oleObj r:id="rId23" imgW="163830" imgH="334645" progId="Equation.3">
                    <p:embed/>
                    <p:pic>
                      <p:nvPicPr>
                        <p:cNvPr id="0" name="图片 3387"/>
                        <p:cNvPicPr/>
                        <p:nvPr/>
                      </p:nvPicPr>
                      <p:blipFill>
                        <a:blip r:embed="rId24">
                          <a:clrChange>
                            <a:clrFrom>
                              <a:srgbClr val="000000"/>
                            </a:clrFrom>
                            <a:clrTo>
                              <a:srgbClr val="FFFFFF"/>
                            </a:clrTo>
                          </a:clrChange>
                        </a:blip>
                        <a:stretch>
                          <a:fillRect/>
                        </a:stretch>
                      </p:blipFill>
                      <p:spPr>
                        <a:xfrm>
                          <a:off x="2517" y="890"/>
                          <a:ext cx="223" cy="432"/>
                        </a:xfrm>
                        <a:prstGeom prst="rect">
                          <a:avLst/>
                        </a:prstGeom>
                        <a:noFill/>
                        <a:ln w="38100">
                          <a:noFill/>
                          <a:miter/>
                        </a:ln>
                      </p:spPr>
                    </p:pic>
                  </p:oleObj>
                </mc:Fallback>
              </mc:AlternateContent>
            </a:graphicData>
          </a:graphic>
        </p:graphicFrame>
        <p:sp>
          <p:nvSpPr>
            <p:cNvPr id="86043" name="Line 103"/>
            <p:cNvSpPr/>
            <p:nvPr/>
          </p:nvSpPr>
          <p:spPr>
            <a:xfrm>
              <a:off x="1555" y="1969"/>
              <a:ext cx="2" cy="278"/>
            </a:xfrm>
            <a:prstGeom prst="line">
              <a:avLst/>
            </a:prstGeom>
            <a:ln w="28575" cap="flat" cmpd="sng">
              <a:solidFill>
                <a:srgbClr val="FFCC00"/>
              </a:solidFill>
              <a:prstDash val="solid"/>
              <a:headEnd type="none" w="med" len="med"/>
              <a:tailEnd type="none" w="med" len="med"/>
            </a:ln>
          </p:spPr>
        </p:sp>
        <p:sp>
          <p:nvSpPr>
            <p:cNvPr id="86044" name="Line 104"/>
            <p:cNvSpPr/>
            <p:nvPr/>
          </p:nvSpPr>
          <p:spPr>
            <a:xfrm flipH="1">
              <a:off x="1555" y="1379"/>
              <a:ext cx="5" cy="216"/>
            </a:xfrm>
            <a:prstGeom prst="line">
              <a:avLst/>
            </a:prstGeom>
            <a:ln w="28575" cap="flat" cmpd="sng">
              <a:solidFill>
                <a:srgbClr val="FFCC00"/>
              </a:solidFill>
              <a:prstDash val="solid"/>
              <a:headEnd type="none" w="med" len="med"/>
              <a:tailEnd type="none" w="med" len="med"/>
            </a:ln>
          </p:spPr>
        </p:sp>
        <p:sp>
          <p:nvSpPr>
            <p:cNvPr id="86045" name="Line 105"/>
            <p:cNvSpPr/>
            <p:nvPr/>
          </p:nvSpPr>
          <p:spPr>
            <a:xfrm flipV="1">
              <a:off x="693" y="2241"/>
              <a:ext cx="2087" cy="2"/>
            </a:xfrm>
            <a:prstGeom prst="line">
              <a:avLst/>
            </a:prstGeom>
            <a:ln w="28575" cap="flat" cmpd="sng">
              <a:solidFill>
                <a:srgbClr val="FFCC00"/>
              </a:solidFill>
              <a:prstDash val="solid"/>
              <a:headEnd type="none" w="med" len="med"/>
              <a:tailEnd type="none" w="med" len="med"/>
            </a:ln>
          </p:spPr>
        </p:sp>
        <p:sp>
          <p:nvSpPr>
            <p:cNvPr id="86046" name="Line 106"/>
            <p:cNvSpPr/>
            <p:nvPr/>
          </p:nvSpPr>
          <p:spPr>
            <a:xfrm rot="5400000">
              <a:off x="2627" y="1252"/>
              <a:ext cx="0" cy="256"/>
            </a:xfrm>
            <a:prstGeom prst="line">
              <a:avLst/>
            </a:prstGeom>
            <a:ln w="28575" cap="flat" cmpd="sng">
              <a:solidFill>
                <a:srgbClr val="00FFFF"/>
              </a:solidFill>
              <a:prstDash val="solid"/>
              <a:headEnd type="triangle" w="med" len="med"/>
              <a:tailEnd type="none" w="med" len="med"/>
            </a:ln>
          </p:spPr>
        </p:sp>
        <p:sp>
          <p:nvSpPr>
            <p:cNvPr id="86047" name="Text Box 107"/>
            <p:cNvSpPr txBox="1"/>
            <p:nvPr/>
          </p:nvSpPr>
          <p:spPr>
            <a:xfrm>
              <a:off x="1554" y="1415"/>
              <a:ext cx="228" cy="327"/>
            </a:xfrm>
            <a:prstGeom prst="rect">
              <a:avLst/>
            </a:prstGeom>
            <a:noFill/>
            <a:ln w="38100">
              <a:noFill/>
            </a:ln>
          </p:spPr>
          <p:txBody>
            <a:bodyPr wrap="none">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6048" name="Text Box 108"/>
            <p:cNvSpPr txBox="1"/>
            <p:nvPr/>
          </p:nvSpPr>
          <p:spPr>
            <a:xfrm>
              <a:off x="1736" y="1415"/>
              <a:ext cx="189" cy="327"/>
            </a:xfrm>
            <a:prstGeom prst="rect">
              <a:avLst/>
            </a:prstGeom>
            <a:noFill/>
            <a:ln w="38100">
              <a:noFill/>
            </a:ln>
          </p:spPr>
          <p:txBody>
            <a:bodyPr>
              <a:spAutoFit/>
            </a:bodyPr>
            <a:lstStyle/>
            <a:p>
              <a:pPr eaLnBrk="1" hangingPunct="1"/>
              <a:r>
                <a:rPr lang="en-US" altLang="zh-CN" dirty="0">
                  <a:solidFill>
                    <a:schemeClr val="bg1"/>
                  </a:solidFill>
                  <a:latin typeface="Times New Roman" panose="02020603050405020304" pitchFamily="18" charset="0"/>
                  <a:ea typeface="宋体" panose="02010600030101010101" pitchFamily="2" charset="-122"/>
                </a:rPr>
                <a:t>*</a:t>
              </a:r>
            </a:p>
          </p:txBody>
        </p:sp>
        <p:sp>
          <p:nvSpPr>
            <p:cNvPr id="86049" name="Line 109"/>
            <p:cNvSpPr/>
            <p:nvPr/>
          </p:nvSpPr>
          <p:spPr>
            <a:xfrm>
              <a:off x="703" y="1380"/>
              <a:ext cx="240" cy="0"/>
            </a:xfrm>
            <a:prstGeom prst="line">
              <a:avLst/>
            </a:prstGeom>
            <a:ln w="28575" cap="flat" cmpd="sng">
              <a:solidFill>
                <a:srgbClr val="00FFFF"/>
              </a:solidFill>
              <a:prstDash val="solid"/>
              <a:headEnd type="none" w="med" len="med"/>
              <a:tailEnd type="triangle" w="med" len="med"/>
            </a:ln>
          </p:spPr>
        </p:sp>
        <p:sp>
          <p:nvSpPr>
            <p:cNvPr id="86050" name="Text Box 111"/>
            <p:cNvSpPr txBox="1"/>
            <p:nvPr/>
          </p:nvSpPr>
          <p:spPr>
            <a:xfrm>
              <a:off x="1975" y="1425"/>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6051" name="Text Box 112"/>
            <p:cNvSpPr txBox="1"/>
            <p:nvPr/>
          </p:nvSpPr>
          <p:spPr>
            <a:xfrm>
              <a:off x="2009" y="1924"/>
              <a:ext cx="259"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86052" name="Object 113"/>
            <p:cNvGraphicFramePr>
              <a:graphicFrameLocks noChangeAspect="1"/>
            </p:cNvGraphicFramePr>
            <p:nvPr/>
          </p:nvGraphicFramePr>
          <p:xfrm>
            <a:off x="2009" y="1606"/>
            <a:ext cx="276" cy="416"/>
          </p:xfrm>
          <a:graphic>
            <a:graphicData uri="http://schemas.openxmlformats.org/presentationml/2006/ole">
              <mc:AlternateContent xmlns:mc="http://schemas.openxmlformats.org/markup-compatibility/2006">
                <mc:Choice xmlns:v="urn:schemas-microsoft-com:vml" Requires="v">
                  <p:oleObj r:id="rId25" imgW="238125" imgH="319405" progId="Equation.3">
                    <p:embed/>
                  </p:oleObj>
                </mc:Choice>
                <mc:Fallback>
                  <p:oleObj r:id="rId25" imgW="238125" imgH="319405" progId="Equation.3">
                    <p:embed/>
                    <p:pic>
                      <p:nvPicPr>
                        <p:cNvPr id="0" name="图片 3391"/>
                        <p:cNvPicPr/>
                        <p:nvPr/>
                      </p:nvPicPr>
                      <p:blipFill>
                        <a:blip r:embed="rId26">
                          <a:clrChange>
                            <a:clrFrom>
                              <a:srgbClr val="000000"/>
                            </a:clrFrom>
                            <a:clrTo>
                              <a:srgbClr val="FFFFFF"/>
                            </a:clrTo>
                          </a:clrChange>
                        </a:blip>
                        <a:stretch>
                          <a:fillRect/>
                        </a:stretch>
                      </p:blipFill>
                      <p:spPr>
                        <a:xfrm>
                          <a:off x="2009" y="1606"/>
                          <a:ext cx="276" cy="416"/>
                        </a:xfrm>
                        <a:prstGeom prst="rect">
                          <a:avLst/>
                        </a:prstGeom>
                        <a:noFill/>
                        <a:ln w="38100">
                          <a:noFill/>
                          <a:miter/>
                        </a:ln>
                      </p:spPr>
                    </p:pic>
                  </p:oleObj>
                </mc:Fallback>
              </mc:AlternateContent>
            </a:graphicData>
          </a:graphic>
        </p:graphicFrame>
        <p:sp>
          <p:nvSpPr>
            <p:cNvPr id="86053" name="Text Box 114"/>
            <p:cNvSpPr txBox="1"/>
            <p:nvPr/>
          </p:nvSpPr>
          <p:spPr>
            <a:xfrm>
              <a:off x="1283" y="1379"/>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6054" name="Text Box 115"/>
            <p:cNvSpPr txBox="1"/>
            <p:nvPr/>
          </p:nvSpPr>
          <p:spPr>
            <a:xfrm>
              <a:off x="1283" y="1878"/>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86055" name="Object 116"/>
            <p:cNvGraphicFramePr>
              <a:graphicFrameLocks noChangeAspect="1"/>
            </p:cNvGraphicFramePr>
            <p:nvPr/>
          </p:nvGraphicFramePr>
          <p:xfrm>
            <a:off x="1283" y="1515"/>
            <a:ext cx="235" cy="451"/>
          </p:xfrm>
          <a:graphic>
            <a:graphicData uri="http://schemas.openxmlformats.org/presentationml/2006/ole">
              <mc:AlternateContent xmlns:mc="http://schemas.openxmlformats.org/markup-compatibility/2006">
                <mc:Choice xmlns:v="urn:schemas-microsoft-com:vml" Requires="v">
                  <p:oleObj r:id="rId27" imgW="200660" imgH="349250" progId="Equation.3">
                    <p:embed/>
                  </p:oleObj>
                </mc:Choice>
                <mc:Fallback>
                  <p:oleObj r:id="rId27" imgW="200660" imgH="349250" progId="Equation.3">
                    <p:embed/>
                    <p:pic>
                      <p:nvPicPr>
                        <p:cNvPr id="0" name="图片 3392"/>
                        <p:cNvPicPr/>
                        <p:nvPr/>
                      </p:nvPicPr>
                      <p:blipFill>
                        <a:blip r:embed="rId28">
                          <a:clrChange>
                            <a:clrFrom>
                              <a:srgbClr val="000000"/>
                            </a:clrFrom>
                            <a:clrTo>
                              <a:srgbClr val="FFFFFF"/>
                            </a:clrTo>
                          </a:clrChange>
                        </a:blip>
                        <a:stretch>
                          <a:fillRect/>
                        </a:stretch>
                      </p:blipFill>
                      <p:spPr>
                        <a:xfrm>
                          <a:off x="1283" y="1515"/>
                          <a:ext cx="235" cy="451"/>
                        </a:xfrm>
                        <a:prstGeom prst="rect">
                          <a:avLst/>
                        </a:prstGeom>
                        <a:noFill/>
                        <a:ln w="38100">
                          <a:noFill/>
                          <a:miter/>
                        </a:ln>
                      </p:spPr>
                    </p:pic>
                  </p:oleObj>
                </mc:Fallback>
              </mc:AlternateContent>
            </a:graphicData>
          </a:graphic>
        </p:graphicFrame>
        <p:sp>
          <p:nvSpPr>
            <p:cNvPr id="86056" name="Text Box 117"/>
            <p:cNvSpPr txBox="1"/>
            <p:nvPr/>
          </p:nvSpPr>
          <p:spPr>
            <a:xfrm>
              <a:off x="1464" y="1098"/>
              <a:ext cx="685"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1 : 10</a:t>
              </a:r>
            </a:p>
          </p:txBody>
        </p:sp>
        <p:sp>
          <p:nvSpPr>
            <p:cNvPr id="86057" name="Text Box 119"/>
            <p:cNvSpPr txBox="1"/>
            <p:nvPr/>
          </p:nvSpPr>
          <p:spPr>
            <a:xfrm>
              <a:off x="376" y="1289"/>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sp>
          <p:nvSpPr>
            <p:cNvPr id="86058" name="Text Box 120"/>
            <p:cNvSpPr txBox="1"/>
            <p:nvPr/>
          </p:nvSpPr>
          <p:spPr>
            <a:xfrm>
              <a:off x="376" y="1924"/>
              <a:ext cx="260"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p>
          </p:txBody>
        </p:sp>
        <p:graphicFrame>
          <p:nvGraphicFramePr>
            <p:cNvPr id="86059" name="Object 121"/>
            <p:cNvGraphicFramePr>
              <a:graphicFrameLocks noChangeAspect="1"/>
            </p:cNvGraphicFramePr>
            <p:nvPr/>
          </p:nvGraphicFramePr>
          <p:xfrm>
            <a:off x="220" y="1552"/>
            <a:ext cx="261" cy="372"/>
          </p:xfrm>
          <a:graphic>
            <a:graphicData uri="http://schemas.openxmlformats.org/presentationml/2006/ole">
              <mc:AlternateContent xmlns:mc="http://schemas.openxmlformats.org/markup-compatibility/2006">
                <mc:Choice xmlns:v="urn:schemas-microsoft-com:vml" Requires="v">
                  <p:oleObj r:id="rId29" imgW="200660" imgH="260350" progId="Equation.3">
                    <p:embed/>
                  </p:oleObj>
                </mc:Choice>
                <mc:Fallback>
                  <p:oleObj r:id="rId29" imgW="200660" imgH="260350" progId="Equation.3">
                    <p:embed/>
                    <p:pic>
                      <p:nvPicPr>
                        <p:cNvPr id="0" name="图片 3390"/>
                        <p:cNvPicPr/>
                        <p:nvPr/>
                      </p:nvPicPr>
                      <p:blipFill>
                        <a:blip r:embed="rId30">
                          <a:clrChange>
                            <a:clrFrom>
                              <a:srgbClr val="000000"/>
                            </a:clrFrom>
                            <a:clrTo>
                              <a:srgbClr val="FFFFFF"/>
                            </a:clrTo>
                          </a:clrChange>
                        </a:blip>
                        <a:stretch>
                          <a:fillRect/>
                        </a:stretch>
                      </p:blipFill>
                      <p:spPr>
                        <a:xfrm>
                          <a:off x="220" y="1552"/>
                          <a:ext cx="261" cy="372"/>
                        </a:xfrm>
                        <a:prstGeom prst="rect">
                          <a:avLst/>
                        </a:prstGeom>
                        <a:noFill/>
                        <a:ln w="38100">
                          <a:noFill/>
                          <a:miter/>
                        </a:ln>
                      </p:spPr>
                    </p:pic>
                  </p:oleObj>
                </mc:Fallback>
              </mc:AlternateContent>
            </a:graphicData>
          </a:graphic>
        </p:graphicFrame>
        <p:sp>
          <p:nvSpPr>
            <p:cNvPr id="86060" name="Text Box 122"/>
            <p:cNvSpPr txBox="1"/>
            <p:nvPr/>
          </p:nvSpPr>
          <p:spPr>
            <a:xfrm>
              <a:off x="920" y="1043"/>
              <a:ext cx="45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6061" name="Line 123"/>
            <p:cNvSpPr/>
            <p:nvPr/>
          </p:nvSpPr>
          <p:spPr>
            <a:xfrm>
              <a:off x="2780" y="880"/>
              <a:ext cx="0" cy="1361"/>
            </a:xfrm>
            <a:prstGeom prst="line">
              <a:avLst/>
            </a:prstGeom>
            <a:ln w="28575" cap="flat" cmpd="sng">
              <a:solidFill>
                <a:srgbClr val="FFCC00"/>
              </a:solidFill>
              <a:prstDash val="solid"/>
              <a:headEnd type="none" w="med" len="med"/>
              <a:tailEnd type="none" w="med" len="med"/>
            </a:ln>
          </p:spPr>
        </p:sp>
        <p:sp>
          <p:nvSpPr>
            <p:cNvPr id="86062" name="Line 124"/>
            <p:cNvSpPr/>
            <p:nvPr/>
          </p:nvSpPr>
          <p:spPr>
            <a:xfrm>
              <a:off x="693" y="880"/>
              <a:ext cx="0" cy="1361"/>
            </a:xfrm>
            <a:prstGeom prst="line">
              <a:avLst/>
            </a:prstGeom>
            <a:ln w="28575" cap="flat" cmpd="sng">
              <a:solidFill>
                <a:srgbClr val="FFCC00"/>
              </a:solidFill>
              <a:prstDash val="solid"/>
              <a:headEnd type="none" w="med" len="med"/>
              <a:tailEnd type="none" w="med" len="med"/>
            </a:ln>
          </p:spPr>
        </p:sp>
        <p:sp>
          <p:nvSpPr>
            <p:cNvPr id="86063" name="Line 125"/>
            <p:cNvSpPr/>
            <p:nvPr/>
          </p:nvSpPr>
          <p:spPr>
            <a:xfrm>
              <a:off x="693" y="880"/>
              <a:ext cx="2087" cy="0"/>
            </a:xfrm>
            <a:prstGeom prst="line">
              <a:avLst/>
            </a:prstGeom>
            <a:ln w="28575" cap="flat" cmpd="sng">
              <a:solidFill>
                <a:srgbClr val="FFCC00"/>
              </a:solidFill>
              <a:prstDash val="solid"/>
              <a:headEnd type="none" w="med" len="med"/>
              <a:tailEnd type="none" w="med" len="med"/>
            </a:ln>
          </p:spPr>
        </p:sp>
        <p:sp>
          <p:nvSpPr>
            <p:cNvPr id="86064" name="Text Box 126"/>
            <p:cNvSpPr txBox="1"/>
            <p:nvPr/>
          </p:nvSpPr>
          <p:spPr>
            <a:xfrm>
              <a:off x="2109" y="1026"/>
              <a:ext cx="45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6065" name="Text Box 127"/>
            <p:cNvSpPr txBox="1"/>
            <p:nvPr/>
          </p:nvSpPr>
          <p:spPr>
            <a:xfrm>
              <a:off x="2826" y="1614"/>
              <a:ext cx="680" cy="327"/>
            </a:xfrm>
            <a:prstGeom prst="rect">
              <a:avLst/>
            </a:prstGeom>
            <a:noFill/>
            <a:ln w="38100">
              <a:noFill/>
            </a:ln>
          </p:spPr>
          <p:txBody>
            <a:bodyPr>
              <a:spAutoFit/>
            </a:bodyPr>
            <a:lstStyle/>
            <a:p>
              <a:pPr eaLnBrk="1" hangingPunct="1">
                <a:spcBef>
                  <a:spcPct val="50000"/>
                </a:spcBef>
              </a:pPr>
              <a:r>
                <a:rPr lang="en-US" altLang="zh-CN" i="1" dirty="0">
                  <a:solidFill>
                    <a:schemeClr val="bg1"/>
                  </a:solidFill>
                  <a:latin typeface="Times New Roman" panose="02020603050405020304" pitchFamily="18" charset="0"/>
                  <a:ea typeface="宋体" panose="02010600030101010101" pitchFamily="2" charset="-122"/>
                  <a:sym typeface="Symbol" panose="05050102010706020507" pitchFamily="18" charset="2"/>
                </a:rPr>
                <a:t>R</a:t>
              </a: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86066" name="Rectangle 128"/>
            <p:cNvSpPr/>
            <p:nvPr/>
          </p:nvSpPr>
          <p:spPr>
            <a:xfrm>
              <a:off x="2716" y="163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6067" name="Rectangle 129"/>
            <p:cNvSpPr/>
            <p:nvPr/>
          </p:nvSpPr>
          <p:spPr>
            <a:xfrm>
              <a:off x="2190" y="131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6068" name="Rectangle 130"/>
            <p:cNvSpPr/>
            <p:nvPr/>
          </p:nvSpPr>
          <p:spPr>
            <a:xfrm>
              <a:off x="1555" y="80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6069" name="Line 135"/>
            <p:cNvSpPr/>
            <p:nvPr/>
          </p:nvSpPr>
          <p:spPr>
            <a:xfrm flipH="1">
              <a:off x="1963" y="1379"/>
              <a:ext cx="5" cy="216"/>
            </a:xfrm>
            <a:prstGeom prst="line">
              <a:avLst/>
            </a:prstGeom>
            <a:ln w="28575" cap="flat" cmpd="sng">
              <a:solidFill>
                <a:srgbClr val="FFCC00"/>
              </a:solidFill>
              <a:prstDash val="solid"/>
              <a:headEnd type="none" w="med" len="med"/>
              <a:tailEnd type="none" w="med" len="med"/>
            </a:ln>
          </p:spPr>
        </p:sp>
        <p:sp>
          <p:nvSpPr>
            <p:cNvPr id="86070" name="Rectangle 136"/>
            <p:cNvSpPr/>
            <p:nvPr/>
          </p:nvSpPr>
          <p:spPr>
            <a:xfrm>
              <a:off x="965" y="131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p>
              <a:pPr eaLnBrk="1" hangingPunct="1"/>
              <a:endParaRPr lang="zh-CN" altLang="en-US" dirty="0">
                <a:latin typeface="Times New Roman" panose="02020603050405020304" pitchFamily="18" charset="0"/>
              </a:endParaRPr>
            </a:p>
          </p:txBody>
        </p:sp>
        <p:sp>
          <p:nvSpPr>
            <p:cNvPr id="86071" name="Line 141"/>
            <p:cNvSpPr/>
            <p:nvPr/>
          </p:nvSpPr>
          <p:spPr>
            <a:xfrm>
              <a:off x="1963" y="1969"/>
              <a:ext cx="2" cy="278"/>
            </a:xfrm>
            <a:prstGeom prst="line">
              <a:avLst/>
            </a:prstGeom>
            <a:ln w="28575" cap="flat" cmpd="sng">
              <a:solidFill>
                <a:srgbClr val="FFCC00"/>
              </a:solidFill>
              <a:prstDash val="solid"/>
              <a:headEnd type="none" w="med" len="med"/>
              <a:tailEnd type="none" w="med" len="med"/>
            </a:ln>
          </p:spPr>
        </p:sp>
        <p:sp>
          <p:nvSpPr>
            <p:cNvPr id="86072" name="Text Box 142"/>
            <p:cNvSpPr txBox="1"/>
            <p:nvPr/>
          </p:nvSpPr>
          <p:spPr>
            <a:xfrm>
              <a:off x="1474" y="890"/>
              <a:ext cx="456" cy="327"/>
            </a:xfrm>
            <a:prstGeom prst="rect">
              <a:avLst/>
            </a:prstGeom>
            <a:noFill/>
            <a:ln w="38100">
              <a:noFill/>
            </a:ln>
          </p:spPr>
          <p:txBody>
            <a:bodyPr>
              <a:spAutoFit/>
            </a:bodyPr>
            <a:lstStyle/>
            <a:p>
              <a:pPr eaLnBrk="1" hangingPunct="1">
                <a:spcBef>
                  <a:spcPct val="50000"/>
                </a:spcBef>
              </a:pPr>
              <a:r>
                <a:rPr lang="en-US" altLang="zh-CN"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86073" name="Group 152"/>
            <p:cNvGrpSpPr/>
            <p:nvPr/>
          </p:nvGrpSpPr>
          <p:grpSpPr>
            <a:xfrm>
              <a:off x="1882" y="1598"/>
              <a:ext cx="91" cy="363"/>
              <a:chOff x="1565" y="2614"/>
              <a:chExt cx="90" cy="486"/>
            </a:xfrm>
          </p:grpSpPr>
          <p:sp>
            <p:nvSpPr>
              <p:cNvPr id="86079" name="Arc 153"/>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6080" name="Arc 154"/>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6081" name="Arc 155"/>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6082" name="Arc 156"/>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nvGrpSpPr>
            <p:cNvPr id="86074" name="Group 157"/>
            <p:cNvGrpSpPr/>
            <p:nvPr/>
          </p:nvGrpSpPr>
          <p:grpSpPr>
            <a:xfrm rot="10800000">
              <a:off x="1547" y="1598"/>
              <a:ext cx="90" cy="363"/>
              <a:chOff x="1565" y="2614"/>
              <a:chExt cx="90" cy="486"/>
            </a:xfrm>
          </p:grpSpPr>
          <p:sp>
            <p:nvSpPr>
              <p:cNvPr id="86075" name="Arc 158"/>
              <p:cNvSpPr/>
              <p:nvPr/>
            </p:nvSpPr>
            <p:spPr>
              <a:xfrm flipH="1" flipV="1">
                <a:off x="1565" y="2860"/>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6076" name="Arc 159"/>
              <p:cNvSpPr/>
              <p:nvPr/>
            </p:nvSpPr>
            <p:spPr>
              <a:xfrm flipH="1" flipV="1">
                <a:off x="1565" y="2737"/>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6077" name="Arc 160"/>
              <p:cNvSpPr/>
              <p:nvPr/>
            </p:nvSpPr>
            <p:spPr>
              <a:xfrm flipH="1" flipV="1">
                <a:off x="1565" y="261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sp>
            <p:nvSpPr>
              <p:cNvPr id="86078" name="Arc 161"/>
              <p:cNvSpPr/>
              <p:nvPr/>
            </p:nvSpPr>
            <p:spPr>
              <a:xfrm flipH="1" flipV="1">
                <a:off x="1565" y="2984"/>
                <a:ext cx="90" cy="116"/>
              </a:xfrm>
              <a:custGeom>
                <a:avLst/>
                <a:gdLst/>
                <a:ahLst/>
                <a:cxnLst>
                  <a:cxn ang="0">
                    <a:pos x="4" y="0"/>
                  </a:cxn>
                  <a:cxn ang="0">
                    <a:pos x="0" y="116"/>
                  </a:cxn>
                  <a:cxn ang="0">
                    <a:pos x="4" y="58"/>
                  </a:cxn>
                </a:cxnLst>
                <a:rect l="0" t="0" r="0" b="0"/>
                <a:pathLst>
                  <a:path w="22723" h="43200" fill="none">
                    <a:moveTo>
                      <a:pt x="1123" y="0"/>
                    </a:moveTo>
                    <a:cubicBezTo>
                      <a:pt x="13052" y="0"/>
                      <a:pt x="22723" y="9670"/>
                      <a:pt x="22723" y="21600"/>
                    </a:cubicBezTo>
                    <a:cubicBezTo>
                      <a:pt x="22723" y="33529"/>
                      <a:pt x="13052" y="43200"/>
                      <a:pt x="1123" y="43200"/>
                    </a:cubicBezTo>
                    <a:cubicBezTo>
                      <a:pt x="748" y="43199"/>
                      <a:pt x="374" y="43190"/>
                      <a:pt x="0" y="43170"/>
                    </a:cubicBezTo>
                  </a:path>
                  <a:path w="22723" h="43200" stroke="0">
                    <a:moveTo>
                      <a:pt x="1123" y="0"/>
                    </a:moveTo>
                    <a:cubicBezTo>
                      <a:pt x="13052" y="0"/>
                      <a:pt x="22723" y="9670"/>
                      <a:pt x="22723" y="21600"/>
                    </a:cubicBezTo>
                    <a:cubicBezTo>
                      <a:pt x="22723" y="33529"/>
                      <a:pt x="13052" y="43200"/>
                      <a:pt x="1123" y="43200"/>
                    </a:cubicBezTo>
                    <a:cubicBezTo>
                      <a:pt x="748" y="43199"/>
                      <a:pt x="374" y="43190"/>
                      <a:pt x="0" y="43170"/>
                    </a:cubicBezTo>
                    <a:lnTo>
                      <a:pt x="1123" y="21600"/>
                    </a:lnTo>
                    <a:lnTo>
                      <a:pt x="1123" y="0"/>
                    </a:lnTo>
                    <a:close/>
                  </a:path>
                </a:pathLst>
              </a:custGeom>
              <a:noFill/>
              <a:ln w="28575" cap="flat" cmpd="sng">
                <a:solidFill>
                  <a:srgbClr val="FF99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p:cTn id="7" dur="1000" fill="hold"/>
                                        <p:tgtEl>
                                          <p:spTgt spid="69634"/>
                                        </p:tgtEl>
                                        <p:attrNameLst>
                                          <p:attrName>ppt_w</p:attrName>
                                        </p:attrNameLst>
                                      </p:cBhvr>
                                      <p:tavLst>
                                        <p:tav tm="0">
                                          <p:val>
                                            <p:fltVal val="0"/>
                                          </p:val>
                                        </p:tav>
                                        <p:tav tm="100000">
                                          <p:val>
                                            <p:strVal val="#ppt_w"/>
                                          </p:val>
                                        </p:tav>
                                      </p:tavLst>
                                    </p:anim>
                                    <p:anim calcmode="lin" valueType="num">
                                      <p:cBhvr>
                                        <p:cTn id="8" dur="1000" fill="hold"/>
                                        <p:tgtEl>
                                          <p:spTgt spid="69634"/>
                                        </p:tgtEl>
                                        <p:attrNameLst>
                                          <p:attrName>ppt_h</p:attrName>
                                        </p:attrNameLst>
                                      </p:cBhvr>
                                      <p:tavLst>
                                        <p:tav tm="0">
                                          <p:val>
                                            <p:fltVal val="0"/>
                                          </p:val>
                                        </p:tav>
                                        <p:tav tm="100000">
                                          <p:val>
                                            <p:strVal val="#ppt_h"/>
                                          </p:val>
                                        </p:tav>
                                      </p:tavLst>
                                    </p:anim>
                                    <p:anim calcmode="lin" valueType="num">
                                      <p:cBhvr>
                                        <p:cTn id="9" dur="1000" fill="hold"/>
                                        <p:tgtEl>
                                          <p:spTgt spid="6963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963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9794"/>
                                        </p:tgtEl>
                                        <p:attrNameLst>
                                          <p:attrName>style.visibility</p:attrName>
                                        </p:attrNameLst>
                                      </p:cBhvr>
                                      <p:to>
                                        <p:strVal val="visible"/>
                                      </p:to>
                                    </p:set>
                                    <p:animEffect transition="in" filter="blinds(horizontal)">
                                      <p:cBhvr>
                                        <p:cTn id="14" dur="500"/>
                                        <p:tgtEl>
                                          <p:spTgt spid="69794"/>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69687"/>
                                        </p:tgtEl>
                                        <p:attrNameLst>
                                          <p:attrName>style.visibility</p:attrName>
                                        </p:attrNameLst>
                                      </p:cBhvr>
                                      <p:to>
                                        <p:strVal val="visible"/>
                                      </p:to>
                                    </p:set>
                                    <p:animEffect transition="in" filter="wipe(left)">
                                      <p:cBhvr>
                                        <p:cTn id="18" dur="2000"/>
                                        <p:tgtEl>
                                          <p:spTgt spid="69687"/>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9688"/>
                                        </p:tgtEl>
                                        <p:attrNameLst>
                                          <p:attrName>style.visibility</p:attrName>
                                        </p:attrNameLst>
                                      </p:cBhvr>
                                      <p:to>
                                        <p:strVal val="visible"/>
                                      </p:to>
                                    </p:set>
                                    <p:anim calcmode="lin" valueType="num">
                                      <p:cBhvr>
                                        <p:cTn id="23" dur="1000" fill="hold"/>
                                        <p:tgtEl>
                                          <p:spTgt spid="69688"/>
                                        </p:tgtEl>
                                        <p:attrNameLst>
                                          <p:attrName>ppt_w</p:attrName>
                                        </p:attrNameLst>
                                      </p:cBhvr>
                                      <p:tavLst>
                                        <p:tav tm="0">
                                          <p:val>
                                            <p:fltVal val="0"/>
                                          </p:val>
                                        </p:tav>
                                        <p:tav tm="100000">
                                          <p:val>
                                            <p:strVal val="#ppt_w"/>
                                          </p:val>
                                        </p:tav>
                                      </p:tavLst>
                                    </p:anim>
                                    <p:anim calcmode="lin" valueType="num">
                                      <p:cBhvr>
                                        <p:cTn id="24" dur="1000" fill="hold"/>
                                        <p:tgtEl>
                                          <p:spTgt spid="69688"/>
                                        </p:tgtEl>
                                        <p:attrNameLst>
                                          <p:attrName>ppt_h</p:attrName>
                                        </p:attrNameLst>
                                      </p:cBhvr>
                                      <p:tavLst>
                                        <p:tav tm="0">
                                          <p:val>
                                            <p:fltVal val="0"/>
                                          </p:val>
                                        </p:tav>
                                        <p:tav tm="100000">
                                          <p:val>
                                            <p:strVal val="#ppt_h"/>
                                          </p:val>
                                        </p:tav>
                                      </p:tavLst>
                                    </p:anim>
                                    <p:anim calcmode="lin" valueType="num">
                                      <p:cBhvr>
                                        <p:cTn id="25" dur="1000" fill="hold"/>
                                        <p:tgtEl>
                                          <p:spTgt spid="69688"/>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69688"/>
                                        </p:tgtEl>
                                        <p:attrNameLst>
                                          <p:attrName>ppt_y</p:attrName>
                                        </p:attrNameLst>
                                      </p:cBhvr>
                                      <p:tavLst>
                                        <p:tav tm="0" fmla="#ppt_y+(sin(-2*pi*(1-$))*-#ppt_x+cos(-2*pi*(1-$))*(1-#ppt_y))*(1-$)">
                                          <p:val>
                                            <p:fltVal val="0"/>
                                          </p:val>
                                        </p:tav>
                                        <p:tav tm="100000">
                                          <p:val>
                                            <p:fltVal val="1"/>
                                          </p:val>
                                        </p:tav>
                                      </p:tavLst>
                                    </p:anim>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69689"/>
                                        </p:tgtEl>
                                        <p:attrNameLst>
                                          <p:attrName>style.visibility</p:attrName>
                                        </p:attrNameLst>
                                      </p:cBhvr>
                                      <p:to>
                                        <p:strVal val="visible"/>
                                      </p:to>
                                    </p:set>
                                    <p:animEffect transition="in" filter="wipe(left)">
                                      <p:cBhvr>
                                        <p:cTn id="30" dur="2000"/>
                                        <p:tgtEl>
                                          <p:spTgt spid="69689"/>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32" fill="hold" nodeType="clickEffect">
                                  <p:stCondLst>
                                    <p:cond delay="0"/>
                                  </p:stCondLst>
                                  <p:childTnLst>
                                    <p:set>
                                      <p:cBhvr>
                                        <p:cTn id="34" dur="1" fill="hold">
                                          <p:stCondLst>
                                            <p:cond delay="0"/>
                                          </p:stCondLst>
                                        </p:cTn>
                                        <p:tgtEl>
                                          <p:spTgt spid="69781"/>
                                        </p:tgtEl>
                                        <p:attrNameLst>
                                          <p:attrName>style.visibility</p:attrName>
                                        </p:attrNameLst>
                                      </p:cBhvr>
                                      <p:to>
                                        <p:strVal val="visible"/>
                                      </p:to>
                                    </p:set>
                                    <p:anim calcmode="lin" valueType="num">
                                      <p:cBhvr>
                                        <p:cTn id="35" dur="1000" fill="hold"/>
                                        <p:tgtEl>
                                          <p:spTgt spid="69781"/>
                                        </p:tgtEl>
                                        <p:attrNameLst>
                                          <p:attrName>ppt_w</p:attrName>
                                        </p:attrNameLst>
                                      </p:cBhvr>
                                      <p:tavLst>
                                        <p:tav tm="0">
                                          <p:val>
                                            <p:strVal val="4*#ppt_w"/>
                                          </p:val>
                                        </p:tav>
                                        <p:tav tm="100000">
                                          <p:val>
                                            <p:strVal val="#ppt_w"/>
                                          </p:val>
                                        </p:tav>
                                      </p:tavLst>
                                    </p:anim>
                                    <p:anim calcmode="lin" valueType="num">
                                      <p:cBhvr>
                                        <p:cTn id="36" dur="1000" fill="hold"/>
                                        <p:tgtEl>
                                          <p:spTgt spid="69781"/>
                                        </p:tgtEl>
                                        <p:attrNameLst>
                                          <p:attrName>ppt_h</p:attrName>
                                        </p:attrNameLst>
                                      </p:cBhvr>
                                      <p:tavLst>
                                        <p:tav tm="0">
                                          <p:val>
                                            <p:strVal val="4*#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9693"/>
                                        </p:tgtEl>
                                        <p:attrNameLst>
                                          <p:attrName>style.visibility</p:attrName>
                                        </p:attrNameLst>
                                      </p:cBhvr>
                                      <p:to>
                                        <p:strVal val="visible"/>
                                      </p:to>
                                    </p:set>
                                    <p:animEffect transition="in" filter="wipe(left)">
                                      <p:cBhvr>
                                        <p:cTn id="41" dur="2000"/>
                                        <p:tgtEl>
                                          <p:spTgt spid="6969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69694"/>
                                        </p:tgtEl>
                                        <p:attrNameLst>
                                          <p:attrName>style.visibility</p:attrName>
                                        </p:attrNameLst>
                                      </p:cBhvr>
                                      <p:to>
                                        <p:strVal val="visible"/>
                                      </p:to>
                                    </p:set>
                                    <p:animEffect transition="in" filter="wipe(left)">
                                      <p:cBhvr>
                                        <p:cTn id="46" dur="2000"/>
                                        <p:tgtEl>
                                          <p:spTgt spid="6969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69707"/>
                                        </p:tgtEl>
                                        <p:attrNameLst>
                                          <p:attrName>style.visibility</p:attrName>
                                        </p:attrNameLst>
                                      </p:cBhvr>
                                      <p:to>
                                        <p:strVal val="visible"/>
                                      </p:to>
                                    </p:set>
                                    <p:animEffect transition="in" filter="wipe(left)">
                                      <p:cBhvr>
                                        <p:cTn id="51" dur="2000"/>
                                        <p:tgtEl>
                                          <p:spTgt spid="6970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69690"/>
                                        </p:tgtEl>
                                        <p:attrNameLst>
                                          <p:attrName>style.visibility</p:attrName>
                                        </p:attrNameLst>
                                      </p:cBhvr>
                                      <p:to>
                                        <p:strVal val="visible"/>
                                      </p:to>
                                    </p:set>
                                    <p:animEffect transition="in" filter="wipe(left)">
                                      <p:cBhvr>
                                        <p:cTn id="56" dur="2000"/>
                                        <p:tgtEl>
                                          <p:spTgt spid="6969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69691"/>
                                        </p:tgtEl>
                                        <p:attrNameLst>
                                          <p:attrName>style.visibility</p:attrName>
                                        </p:attrNameLst>
                                      </p:cBhvr>
                                      <p:to>
                                        <p:strVal val="visible"/>
                                      </p:to>
                                    </p:set>
                                    <p:animEffect transition="in" filter="wipe(left)">
                                      <p:cBhvr>
                                        <p:cTn id="61" dur="2000"/>
                                        <p:tgtEl>
                                          <p:spTgt spid="69691"/>
                                        </p:tgtEl>
                                      </p:cBhvr>
                                    </p:animEffect>
                                  </p:childTnLst>
                                </p:cTn>
                              </p:par>
                            </p:childTnLst>
                          </p:cTn>
                        </p:par>
                        <p:par>
                          <p:cTn id="62" fill="hold">
                            <p:stCondLst>
                              <p:cond delay="2000"/>
                            </p:stCondLst>
                            <p:childTnLst>
                              <p:par>
                                <p:cTn id="63" presetID="1" presetClass="entr" presetSubtype="0" fill="hold" nodeType="afterEffect">
                                  <p:stCondLst>
                                    <p:cond delay="0"/>
                                  </p:stCondLst>
                                  <p:childTnLst>
                                    <p:set>
                                      <p:cBhvr>
                                        <p:cTn id="64" dur="1" fill="hold">
                                          <p:stCondLst>
                                            <p:cond delay="499"/>
                                          </p:stCondLst>
                                        </p:cTn>
                                        <p:tgtEl>
                                          <p:spTgt spid="6969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nodeType="clickEffect">
                                  <p:stCondLst>
                                    <p:cond delay="0"/>
                                  </p:stCondLst>
                                  <p:childTnLst>
                                    <p:set>
                                      <p:cBhvr>
                                        <p:cTn id="68" dur="1" fill="hold">
                                          <p:stCondLst>
                                            <p:cond delay="0"/>
                                          </p:stCondLst>
                                        </p:cTn>
                                        <p:tgtEl>
                                          <p:spTgt spid="69695"/>
                                        </p:tgtEl>
                                        <p:attrNameLst>
                                          <p:attrName>style.visibility</p:attrName>
                                        </p:attrNameLst>
                                      </p:cBhvr>
                                      <p:to>
                                        <p:strVal val="visible"/>
                                      </p:to>
                                    </p:set>
                                    <p:animEffect transition="in" filter="slide(fromLeft)">
                                      <p:cBhvr>
                                        <p:cTn id="69" dur="500"/>
                                        <p:tgtEl>
                                          <p:spTgt spid="69695"/>
                                        </p:tgtEl>
                                      </p:cBhvr>
                                    </p:animEffect>
                                  </p:childTnLst>
                                </p:cTn>
                              </p:par>
                            </p:childTnLst>
                          </p:cTn>
                        </p:par>
                        <p:par>
                          <p:cTn id="70" fill="hold">
                            <p:stCondLst>
                              <p:cond delay="500"/>
                            </p:stCondLst>
                            <p:childTnLst>
                              <p:par>
                                <p:cTn id="71" presetID="12" presetClass="entr" presetSubtype="8" fill="hold" grpId="0" nodeType="afterEffect">
                                  <p:stCondLst>
                                    <p:cond delay="0"/>
                                  </p:stCondLst>
                                  <p:childTnLst>
                                    <p:set>
                                      <p:cBhvr>
                                        <p:cTn id="72" dur="1" fill="hold">
                                          <p:stCondLst>
                                            <p:cond delay="0"/>
                                          </p:stCondLst>
                                        </p:cTn>
                                        <p:tgtEl>
                                          <p:spTgt spid="69696"/>
                                        </p:tgtEl>
                                        <p:attrNameLst>
                                          <p:attrName>style.visibility</p:attrName>
                                        </p:attrNameLst>
                                      </p:cBhvr>
                                      <p:to>
                                        <p:strVal val="visible"/>
                                      </p:to>
                                    </p:set>
                                    <p:animEffect transition="in" filter="slide(fromLeft)">
                                      <p:cBhvr>
                                        <p:cTn id="73" dur="500"/>
                                        <p:tgtEl>
                                          <p:spTgt spid="69696"/>
                                        </p:tgtEl>
                                      </p:cBhvr>
                                    </p:animEffect>
                                  </p:childTnLst>
                                </p:cTn>
                              </p:par>
                            </p:childTnLst>
                          </p:cTn>
                        </p:par>
                        <p:par>
                          <p:cTn id="74" fill="hold">
                            <p:stCondLst>
                              <p:cond delay="1000"/>
                            </p:stCondLst>
                            <p:childTnLst>
                              <p:par>
                                <p:cTn id="75" presetID="22" presetClass="entr" presetSubtype="8" fill="hold" nodeType="afterEffect">
                                  <p:stCondLst>
                                    <p:cond delay="0"/>
                                  </p:stCondLst>
                                  <p:childTnLst>
                                    <p:set>
                                      <p:cBhvr>
                                        <p:cTn id="76" dur="1" fill="hold">
                                          <p:stCondLst>
                                            <p:cond delay="0"/>
                                          </p:stCondLst>
                                        </p:cTn>
                                        <p:tgtEl>
                                          <p:spTgt spid="69708"/>
                                        </p:tgtEl>
                                        <p:attrNameLst>
                                          <p:attrName>style.visibility</p:attrName>
                                        </p:attrNameLst>
                                      </p:cBhvr>
                                      <p:to>
                                        <p:strVal val="visible"/>
                                      </p:to>
                                    </p:set>
                                    <p:animEffect transition="in" filter="wipe(left)">
                                      <p:cBhvr>
                                        <p:cTn id="77" dur="2000"/>
                                        <p:tgtEl>
                                          <p:spTgt spid="69708"/>
                                        </p:tgtEl>
                                      </p:cBhvr>
                                    </p:animEffect>
                                  </p:childTnLst>
                                </p:cTn>
                              </p:par>
                            </p:childTnLst>
                          </p:cTn>
                        </p:par>
                        <p:par>
                          <p:cTn id="78" fill="hold">
                            <p:stCondLst>
                              <p:cond delay="3000"/>
                            </p:stCondLst>
                            <p:childTnLst>
                              <p:par>
                                <p:cTn id="79" presetID="22" presetClass="entr" presetSubtype="8" fill="hold" nodeType="afterEffect">
                                  <p:stCondLst>
                                    <p:cond delay="0"/>
                                  </p:stCondLst>
                                  <p:childTnLst>
                                    <p:set>
                                      <p:cBhvr>
                                        <p:cTn id="80" dur="1" fill="hold">
                                          <p:stCondLst>
                                            <p:cond delay="0"/>
                                          </p:stCondLst>
                                        </p:cTn>
                                        <p:tgtEl>
                                          <p:spTgt spid="69719"/>
                                        </p:tgtEl>
                                        <p:attrNameLst>
                                          <p:attrName>style.visibility</p:attrName>
                                        </p:attrNameLst>
                                      </p:cBhvr>
                                      <p:to>
                                        <p:strVal val="visible"/>
                                      </p:to>
                                    </p:set>
                                    <p:animEffect transition="in" filter="wipe(left)">
                                      <p:cBhvr>
                                        <p:cTn id="81" dur="2000"/>
                                        <p:tgtEl>
                                          <p:spTgt spid="6971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69720"/>
                                        </p:tgtEl>
                                        <p:attrNameLst>
                                          <p:attrName>style.visibility</p:attrName>
                                        </p:attrNameLst>
                                      </p:cBhvr>
                                      <p:to>
                                        <p:strVal val="visible"/>
                                      </p:to>
                                    </p:set>
                                    <p:animEffect transition="in" filter="wipe(left)">
                                      <p:cBhvr>
                                        <p:cTn id="86" dur="2000"/>
                                        <p:tgtEl>
                                          <p:spTgt spid="69720"/>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69709"/>
                                        </p:tgtEl>
                                        <p:attrNameLst>
                                          <p:attrName>style.visibility</p:attrName>
                                        </p:attrNameLst>
                                      </p:cBhvr>
                                      <p:to>
                                        <p:strVal val="visible"/>
                                      </p:to>
                                    </p:set>
                                    <p:animEffect transition="in" filter="wipe(left)">
                                      <p:cBhvr>
                                        <p:cTn id="91" dur="2000"/>
                                        <p:tgtEl>
                                          <p:spTgt spid="69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87" grpId="0"/>
      <p:bldP spid="69688" grpId="0" animBg="1"/>
      <p:bldP spid="69689" grpId="0"/>
      <p:bldP spid="6969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0" i="0" u="none" strike="noStrike" cap="none" normalizeH="0" baseline="0" smtClean="0">
            <a:ln>
              <a:noFill/>
            </a:ln>
            <a:solidFill>
              <a:srgbClr val="FFFF00"/>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0" i="0" u="none" strike="noStrike" cap="none" normalizeH="0" baseline="0" smtClean="0">
            <a:ln>
              <a:noFill/>
            </a:ln>
            <a:solidFill>
              <a:srgbClr val="FFFF00"/>
            </a:solidFill>
            <a:effectLst/>
            <a:latin typeface="Times New Roman" panose="02020603050405020304"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4123</Words>
  <Application>Microsoft Office PowerPoint</Application>
  <PresentationFormat>全屏显示(4:3)</PresentationFormat>
  <Paragraphs>1372</Paragraphs>
  <Slides>82</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82</vt:i4>
      </vt:variant>
    </vt:vector>
  </HeadingPairs>
  <TitlesOfParts>
    <vt:vector size="95" baseType="lpstr">
      <vt:lpstr>仿宋_GB2312</vt:lpstr>
      <vt:lpstr>华文行楷</vt:lpstr>
      <vt:lpstr>楷体</vt:lpstr>
      <vt:lpstr>楷体_GB2312</vt:lpstr>
      <vt:lpstr>隶书</vt:lpstr>
      <vt:lpstr>宋体</vt:lpstr>
      <vt:lpstr>Arial</vt:lpstr>
      <vt:lpstr>Symbol</vt:lpstr>
      <vt:lpstr>Times New Roman</vt:lpstr>
      <vt:lpstr>Wingdings</vt:lpstr>
      <vt:lpstr>默认设计模板</vt:lpstr>
      <vt:lpstr>Equation.3</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wzy</dc:creator>
  <cp:lastModifiedBy>星博 毛</cp:lastModifiedBy>
  <cp:revision>389</cp:revision>
  <dcterms:created xsi:type="dcterms:W3CDTF">2002-09-19T09:10:31Z</dcterms:created>
  <dcterms:modified xsi:type="dcterms:W3CDTF">2024-06-20T15:22:19Z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2BEC2FD5C7A9494086AFFC5B412C8AD0_13</vt:lpwstr>
  </property>
  <property fmtid="{D5CDD505-2E9C-101B-9397-08002B2CF9AE}" pid="3" name="KSOProductBuildVer">
    <vt:lpwstr>2052-12.1.0.17140</vt:lpwstr>
  </property>
</Properties>
</file>
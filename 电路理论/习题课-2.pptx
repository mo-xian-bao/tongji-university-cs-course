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43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347D5-607A-66B4-5FA2-6F11BE17A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A0B249-4C24-646E-79C3-452257F2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503A32-7551-062B-142F-31A111D2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0FE419-DEA7-4F52-AB76-475994865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E046C-FB77-BF94-B924-6126594FA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87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3761E-7C9F-2245-CF0C-186A6157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95C892-E7A1-5202-E56A-971FC31C2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80C359-10B3-CF7C-5E94-AAA99AF7D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F5D8F8-B6C4-A943-FBFF-D52BCE30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D8C26F-CFD2-6C54-2CAC-30177430A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89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C102C-53AE-FD31-B422-0F011CA2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A51198-EF3F-39F3-06C1-7B3C09FC6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7C5B5A-650F-A4F7-B66F-6B2C9F18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EE689A-810D-AD7A-EE76-D9541A2E8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0AE65C-63B0-5795-71AF-F792D1A6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76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B3361-524B-C6C7-63EE-1C1B1AA0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8DE4D2-9D20-09D0-6B58-50DD2DDB5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C0C938-3AE9-7F01-40CF-6C5DC89DA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109DCD-09D2-E281-DDF3-03922304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04501E-5FC0-509B-E2EB-1740419F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6343D3-E0A8-A381-0551-96BD8504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175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24071-3DE6-B2BD-3E27-AEE093D7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0D39B9-88AB-6B19-918C-DF2753665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1F033C-A959-0B42-546E-B05A1FEBC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4C368B-12CF-D65C-E977-62E396B3C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110673-F3DB-2A7C-F24C-065CF9E1C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3D36EA-D80C-2A67-A3AA-1510A6F9E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E47732-C5EC-58C6-F192-89388778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FCFC6D-4289-D526-C121-3FE045EB4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31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803BE-0904-BD46-B438-4025FBB7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24C77E-F610-C2ED-143E-51921E18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1A670E-3C35-B48B-D5E6-59E93C66C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4430E4-5D05-5013-32C7-4852CC1F6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08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6713167-822C-10A5-364F-293E5827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5EE719-BDB1-8C1E-E40C-700EAF92D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D3A0C2-A904-5332-339D-F8A3C19F4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537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609BD-9450-1BFC-5664-60353B778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07844C-AD5E-C4E3-C210-20A13A1DD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8069F0-57B1-B52F-A246-23265A61AE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7400FC-B2ED-AED8-DB75-74ECACFA2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75C362-F92C-874C-B214-1F611031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DA609C-E4F8-2717-9AAF-0DD221666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83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0D551-50D1-4F10-C0B8-D154ADA98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DF1872-B27A-85F5-59B9-1FC4845ED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71DB53-5E2A-5C42-906B-7705447CE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F0103D-D4E4-04AF-FC86-27C017DE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060D8C-655B-CE88-1285-049C6EC15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FA3474-E837-9411-BA8F-33AD25D1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5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D51068-7C0F-C86D-838C-0F08E4753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B4E1E9-F1A0-0BDE-BC39-31520A35E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9582D3-EBBC-385A-E638-7CAE8199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019A71-E2FA-48E2-DA37-6EE2011F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A2ED8A-FCDC-B4B7-272E-13C662C01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11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13729F-6C82-F730-6571-FBA7F219BF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336149-1FB3-1749-8476-67A1EE861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1808F-1958-DE0A-3396-D72EF885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E08044-597E-31C1-636C-BA26A5F0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91C642-3B3C-6537-0C9D-C3286E40E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032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F5511E-F72D-AD78-4B33-5BE7EA2D1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F22510-D4BA-A449-43E7-10FA1DC1A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F2B631-C855-74A8-B800-F22ADF79CB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167E0-11C9-4761-95B5-06C2F8E6F5EB}" type="datetimeFigureOut">
              <a:rPr lang="zh-CN" altLang="en-US" smtClean="0"/>
              <a:t>2023/6/11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85B605-ED3D-18E4-3C04-DB4F61E9C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67324D-06F2-8918-3A1C-23112DA27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94725-77EF-4036-B8CE-76CD3E99C1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86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D22EF75-B068-903E-FCA7-78BB70513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29" y="133723"/>
            <a:ext cx="6073666" cy="255292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081DD8F-971F-1E70-53EF-527E92D00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1312" y="1758734"/>
            <a:ext cx="6172735" cy="462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46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EB7FF45-E2D1-F0E5-E0DE-430E3F92B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97" y="243365"/>
            <a:ext cx="4770533" cy="2979678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A93D8C98-BCA3-FCD5-9F31-047407EB1A7A}"/>
              </a:ext>
            </a:extLst>
          </p:cNvPr>
          <p:cNvGrpSpPr/>
          <p:nvPr/>
        </p:nvGrpSpPr>
        <p:grpSpPr>
          <a:xfrm>
            <a:off x="5467368" y="1064296"/>
            <a:ext cx="6172735" cy="3528206"/>
            <a:chOff x="5467368" y="1064296"/>
            <a:chExt cx="6172735" cy="3528206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AC78F9D-F4C0-4DFE-E297-2F5C96B26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67368" y="1064296"/>
              <a:ext cx="6172735" cy="183657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43600C0A-6974-5120-A1BB-2F03D98C1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67368" y="3030267"/>
              <a:ext cx="5334462" cy="15622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262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B8D1E27-C784-11A0-63B6-DDFF430BC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58" y="398641"/>
            <a:ext cx="6142252" cy="54106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342F094-09AE-44F1-DA5B-5903242ED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0857" y="216724"/>
            <a:ext cx="2110923" cy="23014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4E34960-5B42-B850-430A-6B111819C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231" y="1542722"/>
            <a:ext cx="3871295" cy="286536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6607A83-B6BC-EE24-4930-512B2BFC6E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054" y="2975406"/>
            <a:ext cx="4663844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4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A0A2EC5-B505-7D9D-1439-41B8D751E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06" y="263212"/>
            <a:ext cx="6157494" cy="57917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87A3148-552C-4D74-8F09-35FA331FF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6805" y="263212"/>
            <a:ext cx="2994920" cy="176037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6F7A8B0-349C-CC2A-F63A-3BC5CB445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81" y="1466401"/>
            <a:ext cx="6096528" cy="236240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8A61D88-4030-49BC-A6E8-735E1EA73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786" y="3828806"/>
            <a:ext cx="4549534" cy="21947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F52A21C-EC5E-A475-6AF2-ABEEDB436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8117" y="2960050"/>
            <a:ext cx="4092295" cy="173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12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3574C6-9C1F-8F00-E42A-17FD18D0A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92" y="393446"/>
            <a:ext cx="6187976" cy="5182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B8814AE-E3A7-7014-6F91-E5BE67D63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664" y="393446"/>
            <a:ext cx="2324301" cy="15317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4986364-9D32-C742-4175-223C7E980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963" y="1371158"/>
            <a:ext cx="3627434" cy="21871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CB66CBD-32AB-FC09-35F2-D5BE315FD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219" y="3558288"/>
            <a:ext cx="4938188" cy="22633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5399CE9-FD09-B05A-D9D7-39F943EE95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605" y="2464723"/>
            <a:ext cx="4046571" cy="169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37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7327BF9-2B6D-1FEE-0F35-2933862CF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24" y="440212"/>
            <a:ext cx="4938188" cy="3581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7389EF-B86D-690F-7FF8-20146FBFC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523" y="259321"/>
            <a:ext cx="2796782" cy="17679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B4E186D-2E41-109B-7FB1-A1F231D2B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00" y="1143318"/>
            <a:ext cx="6119390" cy="64775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7C31A17-1472-CFDC-79EE-F8F27FEB4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4772" y="1924950"/>
            <a:ext cx="4900085" cy="160795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3253595-535D-4AE3-B956-440124D804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947" y="3532909"/>
            <a:ext cx="6157494" cy="2606266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AF84368-E269-7E04-EDEE-EB6E4646C3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8487" y="2352776"/>
            <a:ext cx="2232853" cy="165368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585591DD-8F46-E226-CA06-AC764CB15B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8453" y="4331921"/>
            <a:ext cx="2682472" cy="180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52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D00DD1-1294-779C-1EF6-89AE536AD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21" y="391021"/>
            <a:ext cx="6187976" cy="5563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638FD2B-4BF1-80D4-B4CC-59EEC967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982" y="194630"/>
            <a:ext cx="2888062" cy="20423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EACBCEF-DD2E-5437-E744-C29B84EE7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21" y="1255966"/>
            <a:ext cx="3863675" cy="348264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D144518-B13C-043D-8D84-517A3EAE0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21" y="4904118"/>
            <a:ext cx="4892464" cy="107451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22C8C50-1BF5-3C65-0687-F4E276C32E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7006" y="2281743"/>
            <a:ext cx="3235258" cy="233077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DD262CD-9DB0-CBC8-185A-8A3C36BD72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318" y="4612520"/>
            <a:ext cx="1931390" cy="2182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31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CB9B165-994F-6053-66F0-14614B53D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87" y="376821"/>
            <a:ext cx="6119390" cy="5182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5A0A986-6402-A192-E17B-A2A05264A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194" y="1328234"/>
            <a:ext cx="6187976" cy="160795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31753B-7913-E953-752C-1E1240A34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87" y="3075913"/>
            <a:ext cx="6180356" cy="245385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61CEF8B-41CF-38DB-3832-3E692F7AC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733" y="183074"/>
            <a:ext cx="4317073" cy="22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73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E76052F-B3A3-6B6A-E661-2BA4384F9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14" y="398283"/>
            <a:ext cx="6142252" cy="80779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255A90-FB6E-1C8F-6FDC-1437363E5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41" y="209360"/>
            <a:ext cx="3485832" cy="19934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6299AF-ABE1-B7CE-5737-4C8E7090F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03" y="1569996"/>
            <a:ext cx="6149873" cy="16232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6CE7D0A-43A4-855D-6507-121802B082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00" y="3313732"/>
            <a:ext cx="6149873" cy="20804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D4D4880-F7B2-2380-DF29-5E0FEA08EC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3893" y="2883165"/>
            <a:ext cx="2331922" cy="14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12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DD988CF-64AC-431F-2DBF-4EEB3044F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89" y="410414"/>
            <a:ext cx="6172735" cy="61727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6CADFE-D23E-F7FC-8EB5-FBB1BFF00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6" y="405058"/>
            <a:ext cx="3735793" cy="16547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4FB55A9-57CF-519E-DE96-E831B5383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01" y="1430461"/>
            <a:ext cx="5425910" cy="47248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953EA66-F27C-311A-A0A5-9467FC21D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01" y="2059771"/>
            <a:ext cx="6149873" cy="383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41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59B7EF1-9807-DB87-B03C-BFA71AF62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7" y="373353"/>
            <a:ext cx="6157494" cy="6248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EC5497-64E5-0371-6122-5AF19D72F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732" y="373353"/>
            <a:ext cx="3551228" cy="134123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35BA9A-4328-701A-846C-205E8F799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38" y="1191978"/>
            <a:ext cx="5334462" cy="474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6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873195E-BC44-C339-AB23-41CA295C1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64" y="304767"/>
            <a:ext cx="6187976" cy="7620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0158A6-AAD1-3C66-CE16-4FF66300F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629" y="262025"/>
            <a:ext cx="3414055" cy="274133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28C4884-3FDC-7EF7-DE77-040E5102C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71" y="1421035"/>
            <a:ext cx="6134632" cy="21871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EDAC1B2-AA29-7733-2035-FFA31F97E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662" y="3218326"/>
            <a:ext cx="3093988" cy="252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4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EFA557-09AC-7BE8-1AA0-EE89DB52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37" y="294036"/>
            <a:ext cx="6134632" cy="6172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E562D1-4742-84E4-C711-5CD111E2B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834" y="294036"/>
            <a:ext cx="3238781" cy="16232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7F80AE-355E-23A5-B967-AF66513EE7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65" y="966495"/>
            <a:ext cx="4785775" cy="16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982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A1E1467-EA00-C40D-773E-125D25A7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84" y="446091"/>
            <a:ext cx="6195597" cy="5791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06415B-C3BC-35F8-553C-0A1065B41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6" y="1306804"/>
            <a:ext cx="6172735" cy="5867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13B383-18F3-AD60-051B-0A5E32012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1692" y="407323"/>
            <a:ext cx="4445679" cy="17964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D3391B-EE8B-3EDC-8479-06A89E167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573" y="2293521"/>
            <a:ext cx="5867908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17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0E2EA5-B529-B7FD-C3FE-C8822B034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5" y="414583"/>
            <a:ext cx="4762913" cy="34293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03A0917-CC50-63C0-4BAD-45A459941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042865"/>
            <a:ext cx="2869023" cy="12181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14A798-CC28-3681-86CE-6222C9580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97" y="2760059"/>
            <a:ext cx="4701947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029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2F755EE-35C9-02A1-A522-135396397FD8}"/>
              </a:ext>
            </a:extLst>
          </p:cNvPr>
          <p:cNvSpPr txBox="1"/>
          <p:nvPr/>
        </p:nvSpPr>
        <p:spPr>
          <a:xfrm>
            <a:off x="1147156" y="665018"/>
            <a:ext cx="6999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三角型，星型连接</a:t>
            </a:r>
          </a:p>
        </p:txBody>
      </p:sp>
    </p:spTree>
    <p:extLst>
      <p:ext uri="{BB962C8B-B14F-4D97-AF65-F5344CB8AC3E}">
        <p14:creationId xmlns:p14="http://schemas.microsoft.com/office/powerpoint/2010/main" val="2918893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6</Words>
  <Application>Microsoft Office PowerPoint</Application>
  <PresentationFormat>宽屏</PresentationFormat>
  <Paragraphs>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Tianran He</dc:creator>
  <cp:lastModifiedBy>Tianran He</cp:lastModifiedBy>
  <cp:revision>12</cp:revision>
  <dcterms:created xsi:type="dcterms:W3CDTF">2023-06-07T10:17:19Z</dcterms:created>
  <dcterms:modified xsi:type="dcterms:W3CDTF">2023-06-11T14:49:48Z</dcterms:modified>
</cp:coreProperties>
</file>